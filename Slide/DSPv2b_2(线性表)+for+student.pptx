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notesMasterIdLst>
    <p:notesMasterId r:id="rId10"/>
  </p:notesMasterIdLst>
  <p:sldIdLst>
    <p:sldId id="497" r:id="rId4"/>
    <p:sldId id="259" r:id="rId5"/>
    <p:sldId id="295" r:id="rId6"/>
    <p:sldId id="297" r:id="rId7"/>
    <p:sldId id="260" r:id="rId8"/>
    <p:sldId id="261" r:id="rId9"/>
    <p:sldId id="262" r:id="rId11"/>
    <p:sldId id="263" r:id="rId12"/>
    <p:sldId id="264" r:id="rId13"/>
    <p:sldId id="265" r:id="rId14"/>
    <p:sldId id="298" r:id="rId15"/>
    <p:sldId id="266" r:id="rId16"/>
    <p:sldId id="267" r:id="rId17"/>
    <p:sldId id="268" r:id="rId18"/>
    <p:sldId id="269" r:id="rId19"/>
    <p:sldId id="270" r:id="rId20"/>
    <p:sldId id="299" r:id="rId21"/>
    <p:sldId id="300" r:id="rId22"/>
    <p:sldId id="301" r:id="rId23"/>
    <p:sldId id="302"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303" r:id="rId39"/>
    <p:sldId id="305" r:id="rId40"/>
    <p:sldId id="307" r:id="rId41"/>
    <p:sldId id="308" r:id="rId42"/>
    <p:sldId id="410" r:id="rId43"/>
    <p:sldId id="411" r:id="rId44"/>
    <p:sldId id="412" r:id="rId45"/>
    <p:sldId id="413" r:id="rId46"/>
    <p:sldId id="309" r:id="rId47"/>
    <p:sldId id="312" r:id="rId48"/>
    <p:sldId id="313" r:id="rId49"/>
    <p:sldId id="287" r:id="rId50"/>
    <p:sldId id="314" r:id="rId51"/>
    <p:sldId id="288" r:id="rId52"/>
    <p:sldId id="289" r:id="rId53"/>
    <p:sldId id="290" r:id="rId54"/>
    <p:sldId id="291" r:id="rId55"/>
    <p:sldId id="292" r:id="rId56"/>
    <p:sldId id="319" r:id="rId57"/>
    <p:sldId id="320" r:id="rId58"/>
    <p:sldId id="376" r:id="rId59"/>
    <p:sldId id="405" r:id="rId60"/>
    <p:sldId id="324" r:id="rId61"/>
    <p:sldId id="325" r:id="rId62"/>
    <p:sldId id="326" r:id="rId63"/>
    <p:sldId id="321" r:id="rId64"/>
    <p:sldId id="322" r:id="rId65"/>
    <p:sldId id="327" r:id="rId66"/>
    <p:sldId id="328" r:id="rId67"/>
    <p:sldId id="329" r:id="rId68"/>
    <p:sldId id="330" r:id="rId69"/>
    <p:sldId id="331" r:id="rId70"/>
    <p:sldId id="332" r:id="rId71"/>
    <p:sldId id="379" r:id="rId72"/>
    <p:sldId id="414" r:id="rId73"/>
    <p:sldId id="333" r:id="rId74"/>
    <p:sldId id="334" r:id="rId75"/>
    <p:sldId id="335" r:id="rId76"/>
    <p:sldId id="336" r:id="rId77"/>
    <p:sldId id="416" r:id="rId78"/>
    <p:sldId id="415" r:id="rId79"/>
    <p:sldId id="381" r:id="rId80"/>
    <p:sldId id="382" r:id="rId81"/>
    <p:sldId id="383" r:id="rId82"/>
    <p:sldId id="384" r:id="rId83"/>
    <p:sldId id="385" r:id="rId84"/>
    <p:sldId id="386" r:id="rId85"/>
    <p:sldId id="387" r:id="rId86"/>
    <p:sldId id="388" r:id="rId87"/>
    <p:sldId id="409" r:id="rId88"/>
    <p:sldId id="390" r:id="rId89"/>
    <p:sldId id="341" r:id="rId90"/>
    <p:sldId id="342" r:id="rId91"/>
    <p:sldId id="391" r:id="rId92"/>
    <p:sldId id="344" r:id="rId93"/>
    <p:sldId id="345" r:id="rId94"/>
    <p:sldId id="346" r:id="rId95"/>
    <p:sldId id="347" r:id="rId96"/>
    <p:sldId id="349" r:id="rId97"/>
    <p:sldId id="350" r:id="rId98"/>
    <p:sldId id="351" r:id="rId99"/>
    <p:sldId id="352" r:id="rId100"/>
    <p:sldId id="353" r:id="rId101"/>
    <p:sldId id="354" r:id="rId102"/>
    <p:sldId id="355" r:id="rId103"/>
    <p:sldId id="356" r:id="rId104"/>
    <p:sldId id="357" r:id="rId105"/>
    <p:sldId id="392" r:id="rId106"/>
    <p:sldId id="406" r:id="rId107"/>
    <p:sldId id="393" r:id="rId108"/>
    <p:sldId id="394" r:id="rId109"/>
    <p:sldId id="395" r:id="rId110"/>
    <p:sldId id="396" r:id="rId111"/>
    <p:sldId id="358" r:id="rId112"/>
    <p:sldId id="359" r:id="rId113"/>
    <p:sldId id="360" r:id="rId114"/>
    <p:sldId id="362" r:id="rId115"/>
    <p:sldId id="361" r:id="rId116"/>
    <p:sldId id="363" r:id="rId117"/>
    <p:sldId id="364" r:id="rId118"/>
    <p:sldId id="365" r:id="rId119"/>
    <p:sldId id="366" r:id="rId120"/>
    <p:sldId id="367" r:id="rId121"/>
    <p:sldId id="368" r:id="rId122"/>
    <p:sldId id="369" r:id="rId123"/>
    <p:sldId id="370" r:id="rId124"/>
    <p:sldId id="371" r:id="rId125"/>
    <p:sldId id="398" r:id="rId126"/>
    <p:sldId id="399" r:id="rId127"/>
    <p:sldId id="498" r:id="rId128"/>
    <p:sldId id="499" r:id="rId129"/>
    <p:sldId id="500" r:id="rId130"/>
    <p:sldId id="501" r:id="rId131"/>
    <p:sldId id="506" r:id="rId132"/>
    <p:sldId id="378" r:id="rId133"/>
    <p:sldId id="507" r:id="rId134"/>
    <p:sldId id="377" r:id="rId135"/>
    <p:sldId id="508" r:id="rId136"/>
    <p:sldId id="509" r:id="rId137"/>
    <p:sldId id="380" r:id="rId138"/>
    <p:sldId id="510" r:id="rId139"/>
    <p:sldId id="511" r:id="rId140"/>
    <p:sldId id="512" r:id="rId141"/>
    <p:sldId id="513" r:id="rId142"/>
    <p:sldId id="372" r:id="rId143"/>
    <p:sldId id="373" r:id="rId144"/>
    <p:sldId id="397" r:id="rId14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66" autoAdjust="0"/>
    <p:restoredTop sz="95238" autoAdjust="0"/>
  </p:normalViewPr>
  <p:slideViewPr>
    <p:cSldViewPr showGuides="1">
      <p:cViewPr varScale="1">
        <p:scale>
          <a:sx n="87" d="100"/>
          <a:sy n="87" d="100"/>
        </p:scale>
        <p:origin x="490" y="82"/>
      </p:cViewPr>
      <p:guideLst>
        <p:guide orient="horz" pos="2160"/>
        <p:guide pos="3840"/>
      </p:guideLst>
    </p:cSldViewPr>
  </p:slideViewPr>
  <p:notesTextViewPr>
    <p:cViewPr>
      <p:scale>
        <a:sx n="100" d="100"/>
        <a:sy n="100" d="100"/>
      </p:scale>
      <p:origin x="0" y="0"/>
    </p:cViewPr>
  </p:notesTextViewPr>
  <p:sorterViewPr>
    <p:cViewPr>
      <p:scale>
        <a:sx n="100" d="100"/>
        <a:sy n="100" d="100"/>
      </p:scale>
      <p:origin x="0" y="-45936"/>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6.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5.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4.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3.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8" Type="http://schemas.openxmlformats.org/officeDocument/2006/relationships/tableStyles" Target="tableStyles.xml"/><Relationship Id="rId147" Type="http://schemas.openxmlformats.org/officeDocument/2006/relationships/viewProps" Target="viewProps.xml"/><Relationship Id="rId146" Type="http://schemas.openxmlformats.org/officeDocument/2006/relationships/presProps" Target="presProps.xml"/><Relationship Id="rId145" Type="http://schemas.openxmlformats.org/officeDocument/2006/relationships/slide" Target="slides/slide141.xml"/><Relationship Id="rId144" Type="http://schemas.openxmlformats.org/officeDocument/2006/relationships/slide" Target="slides/slide140.xml"/><Relationship Id="rId143" Type="http://schemas.openxmlformats.org/officeDocument/2006/relationships/slide" Target="slides/slide139.xml"/><Relationship Id="rId142" Type="http://schemas.openxmlformats.org/officeDocument/2006/relationships/slide" Target="slides/slide138.xml"/><Relationship Id="rId141" Type="http://schemas.openxmlformats.org/officeDocument/2006/relationships/slide" Target="slides/slide137.xml"/><Relationship Id="rId140" Type="http://schemas.openxmlformats.org/officeDocument/2006/relationships/slide" Target="slides/slide136.xml"/><Relationship Id="rId14" Type="http://schemas.openxmlformats.org/officeDocument/2006/relationships/slide" Target="slides/slide10.xml"/><Relationship Id="rId139" Type="http://schemas.openxmlformats.org/officeDocument/2006/relationships/slide" Target="slides/slide135.xml"/><Relationship Id="rId138" Type="http://schemas.openxmlformats.org/officeDocument/2006/relationships/slide" Target="slides/slide134.xml"/><Relationship Id="rId137" Type="http://schemas.openxmlformats.org/officeDocument/2006/relationships/slide" Target="slides/slide133.xml"/><Relationship Id="rId136" Type="http://schemas.openxmlformats.org/officeDocument/2006/relationships/slide" Target="slides/slide132.xml"/><Relationship Id="rId135" Type="http://schemas.openxmlformats.org/officeDocument/2006/relationships/slide" Target="slides/slide131.xml"/><Relationship Id="rId134" Type="http://schemas.openxmlformats.org/officeDocument/2006/relationships/slide" Target="slides/slide130.xml"/><Relationship Id="rId133" Type="http://schemas.openxmlformats.org/officeDocument/2006/relationships/slide" Target="slides/slide129.xml"/><Relationship Id="rId132" Type="http://schemas.openxmlformats.org/officeDocument/2006/relationships/slide" Target="slides/slide128.xml"/><Relationship Id="rId131" Type="http://schemas.openxmlformats.org/officeDocument/2006/relationships/slide" Target="slides/slide127.xml"/><Relationship Id="rId130" Type="http://schemas.openxmlformats.org/officeDocument/2006/relationships/slide" Target="slides/slide126.xml"/><Relationship Id="rId13" Type="http://schemas.openxmlformats.org/officeDocument/2006/relationships/slide" Target="slides/slide9.xml"/><Relationship Id="rId129" Type="http://schemas.openxmlformats.org/officeDocument/2006/relationships/slide" Target="slides/slide125.xml"/><Relationship Id="rId128" Type="http://schemas.openxmlformats.org/officeDocument/2006/relationships/slide" Target="slides/slide124.xml"/><Relationship Id="rId127" Type="http://schemas.openxmlformats.org/officeDocument/2006/relationships/slide" Target="slides/slide123.xml"/><Relationship Id="rId126" Type="http://schemas.openxmlformats.org/officeDocument/2006/relationships/slide" Target="slides/slide122.xml"/><Relationship Id="rId125" Type="http://schemas.openxmlformats.org/officeDocument/2006/relationships/slide" Target="slides/slide121.xml"/><Relationship Id="rId124" Type="http://schemas.openxmlformats.org/officeDocument/2006/relationships/slide" Target="slides/slide120.xml"/><Relationship Id="rId123" Type="http://schemas.openxmlformats.org/officeDocument/2006/relationships/slide" Target="slides/slide119.xml"/><Relationship Id="rId122" Type="http://schemas.openxmlformats.org/officeDocument/2006/relationships/slide" Target="slides/slide118.xml"/><Relationship Id="rId121" Type="http://schemas.openxmlformats.org/officeDocument/2006/relationships/slide" Target="slides/slide117.xml"/><Relationship Id="rId120" Type="http://schemas.openxmlformats.org/officeDocument/2006/relationships/slide" Target="slides/slide116.xml"/><Relationship Id="rId12" Type="http://schemas.openxmlformats.org/officeDocument/2006/relationships/slide" Target="slides/slide8.xml"/><Relationship Id="rId119" Type="http://schemas.openxmlformats.org/officeDocument/2006/relationships/slide" Target="slides/slide115.xml"/><Relationship Id="rId118" Type="http://schemas.openxmlformats.org/officeDocument/2006/relationships/slide" Target="slides/slide114.xml"/><Relationship Id="rId117" Type="http://schemas.openxmlformats.org/officeDocument/2006/relationships/slide" Target="slides/slide113.xml"/><Relationship Id="rId116" Type="http://schemas.openxmlformats.org/officeDocument/2006/relationships/slide" Target="slides/slide112.xml"/><Relationship Id="rId115" Type="http://schemas.openxmlformats.org/officeDocument/2006/relationships/slide" Target="slides/slide111.xml"/><Relationship Id="rId114" Type="http://schemas.openxmlformats.org/officeDocument/2006/relationships/slide" Target="slides/slide110.xml"/><Relationship Id="rId113" Type="http://schemas.openxmlformats.org/officeDocument/2006/relationships/slide" Target="slides/slide109.xml"/><Relationship Id="rId112" Type="http://schemas.openxmlformats.org/officeDocument/2006/relationships/slide" Target="slides/slide108.xml"/><Relationship Id="rId111" Type="http://schemas.openxmlformats.org/officeDocument/2006/relationships/slide" Target="slides/slide107.xml"/><Relationship Id="rId110" Type="http://schemas.openxmlformats.org/officeDocument/2006/relationships/slide" Target="slides/slide106.xml"/><Relationship Id="rId11" Type="http://schemas.openxmlformats.org/officeDocument/2006/relationships/slide" Target="slides/slide7.xml"/><Relationship Id="rId109" Type="http://schemas.openxmlformats.org/officeDocument/2006/relationships/slide" Target="slides/slide105.xml"/><Relationship Id="rId108" Type="http://schemas.openxmlformats.org/officeDocument/2006/relationships/slide" Target="slides/slide104.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6.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6.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8.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F806877-4418-4F4E-A2C6-3EF7A69D3004}"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B25FB9B-91CA-4EC1-A365-86E821EF3C4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5.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a:spLocks noGrp="1" noRot="1" noChangeAspect="1" noTextEdit="1"/>
          </p:cNvSpPr>
          <p:nvPr>
            <p:ph type="sldImg"/>
          </p:nvPr>
        </p:nvSpPr>
        <p:spPr>
          <a:xfrm>
            <a:off x="381000" y="685800"/>
            <a:ext cx="6096000" cy="3429000"/>
          </a:xfrm>
        </p:spPr>
      </p:sp>
      <p:sp>
        <p:nvSpPr>
          <p:cNvPr id="86019" name="备注占位符 2"/>
          <p:cNvSpPr>
            <a:spLocks noGrp="1"/>
          </p:cNvSpPr>
          <p:nvPr>
            <p:ph type="body" idx="1"/>
          </p:nvPr>
        </p:nvSpPr>
        <p:spPr>
          <a:noFill/>
        </p:spPr>
        <p:txBody>
          <a:bodyPr/>
          <a:lstStyle/>
          <a:p>
            <a:r>
              <a:rPr lang="zh-CN" altLang="en-US">
                <a:ea typeface="宋体" pitchFamily="2" charset="-122"/>
              </a:rPr>
              <a:t>（</a:t>
            </a:r>
            <a:r>
              <a:rPr lang="en-US" altLang="zh-CN">
                <a:ea typeface="宋体" pitchFamily="2" charset="-122"/>
              </a:rPr>
              <a:t>1</a:t>
            </a:r>
            <a:r>
              <a:rPr lang="zh-CN" altLang="en-US">
                <a:ea typeface="宋体" pitchFamily="2" charset="-122"/>
              </a:rPr>
              <a:t>）同一数据类型 （</a:t>
            </a:r>
            <a:r>
              <a:rPr lang="en-US" altLang="zh-CN">
                <a:ea typeface="宋体" pitchFamily="2" charset="-122"/>
              </a:rPr>
              <a:t>2</a:t>
            </a:r>
            <a:r>
              <a:rPr lang="zh-CN" altLang="en-US">
                <a:ea typeface="宋体" pitchFamily="2" charset="-122"/>
              </a:rPr>
              <a:t>）有限个数据元素  （</a:t>
            </a:r>
            <a:r>
              <a:rPr lang="en-US" altLang="zh-CN">
                <a:ea typeface="宋体" pitchFamily="2" charset="-122"/>
              </a:rPr>
              <a:t>3</a:t>
            </a:r>
            <a:r>
              <a:rPr lang="zh-CN" altLang="en-US">
                <a:ea typeface="宋体" pitchFamily="2" charset="-122"/>
              </a:rPr>
              <a:t>） 相邻元素着有前后顺序关系</a:t>
            </a:r>
            <a:endParaRPr lang="zh-CN" altLang="en-US">
              <a:ea typeface="宋体" pitchFamily="2" charset="-122"/>
            </a:endParaRPr>
          </a:p>
        </p:txBody>
      </p:sp>
      <p:sp>
        <p:nvSpPr>
          <p:cNvPr id="86020" name="灯片编号占位符 3"/>
          <p:cNvSpPr>
            <a:spLocks noGrp="1"/>
          </p:cNvSpPr>
          <p:nvPr>
            <p:ph type="sldNum" sz="quarter" idx="5"/>
          </p:nvPr>
        </p:nvSpPr>
        <p:spPr>
          <a:noFill/>
        </p:spPr>
        <p:txBody>
          <a:bodyPr/>
          <a:lstStyle/>
          <a:p>
            <a:fld id="{63721928-C804-4126-88DB-A2DAD131E4CE}" type="slidenum">
              <a:rPr lang="zh-CN" altLang="en-US" smtClean="0">
                <a:ea typeface="宋体" pitchFamily="2" charset="-122"/>
              </a:rPr>
            </a:fld>
            <a:endParaRPr lang="en-US" altLang="zh-CN">
              <a:ea typeface="宋体"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7"/>
          <p:cNvSpPr>
            <a:spLocks noGrp="1" noChangeArrowheads="1"/>
          </p:cNvSpPr>
          <p:nvPr>
            <p:ph type="sldNum" sz="quarter" idx="5"/>
          </p:nvPr>
        </p:nvSpPr>
        <p:spPr>
          <a:noFill/>
        </p:spPr>
        <p:txBody>
          <a:bodyPr/>
          <a:lstStyle/>
          <a:p>
            <a:fld id="{F702BE4D-60D2-49F5-BCFF-21E8317DB7AD}" type="slidenum">
              <a:rPr lang="en-US" altLang="zh-CN" smtClean="0"/>
            </a:fld>
            <a:endParaRPr lang="en-US" altLang="zh-CN"/>
          </a:p>
        </p:txBody>
      </p:sp>
      <p:sp>
        <p:nvSpPr>
          <p:cNvPr id="230403" name="Rectangle 2"/>
          <p:cNvSpPr>
            <a:spLocks noGrp="1" noRot="1" noChangeAspect="1" noChangeArrowheads="1" noTextEdit="1"/>
          </p:cNvSpPr>
          <p:nvPr>
            <p:ph type="sldImg"/>
          </p:nvPr>
        </p:nvSpPr>
        <p:spPr>
          <a:xfrm>
            <a:off x="381000" y="685800"/>
            <a:ext cx="6096000" cy="3429000"/>
          </a:xfrm>
        </p:spPr>
      </p:sp>
      <p:sp>
        <p:nvSpPr>
          <p:cNvPr id="230404"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7"/>
          <p:cNvSpPr>
            <a:spLocks noGrp="1" noChangeArrowheads="1"/>
          </p:cNvSpPr>
          <p:nvPr>
            <p:ph type="sldNum" sz="quarter" idx="5"/>
          </p:nvPr>
        </p:nvSpPr>
        <p:spPr>
          <a:noFill/>
        </p:spPr>
        <p:txBody>
          <a:bodyPr/>
          <a:lstStyle/>
          <a:p>
            <a:fld id="{FE94028E-28FD-45C2-B780-08CFB72955F5}" type="slidenum">
              <a:rPr lang="en-US" altLang="zh-CN" smtClean="0"/>
            </a:fld>
            <a:endParaRPr lang="en-US" altLang="zh-CN"/>
          </a:p>
        </p:txBody>
      </p:sp>
      <p:sp>
        <p:nvSpPr>
          <p:cNvPr id="231427" name="Rectangle 2"/>
          <p:cNvSpPr>
            <a:spLocks noGrp="1" noRot="1" noChangeAspect="1" noChangeArrowheads="1" noTextEdit="1"/>
          </p:cNvSpPr>
          <p:nvPr>
            <p:ph type="sldImg"/>
          </p:nvPr>
        </p:nvSpPr>
        <p:spPr>
          <a:xfrm>
            <a:off x="381000" y="685800"/>
            <a:ext cx="6096000" cy="3429000"/>
          </a:xfrm>
        </p:spPr>
      </p:sp>
      <p:sp>
        <p:nvSpPr>
          <p:cNvPr id="231428"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7"/>
          <p:cNvSpPr>
            <a:spLocks noGrp="1" noChangeArrowheads="1"/>
          </p:cNvSpPr>
          <p:nvPr>
            <p:ph type="sldNum" sz="quarter" idx="5"/>
          </p:nvPr>
        </p:nvSpPr>
        <p:spPr>
          <a:noFill/>
        </p:spPr>
        <p:txBody>
          <a:bodyPr/>
          <a:lstStyle/>
          <a:p>
            <a:fld id="{CF58C86C-471D-4F40-8B2A-7423700A74F6}" type="slidenum">
              <a:rPr lang="en-US" altLang="zh-CN" smtClean="0"/>
            </a:fld>
            <a:endParaRPr lang="en-US" altLang="zh-CN"/>
          </a:p>
        </p:txBody>
      </p:sp>
      <p:sp>
        <p:nvSpPr>
          <p:cNvPr id="232451" name="Rectangle 2"/>
          <p:cNvSpPr>
            <a:spLocks noGrp="1" noRot="1" noChangeAspect="1" noChangeArrowheads="1" noTextEdit="1"/>
          </p:cNvSpPr>
          <p:nvPr>
            <p:ph type="sldImg"/>
          </p:nvPr>
        </p:nvSpPr>
        <p:spPr>
          <a:xfrm>
            <a:off x="381000" y="685800"/>
            <a:ext cx="6096000" cy="3429000"/>
          </a:xfrm>
        </p:spPr>
      </p:sp>
      <p:sp>
        <p:nvSpPr>
          <p:cNvPr id="232452"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BA7C4DAD-E12F-412E-B2E3-8257EFDE150C}" type="slidenum">
              <a:rPr lang="en-US" altLang="zh-CN" smtClean="0"/>
            </a:fld>
            <a:endParaRPr lang="en-US" altLang="zh-CN"/>
          </a:p>
        </p:txBody>
      </p:sp>
      <p:sp>
        <p:nvSpPr>
          <p:cNvPr id="81923" name="Rectangle 2"/>
          <p:cNvSpPr>
            <a:spLocks noGrp="1" noRot="1" noChangeAspect="1" noChangeArrowheads="1" noTextEdit="1"/>
          </p:cNvSpPr>
          <p:nvPr>
            <p:ph type="sldImg"/>
          </p:nvPr>
        </p:nvSpPr>
        <p:spPr>
          <a:xfrm>
            <a:off x="381000" y="685800"/>
            <a:ext cx="6096000" cy="3429000"/>
          </a:xfrm>
        </p:spPr>
      </p:sp>
      <p:sp>
        <p:nvSpPr>
          <p:cNvPr id="81924"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A624F9EA-A3A9-4555-9861-246B2C8CE2CF}" type="slidenum">
              <a:rPr lang="en-US" altLang="zh-CN" smtClean="0"/>
            </a:fld>
            <a:endParaRPr lang="en-US" altLang="zh-CN"/>
          </a:p>
        </p:txBody>
      </p:sp>
      <p:sp>
        <p:nvSpPr>
          <p:cNvPr id="82947" name="Rectangle 2"/>
          <p:cNvSpPr>
            <a:spLocks noGrp="1" noRot="1" noChangeAspect="1" noChangeArrowheads="1" noTextEdit="1"/>
          </p:cNvSpPr>
          <p:nvPr>
            <p:ph type="sldImg"/>
          </p:nvPr>
        </p:nvSpPr>
        <p:spPr>
          <a:xfrm>
            <a:off x="381000" y="685800"/>
            <a:ext cx="6096000" cy="3429000"/>
          </a:xfrm>
        </p:spPr>
      </p:sp>
      <p:sp>
        <p:nvSpPr>
          <p:cNvPr id="82948"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p>
            <a:fld id="{738E45F0-14FE-473D-AAAB-4A78C71C1E5A}" type="slidenum">
              <a:rPr lang="en-US" altLang="zh-CN" smtClean="0"/>
            </a:fld>
            <a:endParaRPr lang="en-US" altLang="zh-CN"/>
          </a:p>
        </p:txBody>
      </p:sp>
      <p:sp>
        <p:nvSpPr>
          <p:cNvPr id="83971" name="Rectangle 2"/>
          <p:cNvSpPr>
            <a:spLocks noGrp="1" noRot="1" noChangeAspect="1" noChangeArrowheads="1" noTextEdit="1"/>
          </p:cNvSpPr>
          <p:nvPr>
            <p:ph type="sldImg"/>
          </p:nvPr>
        </p:nvSpPr>
        <p:spPr>
          <a:xfrm>
            <a:off x="381000" y="685800"/>
            <a:ext cx="6096000" cy="3429000"/>
          </a:xfrm>
        </p:spPr>
      </p:sp>
      <p:sp>
        <p:nvSpPr>
          <p:cNvPr id="83972"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p>
            <a:fld id="{7E19B193-A5F0-44F5-B344-B341B36F3E62}" type="slidenum">
              <a:rPr lang="en-US" altLang="zh-CN" smtClean="0"/>
            </a:fld>
            <a:endParaRPr lang="en-US" altLang="zh-CN"/>
          </a:p>
        </p:txBody>
      </p:sp>
      <p:sp>
        <p:nvSpPr>
          <p:cNvPr id="84995" name="Rectangle 2"/>
          <p:cNvSpPr>
            <a:spLocks noGrp="1" noRot="1" noChangeAspect="1" noChangeArrowheads="1" noTextEdit="1"/>
          </p:cNvSpPr>
          <p:nvPr>
            <p:ph type="sldImg"/>
          </p:nvPr>
        </p:nvSpPr>
        <p:spPr>
          <a:xfrm>
            <a:off x="381000" y="685800"/>
            <a:ext cx="6096000" cy="3429000"/>
          </a:xfrm>
        </p:spPr>
      </p:sp>
      <p:sp>
        <p:nvSpPr>
          <p:cNvPr id="84996"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p>
            <a:fld id="{35199A7D-2C97-40F4-A483-C9B04176B4F9}" type="slidenum">
              <a:rPr lang="zh-CN" altLang="en-US" smtClean="0">
                <a:ea typeface="宋体" pitchFamily="2" charset="-122"/>
              </a:rPr>
            </a:fld>
            <a:endParaRPr lang="en-US" altLang="zh-CN">
              <a:ea typeface="宋体" pitchFamily="2" charset="-122"/>
            </a:endParaRPr>
          </a:p>
        </p:txBody>
      </p:sp>
      <p:sp>
        <p:nvSpPr>
          <p:cNvPr id="87043" name="Rectangle 2"/>
          <p:cNvSpPr>
            <a:spLocks noGrp="1" noRot="1" noChangeAspect="1" noChangeArrowheads="1" noTextEdit="1"/>
          </p:cNvSpPr>
          <p:nvPr>
            <p:ph type="sldImg"/>
          </p:nvPr>
        </p:nvSpPr>
        <p:spPr>
          <a:xfrm>
            <a:off x="381000" y="685800"/>
            <a:ext cx="6096000" cy="3429000"/>
          </a:xfrm>
        </p:spPr>
      </p:sp>
      <p:sp>
        <p:nvSpPr>
          <p:cNvPr id="87044" name="Rectangle 3"/>
          <p:cNvSpPr>
            <a:spLocks noGrp="1" noChangeArrowheads="1"/>
          </p:cNvSpPr>
          <p:nvPr>
            <p:ph type="body" idx="1"/>
          </p:nvPr>
        </p:nvSpPr>
        <p:spPr>
          <a:noFill/>
        </p:spPr>
        <p:txBody>
          <a:bodyPr/>
          <a:lstStyle/>
          <a:p>
            <a:pPr eaLnBrk="1" hangingPunct="1"/>
            <a:r>
              <a:rPr lang="zh-CN" altLang="en-US">
                <a:ea typeface="宋体" pitchFamily="2" charset="-122"/>
              </a:rPr>
              <a:t>简单回顾一下Ｐ</a:t>
            </a:r>
            <a:r>
              <a:rPr lang="en-US" altLang="zh-CN">
                <a:ea typeface="宋体" pitchFamily="2" charset="-122"/>
              </a:rPr>
              <a:t>30</a:t>
            </a:r>
            <a:r>
              <a:rPr lang="zh-CN" altLang="en-US">
                <a:ea typeface="宋体" pitchFamily="2" charset="-122"/>
              </a:rPr>
              <a:t>页的顺序表结构的缺点，以及方式，对比引出线性链表的组织方式</a:t>
            </a:r>
            <a:endParaRPr lang="zh-CN" altLang="en-US">
              <a:ea typeface="宋体"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p:spPr>
        <p:txBody>
          <a:bodyPr/>
          <a:lstStyle/>
          <a:p>
            <a:fld id="{8C27ED7B-38FB-4C6C-8C4A-6729450B516A}" type="slidenum">
              <a:rPr lang="zh-CN" altLang="en-US" smtClean="0">
                <a:ea typeface="宋体" pitchFamily="2" charset="-122"/>
              </a:rPr>
            </a:fld>
            <a:endParaRPr lang="en-US" altLang="zh-CN">
              <a:ea typeface="宋体" pitchFamily="2" charset="-122"/>
            </a:endParaRPr>
          </a:p>
        </p:txBody>
      </p:sp>
      <p:sp>
        <p:nvSpPr>
          <p:cNvPr id="88067" name="Rectangle 2"/>
          <p:cNvSpPr>
            <a:spLocks noGrp="1" noRot="1" noChangeAspect="1" noChangeArrowheads="1" noTextEdit="1"/>
          </p:cNvSpPr>
          <p:nvPr>
            <p:ph type="sldImg"/>
          </p:nvPr>
        </p:nvSpPr>
        <p:spPr>
          <a:xfrm>
            <a:off x="381000" y="685800"/>
            <a:ext cx="6096000" cy="3429000"/>
          </a:xfrm>
        </p:spPr>
      </p:sp>
      <p:sp>
        <p:nvSpPr>
          <p:cNvPr id="88068" name="Rectangle 3"/>
          <p:cNvSpPr>
            <a:spLocks noGrp="1" noChangeArrowheads="1"/>
          </p:cNvSpPr>
          <p:nvPr>
            <p:ph type="body" idx="1"/>
          </p:nvPr>
        </p:nvSpPr>
        <p:spPr>
          <a:noFill/>
        </p:spPr>
        <p:txBody>
          <a:bodyPr/>
          <a:lstStyle/>
          <a:p>
            <a:pPr eaLnBrk="1" hangingPunct="1"/>
            <a:endParaRPr lang="zh-CN" altLang="en-US">
              <a:ea typeface="宋体"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7"/>
          <p:cNvSpPr>
            <a:spLocks noGrp="1" noChangeArrowheads="1"/>
          </p:cNvSpPr>
          <p:nvPr>
            <p:ph type="sldNum" sz="quarter" idx="5"/>
          </p:nvPr>
        </p:nvSpPr>
        <p:spPr>
          <a:noFill/>
        </p:spPr>
        <p:txBody>
          <a:bodyPr/>
          <a:lstStyle/>
          <a:p>
            <a:fld id="{7EDA5346-D91E-43C1-94E8-CC96B5A47D33}" type="slidenum">
              <a:rPr lang="en-US" altLang="zh-CN" smtClean="0"/>
            </a:fld>
            <a:endParaRPr lang="en-US" altLang="zh-CN"/>
          </a:p>
        </p:txBody>
      </p:sp>
      <p:sp>
        <p:nvSpPr>
          <p:cNvPr id="247811" name="Rectangle 2"/>
          <p:cNvSpPr>
            <a:spLocks noGrp="1" noRot="1" noChangeAspect="1" noChangeArrowheads="1" noTextEdit="1"/>
          </p:cNvSpPr>
          <p:nvPr>
            <p:ph type="sldImg"/>
          </p:nvPr>
        </p:nvSpPr>
        <p:spPr>
          <a:xfrm>
            <a:off x="381000" y="685800"/>
            <a:ext cx="6096000" cy="3429000"/>
          </a:xfrm>
        </p:spPr>
      </p:sp>
      <p:sp>
        <p:nvSpPr>
          <p:cNvPr id="247812" name="Rectangle 3"/>
          <p:cNvSpPr>
            <a:spLocks noGrp="1" noChangeArrowheads="1"/>
          </p:cNvSpPr>
          <p:nvPr>
            <p:ph type="body" idx="1"/>
          </p:nvPr>
        </p:nvSpPr>
        <p:spPr>
          <a:noFill/>
        </p:spPr>
        <p:txBody>
          <a:bodyPr/>
          <a:lstStyle/>
          <a:p>
            <a:pPr eaLnBrk="1" hangingPunct="1"/>
            <a:endParaRPr lang="zh-CN" alt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B25FB9B-91CA-4EC1-A365-86E821EF3C4D}"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7"/>
          <p:cNvSpPr>
            <a:spLocks noGrp="1" noChangeArrowheads="1"/>
          </p:cNvSpPr>
          <p:nvPr>
            <p:ph type="sldNum" sz="quarter" idx="5"/>
          </p:nvPr>
        </p:nvSpPr>
        <p:spPr>
          <a:noFill/>
        </p:spPr>
        <p:txBody>
          <a:bodyPr/>
          <a:lstStyle/>
          <a:p>
            <a:fld id="{F4234953-6605-4567-AD3A-F451D85BD06B}" type="slidenum">
              <a:rPr lang="en-US" altLang="zh-CN" smtClean="0"/>
            </a:fld>
            <a:endParaRPr lang="en-US" altLang="zh-CN"/>
          </a:p>
        </p:txBody>
      </p:sp>
      <p:sp>
        <p:nvSpPr>
          <p:cNvPr id="257027" name="Rectangle 2"/>
          <p:cNvSpPr>
            <a:spLocks noGrp="1" noRot="1" noChangeAspect="1" noChangeArrowheads="1" noTextEdit="1"/>
          </p:cNvSpPr>
          <p:nvPr>
            <p:ph type="sldImg"/>
          </p:nvPr>
        </p:nvSpPr>
        <p:spPr>
          <a:xfrm>
            <a:off x="381000" y="685800"/>
            <a:ext cx="6096000" cy="3429000"/>
          </a:xfrm>
        </p:spPr>
      </p:sp>
      <p:sp>
        <p:nvSpPr>
          <p:cNvPr id="257028" name="Rectangle 3"/>
          <p:cNvSpPr>
            <a:spLocks noGrp="1" noChangeArrowheads="1"/>
          </p:cNvSpPr>
          <p:nvPr>
            <p:ph type="body" idx="1"/>
          </p:nvPr>
        </p:nvSpPr>
        <p:spPr>
          <a:noFill/>
        </p:spPr>
        <p:txBody>
          <a:bodyPr/>
          <a:lstStyle/>
          <a:p>
            <a:pPr eaLnBrk="1" hangingPunct="1"/>
            <a:r>
              <a:rPr lang="zh-CN" altLang="en-US"/>
              <a:t>第八讲应讲至位置</a:t>
            </a:r>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幻灯片图像占位符 1"/>
          <p:cNvSpPr>
            <a:spLocks noGrp="1" noRot="1" noChangeAspect="1" noTextEdit="1"/>
          </p:cNvSpPr>
          <p:nvPr>
            <p:ph type="sldImg"/>
          </p:nvPr>
        </p:nvSpPr>
        <p:spPr>
          <a:xfrm>
            <a:off x="381000" y="685800"/>
            <a:ext cx="6096000" cy="3429000"/>
          </a:xfrm>
        </p:spPr>
      </p:sp>
      <p:sp>
        <p:nvSpPr>
          <p:cNvPr id="65539" name="备注占位符 2"/>
          <p:cNvSpPr>
            <a:spLocks noGrp="1"/>
          </p:cNvSpPr>
          <p:nvPr>
            <p:ph type="body" idx="1"/>
          </p:nvPr>
        </p:nvSpPr>
        <p:spPr>
          <a:noFill/>
        </p:spPr>
        <p:txBody>
          <a:bodyPr/>
          <a:lstStyle/>
          <a:p>
            <a:r>
              <a:rPr lang="zh-CN" altLang="en-US">
                <a:ea typeface="宋体" pitchFamily="2" charset="-122"/>
              </a:rPr>
              <a:t>这个地方的</a:t>
            </a:r>
            <a:endParaRPr lang="en-US" altLang="zh-CN">
              <a:ea typeface="宋体" pitchFamily="2" charset="-122"/>
            </a:endParaRPr>
          </a:p>
          <a:p>
            <a:r>
              <a:rPr lang="en-US" altLang="zh-CN">
                <a:ea typeface="宋体" pitchFamily="2" charset="-122"/>
              </a:rPr>
              <a:t>r = p;</a:t>
            </a:r>
            <a:r>
              <a:rPr lang="zh-CN" altLang="en-US">
                <a:ea typeface="宋体" pitchFamily="2" charset="-122"/>
              </a:rPr>
              <a:t>很关键，当</a:t>
            </a:r>
            <a:r>
              <a:rPr lang="en-US" altLang="zh-CN">
                <a:ea typeface="宋体" pitchFamily="2" charset="-122"/>
              </a:rPr>
              <a:t>K=1</a:t>
            </a:r>
            <a:r>
              <a:rPr lang="zh-CN" altLang="en-US">
                <a:ea typeface="宋体" pitchFamily="2" charset="-122"/>
              </a:rPr>
              <a:t>时，</a:t>
            </a:r>
            <a:r>
              <a:rPr lang="en-US" altLang="zh-CN">
                <a:ea typeface="宋体" pitchFamily="2" charset="-122"/>
              </a:rPr>
              <a:t>r</a:t>
            </a:r>
            <a:r>
              <a:rPr lang="zh-CN" altLang="en-US">
                <a:ea typeface="宋体" pitchFamily="2" charset="-122"/>
              </a:rPr>
              <a:t>当时正在最后一个结点上，还是可以的。但是，当</a:t>
            </a:r>
            <a:r>
              <a:rPr lang="en-US" altLang="zh-CN">
                <a:ea typeface="宋体" pitchFamily="2" charset="-122"/>
              </a:rPr>
              <a:t>k</a:t>
            </a:r>
            <a:r>
              <a:rPr lang="zh-CN" altLang="en-US">
                <a:ea typeface="宋体" pitchFamily="2" charset="-122"/>
              </a:rPr>
              <a:t>不等于</a:t>
            </a:r>
            <a:r>
              <a:rPr lang="en-US" altLang="zh-CN">
                <a:ea typeface="宋体" pitchFamily="2" charset="-122"/>
              </a:rPr>
              <a:t>1</a:t>
            </a:r>
            <a:r>
              <a:rPr lang="zh-CN" altLang="en-US">
                <a:ea typeface="宋体" pitchFamily="2" charset="-122"/>
              </a:rPr>
              <a:t>，</a:t>
            </a:r>
            <a:r>
              <a:rPr lang="en-US" altLang="zh-CN">
                <a:ea typeface="宋体" pitchFamily="2" charset="-122"/>
              </a:rPr>
              <a:t>m = 1</a:t>
            </a:r>
            <a:r>
              <a:rPr lang="zh-CN" altLang="en-US">
                <a:ea typeface="宋体" pitchFamily="2" charset="-122"/>
              </a:rPr>
              <a:t>时，</a:t>
            </a:r>
            <a:r>
              <a:rPr lang="en-US" altLang="zh-CN">
                <a:ea typeface="宋体" pitchFamily="2" charset="-122"/>
              </a:rPr>
              <a:t>m</a:t>
            </a:r>
            <a:r>
              <a:rPr lang="zh-CN" altLang="en-US">
                <a:ea typeface="宋体" pitchFamily="2" charset="-122"/>
              </a:rPr>
              <a:t>下面的</a:t>
            </a:r>
            <a:r>
              <a:rPr lang="en-US" altLang="zh-CN">
                <a:ea typeface="宋体" pitchFamily="2" charset="-122"/>
              </a:rPr>
              <a:t>for</a:t>
            </a:r>
            <a:r>
              <a:rPr lang="zh-CN" altLang="en-US">
                <a:ea typeface="宋体" pitchFamily="2" charset="-122"/>
              </a:rPr>
              <a:t>循环不会被执行，那</a:t>
            </a:r>
            <a:r>
              <a:rPr lang="en-US" altLang="zh-CN">
                <a:ea typeface="宋体" pitchFamily="2" charset="-122"/>
              </a:rPr>
              <a:t>r</a:t>
            </a:r>
            <a:r>
              <a:rPr lang="zh-CN" altLang="en-US">
                <a:ea typeface="宋体" pitchFamily="2" charset="-122"/>
              </a:rPr>
              <a:t>的位置是错的啊！后面就会乱套了。</a:t>
            </a:r>
            <a:endParaRPr lang="en-US" altLang="zh-CN">
              <a:ea typeface="宋体" pitchFamily="2" charset="-122"/>
            </a:endParaRPr>
          </a:p>
          <a:p>
            <a:endParaRPr lang="en-US" altLang="zh-CN">
              <a:ea typeface="宋体" pitchFamily="2" charset="-122"/>
            </a:endParaRPr>
          </a:p>
          <a:p>
            <a:endParaRPr lang="en-US" altLang="zh-CN">
              <a:ea typeface="宋体" pitchFamily="2" charset="-122"/>
            </a:endParaRPr>
          </a:p>
          <a:p>
            <a:endParaRPr lang="zh-CN" altLang="en-US">
              <a:ea typeface="宋体" pitchFamily="2" charset="-122"/>
            </a:endParaRPr>
          </a:p>
        </p:txBody>
      </p:sp>
      <p:sp>
        <p:nvSpPr>
          <p:cNvPr id="65540" name="灯片编号占位符 3"/>
          <p:cNvSpPr>
            <a:spLocks noGrp="1"/>
          </p:cNvSpPr>
          <p:nvPr>
            <p:ph type="sldNum" sz="quarter" idx="5"/>
          </p:nvPr>
        </p:nvSpPr>
        <p:spPr>
          <a:noFill/>
        </p:spPr>
        <p:txBody>
          <a:bodyPr/>
          <a:lstStyle/>
          <a:p>
            <a:fld id="{38850F9B-6BD4-4728-9C46-E7BA494E5993}" type="slidenum">
              <a:rPr lang="zh-CN" altLang="en-US" smtClean="0">
                <a:ea typeface="宋体" pitchFamily="2" charset="-122"/>
              </a:rPr>
            </a:fld>
            <a:endParaRPr lang="en-US" altLang="zh-CN">
              <a:ea typeface="宋体"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7"/>
          <p:cNvSpPr>
            <a:spLocks noGrp="1" noChangeArrowheads="1"/>
          </p:cNvSpPr>
          <p:nvPr>
            <p:ph type="sldNum" sz="quarter" idx="5"/>
          </p:nvPr>
        </p:nvSpPr>
        <p:spPr>
          <a:noFill/>
        </p:spPr>
        <p:txBody>
          <a:bodyPr/>
          <a:lstStyle/>
          <a:p>
            <a:fld id="{80863807-B16E-4561-9B5B-BFA1B231C1A4}" type="slidenum">
              <a:rPr lang="en-US" altLang="zh-CN" smtClean="0"/>
            </a:fld>
            <a:endParaRPr lang="en-US" altLang="zh-CN"/>
          </a:p>
        </p:txBody>
      </p:sp>
      <p:sp>
        <p:nvSpPr>
          <p:cNvPr id="248835" name="Rectangle 2"/>
          <p:cNvSpPr>
            <a:spLocks noGrp="1" noRot="1" noChangeAspect="1" noChangeArrowheads="1" noTextEdit="1"/>
          </p:cNvSpPr>
          <p:nvPr>
            <p:ph type="sldImg"/>
          </p:nvPr>
        </p:nvSpPr>
        <p:spPr>
          <a:xfrm>
            <a:off x="381000" y="685800"/>
            <a:ext cx="6096000" cy="3429000"/>
          </a:xfrm>
        </p:spPr>
      </p:sp>
      <p:sp>
        <p:nvSpPr>
          <p:cNvPr id="248836"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7"/>
          <p:cNvSpPr>
            <a:spLocks noGrp="1" noChangeArrowheads="1"/>
          </p:cNvSpPr>
          <p:nvPr>
            <p:ph type="sldNum" sz="quarter" idx="5"/>
          </p:nvPr>
        </p:nvSpPr>
        <p:spPr>
          <a:noFill/>
        </p:spPr>
        <p:txBody>
          <a:bodyPr/>
          <a:lstStyle/>
          <a:p>
            <a:fld id="{4DF49C51-144F-4939-AD49-57B6F3B24686}" type="slidenum">
              <a:rPr lang="en-US" altLang="zh-CN" smtClean="0"/>
            </a:fld>
            <a:endParaRPr lang="en-US" altLang="zh-CN"/>
          </a:p>
        </p:txBody>
      </p:sp>
      <p:sp>
        <p:nvSpPr>
          <p:cNvPr id="249859" name="Rectangle 2"/>
          <p:cNvSpPr>
            <a:spLocks noGrp="1" noRot="1" noChangeAspect="1" noChangeArrowheads="1" noTextEdit="1"/>
          </p:cNvSpPr>
          <p:nvPr>
            <p:ph type="sldImg"/>
          </p:nvPr>
        </p:nvSpPr>
        <p:spPr>
          <a:xfrm>
            <a:off x="381000" y="685800"/>
            <a:ext cx="6096000" cy="3429000"/>
          </a:xfrm>
        </p:spPr>
      </p:sp>
      <p:sp>
        <p:nvSpPr>
          <p:cNvPr id="249860"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7"/>
          <p:cNvSpPr>
            <a:spLocks noGrp="1" noChangeArrowheads="1"/>
          </p:cNvSpPr>
          <p:nvPr>
            <p:ph type="sldNum" sz="quarter" idx="5"/>
          </p:nvPr>
        </p:nvSpPr>
        <p:spPr>
          <a:noFill/>
        </p:spPr>
        <p:txBody>
          <a:bodyPr/>
          <a:lstStyle/>
          <a:p>
            <a:fld id="{51784CCE-64A5-4BC5-9C2C-4F0E6052C397}" type="slidenum">
              <a:rPr lang="en-US" altLang="zh-CN" smtClean="0"/>
            </a:fld>
            <a:endParaRPr lang="en-US" altLang="zh-CN"/>
          </a:p>
        </p:txBody>
      </p:sp>
      <p:sp>
        <p:nvSpPr>
          <p:cNvPr id="250883" name="Rectangle 2"/>
          <p:cNvSpPr>
            <a:spLocks noGrp="1" noRot="1" noChangeAspect="1" noChangeArrowheads="1" noTextEdit="1"/>
          </p:cNvSpPr>
          <p:nvPr>
            <p:ph type="sldImg"/>
          </p:nvPr>
        </p:nvSpPr>
        <p:spPr>
          <a:xfrm>
            <a:off x="381000" y="685800"/>
            <a:ext cx="6096000" cy="3429000"/>
          </a:xfrm>
        </p:spPr>
      </p:sp>
      <p:sp>
        <p:nvSpPr>
          <p:cNvPr id="250884"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7"/>
          <p:cNvSpPr>
            <a:spLocks noGrp="1" noChangeArrowheads="1"/>
          </p:cNvSpPr>
          <p:nvPr>
            <p:ph type="sldNum" sz="quarter" idx="5"/>
          </p:nvPr>
        </p:nvSpPr>
        <p:spPr>
          <a:noFill/>
        </p:spPr>
        <p:txBody>
          <a:bodyPr/>
          <a:lstStyle/>
          <a:p>
            <a:fld id="{89404112-B7F2-412D-9595-7C95570B4F28}" type="slidenum">
              <a:rPr lang="en-US" altLang="zh-CN" smtClean="0"/>
            </a:fld>
            <a:endParaRPr lang="en-US" altLang="zh-CN"/>
          </a:p>
        </p:txBody>
      </p:sp>
      <p:sp>
        <p:nvSpPr>
          <p:cNvPr id="253955" name="Rectangle 2"/>
          <p:cNvSpPr>
            <a:spLocks noGrp="1" noRot="1" noChangeAspect="1" noChangeArrowheads="1" noTextEdit="1"/>
          </p:cNvSpPr>
          <p:nvPr>
            <p:ph type="sldImg"/>
          </p:nvPr>
        </p:nvSpPr>
        <p:spPr>
          <a:xfrm>
            <a:off x="381000" y="685800"/>
            <a:ext cx="6096000" cy="3429000"/>
          </a:xfrm>
        </p:spPr>
      </p:sp>
      <p:sp>
        <p:nvSpPr>
          <p:cNvPr id="253956"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7"/>
          <p:cNvSpPr>
            <a:spLocks noGrp="1" noChangeArrowheads="1"/>
          </p:cNvSpPr>
          <p:nvPr>
            <p:ph type="sldNum" sz="quarter" idx="5"/>
          </p:nvPr>
        </p:nvSpPr>
        <p:spPr>
          <a:noFill/>
        </p:spPr>
        <p:txBody>
          <a:bodyPr/>
          <a:lstStyle/>
          <a:p>
            <a:fld id="{AEBD7CAB-102A-43E5-8469-4F6105267003}" type="slidenum">
              <a:rPr lang="en-US" altLang="zh-CN" smtClean="0"/>
            </a:fld>
            <a:endParaRPr lang="en-US" altLang="zh-CN"/>
          </a:p>
        </p:txBody>
      </p:sp>
      <p:sp>
        <p:nvSpPr>
          <p:cNvPr id="254979" name="Rectangle 2"/>
          <p:cNvSpPr>
            <a:spLocks noGrp="1" noRot="1" noChangeAspect="1" noChangeArrowheads="1" noTextEdit="1"/>
          </p:cNvSpPr>
          <p:nvPr>
            <p:ph type="sldImg"/>
          </p:nvPr>
        </p:nvSpPr>
        <p:spPr>
          <a:xfrm>
            <a:off x="381000" y="685800"/>
            <a:ext cx="6096000" cy="3429000"/>
          </a:xfrm>
        </p:spPr>
      </p:sp>
      <p:sp>
        <p:nvSpPr>
          <p:cNvPr id="254980"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7"/>
          <p:cNvSpPr>
            <a:spLocks noGrp="1" noChangeArrowheads="1"/>
          </p:cNvSpPr>
          <p:nvPr>
            <p:ph type="sldNum" sz="quarter" idx="5"/>
          </p:nvPr>
        </p:nvSpPr>
        <p:spPr>
          <a:noFill/>
        </p:spPr>
        <p:txBody>
          <a:bodyPr/>
          <a:lstStyle/>
          <a:p>
            <a:fld id="{C92A0567-6478-478A-B717-0F447456872D}" type="slidenum">
              <a:rPr lang="en-US" altLang="zh-CN" smtClean="0"/>
            </a:fld>
            <a:endParaRPr lang="en-US" altLang="zh-CN"/>
          </a:p>
        </p:txBody>
      </p:sp>
      <p:sp>
        <p:nvSpPr>
          <p:cNvPr id="256003" name="Rectangle 2"/>
          <p:cNvSpPr>
            <a:spLocks noGrp="1" noRot="1" noChangeAspect="1" noChangeArrowheads="1" noTextEdit="1"/>
          </p:cNvSpPr>
          <p:nvPr>
            <p:ph type="sldImg"/>
          </p:nvPr>
        </p:nvSpPr>
        <p:spPr>
          <a:xfrm>
            <a:off x="381000" y="685800"/>
            <a:ext cx="6096000" cy="3429000"/>
          </a:xfrm>
        </p:spPr>
      </p:sp>
      <p:sp>
        <p:nvSpPr>
          <p:cNvPr id="256004"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p>
            <a:fld id="{FED93BEE-F1FE-41A7-B6CD-C5CF0782382C}" type="slidenum">
              <a:rPr lang="en-US" altLang="zh-CN" smtClean="0"/>
            </a:fld>
            <a:endParaRPr lang="en-US" altLang="zh-CN"/>
          </a:p>
        </p:txBody>
      </p:sp>
      <p:sp>
        <p:nvSpPr>
          <p:cNvPr id="55299" name="Rectangle 2"/>
          <p:cNvSpPr>
            <a:spLocks noGrp="1" noRot="1" noChangeAspect="1" noChangeArrowheads="1" noTextEdit="1"/>
          </p:cNvSpPr>
          <p:nvPr>
            <p:ph type="sldImg"/>
          </p:nvPr>
        </p:nvSpPr>
        <p:spPr>
          <a:xfrm>
            <a:off x="381000" y="685800"/>
            <a:ext cx="6096000" cy="3429000"/>
          </a:xfrm>
        </p:spPr>
      </p:sp>
      <p:sp>
        <p:nvSpPr>
          <p:cNvPr id="55300"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oleObject" Target="../embeddings/oleObject1.bin"/><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oleObject" Target="../embeddings/oleObject2.bin"/><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oleObject" Target="../embeddings/oleObject3.bin"/><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9" Type="http://schemas.openxmlformats.org/officeDocument/2006/relationships/oleObject" Target="../embeddings/oleObject6.bin"/><Relationship Id="rId8" Type="http://schemas.openxmlformats.org/officeDocument/2006/relationships/image" Target="../media/image9.png"/><Relationship Id="rId7" Type="http://schemas.openxmlformats.org/officeDocument/2006/relationships/image" Target="../media/image8.png"/><Relationship Id="rId6" Type="http://schemas.openxmlformats.org/officeDocument/2006/relationships/oleObject" Target="../embeddings/oleObject5.bin"/><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oleObject" Target="../embeddings/oleObject4.bin"/><Relationship Id="rId2" Type="http://schemas.openxmlformats.org/officeDocument/2006/relationships/image" Target="../media/image5.jpeg"/><Relationship Id="rId10" Type="http://schemas.openxmlformats.org/officeDocument/2006/relationships/vmlDrawing" Target="../drawings/vmlDrawing4.v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oleObject" Target="../embeddings/oleObject7.bin"/><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342103"/>
            <a:ext cx="9144000" cy="2215792"/>
          </a:xfrm>
        </p:spPr>
        <p:txBody>
          <a:bodyPr anchor="b"/>
          <a:lstStyle>
            <a:lvl1pPr algn="ctr">
              <a:defRPr sz="6000"/>
            </a:lvl1pPr>
          </a:lstStyle>
          <a:p>
            <a:r>
              <a:rPr lang="zh-CN" altLang="en-US"/>
              <a:t>单击此处编辑母版标题样式</a:t>
            </a:r>
            <a:endParaRPr lang="zh-CN" altLang="en-US" dirty="0"/>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dirty="0"/>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pic>
        <p:nvPicPr>
          <p:cNvPr id="8" name="图片 7" descr="C:\Users\len\Desktop\7-140129231040534.png"/>
          <p:cNvPicPr/>
          <p:nvPr/>
        </p:nvPicPr>
        <p:blipFill rotWithShape="1">
          <a:blip r:embed="rId2" cstate="email">
            <a:extLst>
              <a:ext uri="{28A0092B-C50C-407E-A947-70E740481C1C}">
                <a14:useLocalDpi xmlns:a14="http://schemas.microsoft.com/office/drawing/2010/main" val="0"/>
              </a:ext>
            </a:extLst>
          </a:blip>
          <a:srcRect/>
          <a:stretch>
            <a:fillRect/>
          </a:stretch>
        </p:blipFill>
        <p:spPr bwMode="auto">
          <a:xfrm>
            <a:off x="0" y="46153"/>
            <a:ext cx="5111520" cy="1080000"/>
          </a:xfrm>
          <a:prstGeom prst="rect">
            <a:avLst/>
          </a:prstGeom>
          <a:noFill/>
          <a:ln>
            <a:noFill/>
          </a:ln>
        </p:spPr>
      </p:pic>
      <p:pic>
        <p:nvPicPr>
          <p:cNvPr id="10" name="图片 9" descr="20100914173821095744.jpg"/>
          <p:cNvPicPr>
            <a:picLocks noChangeAspect="1"/>
          </p:cNvPicPr>
          <p:nvPr/>
        </p:nvPicPr>
        <p:blipFill rotWithShape="1">
          <a:blip r:embed="rId3" cstate="email">
            <a:extLst>
              <a:ext uri="{28A0092B-C50C-407E-A947-70E740481C1C}">
                <a14:useLocalDpi xmlns:a14="http://schemas.microsoft.com/office/drawing/2010/main" val="0"/>
              </a:ext>
            </a:extLst>
          </a:blip>
          <a:srcRect/>
          <a:stretch>
            <a:fillRect/>
          </a:stretch>
        </p:blipFill>
        <p:spPr bwMode="auto">
          <a:xfrm>
            <a:off x="6098622" y="99024"/>
            <a:ext cx="2947924" cy="1080000"/>
          </a:xfrm>
          <a:prstGeom prst="rect">
            <a:avLst/>
          </a:prstGeom>
          <a:ln w="38100">
            <a:noFill/>
            <a:miter lim="800000"/>
            <a:headEnd/>
            <a:tailEnd/>
          </a:ln>
          <a:effectLst>
            <a:outerShdw blurRad="50800" dist="38100" dir="2700000" algn="tl" rotWithShape="0">
              <a:srgbClr val="000000">
                <a:alpha val="43000"/>
              </a:srgbClr>
            </a:outerShdw>
          </a:effectLst>
        </p:spPr>
      </p:pic>
      <p:pic>
        <p:nvPicPr>
          <p:cNvPr id="12" name="Picture 6" descr="C:\Users\lenovo\Desktop\030.jpg"/>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9129182" y="99024"/>
            <a:ext cx="2954999" cy="1080000"/>
          </a:xfrm>
          <a:prstGeom prst="rect">
            <a:avLst/>
          </a:prstGeom>
          <a:ln w="38100">
            <a:noFill/>
            <a:miter lim="800000"/>
            <a:headEnd/>
            <a:tailEnd/>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155079"/>
            <a:ext cx="10515600" cy="545955"/>
          </a:xfrm>
        </p:spPr>
        <p:txBody>
          <a:bodyPr>
            <a:noAutofit/>
          </a:bodyPr>
          <a:lstStyle>
            <a:lvl1pPr>
              <a:defRPr sz="3600">
                <a:latin typeface="微软雅黑" panose="020B0503020204020204" pitchFamily="34" charset="-122"/>
                <a:ea typeface="微软雅黑" panose="020B0503020204020204" pitchFamily="34" charset="-122"/>
              </a:defRPr>
            </a:lvl1pPr>
          </a:lstStyle>
          <a:p>
            <a:r>
              <a:rPr lang="zh-CN" altLang="en-US"/>
              <a:t>单击此处编辑母版标题样式</a:t>
            </a:r>
            <a:endParaRPr lang="zh-CN" altLang="en-US" dirty="0"/>
          </a:p>
        </p:txBody>
      </p:sp>
      <p:sp>
        <p:nvSpPr>
          <p:cNvPr id="3" name="内容占位符 2"/>
          <p:cNvSpPr>
            <a:spLocks noGrp="1"/>
          </p:cNvSpPr>
          <p:nvPr>
            <p:ph idx="1"/>
          </p:nvPr>
        </p:nvSpPr>
        <p:spPr>
          <a:xfrm>
            <a:off x="544285" y="1168141"/>
            <a:ext cx="10515600" cy="4351338"/>
          </a:xfrm>
        </p:spPr>
        <p:txBody>
          <a:bodyPr/>
          <a:lstStyle>
            <a:lvl1pPr>
              <a:lnSpc>
                <a:spcPct val="100000"/>
              </a:lnSpc>
              <a:buFont typeface="Wingdings" panose="05000000000000000000" pitchFamily="2" charset="2"/>
              <a:buChar char="l"/>
              <a:defRPr>
                <a:latin typeface="微软雅黑" panose="020B0503020204020204" pitchFamily="34" charset="-122"/>
                <a:ea typeface="微软雅黑" panose="020B0503020204020204" pitchFamily="34" charset="-122"/>
              </a:defRPr>
            </a:lvl1pPr>
            <a:lvl2pPr>
              <a:buFont typeface="Wingdings" panose="05000000000000000000" pitchFamily="2" charset="2"/>
              <a:buChar char="Ø"/>
              <a:defRPr>
                <a:latin typeface="微软雅黑" panose="020B0503020204020204" pitchFamily="34" charset="-122"/>
                <a:ea typeface="微软雅黑" panose="020B0503020204020204" pitchFamily="34" charset="-122"/>
              </a:defRPr>
            </a:lvl2pPr>
            <a:lvl3pPr>
              <a:buFont typeface="Wingdings" panose="05000000000000000000" pitchFamily="2" charset="2"/>
              <a:buChar char="ü"/>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p>
            <a:pPr>
              <a:defRPr/>
            </a:pPr>
            <a:endParaRPr lang="en-US" altLang="zh-CN"/>
          </a:p>
        </p:txBody>
      </p:sp>
      <p:sp>
        <p:nvSpPr>
          <p:cNvPr id="5" name="页脚占位符 4"/>
          <p:cNvSpPr>
            <a:spLocks noGrp="1"/>
          </p:cNvSpPr>
          <p:nvPr>
            <p:ph type="ftr" sz="quarter" idx="11"/>
          </p:nvPr>
        </p:nvSpPr>
        <p:spPr/>
        <p:txBody>
          <a:bodyPr/>
          <a:lstStyle/>
          <a:p>
            <a:pPr>
              <a:defRPr/>
            </a:pPr>
            <a:endParaRPr lang="en-US" altLang="zh-CN"/>
          </a:p>
        </p:txBody>
      </p:sp>
      <p:sp>
        <p:nvSpPr>
          <p:cNvPr id="6" name="灯片编号占位符 5"/>
          <p:cNvSpPr>
            <a:spLocks noGrp="1"/>
          </p:cNvSpPr>
          <p:nvPr>
            <p:ph type="sldNum" sz="quarter" idx="12"/>
          </p:nvPr>
        </p:nvSpPr>
        <p:spPr>
          <a:xfrm>
            <a:off x="9231085" y="6352721"/>
            <a:ext cx="2743200" cy="365125"/>
          </a:xfrm>
        </p:spPr>
        <p:txBody>
          <a:bodyPr/>
          <a:lstStyle/>
          <a:p>
            <a:pPr>
              <a:defRPr/>
            </a:pPr>
            <a:fld id="{116D1347-07F4-4751-9C03-6E7F30E2E01E}" type="slidenum">
              <a:rPr lang="zh-CN" altLang="en-US" smtClean="0"/>
            </a:fld>
            <a:endParaRPr lang="en-US" altLang="zh-CN"/>
          </a:p>
        </p:txBody>
      </p:sp>
      <p:sp>
        <p:nvSpPr>
          <p:cNvPr id="7" name="矩形 6"/>
          <p:cNvSpPr/>
          <p:nvPr/>
        </p:nvSpPr>
        <p:spPr>
          <a:xfrm>
            <a:off x="0" y="883787"/>
            <a:ext cx="3403600" cy="107950"/>
          </a:xfrm>
          <a:prstGeom prst="rect">
            <a:avLst/>
          </a:prstGeom>
          <a:solidFill>
            <a:srgbClr val="14539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cxnSp>
        <p:nvCxnSpPr>
          <p:cNvPr id="8" name="直接连接符 7"/>
          <p:cNvCxnSpPr/>
          <p:nvPr/>
        </p:nvCxnSpPr>
        <p:spPr>
          <a:xfrm>
            <a:off x="3360738" y="934587"/>
            <a:ext cx="2692400" cy="0"/>
          </a:xfrm>
          <a:prstGeom prst="line">
            <a:avLst/>
          </a:prstGeom>
          <a:ln w="28575">
            <a:solidFill>
              <a:srgbClr val="145396"/>
            </a:solidFill>
          </a:ln>
        </p:spPr>
        <p:style>
          <a:lnRef idx="1">
            <a:schemeClr val="accent1"/>
          </a:lnRef>
          <a:fillRef idx="0">
            <a:schemeClr val="accent1"/>
          </a:fillRef>
          <a:effectRef idx="0">
            <a:schemeClr val="accent1"/>
          </a:effectRef>
          <a:fontRef idx="minor">
            <a:schemeClr val="tx1"/>
          </a:fontRef>
        </p:style>
      </p:cxnSp>
      <p:pic>
        <p:nvPicPr>
          <p:cNvPr id="9" name="图片 8" descr="C:\Users\len\Desktop\7-140129231040534.png"/>
          <p:cNvPicPr/>
          <p:nvPr/>
        </p:nvPicPr>
        <p:blipFill rotWithShape="1">
          <a:blip r:embed="rId2" cstate="print">
            <a:extLst>
              <a:ext uri="{28A0092B-C50C-407E-A947-70E740481C1C}">
                <a14:useLocalDpi xmlns:a14="http://schemas.microsoft.com/office/drawing/2010/main" val="0"/>
              </a:ext>
            </a:extLst>
          </a:blip>
          <a:srcRect/>
          <a:stretch>
            <a:fillRect/>
          </a:stretch>
        </p:blipFill>
        <p:spPr bwMode="auto">
          <a:xfrm>
            <a:off x="103306" y="142431"/>
            <a:ext cx="648000" cy="648000"/>
          </a:xfrm>
          <a:prstGeom prst="rect">
            <a:avLst/>
          </a:prstGeom>
          <a:noFill/>
          <a:ln>
            <a:noFill/>
          </a:ln>
        </p:spPr>
      </p:pic>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7" name="矩形 6"/>
          <p:cNvSpPr/>
          <p:nvPr/>
        </p:nvSpPr>
        <p:spPr>
          <a:xfrm>
            <a:off x="0" y="883787"/>
            <a:ext cx="3403600" cy="107950"/>
          </a:xfrm>
          <a:prstGeom prst="rect">
            <a:avLst/>
          </a:prstGeom>
          <a:solidFill>
            <a:srgbClr val="14539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cxnSp>
        <p:nvCxnSpPr>
          <p:cNvPr id="8" name="直接连接符 7"/>
          <p:cNvCxnSpPr/>
          <p:nvPr/>
        </p:nvCxnSpPr>
        <p:spPr>
          <a:xfrm>
            <a:off x="3360738" y="934587"/>
            <a:ext cx="2692400" cy="0"/>
          </a:xfrm>
          <a:prstGeom prst="line">
            <a:avLst/>
          </a:prstGeom>
          <a:ln w="28575">
            <a:solidFill>
              <a:srgbClr val="145396"/>
            </a:solidFill>
          </a:ln>
        </p:spPr>
        <p:style>
          <a:lnRef idx="1">
            <a:schemeClr val="accent1"/>
          </a:lnRef>
          <a:fillRef idx="0">
            <a:schemeClr val="accent1"/>
          </a:fillRef>
          <a:effectRef idx="0">
            <a:schemeClr val="accent1"/>
          </a:effectRef>
          <a:fontRef idx="minor">
            <a:schemeClr val="tx1"/>
          </a:fontRef>
        </p:style>
      </p:cxnSp>
      <p:pic>
        <p:nvPicPr>
          <p:cNvPr id="9" name="图片 8" descr="C:\Users\len\Desktop\7-140129231040534.png"/>
          <p:cNvPicPr/>
          <p:nvPr/>
        </p:nvPicPr>
        <p:blipFill rotWithShape="1">
          <a:blip r:embed="rId2" cstate="print">
            <a:extLst>
              <a:ext uri="{28A0092B-C50C-407E-A947-70E740481C1C}">
                <a14:useLocalDpi xmlns:a14="http://schemas.microsoft.com/office/drawing/2010/main" val="0"/>
              </a:ext>
            </a:extLst>
          </a:blip>
          <a:srcRect/>
          <a:stretch>
            <a:fillRect/>
          </a:stretch>
        </p:blipFill>
        <p:spPr bwMode="auto">
          <a:xfrm>
            <a:off x="103306" y="142431"/>
            <a:ext cx="648000" cy="648000"/>
          </a:xfrm>
          <a:prstGeom prst="rect">
            <a:avLst/>
          </a:prstGeom>
          <a:noFill/>
          <a:ln>
            <a:noFill/>
          </a:ln>
        </p:spPr>
      </p:pic>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8" name="矩形 7"/>
          <p:cNvSpPr/>
          <p:nvPr/>
        </p:nvSpPr>
        <p:spPr>
          <a:xfrm>
            <a:off x="0" y="883787"/>
            <a:ext cx="3403600" cy="107950"/>
          </a:xfrm>
          <a:prstGeom prst="rect">
            <a:avLst/>
          </a:prstGeom>
          <a:solidFill>
            <a:srgbClr val="14539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cxnSp>
        <p:nvCxnSpPr>
          <p:cNvPr id="9" name="直接连接符 8"/>
          <p:cNvCxnSpPr/>
          <p:nvPr/>
        </p:nvCxnSpPr>
        <p:spPr>
          <a:xfrm>
            <a:off x="3360738" y="934587"/>
            <a:ext cx="2692400" cy="0"/>
          </a:xfrm>
          <a:prstGeom prst="line">
            <a:avLst/>
          </a:prstGeom>
          <a:ln w="28575">
            <a:solidFill>
              <a:srgbClr val="145396"/>
            </a:solidFill>
          </a:ln>
        </p:spPr>
        <p:style>
          <a:lnRef idx="1">
            <a:schemeClr val="accent1"/>
          </a:lnRef>
          <a:fillRef idx="0">
            <a:schemeClr val="accent1"/>
          </a:fillRef>
          <a:effectRef idx="0">
            <a:schemeClr val="accent1"/>
          </a:effectRef>
          <a:fontRef idx="minor">
            <a:schemeClr val="tx1"/>
          </a:fontRef>
        </p:style>
      </p:cxnSp>
      <p:pic>
        <p:nvPicPr>
          <p:cNvPr id="10" name="图片 9" descr="C:\Users\len\Desktop\7-140129231040534.png"/>
          <p:cNvPicPr/>
          <p:nvPr/>
        </p:nvPicPr>
        <p:blipFill rotWithShape="1">
          <a:blip r:embed="rId2" cstate="print">
            <a:extLst>
              <a:ext uri="{28A0092B-C50C-407E-A947-70E740481C1C}">
                <a14:useLocalDpi xmlns:a14="http://schemas.microsoft.com/office/drawing/2010/main" val="0"/>
              </a:ext>
            </a:extLst>
          </a:blip>
          <a:srcRect/>
          <a:stretch>
            <a:fillRect/>
          </a:stretch>
        </p:blipFill>
        <p:spPr bwMode="auto">
          <a:xfrm>
            <a:off x="103306" y="142431"/>
            <a:ext cx="648000" cy="648000"/>
          </a:xfrm>
          <a:prstGeom prst="rect">
            <a:avLst/>
          </a:prstGeom>
          <a:noFill/>
          <a:ln>
            <a:noFill/>
          </a:ln>
        </p:spPr>
      </p:pic>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10" name="矩形 9"/>
          <p:cNvSpPr/>
          <p:nvPr/>
        </p:nvSpPr>
        <p:spPr>
          <a:xfrm>
            <a:off x="0" y="883787"/>
            <a:ext cx="3403600" cy="107950"/>
          </a:xfrm>
          <a:prstGeom prst="rect">
            <a:avLst/>
          </a:prstGeom>
          <a:solidFill>
            <a:srgbClr val="14539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cxnSp>
        <p:nvCxnSpPr>
          <p:cNvPr id="11" name="直接连接符 10"/>
          <p:cNvCxnSpPr/>
          <p:nvPr/>
        </p:nvCxnSpPr>
        <p:spPr>
          <a:xfrm>
            <a:off x="3360738" y="934587"/>
            <a:ext cx="2692400" cy="0"/>
          </a:xfrm>
          <a:prstGeom prst="line">
            <a:avLst/>
          </a:prstGeom>
          <a:ln w="28575">
            <a:solidFill>
              <a:srgbClr val="145396"/>
            </a:solidFill>
          </a:ln>
        </p:spPr>
        <p:style>
          <a:lnRef idx="1">
            <a:schemeClr val="accent1"/>
          </a:lnRef>
          <a:fillRef idx="0">
            <a:schemeClr val="accent1"/>
          </a:fillRef>
          <a:effectRef idx="0">
            <a:schemeClr val="accent1"/>
          </a:effectRef>
          <a:fontRef idx="minor">
            <a:schemeClr val="tx1"/>
          </a:fontRef>
        </p:style>
      </p:cxnSp>
      <p:pic>
        <p:nvPicPr>
          <p:cNvPr id="12" name="图片 11" descr="C:\Users\len\Desktop\7-140129231040534.png"/>
          <p:cNvPicPr/>
          <p:nvPr/>
        </p:nvPicPr>
        <p:blipFill rotWithShape="1">
          <a:blip r:embed="rId2" cstate="print">
            <a:extLst>
              <a:ext uri="{28A0092B-C50C-407E-A947-70E740481C1C}">
                <a14:useLocalDpi xmlns:a14="http://schemas.microsoft.com/office/drawing/2010/main" val="0"/>
              </a:ext>
            </a:extLst>
          </a:blip>
          <a:srcRect/>
          <a:stretch>
            <a:fillRect/>
          </a:stretch>
        </p:blipFill>
        <p:spPr bwMode="auto">
          <a:xfrm>
            <a:off x="103306" y="142431"/>
            <a:ext cx="648000" cy="648000"/>
          </a:xfrm>
          <a:prstGeom prst="rect">
            <a:avLst/>
          </a:prstGeom>
          <a:noFill/>
          <a:ln>
            <a:noFill/>
          </a:ln>
        </p:spPr>
      </p:pic>
    </p:spTree>
  </p:cSld>
  <p:clrMapOvr>
    <a:masterClrMapping/>
  </p:clrMapOvr>
  <p:transition>
    <p:fade/>
  </p:transition>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43116" y="57408"/>
            <a:ext cx="10515600" cy="733024"/>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6" name="矩形 5"/>
          <p:cNvSpPr/>
          <p:nvPr/>
        </p:nvSpPr>
        <p:spPr>
          <a:xfrm>
            <a:off x="0" y="883787"/>
            <a:ext cx="3403600" cy="107950"/>
          </a:xfrm>
          <a:prstGeom prst="rect">
            <a:avLst/>
          </a:prstGeom>
          <a:solidFill>
            <a:srgbClr val="14539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cxnSp>
        <p:nvCxnSpPr>
          <p:cNvPr id="7" name="直接连接符 6"/>
          <p:cNvCxnSpPr/>
          <p:nvPr/>
        </p:nvCxnSpPr>
        <p:spPr>
          <a:xfrm>
            <a:off x="3360738" y="934587"/>
            <a:ext cx="2692400" cy="0"/>
          </a:xfrm>
          <a:prstGeom prst="line">
            <a:avLst/>
          </a:prstGeom>
          <a:ln w="28575">
            <a:solidFill>
              <a:srgbClr val="145396"/>
            </a:solidFill>
          </a:ln>
        </p:spPr>
        <p:style>
          <a:lnRef idx="1">
            <a:schemeClr val="accent1"/>
          </a:lnRef>
          <a:fillRef idx="0">
            <a:schemeClr val="accent1"/>
          </a:fillRef>
          <a:effectRef idx="0">
            <a:schemeClr val="accent1"/>
          </a:effectRef>
          <a:fontRef idx="minor">
            <a:schemeClr val="tx1"/>
          </a:fontRef>
        </p:style>
      </p:cxnSp>
      <p:pic>
        <p:nvPicPr>
          <p:cNvPr id="8" name="图片 7" descr="C:\Users\len\Desktop\7-140129231040534.png"/>
          <p:cNvPicPr/>
          <p:nvPr/>
        </p:nvPicPr>
        <p:blipFill rotWithShape="1">
          <a:blip r:embed="rId2" cstate="print">
            <a:extLst>
              <a:ext uri="{28A0092B-C50C-407E-A947-70E740481C1C}">
                <a14:useLocalDpi xmlns:a14="http://schemas.microsoft.com/office/drawing/2010/main" val="0"/>
              </a:ext>
            </a:extLst>
          </a:blip>
          <a:srcRect/>
          <a:stretch>
            <a:fillRect/>
          </a:stretch>
        </p:blipFill>
        <p:spPr bwMode="auto">
          <a:xfrm>
            <a:off x="103306" y="142431"/>
            <a:ext cx="648000" cy="648000"/>
          </a:xfrm>
          <a:prstGeom prst="rect">
            <a:avLst/>
          </a:prstGeom>
          <a:noFill/>
          <a:ln>
            <a:noFill/>
          </a:ln>
        </p:spPr>
      </p:pic>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5" name="矩形 4"/>
          <p:cNvSpPr/>
          <p:nvPr/>
        </p:nvSpPr>
        <p:spPr>
          <a:xfrm>
            <a:off x="0" y="883787"/>
            <a:ext cx="3403600" cy="107950"/>
          </a:xfrm>
          <a:prstGeom prst="rect">
            <a:avLst/>
          </a:prstGeom>
          <a:solidFill>
            <a:srgbClr val="14539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cxnSp>
        <p:nvCxnSpPr>
          <p:cNvPr id="6" name="直接连接符 5"/>
          <p:cNvCxnSpPr/>
          <p:nvPr/>
        </p:nvCxnSpPr>
        <p:spPr>
          <a:xfrm>
            <a:off x="3360738" y="934587"/>
            <a:ext cx="2692400" cy="0"/>
          </a:xfrm>
          <a:prstGeom prst="line">
            <a:avLst/>
          </a:prstGeom>
          <a:ln w="28575">
            <a:solidFill>
              <a:srgbClr val="145396"/>
            </a:solidFill>
          </a:ln>
        </p:spPr>
        <p:style>
          <a:lnRef idx="1">
            <a:schemeClr val="accent1"/>
          </a:lnRef>
          <a:fillRef idx="0">
            <a:schemeClr val="accent1"/>
          </a:fillRef>
          <a:effectRef idx="0">
            <a:schemeClr val="accent1"/>
          </a:effectRef>
          <a:fontRef idx="minor">
            <a:schemeClr val="tx1"/>
          </a:fontRef>
        </p:style>
      </p:cxnSp>
      <p:pic>
        <p:nvPicPr>
          <p:cNvPr id="7" name="图片 6" descr="C:\Users\len\Desktop\7-140129231040534.png"/>
          <p:cNvPicPr/>
          <p:nvPr/>
        </p:nvPicPr>
        <p:blipFill rotWithShape="1">
          <a:blip r:embed="rId2" cstate="print">
            <a:extLst>
              <a:ext uri="{28A0092B-C50C-407E-A947-70E740481C1C}">
                <a14:useLocalDpi xmlns:a14="http://schemas.microsoft.com/office/drawing/2010/main" val="0"/>
              </a:ext>
            </a:extLst>
          </a:blip>
          <a:srcRect/>
          <a:stretch>
            <a:fillRect/>
          </a:stretch>
        </p:blipFill>
        <p:spPr bwMode="auto">
          <a:xfrm>
            <a:off x="103306" y="142431"/>
            <a:ext cx="648000" cy="648000"/>
          </a:xfrm>
          <a:prstGeom prst="rect">
            <a:avLst/>
          </a:prstGeom>
          <a:noFill/>
          <a:ln>
            <a:noFill/>
          </a:ln>
        </p:spPr>
      </p:pic>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8" name="矩形 7"/>
          <p:cNvSpPr/>
          <p:nvPr/>
        </p:nvSpPr>
        <p:spPr>
          <a:xfrm>
            <a:off x="0" y="883787"/>
            <a:ext cx="3403600" cy="107950"/>
          </a:xfrm>
          <a:prstGeom prst="rect">
            <a:avLst/>
          </a:prstGeom>
          <a:solidFill>
            <a:srgbClr val="14539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cxnSp>
        <p:nvCxnSpPr>
          <p:cNvPr id="9" name="直接连接符 8"/>
          <p:cNvCxnSpPr/>
          <p:nvPr/>
        </p:nvCxnSpPr>
        <p:spPr>
          <a:xfrm>
            <a:off x="3360738" y="934587"/>
            <a:ext cx="2692400" cy="0"/>
          </a:xfrm>
          <a:prstGeom prst="line">
            <a:avLst/>
          </a:prstGeom>
          <a:ln w="28575">
            <a:solidFill>
              <a:srgbClr val="145396"/>
            </a:solidFill>
          </a:ln>
        </p:spPr>
        <p:style>
          <a:lnRef idx="1">
            <a:schemeClr val="accent1"/>
          </a:lnRef>
          <a:fillRef idx="0">
            <a:schemeClr val="accent1"/>
          </a:fillRef>
          <a:effectRef idx="0">
            <a:schemeClr val="accent1"/>
          </a:effectRef>
          <a:fontRef idx="minor">
            <a:schemeClr val="tx1"/>
          </a:fontRef>
        </p:style>
      </p:cxnSp>
      <p:pic>
        <p:nvPicPr>
          <p:cNvPr id="10" name="图片 9" descr="C:\Users\len\Desktop\7-140129231040534.png"/>
          <p:cNvPicPr/>
          <p:nvPr/>
        </p:nvPicPr>
        <p:blipFill rotWithShape="1">
          <a:blip r:embed="rId2" cstate="print">
            <a:extLst>
              <a:ext uri="{28A0092B-C50C-407E-A947-70E740481C1C}">
                <a14:useLocalDpi xmlns:a14="http://schemas.microsoft.com/office/drawing/2010/main" val="0"/>
              </a:ext>
            </a:extLst>
          </a:blip>
          <a:srcRect/>
          <a:stretch>
            <a:fillRect/>
          </a:stretch>
        </p:blipFill>
        <p:spPr bwMode="auto">
          <a:xfrm>
            <a:off x="103306" y="142431"/>
            <a:ext cx="648000" cy="648000"/>
          </a:xfrm>
          <a:prstGeom prst="rect">
            <a:avLst/>
          </a:prstGeom>
          <a:noFill/>
          <a:ln>
            <a:noFill/>
          </a:ln>
        </p:spPr>
      </p:pic>
    </p:spTree>
  </p:cSld>
  <p:clrMapOvr>
    <a:masterClrMapping/>
  </p:clrMapOvr>
  <p:transition>
    <p:fade/>
  </p:transition>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8" name="矩形 7"/>
          <p:cNvSpPr/>
          <p:nvPr/>
        </p:nvSpPr>
        <p:spPr>
          <a:xfrm>
            <a:off x="0" y="883787"/>
            <a:ext cx="3403600" cy="107950"/>
          </a:xfrm>
          <a:prstGeom prst="rect">
            <a:avLst/>
          </a:prstGeom>
          <a:solidFill>
            <a:srgbClr val="14539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cxnSp>
        <p:nvCxnSpPr>
          <p:cNvPr id="9" name="直接连接符 8"/>
          <p:cNvCxnSpPr/>
          <p:nvPr/>
        </p:nvCxnSpPr>
        <p:spPr>
          <a:xfrm>
            <a:off x="3360738" y="934587"/>
            <a:ext cx="2692400" cy="0"/>
          </a:xfrm>
          <a:prstGeom prst="line">
            <a:avLst/>
          </a:prstGeom>
          <a:ln w="28575">
            <a:solidFill>
              <a:srgbClr val="145396"/>
            </a:solidFill>
          </a:ln>
        </p:spPr>
        <p:style>
          <a:lnRef idx="1">
            <a:schemeClr val="accent1"/>
          </a:lnRef>
          <a:fillRef idx="0">
            <a:schemeClr val="accent1"/>
          </a:fillRef>
          <a:effectRef idx="0">
            <a:schemeClr val="accent1"/>
          </a:effectRef>
          <a:fontRef idx="minor">
            <a:schemeClr val="tx1"/>
          </a:fontRef>
        </p:style>
      </p:cxnSp>
      <p:pic>
        <p:nvPicPr>
          <p:cNvPr id="10" name="图片 9" descr="C:\Users\len\Desktop\7-140129231040534.png"/>
          <p:cNvPicPr/>
          <p:nvPr/>
        </p:nvPicPr>
        <p:blipFill rotWithShape="1">
          <a:blip r:embed="rId2" cstate="print">
            <a:extLst>
              <a:ext uri="{28A0092B-C50C-407E-A947-70E740481C1C}">
                <a14:useLocalDpi xmlns:a14="http://schemas.microsoft.com/office/drawing/2010/main" val="0"/>
              </a:ext>
            </a:extLst>
          </a:blip>
          <a:srcRect/>
          <a:stretch>
            <a:fillRect/>
          </a:stretch>
        </p:blipFill>
        <p:spPr bwMode="auto">
          <a:xfrm>
            <a:off x="103306" y="142431"/>
            <a:ext cx="648000" cy="648000"/>
          </a:xfrm>
          <a:prstGeom prst="rect">
            <a:avLst/>
          </a:prstGeom>
          <a:noFill/>
          <a:ln>
            <a:noFill/>
          </a:ln>
        </p:spPr>
      </p:pic>
    </p:spTree>
  </p:cSld>
  <p:clrMapOvr>
    <a:masterClrMapping/>
  </p:clrMapOvr>
  <p:transition>
    <p:fade/>
  </p:transition>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r>
              <a:rPr lang="zh-CN" altLang="en-US"/>
              <a:t>第一讲 绪论</a:t>
            </a:r>
            <a:endParaRPr lang="zh-CN" altLang="en-US" dirty="0"/>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7" name="矩形 6"/>
          <p:cNvSpPr/>
          <p:nvPr/>
        </p:nvSpPr>
        <p:spPr>
          <a:xfrm>
            <a:off x="0" y="883787"/>
            <a:ext cx="3403600" cy="107950"/>
          </a:xfrm>
          <a:prstGeom prst="rect">
            <a:avLst/>
          </a:prstGeom>
          <a:solidFill>
            <a:srgbClr val="14539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cxnSp>
        <p:nvCxnSpPr>
          <p:cNvPr id="8" name="直接连接符 7"/>
          <p:cNvCxnSpPr/>
          <p:nvPr/>
        </p:nvCxnSpPr>
        <p:spPr>
          <a:xfrm>
            <a:off x="3360738" y="934587"/>
            <a:ext cx="2692400" cy="0"/>
          </a:xfrm>
          <a:prstGeom prst="line">
            <a:avLst/>
          </a:prstGeom>
          <a:ln w="28575">
            <a:solidFill>
              <a:srgbClr val="145396"/>
            </a:solidFill>
          </a:ln>
        </p:spPr>
        <p:style>
          <a:lnRef idx="1">
            <a:schemeClr val="accent1"/>
          </a:lnRef>
          <a:fillRef idx="0">
            <a:schemeClr val="accent1"/>
          </a:fillRef>
          <a:effectRef idx="0">
            <a:schemeClr val="accent1"/>
          </a:effectRef>
          <a:fontRef idx="minor">
            <a:schemeClr val="tx1"/>
          </a:fontRef>
        </p:style>
      </p:cxnSp>
      <p:pic>
        <p:nvPicPr>
          <p:cNvPr id="9" name="图片 8" descr="C:\Users\len\Desktop\7-140129231040534.png"/>
          <p:cNvPicPr/>
          <p:nvPr/>
        </p:nvPicPr>
        <p:blipFill rotWithShape="1">
          <a:blip r:embed="rId2" cstate="print">
            <a:extLst>
              <a:ext uri="{28A0092B-C50C-407E-A947-70E740481C1C}">
                <a14:useLocalDpi xmlns:a14="http://schemas.microsoft.com/office/drawing/2010/main" val="0"/>
              </a:ext>
            </a:extLst>
          </a:blip>
          <a:srcRect/>
          <a:stretch>
            <a:fillRect/>
          </a:stretch>
        </p:blipFill>
        <p:spPr bwMode="auto">
          <a:xfrm>
            <a:off x="103306" y="142431"/>
            <a:ext cx="648000" cy="648000"/>
          </a:xfrm>
          <a:prstGeom prst="rect">
            <a:avLst/>
          </a:prstGeom>
          <a:noFill/>
          <a:ln>
            <a:noFill/>
          </a:ln>
        </p:spPr>
      </p:pic>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1_标题和内容">
    <p:spTree>
      <p:nvGrpSpPr>
        <p:cNvPr id="1" name=""/>
        <p:cNvGrpSpPr/>
        <p:nvPr/>
      </p:nvGrpSpPr>
      <p:grpSpPr>
        <a:xfrm>
          <a:off x="0" y="0"/>
          <a:ext cx="0" cy="0"/>
          <a:chOff x="0" y="0"/>
          <a:chExt cx="0" cy="0"/>
        </a:xfrm>
      </p:grpSpPr>
    </p:spTree>
  </p:cSld>
  <p:clrMapOvr>
    <a:masterClrMapping/>
  </p:clrMapOvr>
  <p:transition>
    <p:fade/>
  </p:transition>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914400" y="381000"/>
            <a:ext cx="10363200" cy="5791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 name="Rectangle 9"/>
          <p:cNvSpPr>
            <a:spLocks noGrp="1" noChangeArrowheads="1"/>
          </p:cNvSpPr>
          <p:nvPr>
            <p:ph type="dt" sz="half" idx="10"/>
          </p:nvPr>
        </p:nvSpPr>
        <p:spPr>
          <a:xfrm>
            <a:off x="914400" y="6248400"/>
            <a:ext cx="2540000" cy="457200"/>
          </a:xfrm>
          <a:prstGeom prst="rect">
            <a:avLst/>
          </a:prstGeom>
        </p:spPr>
        <p:txBody>
          <a:bodyPr/>
          <a:lstStyle>
            <a:lvl1pPr>
              <a:defRPr/>
            </a:lvl1pPr>
          </a:lstStyle>
          <a:p>
            <a:pPr>
              <a:defRPr/>
            </a:pPr>
            <a:endParaRPr lang="en-US" altLang="zh-CN"/>
          </a:p>
        </p:txBody>
      </p:sp>
      <p:sp>
        <p:nvSpPr>
          <p:cNvPr id="4" name="Rectangle 10"/>
          <p:cNvSpPr>
            <a:spLocks noGrp="1" noChangeArrowheads="1"/>
          </p:cNvSpPr>
          <p:nvPr>
            <p:ph type="ftr" sz="quarter" idx="11"/>
          </p:nvPr>
        </p:nvSpPr>
        <p:spPr/>
        <p:txBody>
          <a:bodyPr/>
          <a:lstStyle>
            <a:lvl1pPr>
              <a:defRPr/>
            </a:lvl1pPr>
          </a:lstStyle>
          <a:p>
            <a:pPr>
              <a:defRPr/>
            </a:pPr>
            <a:endParaRPr lang="en-US" altLang="zh-CN"/>
          </a:p>
        </p:txBody>
      </p:sp>
      <p:sp>
        <p:nvSpPr>
          <p:cNvPr id="5" name="Rectangle 11"/>
          <p:cNvSpPr>
            <a:spLocks noGrp="1" noChangeArrowheads="1"/>
          </p:cNvSpPr>
          <p:nvPr>
            <p:ph type="sldNum" sz="quarter" idx="12"/>
          </p:nvPr>
        </p:nvSpPr>
        <p:spPr/>
        <p:txBody>
          <a:bodyPr/>
          <a:lstStyle>
            <a:lvl1pPr>
              <a:defRPr/>
            </a:lvl1pPr>
          </a:lstStyle>
          <a:p>
            <a:pPr>
              <a:defRPr/>
            </a:pPr>
            <a:fld id="{E0012CA8-D423-4600-ACEA-86057403DE8F}" type="slidenum">
              <a:rPr lang="zh-CN" altLang="en-US"/>
            </a:fld>
            <a:endParaRPr lang="en-US" altLang="zh-CN"/>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4" name="Picture 24" descr="图片1副本"/>
          <p:cNvPicPr>
            <a:picLocks noChangeAspect="1" noChangeArrowheads="1"/>
          </p:cNvPicPr>
          <p:nvPr/>
        </p:nvPicPr>
        <p:blipFill>
          <a:blip r:embed="rId2">
            <a:lum bright="10000" contrast="60000"/>
            <a:extLst>
              <a:ext uri="{28A0092B-C50C-407E-A947-70E740481C1C}">
                <a14:useLocalDpi xmlns:a14="http://schemas.microsoft.com/office/drawing/2010/main" val="0"/>
              </a:ext>
            </a:extLst>
          </a:blip>
          <a:srcRect/>
          <a:stretch>
            <a:fillRect/>
          </a:stretch>
        </p:blipFill>
        <p:spPr bwMode="auto">
          <a:xfrm>
            <a:off x="0" y="1"/>
            <a:ext cx="12192000" cy="1196975"/>
          </a:xfrm>
          <a:prstGeom prst="rect">
            <a:avLst/>
          </a:prstGeom>
          <a:noFill/>
          <a:ln w="38100">
            <a:noFill/>
            <a:miter lim="800000"/>
            <a:headEnd/>
            <a:tailEnd/>
          </a:ln>
        </p:spPr>
      </p:pic>
      <p:graphicFrame>
        <p:nvGraphicFramePr>
          <p:cNvPr id="5" name="Object 2"/>
          <p:cNvGraphicFramePr>
            <a:graphicFrameLocks noChangeAspect="1"/>
          </p:cNvGraphicFramePr>
          <p:nvPr/>
        </p:nvGraphicFramePr>
        <p:xfrm>
          <a:off x="0" y="6783388"/>
          <a:ext cx="12192000" cy="74612"/>
        </p:xfrm>
        <a:graphic>
          <a:graphicData uri="http://schemas.openxmlformats.org/presentationml/2006/ole">
            <mc:AlternateContent xmlns:mc="http://schemas.openxmlformats.org/markup-compatibility/2006">
              <mc:Choice xmlns:v="urn:schemas-microsoft-com:vml" Requires="v">
                <p:oleObj spid="_x0000_s2051" name="Image" r:id="rId3" imgW="11328400" imgH="4572000" progId="">
                  <p:embed/>
                </p:oleObj>
              </mc:Choice>
              <mc:Fallback>
                <p:oleObj name="Image" r:id="rId3" imgW="11328400" imgH="4572000" progId="">
                  <p:embed/>
                  <p:pic>
                    <p:nvPicPr>
                      <p:cNvPr id="0" name="Object 2"/>
                      <p:cNvPicPr>
                        <a:picLocks noChangeAspect="1" noChangeArrowheads="1"/>
                      </p:cNvPicPr>
                      <p:nvPr/>
                    </p:nvPicPr>
                    <p:blipFill>
                      <a:blip r:embed="rId4">
                        <a:lum bright="-6000" contrast="6000"/>
                        <a:extLst>
                          <a:ext uri="{28A0092B-C50C-407E-A947-70E740481C1C}">
                            <a14:useLocalDpi xmlns:a14="http://schemas.microsoft.com/office/drawing/2010/main" val="0"/>
                          </a:ext>
                        </a:extLst>
                      </a:blip>
                      <a:srcRect/>
                      <a:stretch>
                        <a:fillRect/>
                      </a:stretch>
                    </p:blipFill>
                    <p:spPr bwMode="auto">
                      <a:xfrm>
                        <a:off x="0" y="6783388"/>
                        <a:ext cx="12192000" cy="74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6" name="Picture 13" descr="E:\MY DOC\北航简介\LOGO\BUAA LOGO.gif"/>
          <p:cNvPicPr>
            <a:picLocks noChangeAspect="1" noChangeArrowheads="1"/>
          </p:cNvPicPr>
          <p:nvPr userDrawn="1"/>
        </p:nvPicPr>
        <p:blipFill>
          <a:blip r:embed="rId5" cstate="screen">
            <a:lum contrast="-40000"/>
            <a:extLst>
              <a:ext uri="{28A0092B-C50C-407E-A947-70E740481C1C}">
                <a14:useLocalDpi xmlns:a14="http://schemas.microsoft.com/office/drawing/2010/main" val="0"/>
              </a:ext>
            </a:extLst>
          </a:blip>
          <a:srcRect/>
          <a:stretch>
            <a:fillRect/>
          </a:stretch>
        </p:blipFill>
        <p:spPr bwMode="auto">
          <a:xfrm>
            <a:off x="10856385" y="133350"/>
            <a:ext cx="1246716" cy="935038"/>
          </a:xfrm>
          <a:prstGeom prst="rect">
            <a:avLst/>
          </a:prstGeom>
          <a:noFill/>
          <a:ln w="9525">
            <a:noFill/>
            <a:miter lim="800000"/>
            <a:headEnd/>
            <a:tailEnd/>
          </a:ln>
        </p:spPr>
      </p:pic>
      <p:sp>
        <p:nvSpPr>
          <p:cNvPr id="2" name="标题 1"/>
          <p:cNvSpPr>
            <a:spLocks noGrp="1"/>
          </p:cNvSpPr>
          <p:nvPr>
            <p:ph type="ctrTitle"/>
          </p:nvPr>
        </p:nvSpPr>
        <p:spPr>
          <a:xfrm>
            <a:off x="914400" y="2130428"/>
            <a:ext cx="10363200" cy="1470025"/>
          </a:xfrm>
        </p:spPr>
        <p:txBody>
          <a:bodyPr/>
          <a:lstStyle/>
          <a:p>
            <a:r>
              <a:rPr lang="zh-CN" altLang="en-US"/>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7" name="Rectangle 7"/>
          <p:cNvSpPr>
            <a:spLocks noGrp="1" noChangeArrowheads="1"/>
          </p:cNvSpPr>
          <p:nvPr>
            <p:ph type="sldNum" sz="quarter" idx="10"/>
          </p:nvPr>
        </p:nvSpPr>
        <p:spPr>
          <a:xfrm>
            <a:off x="11664952" y="6456364"/>
            <a:ext cx="527049" cy="401637"/>
          </a:xfrm>
        </p:spPr>
        <p:txBody>
          <a:bodyPr/>
          <a:lstStyle>
            <a:lvl1pPr>
              <a:defRPr/>
            </a:lvl1pPr>
          </a:lstStyle>
          <a:p>
            <a:pPr>
              <a:defRPr/>
            </a:pPr>
            <a:fld id="{2CB2CA6E-B8B8-4C1E-807F-DB4F326F9549}" type="slidenum">
              <a:rPr lang="zh-CN" altLang="en-US">
                <a:solidFill>
                  <a:srgbClr val="000000"/>
                </a:solidFill>
              </a:rPr>
            </a:fld>
            <a:endParaRPr lang="en-US" altLang="zh-CN" dirty="0">
              <a:solidFill>
                <a:srgbClr val="000000"/>
              </a:solidFill>
            </a:endParaRPr>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showMasterSp="0">
  <p:cSld name="标题和内容">
    <p:spTree>
      <p:nvGrpSpPr>
        <p:cNvPr id="1" name=""/>
        <p:cNvGrpSpPr/>
        <p:nvPr/>
      </p:nvGrpSpPr>
      <p:grpSpPr>
        <a:xfrm>
          <a:off x="0" y="0"/>
          <a:ext cx="0" cy="0"/>
          <a:chOff x="0" y="0"/>
          <a:chExt cx="0" cy="0"/>
        </a:xfrm>
      </p:grpSpPr>
      <p:pic>
        <p:nvPicPr>
          <p:cNvPr id="4" name="Picture 24" descr="图片1副本"/>
          <p:cNvPicPr>
            <a:picLocks noChangeAspect="1" noChangeArrowheads="1"/>
          </p:cNvPicPr>
          <p:nvPr userDrawn="1"/>
        </p:nvPicPr>
        <p:blipFill>
          <a:blip r:embed="rId2">
            <a:lum bright="10000" contrast="60000"/>
            <a:extLst>
              <a:ext uri="{28A0092B-C50C-407E-A947-70E740481C1C}">
                <a14:useLocalDpi xmlns:a14="http://schemas.microsoft.com/office/drawing/2010/main" val="0"/>
              </a:ext>
            </a:extLst>
          </a:blip>
          <a:srcRect/>
          <a:stretch>
            <a:fillRect/>
          </a:stretch>
        </p:blipFill>
        <p:spPr bwMode="auto">
          <a:xfrm>
            <a:off x="0" y="1"/>
            <a:ext cx="12192000" cy="1196975"/>
          </a:xfrm>
          <a:prstGeom prst="rect">
            <a:avLst/>
          </a:prstGeom>
          <a:noFill/>
          <a:ln w="38100">
            <a:noFill/>
            <a:miter lim="800000"/>
            <a:headEnd/>
            <a:tailEnd/>
          </a:ln>
        </p:spPr>
      </p:pic>
      <p:graphicFrame>
        <p:nvGraphicFramePr>
          <p:cNvPr id="5" name="Object 2"/>
          <p:cNvGraphicFramePr>
            <a:graphicFrameLocks noChangeAspect="1"/>
          </p:cNvGraphicFramePr>
          <p:nvPr/>
        </p:nvGraphicFramePr>
        <p:xfrm>
          <a:off x="0" y="6783388"/>
          <a:ext cx="12192000" cy="74612"/>
        </p:xfrm>
        <a:graphic>
          <a:graphicData uri="http://schemas.openxmlformats.org/presentationml/2006/ole">
            <mc:AlternateContent xmlns:mc="http://schemas.openxmlformats.org/markup-compatibility/2006">
              <mc:Choice xmlns:v="urn:schemas-microsoft-com:vml" Requires="v">
                <p:oleObj spid="_x0000_s3075" name="Image" r:id="rId3" imgW="11328400" imgH="4572000" progId="">
                  <p:embed/>
                </p:oleObj>
              </mc:Choice>
              <mc:Fallback>
                <p:oleObj name="Image" r:id="rId3" imgW="11328400" imgH="4572000" progId="">
                  <p:embed/>
                  <p:pic>
                    <p:nvPicPr>
                      <p:cNvPr id="0" name="Object 2"/>
                      <p:cNvPicPr>
                        <a:picLocks noChangeAspect="1" noChangeArrowheads="1"/>
                      </p:cNvPicPr>
                      <p:nvPr/>
                    </p:nvPicPr>
                    <p:blipFill>
                      <a:blip r:embed="rId4">
                        <a:lum bright="-6000" contrast="6000"/>
                        <a:extLst>
                          <a:ext uri="{28A0092B-C50C-407E-A947-70E740481C1C}">
                            <a14:useLocalDpi xmlns:a14="http://schemas.microsoft.com/office/drawing/2010/main" val="0"/>
                          </a:ext>
                        </a:extLst>
                      </a:blip>
                      <a:srcRect/>
                      <a:stretch>
                        <a:fillRect/>
                      </a:stretch>
                    </p:blipFill>
                    <p:spPr bwMode="auto">
                      <a:xfrm>
                        <a:off x="0" y="6783388"/>
                        <a:ext cx="12192000" cy="74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6" name="Picture 13" descr="E:\MY DOC\北航简介\LOGO\BUAA LOGO.gif"/>
          <p:cNvPicPr>
            <a:picLocks noChangeAspect="1" noChangeArrowheads="1"/>
          </p:cNvPicPr>
          <p:nvPr userDrawn="1"/>
        </p:nvPicPr>
        <p:blipFill>
          <a:blip r:embed="rId5" cstate="screen">
            <a:lum contrast="-40000"/>
            <a:extLst>
              <a:ext uri="{28A0092B-C50C-407E-A947-70E740481C1C}">
                <a14:useLocalDpi xmlns:a14="http://schemas.microsoft.com/office/drawing/2010/main" val="0"/>
              </a:ext>
            </a:extLst>
          </a:blip>
          <a:srcRect/>
          <a:stretch>
            <a:fillRect/>
          </a:stretch>
        </p:blipFill>
        <p:spPr bwMode="auto">
          <a:xfrm>
            <a:off x="10856385" y="133350"/>
            <a:ext cx="1246716" cy="935038"/>
          </a:xfrm>
          <a:prstGeom prst="rect">
            <a:avLst/>
          </a:prstGeom>
          <a:noFill/>
          <a:ln w="9525">
            <a:noFill/>
            <a:miter lim="800000"/>
            <a:headEnd/>
            <a:tailEnd/>
          </a:ln>
        </p:spPr>
      </p:pic>
      <p:sp>
        <p:nvSpPr>
          <p:cNvPr id="2" name="标题 1"/>
          <p:cNvSpPr>
            <a:spLocks noGrp="1"/>
          </p:cNvSpPr>
          <p:nvPr>
            <p:ph type="title"/>
          </p:nvPr>
        </p:nvSpPr>
        <p:spPr/>
        <p:txBody>
          <a:bodyPr/>
          <a:lstStyle>
            <a:lvl1pPr>
              <a:defRPr sz="4400"/>
            </a:lvl1pPr>
          </a:lstStyle>
          <a:p>
            <a:r>
              <a:rPr lang="zh-CN" altLang="en-US"/>
              <a:t>单击此处编辑母版标题样式</a:t>
            </a:r>
            <a:endParaRPr lang="zh-CN" altLang="en-US" dirty="0"/>
          </a:p>
        </p:txBody>
      </p:sp>
      <p:sp>
        <p:nvSpPr>
          <p:cNvPr id="3" name="内容占位符 2"/>
          <p:cNvSpPr>
            <a:spLocks noGrp="1"/>
          </p:cNvSpPr>
          <p:nvPr>
            <p:ph idx="1"/>
          </p:nvPr>
        </p:nvSpPr>
        <p:spPr/>
        <p:txBody>
          <a:bodyPr/>
          <a:lstStyle>
            <a:lvl1pPr marL="342900" indent="-342900">
              <a:lnSpc>
                <a:spcPct val="110000"/>
              </a:lnSpc>
              <a:buFont typeface="Wingdings" panose="05000000000000000000" pitchFamily="2" charset="2"/>
              <a:buChar char="p"/>
              <a:defRPr sz="3200">
                <a:latin typeface="+mn-ea"/>
                <a:ea typeface="+mn-ea"/>
              </a:defRPr>
            </a:lvl1pPr>
            <a:lvl2pPr>
              <a:lnSpc>
                <a:spcPct val="110000"/>
              </a:lnSpc>
              <a:defRPr sz="2800">
                <a:latin typeface="+mn-ea"/>
                <a:ea typeface="+mn-ea"/>
              </a:defRPr>
            </a:lvl2pPr>
            <a:lvl3pPr>
              <a:lnSpc>
                <a:spcPct val="110000"/>
              </a:lnSpc>
              <a:defRPr sz="2400">
                <a:latin typeface="+mn-ea"/>
                <a:ea typeface="+mn-ea"/>
              </a:defRPr>
            </a:lvl3pPr>
            <a:lvl4pPr>
              <a:lnSpc>
                <a:spcPct val="110000"/>
              </a:lnSpc>
              <a:defRPr sz="2000">
                <a:latin typeface="+mn-ea"/>
                <a:ea typeface="+mn-ea"/>
              </a:defRPr>
            </a:lvl4pPr>
            <a:lvl5pPr>
              <a:lnSpc>
                <a:spcPct val="110000"/>
              </a:lnSpc>
              <a:defRPr sz="2000">
                <a:latin typeface="+mn-ea"/>
                <a:ea typeface="+mn-ea"/>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Tree>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pic>
        <p:nvPicPr>
          <p:cNvPr id="4" name="Picture 24" descr="图片1副本"/>
          <p:cNvPicPr>
            <a:picLocks noChangeAspect="1" noChangeArrowheads="1"/>
          </p:cNvPicPr>
          <p:nvPr/>
        </p:nvPicPr>
        <p:blipFill>
          <a:blip r:embed="rId2">
            <a:lum bright="10000" contrast="60000"/>
            <a:extLst>
              <a:ext uri="{28A0092B-C50C-407E-A947-70E740481C1C}">
                <a14:useLocalDpi xmlns:a14="http://schemas.microsoft.com/office/drawing/2010/main" val="0"/>
              </a:ext>
            </a:extLst>
          </a:blip>
          <a:srcRect/>
          <a:stretch>
            <a:fillRect/>
          </a:stretch>
        </p:blipFill>
        <p:spPr bwMode="auto">
          <a:xfrm>
            <a:off x="0" y="1"/>
            <a:ext cx="12192000" cy="1196975"/>
          </a:xfrm>
          <a:prstGeom prst="rect">
            <a:avLst/>
          </a:prstGeom>
          <a:noFill/>
          <a:ln w="38100">
            <a:noFill/>
            <a:miter lim="800000"/>
            <a:headEnd/>
            <a:tailEnd/>
          </a:ln>
        </p:spPr>
      </p:pic>
      <p:graphicFrame>
        <p:nvGraphicFramePr>
          <p:cNvPr id="5" name="Object 2"/>
          <p:cNvGraphicFramePr>
            <a:graphicFrameLocks noChangeAspect="1"/>
          </p:cNvGraphicFramePr>
          <p:nvPr/>
        </p:nvGraphicFramePr>
        <p:xfrm>
          <a:off x="0" y="6783388"/>
          <a:ext cx="12192000" cy="74612"/>
        </p:xfrm>
        <a:graphic>
          <a:graphicData uri="http://schemas.openxmlformats.org/presentationml/2006/ole">
            <mc:AlternateContent xmlns:mc="http://schemas.openxmlformats.org/markup-compatibility/2006">
              <mc:Choice xmlns:v="urn:schemas-microsoft-com:vml" Requires="v">
                <p:oleObj spid="_x0000_s4099" name="Image" r:id="rId3" imgW="11328400" imgH="4572000" progId="">
                  <p:embed/>
                </p:oleObj>
              </mc:Choice>
              <mc:Fallback>
                <p:oleObj name="Image" r:id="rId3" imgW="11328400" imgH="4572000" progId="">
                  <p:embed/>
                  <p:pic>
                    <p:nvPicPr>
                      <p:cNvPr id="0" name="Object 2"/>
                      <p:cNvPicPr>
                        <a:picLocks noChangeAspect="1" noChangeArrowheads="1"/>
                      </p:cNvPicPr>
                      <p:nvPr/>
                    </p:nvPicPr>
                    <p:blipFill>
                      <a:blip r:embed="rId4">
                        <a:lum bright="-6000" contrast="6000"/>
                        <a:extLst>
                          <a:ext uri="{28A0092B-C50C-407E-A947-70E740481C1C}">
                            <a14:useLocalDpi xmlns:a14="http://schemas.microsoft.com/office/drawing/2010/main" val="0"/>
                          </a:ext>
                        </a:extLst>
                      </a:blip>
                      <a:srcRect/>
                      <a:stretch>
                        <a:fillRect/>
                      </a:stretch>
                    </p:blipFill>
                    <p:spPr bwMode="auto">
                      <a:xfrm>
                        <a:off x="0" y="6783388"/>
                        <a:ext cx="12192000" cy="74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6" name="Picture 13" descr="E:\MY DOC\北航简介\LOGO\BUAA LOGO.gif"/>
          <p:cNvPicPr>
            <a:picLocks noChangeAspect="1" noChangeArrowheads="1"/>
          </p:cNvPicPr>
          <p:nvPr userDrawn="1"/>
        </p:nvPicPr>
        <p:blipFill>
          <a:blip r:embed="rId5" cstate="screen">
            <a:lum contrast="-40000"/>
            <a:extLst>
              <a:ext uri="{28A0092B-C50C-407E-A947-70E740481C1C}">
                <a14:useLocalDpi xmlns:a14="http://schemas.microsoft.com/office/drawing/2010/main" val="0"/>
              </a:ext>
            </a:extLst>
          </a:blip>
          <a:srcRect/>
          <a:stretch>
            <a:fillRect/>
          </a:stretch>
        </p:blipFill>
        <p:spPr bwMode="auto">
          <a:xfrm>
            <a:off x="10856385" y="133350"/>
            <a:ext cx="1246716" cy="935038"/>
          </a:xfrm>
          <a:prstGeom prst="rect">
            <a:avLst/>
          </a:prstGeom>
          <a:noFill/>
          <a:ln w="9525">
            <a:noFill/>
            <a:miter lim="800000"/>
            <a:headEnd/>
            <a:tailEnd/>
          </a:ln>
        </p:spPr>
      </p:pic>
      <p:sp>
        <p:nvSpPr>
          <p:cNvPr id="2" name="标题 1"/>
          <p:cNvSpPr>
            <a:spLocks noGrp="1"/>
          </p:cNvSpPr>
          <p:nvPr>
            <p:ph type="title"/>
          </p:nvPr>
        </p:nvSpPr>
        <p:spPr>
          <a:xfrm>
            <a:off x="963084" y="4406903"/>
            <a:ext cx="103632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7" name="Rectangle 7"/>
          <p:cNvSpPr>
            <a:spLocks noGrp="1" noChangeArrowheads="1"/>
          </p:cNvSpPr>
          <p:nvPr>
            <p:ph type="sldNum" sz="quarter" idx="10"/>
          </p:nvPr>
        </p:nvSpPr>
        <p:spPr>
          <a:xfrm>
            <a:off x="11664952" y="6456364"/>
            <a:ext cx="527049" cy="401637"/>
          </a:xfrm>
        </p:spPr>
        <p:txBody>
          <a:bodyPr/>
          <a:lstStyle>
            <a:lvl1pPr>
              <a:defRPr/>
            </a:lvl1pPr>
          </a:lstStyle>
          <a:p>
            <a:pPr>
              <a:defRPr/>
            </a:pPr>
            <a:fld id="{98F80E97-1390-428D-9CB7-AFD5FEE76DF2}" type="slidenum">
              <a:rPr lang="zh-CN" altLang="en-US">
                <a:solidFill>
                  <a:srgbClr val="000000"/>
                </a:solidFill>
              </a:rPr>
            </a:fld>
            <a:endParaRPr lang="en-US" altLang="zh-CN" dirty="0">
              <a:solidFill>
                <a:srgbClr val="000000"/>
              </a:solidFill>
            </a:endParaRPr>
          </a:p>
        </p:txBody>
      </p:sp>
    </p:spTree>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pic>
        <p:nvPicPr>
          <p:cNvPr id="2" name="Picture 24" descr="图片1副本"/>
          <p:cNvPicPr>
            <a:picLocks noChangeAspect="1" noChangeArrowheads="1"/>
          </p:cNvPicPr>
          <p:nvPr/>
        </p:nvPicPr>
        <p:blipFill>
          <a:blip r:embed="rId2">
            <a:lum bright="10000" contrast="60000"/>
            <a:extLst>
              <a:ext uri="{28A0092B-C50C-407E-A947-70E740481C1C}">
                <a14:useLocalDpi xmlns:a14="http://schemas.microsoft.com/office/drawing/2010/main" val="0"/>
              </a:ext>
            </a:extLst>
          </a:blip>
          <a:srcRect/>
          <a:stretch>
            <a:fillRect/>
          </a:stretch>
        </p:blipFill>
        <p:spPr bwMode="auto">
          <a:xfrm>
            <a:off x="0" y="1"/>
            <a:ext cx="12192000" cy="1196975"/>
          </a:xfrm>
          <a:prstGeom prst="rect">
            <a:avLst/>
          </a:prstGeom>
          <a:noFill/>
          <a:ln w="38100">
            <a:noFill/>
            <a:miter lim="800000"/>
            <a:headEnd/>
            <a:tailEnd/>
          </a:ln>
        </p:spPr>
      </p:pic>
      <p:graphicFrame>
        <p:nvGraphicFramePr>
          <p:cNvPr id="3" name="Object 2"/>
          <p:cNvGraphicFramePr>
            <a:graphicFrameLocks noChangeAspect="1"/>
          </p:cNvGraphicFramePr>
          <p:nvPr/>
        </p:nvGraphicFramePr>
        <p:xfrm>
          <a:off x="0" y="6783388"/>
          <a:ext cx="12192000" cy="74612"/>
        </p:xfrm>
        <a:graphic>
          <a:graphicData uri="http://schemas.openxmlformats.org/presentationml/2006/ole">
            <mc:AlternateContent xmlns:mc="http://schemas.openxmlformats.org/markup-compatibility/2006">
              <mc:Choice xmlns:v="urn:schemas-microsoft-com:vml" Requires="v">
                <p:oleObj spid="_x0000_s5125" name="Image" r:id="rId3" imgW="11328400" imgH="4572000" progId="">
                  <p:embed/>
                </p:oleObj>
              </mc:Choice>
              <mc:Fallback>
                <p:oleObj name="Image" r:id="rId3" imgW="11328400" imgH="4572000" progId="">
                  <p:embed/>
                  <p:pic>
                    <p:nvPicPr>
                      <p:cNvPr id="0" name="Object 2"/>
                      <p:cNvPicPr>
                        <a:picLocks noChangeAspect="1" noChangeArrowheads="1"/>
                      </p:cNvPicPr>
                      <p:nvPr/>
                    </p:nvPicPr>
                    <p:blipFill>
                      <a:blip r:embed="rId4">
                        <a:lum bright="-6000" contrast="6000"/>
                        <a:extLst>
                          <a:ext uri="{28A0092B-C50C-407E-A947-70E740481C1C}">
                            <a14:useLocalDpi xmlns:a14="http://schemas.microsoft.com/office/drawing/2010/main" val="0"/>
                          </a:ext>
                        </a:extLst>
                      </a:blip>
                      <a:srcRect/>
                      <a:stretch>
                        <a:fillRect/>
                      </a:stretch>
                    </p:blipFill>
                    <p:spPr bwMode="auto">
                      <a:xfrm>
                        <a:off x="0" y="6783388"/>
                        <a:ext cx="12192000" cy="74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4" name="Picture 13" descr="E:\MY DOC\北航简介\LOGO\BUAA LOGO.gif"/>
          <p:cNvPicPr>
            <a:picLocks noChangeAspect="1" noChangeArrowheads="1"/>
          </p:cNvPicPr>
          <p:nvPr userDrawn="1"/>
        </p:nvPicPr>
        <p:blipFill>
          <a:blip r:embed="rId5" cstate="screen">
            <a:lum contrast="-40000"/>
            <a:extLst>
              <a:ext uri="{28A0092B-C50C-407E-A947-70E740481C1C}">
                <a14:useLocalDpi xmlns:a14="http://schemas.microsoft.com/office/drawing/2010/main" val="0"/>
              </a:ext>
            </a:extLst>
          </a:blip>
          <a:srcRect/>
          <a:stretch>
            <a:fillRect/>
          </a:stretch>
        </p:blipFill>
        <p:spPr bwMode="auto">
          <a:xfrm>
            <a:off x="10856385" y="133350"/>
            <a:ext cx="1246716" cy="935038"/>
          </a:xfrm>
          <a:prstGeom prst="rect">
            <a:avLst/>
          </a:prstGeom>
          <a:noFill/>
          <a:ln w="9525">
            <a:noFill/>
            <a:miter lim="800000"/>
            <a:headEnd/>
            <a:tailEnd/>
          </a:ln>
        </p:spPr>
      </p:pic>
      <p:graphicFrame>
        <p:nvGraphicFramePr>
          <p:cNvPr id="5" name="Object 3"/>
          <p:cNvGraphicFramePr>
            <a:graphicFrameLocks noChangeAspect="1"/>
          </p:cNvGraphicFramePr>
          <p:nvPr/>
        </p:nvGraphicFramePr>
        <p:xfrm>
          <a:off x="0" y="-27384"/>
          <a:ext cx="12192000" cy="2060575"/>
        </p:xfrm>
        <a:graphic>
          <a:graphicData uri="http://schemas.openxmlformats.org/presentationml/2006/ole">
            <mc:AlternateContent xmlns:mc="http://schemas.openxmlformats.org/markup-compatibility/2006">
              <mc:Choice xmlns:v="urn:schemas-microsoft-com:vml" Requires="v">
                <p:oleObj spid="_x0000_s5126" name="Image" r:id="rId6" imgW="11328400" imgH="4572000" progId="">
                  <p:embed/>
                </p:oleObj>
              </mc:Choice>
              <mc:Fallback>
                <p:oleObj name="Image" r:id="rId6" imgW="11328400" imgH="4572000" progId="">
                  <p:embed/>
                  <p:pic>
                    <p:nvPicPr>
                      <p:cNvPr id="0" name="Object 3"/>
                      <p:cNvPicPr>
                        <a:picLocks noChangeAspect="1" noChangeArrowheads="1"/>
                      </p:cNvPicPr>
                      <p:nvPr/>
                    </p:nvPicPr>
                    <p:blipFill>
                      <a:blip r:embed="rId4">
                        <a:lum bright="10000" contrast="60000"/>
                        <a:extLst>
                          <a:ext uri="{28A0092B-C50C-407E-A947-70E740481C1C}">
                            <a14:useLocalDpi xmlns:a14="http://schemas.microsoft.com/office/drawing/2010/main" val="0"/>
                          </a:ext>
                        </a:extLst>
                      </a:blip>
                      <a:srcRect/>
                      <a:stretch>
                        <a:fillRect/>
                      </a:stretch>
                    </p:blipFill>
                    <p:spPr bwMode="auto">
                      <a:xfrm>
                        <a:off x="0" y="-27384"/>
                        <a:ext cx="12192000" cy="2060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6" name="Picture 10" descr="buaaname"/>
          <p:cNvPicPr>
            <a:picLocks noChangeAspect="1" noChangeArrowheads="1"/>
          </p:cNvPicPr>
          <p:nvPr userDrawn="1"/>
        </p:nvPicPr>
        <p:blipFill>
          <a:blip r:embed="rId7">
            <a:lum bright="100000" contrast="18000"/>
            <a:extLst>
              <a:ext uri="{28A0092B-C50C-407E-A947-70E740481C1C}">
                <a14:useLocalDpi xmlns:a14="http://schemas.microsoft.com/office/drawing/2010/main" val="0"/>
              </a:ext>
            </a:extLst>
          </a:blip>
          <a:srcRect/>
          <a:stretch>
            <a:fillRect/>
          </a:stretch>
        </p:blipFill>
        <p:spPr bwMode="auto">
          <a:xfrm>
            <a:off x="3251565" y="476672"/>
            <a:ext cx="7164916" cy="1014412"/>
          </a:xfrm>
          <a:prstGeom prst="rect">
            <a:avLst/>
          </a:prstGeom>
          <a:noFill/>
          <a:ln>
            <a:noFill/>
          </a:ln>
          <a:effectLst>
            <a:outerShdw blurRad="63500" dist="38099" dir="2700000" algn="ctr" rotWithShape="0">
              <a:schemeClr val="tx1">
                <a:alpha val="74998"/>
              </a:schemeClr>
            </a:outerShdw>
          </a:effectLst>
        </p:spPr>
      </p:pic>
      <p:pic>
        <p:nvPicPr>
          <p:cNvPr id="7" name="Picture 11" descr="xh"/>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583631" y="478260"/>
            <a:ext cx="1344083" cy="1006475"/>
          </a:xfrm>
          <a:prstGeom prst="rect">
            <a:avLst/>
          </a:prstGeom>
          <a:noFill/>
          <a:ln>
            <a:noFill/>
          </a:ln>
          <a:effectLst>
            <a:outerShdw blurRad="63500" dist="38099" dir="2700000" algn="ctr" rotWithShape="0">
              <a:schemeClr val="tx1">
                <a:alpha val="74998"/>
              </a:schemeClr>
            </a:outerShdw>
          </a:effectLst>
        </p:spPr>
      </p:pic>
      <p:graphicFrame>
        <p:nvGraphicFramePr>
          <p:cNvPr id="8" name="Object 4"/>
          <p:cNvGraphicFramePr>
            <a:graphicFrameLocks noChangeAspect="1"/>
          </p:cNvGraphicFramePr>
          <p:nvPr/>
        </p:nvGraphicFramePr>
        <p:xfrm>
          <a:off x="-2117" y="5589588"/>
          <a:ext cx="12192001" cy="1295400"/>
        </p:xfrm>
        <a:graphic>
          <a:graphicData uri="http://schemas.openxmlformats.org/presentationml/2006/ole">
            <mc:AlternateContent xmlns:mc="http://schemas.openxmlformats.org/markup-compatibility/2006">
              <mc:Choice xmlns:v="urn:schemas-microsoft-com:vml" Requires="v">
                <p:oleObj spid="_x0000_s5127" name="Image" r:id="rId9" imgW="11328400" imgH="4572000" progId="">
                  <p:embed/>
                </p:oleObj>
              </mc:Choice>
              <mc:Fallback>
                <p:oleObj name="Image" r:id="rId9" imgW="11328400" imgH="4572000" progId="">
                  <p:embed/>
                  <p:pic>
                    <p:nvPicPr>
                      <p:cNvPr id="0" name="Object 4"/>
                      <p:cNvPicPr>
                        <a:picLocks noChangeAspect="1" noChangeArrowheads="1"/>
                      </p:cNvPicPr>
                      <p:nvPr/>
                    </p:nvPicPr>
                    <p:blipFill>
                      <a:blip r:embed="rId4">
                        <a:lum bright="10000" contrast="60000"/>
                        <a:extLst>
                          <a:ext uri="{28A0092B-C50C-407E-A947-70E740481C1C}">
                            <a14:useLocalDpi xmlns:a14="http://schemas.microsoft.com/office/drawing/2010/main" val="0"/>
                          </a:ext>
                        </a:extLst>
                      </a:blip>
                      <a:srcRect/>
                      <a:stretch>
                        <a:fillRect/>
                      </a:stretch>
                    </p:blipFill>
                    <p:spPr bwMode="auto">
                      <a:xfrm>
                        <a:off x="-2117" y="5589588"/>
                        <a:ext cx="12192001" cy="1295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7"/>
          <p:cNvSpPr>
            <a:spLocks noGrp="1" noChangeArrowheads="1"/>
          </p:cNvSpPr>
          <p:nvPr>
            <p:ph type="sldNum" sz="quarter" idx="10"/>
          </p:nvPr>
        </p:nvSpPr>
        <p:spPr>
          <a:xfrm>
            <a:off x="11664952" y="6456364"/>
            <a:ext cx="527049" cy="401637"/>
          </a:xfrm>
        </p:spPr>
        <p:txBody>
          <a:bodyPr/>
          <a:lstStyle>
            <a:lvl1pPr>
              <a:defRPr/>
            </a:lvl1pPr>
          </a:lstStyle>
          <a:p>
            <a:pPr>
              <a:defRPr/>
            </a:pPr>
            <a:fld id="{ABB493F5-76DC-4FED-A09A-349FDC8B8813}" type="slidenum">
              <a:rPr lang="zh-CN" altLang="en-US">
                <a:solidFill>
                  <a:srgbClr val="000000"/>
                </a:solidFill>
              </a:rPr>
            </a:fld>
            <a:endParaRPr lang="en-US" altLang="zh-CN" dirty="0">
              <a:solidFill>
                <a:srgbClr val="000000"/>
              </a:solidFill>
            </a:endParaRPr>
          </a:p>
        </p:txBody>
      </p:sp>
    </p:spTree>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showMasterSp="0" userDrawn="1">
  <p:cSld name="1_Demo, Video etc. &quot;special&quot; slides">
    <p:spTree>
      <p:nvGrpSpPr>
        <p:cNvPr id="1" name=""/>
        <p:cNvGrpSpPr/>
        <p:nvPr/>
      </p:nvGrpSpPr>
      <p:grpSpPr>
        <a:xfrm>
          <a:off x="0" y="0"/>
          <a:ext cx="0" cy="0"/>
          <a:chOff x="0" y="0"/>
          <a:chExt cx="0" cy="0"/>
        </a:xfrm>
      </p:grpSpPr>
      <p:pic>
        <p:nvPicPr>
          <p:cNvPr id="4" name="Picture 24" descr="图片1副本"/>
          <p:cNvPicPr>
            <a:picLocks noChangeAspect="1" noChangeArrowheads="1"/>
          </p:cNvPicPr>
          <p:nvPr/>
        </p:nvPicPr>
        <p:blipFill>
          <a:blip r:embed="rId2">
            <a:lum bright="10000" contrast="60000"/>
            <a:extLst>
              <a:ext uri="{28A0092B-C50C-407E-A947-70E740481C1C}">
                <a14:useLocalDpi xmlns:a14="http://schemas.microsoft.com/office/drawing/2010/main" val="0"/>
              </a:ext>
            </a:extLst>
          </a:blip>
          <a:srcRect/>
          <a:stretch>
            <a:fillRect/>
          </a:stretch>
        </p:blipFill>
        <p:spPr bwMode="auto">
          <a:xfrm>
            <a:off x="0" y="1"/>
            <a:ext cx="12192000" cy="1196975"/>
          </a:xfrm>
          <a:prstGeom prst="rect">
            <a:avLst/>
          </a:prstGeom>
          <a:noFill/>
          <a:ln w="38100">
            <a:noFill/>
            <a:miter lim="800000"/>
            <a:headEnd/>
            <a:tailEnd/>
          </a:ln>
        </p:spPr>
      </p:pic>
      <p:graphicFrame>
        <p:nvGraphicFramePr>
          <p:cNvPr id="5" name="Object 2"/>
          <p:cNvGraphicFramePr>
            <a:graphicFrameLocks noChangeAspect="1"/>
          </p:cNvGraphicFramePr>
          <p:nvPr/>
        </p:nvGraphicFramePr>
        <p:xfrm>
          <a:off x="0" y="6783388"/>
          <a:ext cx="12192000" cy="74612"/>
        </p:xfrm>
        <a:graphic>
          <a:graphicData uri="http://schemas.openxmlformats.org/presentationml/2006/ole">
            <mc:AlternateContent xmlns:mc="http://schemas.openxmlformats.org/markup-compatibility/2006">
              <mc:Choice xmlns:v="urn:schemas-microsoft-com:vml" Requires="v">
                <p:oleObj spid="_x0000_s6147" name="Image" r:id="rId3" imgW="11328400" imgH="4572000" progId="">
                  <p:embed/>
                </p:oleObj>
              </mc:Choice>
              <mc:Fallback>
                <p:oleObj name="Image" r:id="rId3" imgW="11328400" imgH="4572000" progId="">
                  <p:embed/>
                  <p:pic>
                    <p:nvPicPr>
                      <p:cNvPr id="0" name="Object 2"/>
                      <p:cNvPicPr>
                        <a:picLocks noChangeAspect="1" noChangeArrowheads="1"/>
                      </p:cNvPicPr>
                      <p:nvPr/>
                    </p:nvPicPr>
                    <p:blipFill>
                      <a:blip r:embed="rId4">
                        <a:lum bright="-6000" contrast="6000"/>
                        <a:extLst>
                          <a:ext uri="{28A0092B-C50C-407E-A947-70E740481C1C}">
                            <a14:useLocalDpi xmlns:a14="http://schemas.microsoft.com/office/drawing/2010/main" val="0"/>
                          </a:ext>
                        </a:extLst>
                      </a:blip>
                      <a:srcRect/>
                      <a:stretch>
                        <a:fillRect/>
                      </a:stretch>
                    </p:blipFill>
                    <p:spPr bwMode="auto">
                      <a:xfrm>
                        <a:off x="0" y="6783388"/>
                        <a:ext cx="12192000" cy="74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6" name="Picture 13" descr="E:\MY DOC\北航简介\LOGO\BUAA LOGO.gif"/>
          <p:cNvPicPr>
            <a:picLocks noChangeAspect="1" noChangeArrowheads="1"/>
          </p:cNvPicPr>
          <p:nvPr userDrawn="1"/>
        </p:nvPicPr>
        <p:blipFill>
          <a:blip r:embed="rId5" cstate="screen">
            <a:lum contrast="-40000"/>
            <a:extLst>
              <a:ext uri="{28A0092B-C50C-407E-A947-70E740481C1C}">
                <a14:useLocalDpi xmlns:a14="http://schemas.microsoft.com/office/drawing/2010/main" val="0"/>
              </a:ext>
            </a:extLst>
          </a:blip>
          <a:srcRect/>
          <a:stretch>
            <a:fillRect/>
          </a:stretch>
        </p:blipFill>
        <p:spPr bwMode="auto">
          <a:xfrm>
            <a:off x="10856385" y="133350"/>
            <a:ext cx="1246716" cy="935038"/>
          </a:xfrm>
          <a:prstGeom prst="rect">
            <a:avLst/>
          </a:prstGeom>
          <a:noFill/>
          <a:ln w="9525">
            <a:noFill/>
            <a:miter lim="800000"/>
            <a:headEnd/>
            <a:tailEnd/>
          </a:ln>
        </p:spPr>
      </p:pic>
      <p:sp>
        <p:nvSpPr>
          <p:cNvPr id="2" name="Title 1"/>
          <p:cNvSpPr>
            <a:spLocks noGrp="1"/>
          </p:cNvSpPr>
          <p:nvPr>
            <p:ph type="ctrTitle"/>
          </p:nvPr>
        </p:nvSpPr>
        <p:spPr>
          <a:xfrm>
            <a:off x="545483" y="33298"/>
            <a:ext cx="9390944" cy="1235462"/>
          </a:xfrm>
        </p:spPr>
        <p:txBody>
          <a:bodyPr>
            <a:noAutofit/>
          </a:bodyPr>
          <a:lstStyle>
            <a:lvl1pPr>
              <a:lnSpc>
                <a:spcPct val="90000"/>
              </a:lnSpc>
              <a:defRPr sz="4000" b="1">
                <a:effectLst/>
                <a:latin typeface="微软雅黑" panose="020B0503020204020204" pitchFamily="34" charset="-122"/>
                <a:ea typeface="微软雅黑" panose="020B0503020204020204" pitchFamily="34" charset="-122"/>
              </a:defRPr>
            </a:lvl1pPr>
          </a:lstStyle>
          <a:p>
            <a:r>
              <a:rPr lang="zh-CN" altLang="en-US"/>
              <a:t>单击此处编辑母版标题样式</a:t>
            </a:r>
            <a:endParaRPr lang="en-US" dirty="0"/>
          </a:p>
        </p:txBody>
      </p:sp>
      <p:sp>
        <p:nvSpPr>
          <p:cNvPr id="3" name="Subtitle 2"/>
          <p:cNvSpPr>
            <a:spLocks noGrp="1"/>
          </p:cNvSpPr>
          <p:nvPr>
            <p:ph type="subTitle" idx="1"/>
          </p:nvPr>
        </p:nvSpPr>
        <p:spPr>
          <a:xfrm>
            <a:off x="911424" y="1916835"/>
            <a:ext cx="9390944" cy="461665"/>
          </a:xfrm>
        </p:spPr>
        <p:txBody>
          <a:bodyPr>
            <a:noAutofit/>
          </a:bodyPr>
          <a:lstStyle>
            <a:lvl1pPr marL="0" indent="0" algn="l">
              <a:lnSpc>
                <a:spcPct val="90000"/>
              </a:lnSpc>
              <a:spcBef>
                <a:spcPts val="0"/>
              </a:spcBef>
              <a:buNone/>
              <a:defRPr sz="3600" b="1">
                <a:solidFill>
                  <a:schemeClr val="tx1">
                    <a:tint val="75000"/>
                  </a:schemeClr>
                </a:solidFill>
                <a:latin typeface="楷体_GB2312" panose="02010609030101010101" pitchFamily="49" charset="-122"/>
                <a:ea typeface="楷体_GB2312" panose="02010609030101010101" pitchFamily="49"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image" Target="../media/image7.png"/><Relationship Id="rId8" Type="http://schemas.openxmlformats.org/officeDocument/2006/relationships/image" Target="../media/image6.png"/><Relationship Id="rId7" Type="http://schemas.openxmlformats.org/officeDocument/2006/relationships/oleObject" Target="../embeddings/oleObject8.bin"/><Relationship Id="rId6" Type="http://schemas.openxmlformats.org/officeDocument/2006/relationships/image" Target="../media/image5.jpeg"/><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1" Type="http://schemas.openxmlformats.org/officeDocument/2006/relationships/theme" Target="../theme/theme2.xml"/><Relationship Id="rId10" Type="http://schemas.openxmlformats.org/officeDocument/2006/relationships/vmlDrawing" Target="../drawings/vmlDrawing6.v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fade/>
  </p:transition>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5368" name="Picture 24" descr="图片1副本"/>
          <p:cNvPicPr>
            <a:picLocks noChangeAspect="1" noChangeArrowheads="1"/>
          </p:cNvPicPr>
          <p:nvPr/>
        </p:nvPicPr>
        <p:blipFill>
          <a:blip r:embed="rId6">
            <a:lum bright="10000" contrast="60000"/>
            <a:extLst>
              <a:ext uri="{28A0092B-C50C-407E-A947-70E740481C1C}">
                <a14:useLocalDpi xmlns:a14="http://schemas.microsoft.com/office/drawing/2010/main" val="0"/>
              </a:ext>
            </a:extLst>
          </a:blip>
          <a:srcRect/>
          <a:stretch>
            <a:fillRect/>
          </a:stretch>
        </p:blipFill>
        <p:spPr bwMode="auto">
          <a:xfrm>
            <a:off x="0" y="1"/>
            <a:ext cx="12192000" cy="1196975"/>
          </a:xfrm>
          <a:prstGeom prst="rect">
            <a:avLst/>
          </a:prstGeom>
          <a:noFill/>
          <a:ln w="38100">
            <a:noFill/>
            <a:miter lim="800000"/>
            <a:headEnd/>
            <a:tailEnd/>
          </a:ln>
        </p:spPr>
      </p:pic>
      <p:graphicFrame>
        <p:nvGraphicFramePr>
          <p:cNvPr id="15366" name="Object 6"/>
          <p:cNvGraphicFramePr>
            <a:graphicFrameLocks noChangeAspect="1"/>
          </p:cNvGraphicFramePr>
          <p:nvPr/>
        </p:nvGraphicFramePr>
        <p:xfrm>
          <a:off x="0" y="6783388"/>
          <a:ext cx="12192000" cy="74612"/>
        </p:xfrm>
        <a:graphic>
          <a:graphicData uri="http://schemas.openxmlformats.org/presentationml/2006/ole">
            <mc:AlternateContent xmlns:mc="http://schemas.openxmlformats.org/markup-compatibility/2006">
              <mc:Choice xmlns:v="urn:schemas-microsoft-com:vml" Requires="v">
                <p:oleObj spid="_x0000_s1027" name="Image" r:id="rId7" imgW="11328400" imgH="4572000" progId="">
                  <p:embed/>
                </p:oleObj>
              </mc:Choice>
              <mc:Fallback>
                <p:oleObj name="Image" r:id="rId7" imgW="11328400" imgH="4572000" progId="">
                  <p:embed/>
                  <p:pic>
                    <p:nvPicPr>
                      <p:cNvPr id="0" name="Object 6"/>
                      <p:cNvPicPr>
                        <a:picLocks noChangeAspect="1" noChangeArrowheads="1"/>
                      </p:cNvPicPr>
                      <p:nvPr/>
                    </p:nvPicPr>
                    <p:blipFill>
                      <a:blip r:embed="rId8">
                        <a:lum bright="-6000" contrast="6000"/>
                        <a:extLst>
                          <a:ext uri="{28A0092B-C50C-407E-A947-70E740481C1C}">
                            <a14:useLocalDpi xmlns:a14="http://schemas.microsoft.com/office/drawing/2010/main" val="0"/>
                          </a:ext>
                        </a:extLst>
                      </a:blip>
                      <a:srcRect/>
                      <a:stretch>
                        <a:fillRect/>
                      </a:stretch>
                    </p:blipFill>
                    <p:spPr bwMode="auto">
                      <a:xfrm>
                        <a:off x="0" y="6783388"/>
                        <a:ext cx="12192000" cy="74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69" name="Rectangle 3"/>
          <p:cNvSpPr>
            <a:spLocks noGrp="1" noChangeArrowheads="1"/>
          </p:cNvSpPr>
          <p:nvPr>
            <p:ph type="body" idx="1"/>
          </p:nvPr>
        </p:nvSpPr>
        <p:spPr bwMode="auto">
          <a:xfrm>
            <a:off x="383118" y="1330326"/>
            <a:ext cx="11446933" cy="5256213"/>
          </a:xfrm>
          <a:prstGeom prst="rect">
            <a:avLst/>
          </a:prstGeom>
          <a:noFill/>
          <a:ln w="9525">
            <a:noFill/>
            <a:miter lim="800000"/>
          </a:ln>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2" name="Rectangle 22"/>
          <p:cNvSpPr>
            <a:spLocks noGrp="1" noChangeArrowheads="1"/>
          </p:cNvSpPr>
          <p:nvPr>
            <p:ph type="title"/>
          </p:nvPr>
        </p:nvSpPr>
        <p:spPr bwMode="auto">
          <a:xfrm>
            <a:off x="131234" y="44450"/>
            <a:ext cx="11857567" cy="1143000"/>
          </a:xfrm>
          <a:prstGeom prst="rect">
            <a:avLst/>
          </a:prstGeom>
          <a:noFill/>
          <a:ln>
            <a:noFill/>
          </a:ln>
          <a:effectLst>
            <a:outerShdw blurRad="63500" dist="46662" dir="2115817" algn="ctr" rotWithShape="0">
              <a:schemeClr val="tx1">
                <a:alpha val="74998"/>
              </a:schemeClr>
            </a:outerShdw>
          </a:effectLst>
        </p:spPr>
        <p:txBody>
          <a:bodyPr vert="horz" wrap="square" lIns="91440" tIns="45720" rIns="91440" bIns="45720" numCol="1" anchor="ctr" anchorCtr="0" compatLnSpc="1"/>
          <a:lstStyle/>
          <a:p>
            <a:pPr lvl="0"/>
            <a:r>
              <a:rPr lang="zh-CN" altLang="en-US" dirty="0"/>
              <a:t>单击此处编辑母版标题样式</a:t>
            </a:r>
            <a:endParaRPr lang="zh-CN" altLang="en-US" dirty="0"/>
          </a:p>
        </p:txBody>
      </p:sp>
      <p:pic>
        <p:nvPicPr>
          <p:cNvPr id="15371" name="Picture 13" descr="E:\MY DOC\北航简介\LOGO\BUAA LOGO.gif"/>
          <p:cNvPicPr>
            <a:picLocks noChangeAspect="1" noChangeArrowheads="1"/>
          </p:cNvPicPr>
          <p:nvPr/>
        </p:nvPicPr>
        <p:blipFill>
          <a:blip r:embed="rId9" cstate="screen">
            <a:lum contrast="-40000"/>
            <a:extLst>
              <a:ext uri="{28A0092B-C50C-407E-A947-70E740481C1C}">
                <a14:useLocalDpi xmlns:a14="http://schemas.microsoft.com/office/drawing/2010/main" val="0"/>
              </a:ext>
            </a:extLst>
          </a:blip>
          <a:srcRect/>
          <a:stretch>
            <a:fillRect/>
          </a:stretch>
        </p:blipFill>
        <p:spPr bwMode="auto">
          <a:xfrm>
            <a:off x="10856385" y="133350"/>
            <a:ext cx="1246716" cy="935038"/>
          </a:xfrm>
          <a:prstGeom prst="rect">
            <a:avLst/>
          </a:prstGeom>
          <a:noFill/>
          <a:ln w="9525">
            <a:noFill/>
            <a:miter lim="800000"/>
            <a:headEnd/>
            <a:tailEnd/>
          </a:ln>
        </p:spPr>
      </p:pic>
      <p:sp>
        <p:nvSpPr>
          <p:cNvPr id="7" name="Rectangle 7"/>
          <p:cNvSpPr>
            <a:spLocks noGrp="1" noChangeArrowheads="1"/>
          </p:cNvSpPr>
          <p:nvPr>
            <p:ph type="sldNum" sz="quarter" idx="4"/>
          </p:nvPr>
        </p:nvSpPr>
        <p:spPr bwMode="auto">
          <a:xfrm>
            <a:off x="11279717" y="6456364"/>
            <a:ext cx="912283" cy="401637"/>
          </a:xfrm>
          <a:prstGeom prst="rect">
            <a:avLst/>
          </a:prstGeom>
          <a:noFill/>
        </p:spPr>
        <p:txBody>
          <a:bodyPr vert="horz" wrap="square" lIns="91440" tIns="45720" rIns="91440" bIns="45720" numCol="1" anchor="t" anchorCtr="0" compatLnSpc="1"/>
          <a:lstStyle>
            <a:lvl1pPr algn="r" eaLnBrk="0" hangingPunct="0">
              <a:defRPr sz="1400" b="1">
                <a:latin typeface="Arial" panose="020B0604020202090204" pitchFamily="34" charset="0"/>
                <a:ea typeface="黑体" panose="02010609060101010101" pitchFamily="2" charset="-122"/>
              </a:defRPr>
            </a:lvl1pPr>
          </a:lstStyle>
          <a:p>
            <a:pPr fontAlgn="base">
              <a:spcBef>
                <a:spcPct val="0"/>
              </a:spcBef>
              <a:spcAft>
                <a:spcPct val="0"/>
              </a:spcAft>
              <a:defRPr/>
            </a:pPr>
            <a:fld id="{F53BC0E7-4266-4B26-97D6-D2DCCE068E2C}" type="slidenum">
              <a:rPr lang="zh-CN" altLang="en-US">
                <a:solidFill>
                  <a:srgbClr val="000000"/>
                </a:solidFill>
              </a:rPr>
            </a:fld>
            <a:endParaRPr lang="en-US" altLang="zh-CN" dirty="0">
              <a:solidFill>
                <a:srgbClr val="000000"/>
              </a:solidFill>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Lst>
  <p:transition>
    <p:fade/>
  </p:transition>
  <p:hf hdr="0" ftr="0" dt="0"/>
  <p:txStyles>
    <p:titleStyle>
      <a:lvl1pPr algn="ctr" rtl="0" eaLnBrk="1" fontAlgn="base" hangingPunct="1">
        <a:spcBef>
          <a:spcPct val="0"/>
        </a:spcBef>
        <a:spcAft>
          <a:spcPct val="0"/>
        </a:spcAft>
        <a:defRPr kumimoji="1" sz="40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1pPr>
      <a:lvl2pPr algn="ctr" rtl="0" eaLnBrk="1" fontAlgn="base" hangingPunct="1">
        <a:spcBef>
          <a:spcPct val="0"/>
        </a:spcBef>
        <a:spcAft>
          <a:spcPct val="0"/>
        </a:spcAft>
        <a:defRPr kumimoji="1" sz="40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2pPr>
      <a:lvl3pPr algn="ctr" rtl="0" eaLnBrk="1" fontAlgn="base" hangingPunct="1">
        <a:spcBef>
          <a:spcPct val="0"/>
        </a:spcBef>
        <a:spcAft>
          <a:spcPct val="0"/>
        </a:spcAft>
        <a:defRPr kumimoji="1" sz="40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3pPr>
      <a:lvl4pPr algn="ctr" rtl="0" eaLnBrk="1" fontAlgn="base" hangingPunct="1">
        <a:spcBef>
          <a:spcPct val="0"/>
        </a:spcBef>
        <a:spcAft>
          <a:spcPct val="0"/>
        </a:spcAft>
        <a:defRPr kumimoji="1" sz="40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4pPr>
      <a:lvl5pPr algn="ctr" rtl="0" eaLnBrk="1" fontAlgn="base" hangingPunct="1">
        <a:spcBef>
          <a:spcPct val="0"/>
        </a:spcBef>
        <a:spcAft>
          <a:spcPct val="0"/>
        </a:spcAft>
        <a:defRPr kumimoji="1" sz="40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5pPr>
      <a:lvl6pPr marL="457200" algn="ctr" rtl="0" eaLnBrk="1" fontAlgn="base" hangingPunct="1">
        <a:spcBef>
          <a:spcPct val="0"/>
        </a:spcBef>
        <a:spcAft>
          <a:spcPct val="0"/>
        </a:spcAft>
        <a:defRPr sz="5200">
          <a:solidFill>
            <a:schemeClr val="bg1"/>
          </a:solidFill>
          <a:latin typeface="Arial" panose="020B0604020202090204" pitchFamily="34" charset="0"/>
          <a:ea typeface="黑体" panose="02010609060101010101" pitchFamily="2" charset="-122"/>
        </a:defRPr>
      </a:lvl6pPr>
      <a:lvl7pPr marL="914400" algn="ctr" rtl="0" eaLnBrk="1" fontAlgn="base" hangingPunct="1">
        <a:spcBef>
          <a:spcPct val="0"/>
        </a:spcBef>
        <a:spcAft>
          <a:spcPct val="0"/>
        </a:spcAft>
        <a:defRPr sz="5200">
          <a:solidFill>
            <a:schemeClr val="bg1"/>
          </a:solidFill>
          <a:latin typeface="Arial" panose="020B0604020202090204" pitchFamily="34" charset="0"/>
          <a:ea typeface="黑体" panose="02010609060101010101" pitchFamily="2" charset="-122"/>
        </a:defRPr>
      </a:lvl7pPr>
      <a:lvl8pPr marL="1371600" algn="ctr" rtl="0" eaLnBrk="1" fontAlgn="base" hangingPunct="1">
        <a:spcBef>
          <a:spcPct val="0"/>
        </a:spcBef>
        <a:spcAft>
          <a:spcPct val="0"/>
        </a:spcAft>
        <a:defRPr sz="5200">
          <a:solidFill>
            <a:schemeClr val="bg1"/>
          </a:solidFill>
          <a:latin typeface="Arial" panose="020B0604020202090204" pitchFamily="34" charset="0"/>
          <a:ea typeface="黑体" panose="02010609060101010101" pitchFamily="2" charset="-122"/>
        </a:defRPr>
      </a:lvl8pPr>
      <a:lvl9pPr marL="1828800" algn="ctr" rtl="0" eaLnBrk="1" fontAlgn="base" hangingPunct="1">
        <a:spcBef>
          <a:spcPct val="0"/>
        </a:spcBef>
        <a:spcAft>
          <a:spcPct val="0"/>
        </a:spcAft>
        <a:defRPr sz="5200">
          <a:solidFill>
            <a:schemeClr val="bg1"/>
          </a:solidFill>
          <a:latin typeface="Arial" panose="020B0604020202090204" pitchFamily="34" charset="0"/>
          <a:ea typeface="黑体" panose="02010609060101010101" pitchFamily="2" charset="-122"/>
        </a:defRPr>
      </a:lvl9pPr>
    </p:titleStyle>
    <p:bodyStyle>
      <a:lvl1pPr marL="342900" indent="-342900" algn="l" rtl="0" eaLnBrk="1" fontAlgn="base" hangingPunct="1">
        <a:lnSpc>
          <a:spcPct val="110000"/>
        </a:lnSpc>
        <a:spcBef>
          <a:spcPts val="600"/>
        </a:spcBef>
        <a:spcAft>
          <a:spcPct val="0"/>
        </a:spcAft>
        <a:buClr>
          <a:srgbClr val="0000CC"/>
        </a:buClr>
        <a:buSzPct val="75000"/>
        <a:buFont typeface="Wingdings" panose="05000000000000000000" pitchFamily="2" charset="2"/>
        <a:buChar char="p"/>
        <a:defRPr kumimoji="1" sz="3600">
          <a:solidFill>
            <a:schemeClr val="tx1"/>
          </a:solidFill>
          <a:latin typeface="+mn-lt"/>
          <a:ea typeface="+mn-ea"/>
          <a:cs typeface="微软雅黑" panose="020B0503020204020204" pitchFamily="34" charset="-122"/>
        </a:defRPr>
      </a:lvl1pPr>
      <a:lvl2pPr marL="742950" indent="-285750" algn="l" rtl="0" eaLnBrk="1" fontAlgn="base" hangingPunct="1">
        <a:lnSpc>
          <a:spcPct val="110000"/>
        </a:lnSpc>
        <a:spcBef>
          <a:spcPts val="600"/>
        </a:spcBef>
        <a:spcAft>
          <a:spcPct val="0"/>
        </a:spcAft>
        <a:buClr>
          <a:srgbClr val="0000CC"/>
        </a:buClr>
        <a:buSzPct val="60000"/>
        <a:buFont typeface="Wingdings" panose="05000000000000000000" pitchFamily="2" charset="2"/>
        <a:buChar char="Ø"/>
        <a:defRPr kumimoji="1" sz="3200">
          <a:solidFill>
            <a:schemeClr val="tx1"/>
          </a:solidFill>
          <a:latin typeface="+mn-lt"/>
          <a:ea typeface="+mn-ea"/>
          <a:cs typeface="微软雅黑" panose="020B0503020204020204" pitchFamily="34" charset="-122"/>
        </a:defRPr>
      </a:lvl2pPr>
      <a:lvl3pPr marL="1143000" indent="-228600" algn="l" rtl="0" eaLnBrk="1" fontAlgn="base" hangingPunct="1">
        <a:lnSpc>
          <a:spcPct val="110000"/>
        </a:lnSpc>
        <a:spcBef>
          <a:spcPts val="600"/>
        </a:spcBef>
        <a:spcAft>
          <a:spcPct val="0"/>
        </a:spcAft>
        <a:buClr>
          <a:srgbClr val="0000CC"/>
        </a:buClr>
        <a:buChar char="•"/>
        <a:defRPr kumimoji="1" sz="2800">
          <a:solidFill>
            <a:schemeClr val="tx1"/>
          </a:solidFill>
          <a:latin typeface="+mn-lt"/>
          <a:ea typeface="+mn-ea"/>
          <a:cs typeface="微软雅黑" panose="020B0503020204020204" pitchFamily="34" charset="-122"/>
        </a:defRPr>
      </a:lvl3pPr>
      <a:lvl4pPr marL="1600200" indent="-228600" algn="l" rtl="0" eaLnBrk="1" fontAlgn="base" hangingPunct="1">
        <a:lnSpc>
          <a:spcPct val="110000"/>
        </a:lnSpc>
        <a:spcBef>
          <a:spcPts val="600"/>
        </a:spcBef>
        <a:spcAft>
          <a:spcPct val="0"/>
        </a:spcAft>
        <a:buClr>
          <a:srgbClr val="0000FF"/>
        </a:buClr>
        <a:buFont typeface="Arial" panose="020B0604020202090204" pitchFamily="34" charset="0"/>
        <a:buChar char="–"/>
        <a:defRPr kumimoji="1" sz="2400">
          <a:solidFill>
            <a:schemeClr val="tx1"/>
          </a:solidFill>
          <a:latin typeface="+mn-lt"/>
          <a:ea typeface="+mn-ea"/>
          <a:cs typeface="微软雅黑" panose="020B0503020204020204" pitchFamily="34" charset="-122"/>
        </a:defRPr>
      </a:lvl4pPr>
      <a:lvl5pPr marL="2057400" indent="-228600" algn="l" rtl="0" eaLnBrk="1" fontAlgn="base" hangingPunct="1">
        <a:lnSpc>
          <a:spcPct val="110000"/>
        </a:lnSpc>
        <a:spcBef>
          <a:spcPts val="600"/>
        </a:spcBef>
        <a:spcAft>
          <a:spcPct val="0"/>
        </a:spcAft>
        <a:buClr>
          <a:srgbClr val="0000FF"/>
        </a:buClr>
        <a:buFont typeface="Arial" panose="020B0604020202090204" pitchFamily="34" charset="0"/>
        <a:buChar char="»"/>
        <a:defRPr kumimoji="1" sz="2000">
          <a:solidFill>
            <a:schemeClr val="tx1"/>
          </a:solidFill>
          <a:latin typeface="+mn-lt"/>
          <a:ea typeface="+mn-ea"/>
          <a:cs typeface="微软雅黑" panose="020B0503020204020204" pitchFamily="34" charset="-122"/>
        </a:defRPr>
      </a:lvl5pPr>
      <a:lvl6pPr marL="2514600" indent="-228600" algn="l" rtl="0" eaLnBrk="1" fontAlgn="base" hangingPunct="1">
        <a:lnSpc>
          <a:spcPct val="90000"/>
        </a:lnSpc>
        <a:spcBef>
          <a:spcPct val="20000"/>
        </a:spcBef>
        <a:spcAft>
          <a:spcPct val="0"/>
        </a:spcAft>
        <a:buClr>
          <a:srgbClr val="042672"/>
        </a:buClr>
        <a:buChar char="»"/>
        <a:defRPr sz="2400">
          <a:solidFill>
            <a:schemeClr val="tx1"/>
          </a:solidFill>
          <a:latin typeface="+mn-lt"/>
          <a:ea typeface="+mn-ea"/>
        </a:defRPr>
      </a:lvl6pPr>
      <a:lvl7pPr marL="2971800" indent="-228600" algn="l" rtl="0" eaLnBrk="1" fontAlgn="base" hangingPunct="1">
        <a:lnSpc>
          <a:spcPct val="90000"/>
        </a:lnSpc>
        <a:spcBef>
          <a:spcPct val="20000"/>
        </a:spcBef>
        <a:spcAft>
          <a:spcPct val="0"/>
        </a:spcAft>
        <a:buClr>
          <a:srgbClr val="042672"/>
        </a:buClr>
        <a:buChar char="»"/>
        <a:defRPr sz="2400">
          <a:solidFill>
            <a:schemeClr val="tx1"/>
          </a:solidFill>
          <a:latin typeface="+mn-lt"/>
          <a:ea typeface="+mn-ea"/>
        </a:defRPr>
      </a:lvl7pPr>
      <a:lvl8pPr marL="3429000" indent="-228600" algn="l" rtl="0" eaLnBrk="1" fontAlgn="base" hangingPunct="1">
        <a:lnSpc>
          <a:spcPct val="90000"/>
        </a:lnSpc>
        <a:spcBef>
          <a:spcPct val="20000"/>
        </a:spcBef>
        <a:spcAft>
          <a:spcPct val="0"/>
        </a:spcAft>
        <a:buClr>
          <a:srgbClr val="042672"/>
        </a:buClr>
        <a:buChar char="»"/>
        <a:defRPr sz="2400">
          <a:solidFill>
            <a:schemeClr val="tx1"/>
          </a:solidFill>
          <a:latin typeface="+mn-lt"/>
          <a:ea typeface="+mn-ea"/>
        </a:defRPr>
      </a:lvl8pPr>
      <a:lvl9pPr marL="3886200" indent="-228600" algn="l" rtl="0" eaLnBrk="1" fontAlgn="base" hangingPunct="1">
        <a:lnSpc>
          <a:spcPct val="90000"/>
        </a:lnSpc>
        <a:spcBef>
          <a:spcPct val="20000"/>
        </a:spcBef>
        <a:spcAft>
          <a:spcPct val="0"/>
        </a:spcAft>
        <a:buClr>
          <a:srgbClr val="042672"/>
        </a:buClr>
        <a:buChar char="»"/>
        <a:defRPr sz="24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slide" Target="slide34.xml"/><Relationship Id="rId3" Type="http://schemas.openxmlformats.org/officeDocument/2006/relationships/slide" Target="slide15.xml"/><Relationship Id="rId2" Type="http://schemas.openxmlformats.org/officeDocument/2006/relationships/slide" Target="slide7.xml"/><Relationship Id="rId1" Type="http://schemas.openxmlformats.org/officeDocument/2006/relationships/slide" Target="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jpe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4.png"/><Relationship Id="rId1" Type="http://schemas.openxmlformats.org/officeDocument/2006/relationships/image" Target="../media/image13.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5.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6.png"/></Relationships>
</file>

<file path=ppt/slides/_rels/slide13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7.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9.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7.xml"/><Relationship Id="rId2" Type="http://schemas.openxmlformats.org/officeDocument/2006/relationships/image" Target="../media/image18.png"/><Relationship Id="rId1" Type="http://schemas.openxmlformats.org/officeDocument/2006/relationships/oleObject" Target="../embeddings/oleObject9.bin"/></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lang="zh-CN" altLang="en-US" b="1" dirty="0">
                <a:ea typeface="宋体" pitchFamily="2" charset="-122"/>
              </a:rPr>
              <a:t>数据结构与程序设计</a:t>
            </a:r>
            <a:br>
              <a:rPr lang="en-US" altLang="zh-CN" dirty="0">
                <a:ea typeface="宋体" pitchFamily="2" charset="-122"/>
              </a:rPr>
            </a:br>
            <a:r>
              <a:rPr lang="en-US" altLang="zh-CN" sz="4000" dirty="0">
                <a:ea typeface="宋体" pitchFamily="2" charset="-122"/>
              </a:rPr>
              <a:t>(</a:t>
            </a:r>
            <a:r>
              <a:rPr lang="en-US" altLang="zh-CN" sz="4000" dirty="0">
                <a:solidFill>
                  <a:srgbClr val="7030A0"/>
                </a:solidFill>
                <a:ea typeface="宋体" pitchFamily="2" charset="-122"/>
              </a:rPr>
              <a:t>D</a:t>
            </a:r>
            <a:r>
              <a:rPr lang="en-US" altLang="zh-CN" sz="4000" dirty="0">
                <a:ea typeface="宋体" pitchFamily="2" charset="-122"/>
              </a:rPr>
              <a:t>ata </a:t>
            </a:r>
            <a:r>
              <a:rPr lang="en-US" altLang="zh-CN" sz="4000" dirty="0">
                <a:solidFill>
                  <a:srgbClr val="7030A0"/>
                </a:solidFill>
                <a:ea typeface="宋体" pitchFamily="2" charset="-122"/>
              </a:rPr>
              <a:t>S</a:t>
            </a:r>
            <a:r>
              <a:rPr lang="en-US" altLang="zh-CN" sz="4000" dirty="0">
                <a:ea typeface="宋体" pitchFamily="2" charset="-122"/>
              </a:rPr>
              <a:t>tructure and </a:t>
            </a:r>
            <a:r>
              <a:rPr lang="en-US" altLang="zh-CN" sz="4000" dirty="0">
                <a:solidFill>
                  <a:srgbClr val="7030A0"/>
                </a:solidFill>
                <a:ea typeface="宋体" pitchFamily="2" charset="-122"/>
              </a:rPr>
              <a:t>P</a:t>
            </a:r>
            <a:r>
              <a:rPr lang="en-US" altLang="zh-CN" sz="4000" dirty="0">
                <a:ea typeface="宋体" pitchFamily="2" charset="-122"/>
              </a:rPr>
              <a:t>rogramming)</a:t>
            </a:r>
            <a:endParaRPr lang="zh-CN" altLang="en-US" dirty="0"/>
          </a:p>
        </p:txBody>
      </p:sp>
      <p:sp>
        <p:nvSpPr>
          <p:cNvPr id="3" name="副标题 2"/>
          <p:cNvSpPr>
            <a:spLocks noGrp="1"/>
          </p:cNvSpPr>
          <p:nvPr>
            <p:ph type="subTitle" idx="1"/>
          </p:nvPr>
        </p:nvSpPr>
        <p:spPr>
          <a:xfrm>
            <a:off x="1524000" y="3557895"/>
            <a:ext cx="9144000" cy="1699170"/>
          </a:xfrm>
        </p:spPr>
        <p:txBody>
          <a:bodyPr anchor="ctr" anchorCtr="1">
            <a:normAutofit fontScale="92500" lnSpcReduction="10000"/>
          </a:bodyPr>
          <a:lstStyle/>
          <a:p>
            <a:pPr marL="0" indent="0" algn="ctr">
              <a:buNone/>
            </a:pPr>
            <a:r>
              <a:rPr lang="zh-CN" altLang="en-US" sz="4000" dirty="0">
                <a:latin typeface="隶书" panose="02010509060101010101" pitchFamily="49" charset="-122"/>
                <a:ea typeface="隶书" panose="02010509060101010101" pitchFamily="49" charset="-122"/>
              </a:rPr>
              <a:t>数据结构</a:t>
            </a:r>
            <a:endParaRPr lang="en-US" altLang="zh-CN" sz="4000" dirty="0">
              <a:latin typeface="隶书" panose="02010509060101010101" pitchFamily="49" charset="-122"/>
              <a:ea typeface="隶书" panose="02010509060101010101" pitchFamily="49" charset="-122"/>
            </a:endParaRPr>
          </a:p>
          <a:p>
            <a:pPr marL="0" indent="0" algn="ctr">
              <a:buNone/>
            </a:pPr>
            <a:r>
              <a:rPr lang="zh-CN" altLang="en-US" sz="3600" dirty="0">
                <a:latin typeface="楷体" panose="02010609060101010101" pitchFamily="49" charset="-122"/>
                <a:ea typeface="楷体" panose="02010609060101010101" pitchFamily="49" charset="-122"/>
              </a:rPr>
              <a:t>线性表</a:t>
            </a:r>
            <a:endParaRPr lang="en-US" altLang="zh-CN" sz="3600" dirty="0">
              <a:latin typeface="楷体" panose="02010609060101010101" pitchFamily="49" charset="-122"/>
              <a:ea typeface="楷体" panose="02010609060101010101" pitchFamily="49" charset="-122"/>
            </a:endParaRPr>
          </a:p>
          <a:p>
            <a:pPr marL="0" indent="0" algn="ctr">
              <a:buNone/>
            </a:pPr>
            <a:r>
              <a:rPr lang="zh-CN" altLang="en-US" sz="3600" b="0" dirty="0">
                <a:latin typeface="楷体" panose="02010609060101010101" pitchFamily="49" charset="-122"/>
                <a:ea typeface="楷体" panose="02010609060101010101" pitchFamily="49" charset="-122"/>
              </a:rPr>
              <a:t>（</a:t>
            </a:r>
            <a:r>
              <a:rPr lang="en-US" altLang="zh-CN" sz="2800" b="0" kern="0" dirty="0">
                <a:solidFill>
                  <a:schemeClr val="bg1">
                    <a:lumMod val="50000"/>
                  </a:schemeClr>
                </a:solidFill>
                <a:ea typeface="宋体" pitchFamily="2" charset="-122"/>
              </a:rPr>
              <a:t> Linear List </a:t>
            </a:r>
            <a:r>
              <a:rPr lang="zh-CN" altLang="en-US" sz="3600" b="0" dirty="0">
                <a:latin typeface="楷体" panose="02010609060101010101" pitchFamily="49" charset="-122"/>
                <a:ea typeface="楷体" panose="02010609060101010101" pitchFamily="49" charset="-122"/>
              </a:rPr>
              <a:t>）</a:t>
            </a:r>
            <a:endParaRPr lang="en-US" altLang="zh-CN" sz="3600" b="0" dirty="0">
              <a:latin typeface="楷体" panose="02010609060101010101" pitchFamily="49" charset="-122"/>
              <a:ea typeface="楷体" panose="02010609060101010101" pitchFamily="49" charset="-122"/>
            </a:endParaRPr>
          </a:p>
        </p:txBody>
      </p:sp>
      <p:sp>
        <p:nvSpPr>
          <p:cNvPr id="5" name="矩形 4"/>
          <p:cNvSpPr/>
          <p:nvPr/>
        </p:nvSpPr>
        <p:spPr>
          <a:xfrm>
            <a:off x="4987241" y="5949280"/>
            <a:ext cx="2339102" cy="461665"/>
          </a:xfrm>
          <a:prstGeom prst="rect">
            <a:avLst/>
          </a:prstGeom>
        </p:spPr>
        <p:txBody>
          <a:bodyPr wrap="none">
            <a:spAutoFit/>
          </a:bodyPr>
          <a:lstStyle/>
          <a:p>
            <a:pPr algn="ctr"/>
            <a:r>
              <a:rPr lang="zh-CN" altLang="en-US" sz="2400" dirty="0">
                <a:latin typeface="楷体" panose="02010609060101010101" pitchFamily="49" charset="-122"/>
                <a:ea typeface="楷体" panose="02010609060101010101" pitchFamily="49" charset="-122"/>
              </a:rPr>
              <a:t>北航计算机学院</a:t>
            </a:r>
            <a:endParaRPr lang="zh-CN" altLang="en-US" sz="2400" dirty="0">
              <a:latin typeface="楷体" panose="02010609060101010101" pitchFamily="49" charset="-122"/>
              <a:ea typeface="楷体" panose="02010609060101010101" pitchFamily="49" charset="-122"/>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5"/>
          <p:cNvSpPr>
            <a:spLocks noChangeArrowheads="1"/>
          </p:cNvSpPr>
          <p:nvPr/>
        </p:nvSpPr>
        <p:spPr bwMode="auto">
          <a:xfrm>
            <a:off x="1126973" y="951037"/>
            <a:ext cx="9336856" cy="4878288"/>
          </a:xfrm>
          <a:prstGeom prst="rect">
            <a:avLst/>
          </a:prstGeom>
          <a:solidFill>
            <a:srgbClr val="FFFFBD"/>
          </a:solidFill>
          <a:ln w="9525">
            <a:noFill/>
            <a:miter lim="800000"/>
          </a:ln>
          <a:effectLst>
            <a:outerShdw dist="269408" dir="2700000" algn="ctr" rotWithShape="0">
              <a:srgbClr val="B2B2B2"/>
            </a:outerShdw>
          </a:effectLst>
        </p:spPr>
        <p:txBody>
          <a:bodyPr wrap="none" anchor="ctr"/>
          <a:lstStyle/>
          <a:p>
            <a:endParaRPr lang="zh-CN" altLang="en-US"/>
          </a:p>
        </p:txBody>
      </p:sp>
      <p:sp>
        <p:nvSpPr>
          <p:cNvPr id="48131" name="Oval 6"/>
          <p:cNvSpPr>
            <a:spLocks noChangeArrowheads="1"/>
          </p:cNvSpPr>
          <p:nvPr/>
        </p:nvSpPr>
        <p:spPr bwMode="auto">
          <a:xfrm>
            <a:off x="1308224" y="625600"/>
            <a:ext cx="3145046" cy="650875"/>
          </a:xfrm>
          <a:prstGeom prst="ellipse">
            <a:avLst/>
          </a:prstGeom>
          <a:gradFill rotWithShape="0">
            <a:gsLst>
              <a:gs pos="0">
                <a:srgbClr val="761800"/>
              </a:gs>
              <a:gs pos="50000">
                <a:srgbClr val="FF3300"/>
              </a:gs>
              <a:gs pos="100000">
                <a:srgbClr val="761800"/>
              </a:gs>
            </a:gsLst>
            <a:lin ang="18900000" scaled="1"/>
          </a:gradFill>
          <a:ln w="12700" cap="sq">
            <a:noFill/>
            <a:round/>
          </a:ln>
          <a:effectLst>
            <a:outerShdw dist="102391" dir="1784693" algn="ctr" rotWithShape="0">
              <a:srgbClr val="B2B2B2"/>
            </a:outerShdw>
          </a:effectLst>
        </p:spPr>
        <p:txBody>
          <a:bodyPr wrap="none" anchor="ctr"/>
          <a:lstStyle/>
          <a:p>
            <a:endParaRPr lang="zh-CN" altLang="en-US"/>
          </a:p>
        </p:txBody>
      </p:sp>
      <p:sp>
        <p:nvSpPr>
          <p:cNvPr id="48132" name="Text Box 7"/>
          <p:cNvSpPr txBox="1">
            <a:spLocks noChangeArrowheads="1"/>
          </p:cNvSpPr>
          <p:nvPr/>
        </p:nvSpPr>
        <p:spPr bwMode="auto">
          <a:xfrm rot="20646061">
            <a:off x="1530072" y="439439"/>
            <a:ext cx="3385864" cy="646331"/>
          </a:xfrm>
          <a:prstGeom prst="rect">
            <a:avLst/>
          </a:prstGeom>
          <a:noFill/>
          <a:ln w="12700" cap="sq">
            <a:noFill/>
            <a:miter lim="800000"/>
          </a:ln>
          <a:effectLst>
            <a:outerShdw dist="35921" dir="2700000" algn="ctr" rotWithShape="0">
              <a:schemeClr val="bg1"/>
            </a:outerShdw>
          </a:effectLst>
        </p:spPr>
        <p:txBody>
          <a:bodyPr wrap="square">
            <a:spAutoFit/>
          </a:bodyPr>
          <a:lstStyle/>
          <a:p>
            <a:pPr eaLnBrk="0" fontAlgn="t" hangingPunct="0">
              <a:spcBef>
                <a:spcPct val="50000"/>
              </a:spcBef>
              <a:spcAft>
                <a:spcPct val="0"/>
              </a:spcAft>
            </a:pPr>
            <a:r>
              <a:rPr kumimoji="1" lang="zh-CN" altLang="en-US" sz="3600" b="1" i="1" dirty="0">
                <a:solidFill>
                  <a:srgbClr val="FFFF00"/>
                </a:solidFill>
                <a:latin typeface="Times New Roman" panose="02020503050405090304" pitchFamily="18" charset="0"/>
                <a:ea typeface="黑体" panose="02010609060101010101" pitchFamily="2" charset="-122"/>
              </a:rPr>
              <a:t>本章内容</a:t>
            </a:r>
            <a:endParaRPr kumimoji="1" lang="zh-CN" altLang="en-US" sz="3600" b="1" i="1" dirty="0">
              <a:solidFill>
                <a:srgbClr val="FFFF00"/>
              </a:solidFill>
              <a:latin typeface="Times New Roman" panose="02020503050405090304" pitchFamily="18" charset="0"/>
              <a:ea typeface="黑体" panose="02010609060101010101" pitchFamily="2" charset="-122"/>
            </a:endParaRPr>
          </a:p>
        </p:txBody>
      </p:sp>
      <p:sp>
        <p:nvSpPr>
          <p:cNvPr id="284680" name="Text Box 8">
            <a:hlinkClick r:id="rId1" action="ppaction://hlinksldjump"/>
          </p:cNvPr>
          <p:cNvSpPr txBox="1">
            <a:spLocks noChangeArrowheads="1"/>
          </p:cNvSpPr>
          <p:nvPr/>
        </p:nvSpPr>
        <p:spPr bwMode="auto">
          <a:xfrm>
            <a:off x="1619374" y="1522538"/>
            <a:ext cx="6773316" cy="579437"/>
          </a:xfrm>
          <a:prstGeom prst="rect">
            <a:avLst/>
          </a:prstGeom>
          <a:noFill/>
          <a:ln w="9525">
            <a:noFill/>
            <a:miter lim="800000"/>
          </a:ln>
        </p:spPr>
        <p:txBody>
          <a:bodyPr wrap="square">
            <a:spAutoFit/>
          </a:bodyPr>
          <a:lstStyle/>
          <a:p>
            <a:r>
              <a:rPr kumimoji="1" lang="zh-CN" altLang="en-US" sz="3200" b="1" dirty="0">
                <a:solidFill>
                  <a:srgbClr val="000099"/>
                </a:solidFill>
                <a:ea typeface="幼圆" pitchFamily="49" charset="-122"/>
              </a:rPr>
              <a:t> 2.1</a:t>
            </a:r>
            <a:r>
              <a:rPr kumimoji="1" lang="zh-CN" altLang="en-US" sz="3200" b="1" dirty="0">
                <a:solidFill>
                  <a:srgbClr val="000099"/>
                </a:solidFill>
                <a:latin typeface="幼圆" pitchFamily="49" charset="-122"/>
                <a:ea typeface="幼圆" pitchFamily="49" charset="-122"/>
              </a:rPr>
              <a:t>  线性表的基本概念</a:t>
            </a:r>
            <a:endParaRPr lang="zh-CN" altLang="en-US" sz="2400" b="1" dirty="0">
              <a:solidFill>
                <a:srgbClr val="000099"/>
              </a:solidFill>
              <a:latin typeface="幼圆" pitchFamily="49" charset="-122"/>
              <a:ea typeface="幼圆" pitchFamily="49" charset="-122"/>
            </a:endParaRPr>
          </a:p>
        </p:txBody>
      </p:sp>
      <p:sp>
        <p:nvSpPr>
          <p:cNvPr id="284681" name="Rectangle 9">
            <a:hlinkClick r:id="rId2" action="ppaction://hlinksldjump"/>
          </p:cNvPr>
          <p:cNvSpPr>
            <a:spLocks noChangeArrowheads="1"/>
          </p:cNvSpPr>
          <p:nvPr/>
        </p:nvSpPr>
        <p:spPr bwMode="auto">
          <a:xfrm>
            <a:off x="1613023" y="2038474"/>
            <a:ext cx="7567767" cy="579438"/>
          </a:xfrm>
          <a:prstGeom prst="rect">
            <a:avLst/>
          </a:prstGeom>
          <a:noFill/>
          <a:ln w="9525">
            <a:noFill/>
            <a:miter lim="800000"/>
          </a:ln>
        </p:spPr>
        <p:txBody>
          <a:bodyPr wrap="square">
            <a:spAutoFit/>
          </a:bodyPr>
          <a:lstStyle/>
          <a:p>
            <a:pPr eaLnBrk="1" fontAlgn="base" hangingPunct="1">
              <a:spcBef>
                <a:spcPct val="20000"/>
              </a:spcBef>
              <a:buClr>
                <a:schemeClr val="tx2"/>
              </a:buClr>
            </a:pPr>
            <a:r>
              <a:rPr kumimoji="1" lang="zh-CN" altLang="en-US" sz="3200" b="1" dirty="0">
                <a:solidFill>
                  <a:srgbClr val="000099"/>
                </a:solidFill>
                <a:ea typeface="幼圆" pitchFamily="49" charset="-122"/>
              </a:rPr>
              <a:t> 2.2</a:t>
            </a:r>
            <a:r>
              <a:rPr kumimoji="1" lang="zh-CN" altLang="en-US" sz="3200" b="1" dirty="0">
                <a:solidFill>
                  <a:srgbClr val="000099"/>
                </a:solidFill>
                <a:latin typeface="幼圆" pitchFamily="49" charset="-122"/>
                <a:ea typeface="幼圆" pitchFamily="49" charset="-122"/>
              </a:rPr>
              <a:t>  线性表的顺序存储结构</a:t>
            </a:r>
            <a:endParaRPr kumimoji="1" lang="zh-CN" altLang="en-US" sz="3200" b="1" dirty="0">
              <a:solidFill>
                <a:srgbClr val="000099"/>
              </a:solidFill>
              <a:latin typeface="幼圆" pitchFamily="49" charset="-122"/>
              <a:ea typeface="幼圆" pitchFamily="49" charset="-122"/>
            </a:endParaRPr>
          </a:p>
        </p:txBody>
      </p:sp>
      <p:sp>
        <p:nvSpPr>
          <p:cNvPr id="284682" name="Rectangle 10">
            <a:hlinkClick r:id="rId3" action="ppaction://hlinksldjump"/>
          </p:cNvPr>
          <p:cNvSpPr>
            <a:spLocks noChangeArrowheads="1"/>
          </p:cNvSpPr>
          <p:nvPr/>
        </p:nvSpPr>
        <p:spPr bwMode="auto">
          <a:xfrm>
            <a:off x="1725738" y="2560763"/>
            <a:ext cx="7422390" cy="579437"/>
          </a:xfrm>
          <a:prstGeom prst="rect">
            <a:avLst/>
          </a:prstGeom>
          <a:noFill/>
          <a:ln w="9525">
            <a:noFill/>
            <a:miter lim="800000"/>
          </a:ln>
        </p:spPr>
        <p:txBody>
          <a:bodyPr wrap="square">
            <a:spAutoFit/>
          </a:bodyPr>
          <a:lstStyle/>
          <a:p>
            <a:pPr eaLnBrk="1" fontAlgn="base" hangingPunct="1">
              <a:spcBef>
                <a:spcPct val="20000"/>
              </a:spcBef>
              <a:buClr>
                <a:schemeClr val="tx2"/>
              </a:buClr>
            </a:pPr>
            <a:r>
              <a:rPr kumimoji="1" lang="zh-CN" altLang="en-US" sz="3200" b="1" dirty="0">
                <a:solidFill>
                  <a:srgbClr val="000099"/>
                </a:solidFill>
                <a:ea typeface="幼圆" pitchFamily="49" charset="-122"/>
              </a:rPr>
              <a:t>2.3</a:t>
            </a:r>
            <a:r>
              <a:rPr kumimoji="1" lang="zh-CN" altLang="en-US" sz="3200" b="1" dirty="0">
                <a:solidFill>
                  <a:srgbClr val="000099"/>
                </a:solidFill>
                <a:latin typeface="幼圆" pitchFamily="49" charset="-122"/>
                <a:ea typeface="幼圆" pitchFamily="49" charset="-122"/>
              </a:rPr>
              <a:t>  线性链表及其操作</a:t>
            </a:r>
            <a:endParaRPr kumimoji="1" lang="zh-CN" altLang="en-US" sz="3200" b="1" dirty="0">
              <a:solidFill>
                <a:srgbClr val="000099"/>
              </a:solidFill>
              <a:latin typeface="幼圆" pitchFamily="49" charset="-122"/>
              <a:ea typeface="幼圆" pitchFamily="49" charset="-122"/>
            </a:endParaRPr>
          </a:p>
        </p:txBody>
      </p:sp>
      <p:sp>
        <p:nvSpPr>
          <p:cNvPr id="284683" name="Rectangle 11">
            <a:hlinkClick r:id="rId4" action="ppaction://hlinksldjump"/>
          </p:cNvPr>
          <p:cNvSpPr>
            <a:spLocks noChangeArrowheads="1"/>
          </p:cNvSpPr>
          <p:nvPr/>
        </p:nvSpPr>
        <p:spPr bwMode="auto">
          <a:xfrm>
            <a:off x="1703511" y="3105274"/>
            <a:ext cx="6173381" cy="579438"/>
          </a:xfrm>
          <a:prstGeom prst="rect">
            <a:avLst/>
          </a:prstGeom>
          <a:noFill/>
          <a:ln w="9525">
            <a:noFill/>
            <a:miter lim="800000"/>
          </a:ln>
        </p:spPr>
        <p:txBody>
          <a:bodyPr wrap="square">
            <a:spAutoFit/>
          </a:bodyPr>
          <a:lstStyle/>
          <a:p>
            <a:pPr eaLnBrk="1" fontAlgn="base" hangingPunct="1">
              <a:spcBef>
                <a:spcPct val="20000"/>
              </a:spcBef>
              <a:buClr>
                <a:schemeClr val="tx2"/>
              </a:buClr>
            </a:pPr>
            <a:r>
              <a:rPr kumimoji="1" lang="zh-CN" altLang="en-US" sz="3200" b="1" dirty="0">
                <a:solidFill>
                  <a:srgbClr val="000099"/>
                </a:solidFill>
                <a:ea typeface="幼圆" pitchFamily="49" charset="-122"/>
              </a:rPr>
              <a:t>2.4</a:t>
            </a:r>
            <a:r>
              <a:rPr kumimoji="1" lang="zh-CN" altLang="en-US" sz="3200" b="1" dirty="0">
                <a:solidFill>
                  <a:srgbClr val="000099"/>
                </a:solidFill>
                <a:latin typeface="幼圆" pitchFamily="49" charset="-122"/>
                <a:ea typeface="幼圆" pitchFamily="49" charset="-122"/>
              </a:rPr>
              <a:t>  循环链表及其操作</a:t>
            </a:r>
            <a:endParaRPr kumimoji="1" lang="zh-CN" altLang="en-US" sz="3200" b="1" dirty="0">
              <a:solidFill>
                <a:srgbClr val="000099"/>
              </a:solidFill>
              <a:latin typeface="幼圆" pitchFamily="49" charset="-122"/>
              <a:ea typeface="幼圆" pitchFamily="49" charset="-122"/>
            </a:endParaRPr>
          </a:p>
        </p:txBody>
      </p:sp>
      <p:sp>
        <p:nvSpPr>
          <p:cNvPr id="284684" name="Rectangle 12">
            <a:hlinkClick r:id="" action="ppaction://noaction"/>
          </p:cNvPr>
          <p:cNvSpPr>
            <a:spLocks noChangeArrowheads="1"/>
          </p:cNvSpPr>
          <p:nvPr/>
        </p:nvSpPr>
        <p:spPr bwMode="auto">
          <a:xfrm>
            <a:off x="1703512" y="3645024"/>
            <a:ext cx="5976816" cy="579438"/>
          </a:xfrm>
          <a:prstGeom prst="rect">
            <a:avLst/>
          </a:prstGeom>
          <a:noFill/>
          <a:ln w="9525">
            <a:noFill/>
            <a:miter lim="800000"/>
          </a:ln>
        </p:spPr>
        <p:txBody>
          <a:bodyPr wrap="square">
            <a:spAutoFit/>
          </a:bodyPr>
          <a:lstStyle/>
          <a:p>
            <a:pPr eaLnBrk="1" fontAlgn="base" hangingPunct="1">
              <a:spcBef>
                <a:spcPct val="20000"/>
              </a:spcBef>
              <a:buClr>
                <a:schemeClr val="tx2"/>
              </a:buClr>
            </a:pPr>
            <a:r>
              <a:rPr kumimoji="1" lang="zh-CN" altLang="en-US" sz="3200" b="1" dirty="0">
                <a:solidFill>
                  <a:srgbClr val="000099"/>
                </a:solidFill>
                <a:ea typeface="幼圆" pitchFamily="49" charset="-122"/>
              </a:rPr>
              <a:t>2.5</a:t>
            </a:r>
            <a:r>
              <a:rPr kumimoji="1" lang="zh-CN" altLang="en-US" sz="3200" b="1" dirty="0">
                <a:solidFill>
                  <a:srgbClr val="000099"/>
                </a:solidFill>
                <a:latin typeface="幼圆" pitchFamily="49" charset="-122"/>
                <a:ea typeface="幼圆" pitchFamily="49" charset="-122"/>
              </a:rPr>
              <a:t>  双向链表及其操作</a:t>
            </a:r>
            <a:endParaRPr kumimoji="1" lang="zh-CN" altLang="en-US" sz="3200" b="1" dirty="0">
              <a:solidFill>
                <a:srgbClr val="000099"/>
              </a:solidFill>
              <a:latin typeface="幼圆" pitchFamily="49" charset="-122"/>
              <a:ea typeface="幼圆" pitchFamily="49" charset="-122"/>
            </a:endParaRPr>
          </a:p>
        </p:txBody>
      </p:sp>
      <p:sp>
        <p:nvSpPr>
          <p:cNvPr id="284685" name="Rectangle 13"/>
          <p:cNvSpPr>
            <a:spLocks noChangeArrowheads="1"/>
          </p:cNvSpPr>
          <p:nvPr/>
        </p:nvSpPr>
        <p:spPr bwMode="auto">
          <a:xfrm>
            <a:off x="1593973" y="4229224"/>
            <a:ext cx="6388375" cy="579438"/>
          </a:xfrm>
          <a:prstGeom prst="rect">
            <a:avLst/>
          </a:prstGeom>
          <a:noFill/>
          <a:ln w="9525">
            <a:noFill/>
            <a:miter lim="800000"/>
          </a:ln>
        </p:spPr>
        <p:txBody>
          <a:bodyPr wrap="square">
            <a:spAutoFit/>
          </a:bodyPr>
          <a:lstStyle/>
          <a:p>
            <a:pPr eaLnBrk="1" fontAlgn="base" hangingPunct="1">
              <a:spcBef>
                <a:spcPct val="20000"/>
              </a:spcBef>
              <a:buClr>
                <a:schemeClr val="tx2"/>
              </a:buClr>
            </a:pPr>
            <a:r>
              <a:rPr kumimoji="1" lang="zh-CN" altLang="en-US" sz="3200" dirty="0">
                <a:solidFill>
                  <a:srgbClr val="B2B2B2"/>
                </a:solidFill>
                <a:ea typeface="幼圆" pitchFamily="49" charset="-122"/>
              </a:rPr>
              <a:t> </a:t>
            </a:r>
            <a:r>
              <a:rPr kumimoji="1" lang="zh-CN" altLang="en-US" sz="3200" b="1" dirty="0">
                <a:solidFill>
                  <a:srgbClr val="000099"/>
                </a:solidFill>
                <a:latin typeface="幼圆" pitchFamily="49" charset="-122"/>
                <a:ea typeface="幼圆" pitchFamily="49" charset="-122"/>
              </a:rPr>
              <a:t>2.6  链表应用举例</a:t>
            </a:r>
            <a:endParaRPr kumimoji="1" lang="zh-CN" altLang="en-US" sz="3200" b="1" dirty="0">
              <a:solidFill>
                <a:srgbClr val="000099"/>
              </a:solidFill>
              <a:latin typeface="幼圆" pitchFamily="49" charset="-122"/>
              <a:ea typeface="幼圆" pitchFamily="49" charset="-122"/>
            </a:endParaRPr>
          </a:p>
        </p:txBody>
      </p:sp>
      <p:grpSp>
        <p:nvGrpSpPr>
          <p:cNvPr id="2" name="Group 81"/>
          <p:cNvGrpSpPr/>
          <p:nvPr/>
        </p:nvGrpSpPr>
        <p:grpSpPr bwMode="auto">
          <a:xfrm>
            <a:off x="1536823" y="2476625"/>
            <a:ext cx="8501453" cy="2441199"/>
            <a:chOff x="816" y="1718"/>
            <a:chExt cx="4152" cy="1138"/>
          </a:xfrm>
        </p:grpSpPr>
        <p:sp>
          <p:nvSpPr>
            <p:cNvPr id="48174" name="Oval 82"/>
            <p:cNvSpPr>
              <a:spLocks noChangeArrowheads="1"/>
            </p:cNvSpPr>
            <p:nvPr/>
          </p:nvSpPr>
          <p:spPr bwMode="auto">
            <a:xfrm>
              <a:off x="816" y="1752"/>
              <a:ext cx="3792" cy="1104"/>
            </a:xfrm>
            <a:prstGeom prst="ellipse">
              <a:avLst/>
            </a:prstGeom>
            <a:noFill/>
            <a:ln w="38100">
              <a:solidFill>
                <a:srgbClr val="FF0000"/>
              </a:solidFill>
              <a:prstDash val="lgDash"/>
              <a:round/>
            </a:ln>
          </p:spPr>
          <p:txBody>
            <a:bodyPr wrap="none" anchor="ctr"/>
            <a:lstStyle/>
            <a:p>
              <a:endParaRPr lang="zh-CN" altLang="en-US"/>
            </a:p>
          </p:txBody>
        </p:sp>
        <p:sp>
          <p:nvSpPr>
            <p:cNvPr id="48175" name="Rectangle 83"/>
            <p:cNvSpPr>
              <a:spLocks noChangeArrowheads="1"/>
            </p:cNvSpPr>
            <p:nvPr/>
          </p:nvSpPr>
          <p:spPr bwMode="auto">
            <a:xfrm>
              <a:off x="4651" y="1718"/>
              <a:ext cx="317" cy="885"/>
            </a:xfrm>
            <a:prstGeom prst="rect">
              <a:avLst/>
            </a:prstGeom>
            <a:noFill/>
            <a:ln w="12700" cap="sq">
              <a:noFill/>
              <a:miter lim="800000"/>
            </a:ln>
            <a:effectLst>
              <a:outerShdw dist="12700" dir="5400000" algn="ctr" rotWithShape="0">
                <a:srgbClr val="000000"/>
              </a:outerShdw>
            </a:effectLst>
          </p:spPr>
          <p:txBody>
            <a:bodyPr>
              <a:spAutoFit/>
            </a:bodyPr>
            <a:lstStyle/>
            <a:p>
              <a:pPr algn="ctr">
                <a:lnSpc>
                  <a:spcPct val="85000"/>
                </a:lnSpc>
                <a:spcBef>
                  <a:spcPct val="0"/>
                </a:spcBef>
              </a:pPr>
              <a:r>
                <a:rPr lang="zh-CN" altLang="en-US" sz="2300" dirty="0">
                  <a:solidFill>
                    <a:srgbClr val="FF3300"/>
                  </a:solidFill>
                  <a:latin typeface="黑体" panose="02010609060101010101" pitchFamily="2" charset="-122"/>
                  <a:ea typeface="黑体" panose="02010609060101010101" pitchFamily="2" charset="-122"/>
                </a:rPr>
                <a:t>链</a:t>
              </a:r>
              <a:endParaRPr lang="zh-CN" altLang="en-US" sz="2300" dirty="0">
                <a:solidFill>
                  <a:srgbClr val="FF3300"/>
                </a:solidFill>
                <a:latin typeface="黑体" panose="02010609060101010101" pitchFamily="2" charset="-122"/>
                <a:ea typeface="黑体" panose="02010609060101010101" pitchFamily="2" charset="-122"/>
              </a:endParaRPr>
            </a:p>
            <a:p>
              <a:pPr algn="ctr">
                <a:lnSpc>
                  <a:spcPct val="85000"/>
                </a:lnSpc>
                <a:spcBef>
                  <a:spcPct val="0"/>
                </a:spcBef>
              </a:pPr>
              <a:r>
                <a:rPr lang="zh-CN" altLang="en-US" sz="2300" dirty="0">
                  <a:solidFill>
                    <a:srgbClr val="FF3300"/>
                  </a:solidFill>
                  <a:latin typeface="黑体" panose="02010609060101010101" pitchFamily="2" charset="-122"/>
                  <a:ea typeface="黑体" panose="02010609060101010101" pitchFamily="2" charset="-122"/>
                </a:rPr>
                <a:t>式</a:t>
              </a:r>
              <a:endParaRPr lang="zh-CN" altLang="en-US" sz="2300" dirty="0">
                <a:solidFill>
                  <a:srgbClr val="FF3300"/>
                </a:solidFill>
                <a:latin typeface="黑体" panose="02010609060101010101" pitchFamily="2" charset="-122"/>
                <a:ea typeface="黑体" panose="02010609060101010101" pitchFamily="2" charset="-122"/>
              </a:endParaRPr>
            </a:p>
            <a:p>
              <a:pPr algn="ctr">
                <a:lnSpc>
                  <a:spcPct val="85000"/>
                </a:lnSpc>
                <a:spcBef>
                  <a:spcPct val="0"/>
                </a:spcBef>
              </a:pPr>
              <a:r>
                <a:rPr lang="zh-CN" altLang="en-US" sz="2300" dirty="0">
                  <a:solidFill>
                    <a:srgbClr val="FF3300"/>
                  </a:solidFill>
                  <a:latin typeface="黑体" panose="02010609060101010101" pitchFamily="2" charset="-122"/>
                  <a:ea typeface="黑体" panose="02010609060101010101" pitchFamily="2" charset="-122"/>
                </a:rPr>
                <a:t>存</a:t>
              </a:r>
              <a:endParaRPr lang="zh-CN" altLang="en-US" sz="2300" dirty="0">
                <a:solidFill>
                  <a:srgbClr val="FF3300"/>
                </a:solidFill>
                <a:latin typeface="黑体" panose="02010609060101010101" pitchFamily="2" charset="-122"/>
                <a:ea typeface="黑体" panose="02010609060101010101" pitchFamily="2" charset="-122"/>
              </a:endParaRPr>
            </a:p>
            <a:p>
              <a:pPr algn="ctr">
                <a:lnSpc>
                  <a:spcPct val="85000"/>
                </a:lnSpc>
                <a:spcBef>
                  <a:spcPct val="0"/>
                </a:spcBef>
              </a:pPr>
              <a:r>
                <a:rPr lang="zh-CN" altLang="en-US" sz="2300" dirty="0">
                  <a:solidFill>
                    <a:srgbClr val="FF3300"/>
                  </a:solidFill>
                  <a:latin typeface="黑体" panose="02010609060101010101" pitchFamily="2" charset="-122"/>
                  <a:ea typeface="黑体" panose="02010609060101010101" pitchFamily="2" charset="-122"/>
                </a:rPr>
                <a:t>储</a:t>
              </a:r>
              <a:endParaRPr lang="zh-CN" altLang="en-US" sz="2300" dirty="0">
                <a:solidFill>
                  <a:srgbClr val="FF3300"/>
                </a:solidFill>
                <a:latin typeface="黑体" panose="02010609060101010101" pitchFamily="2" charset="-122"/>
                <a:ea typeface="黑体" panose="02010609060101010101" pitchFamily="2" charset="-122"/>
              </a:endParaRPr>
            </a:p>
            <a:p>
              <a:pPr algn="ctr">
                <a:lnSpc>
                  <a:spcPct val="85000"/>
                </a:lnSpc>
                <a:spcBef>
                  <a:spcPct val="0"/>
                </a:spcBef>
              </a:pPr>
              <a:r>
                <a:rPr lang="zh-CN" altLang="en-US" sz="2300" dirty="0">
                  <a:solidFill>
                    <a:srgbClr val="FF3300"/>
                  </a:solidFill>
                  <a:latin typeface="黑体" panose="02010609060101010101" pitchFamily="2" charset="-122"/>
                  <a:ea typeface="黑体" panose="02010609060101010101" pitchFamily="2" charset="-122"/>
                </a:rPr>
                <a:t>结</a:t>
              </a:r>
              <a:endParaRPr lang="zh-CN" altLang="en-US" sz="2300" dirty="0">
                <a:solidFill>
                  <a:srgbClr val="FF3300"/>
                </a:solidFill>
                <a:latin typeface="黑体" panose="02010609060101010101" pitchFamily="2" charset="-122"/>
                <a:ea typeface="黑体" panose="02010609060101010101" pitchFamily="2" charset="-122"/>
              </a:endParaRPr>
            </a:p>
            <a:p>
              <a:pPr algn="ctr">
                <a:lnSpc>
                  <a:spcPct val="85000"/>
                </a:lnSpc>
                <a:spcBef>
                  <a:spcPct val="0"/>
                </a:spcBef>
              </a:pPr>
              <a:r>
                <a:rPr lang="zh-CN" altLang="en-US" sz="2300" dirty="0">
                  <a:solidFill>
                    <a:srgbClr val="FF3300"/>
                  </a:solidFill>
                  <a:latin typeface="黑体" panose="02010609060101010101" pitchFamily="2" charset="-122"/>
                  <a:ea typeface="黑体" panose="02010609060101010101" pitchFamily="2" charset="-122"/>
                </a:rPr>
                <a:t>构</a:t>
              </a:r>
              <a:endParaRPr lang="zh-CN" altLang="en-US" sz="2300" dirty="0">
                <a:solidFill>
                  <a:srgbClr val="FF3300"/>
                </a:solidFill>
                <a:latin typeface="黑体" panose="02010609060101010101" pitchFamily="2" charset="-122"/>
                <a:ea typeface="黑体" panose="02010609060101010101" pitchFamily="2" charset="-122"/>
              </a:endParaRPr>
            </a:p>
          </p:txBody>
        </p:sp>
      </p:grpSp>
      <p:grpSp>
        <p:nvGrpSpPr>
          <p:cNvPr id="3" name="Group 119"/>
          <p:cNvGrpSpPr/>
          <p:nvPr/>
        </p:nvGrpSpPr>
        <p:grpSpPr bwMode="auto">
          <a:xfrm>
            <a:off x="6313612" y="4084763"/>
            <a:ext cx="1668758" cy="1076325"/>
            <a:chOff x="3756" y="3310"/>
            <a:chExt cx="815" cy="678"/>
          </a:xfrm>
        </p:grpSpPr>
        <p:sp>
          <p:nvSpPr>
            <p:cNvPr id="48141" name="Rectangle 120"/>
            <p:cNvSpPr>
              <a:spLocks noChangeArrowheads="1"/>
            </p:cNvSpPr>
            <p:nvPr/>
          </p:nvSpPr>
          <p:spPr bwMode="auto">
            <a:xfrm>
              <a:off x="3855" y="3440"/>
              <a:ext cx="635" cy="408"/>
            </a:xfrm>
            <a:prstGeom prst="rect">
              <a:avLst/>
            </a:prstGeom>
            <a:solidFill>
              <a:srgbClr val="D9D9D9"/>
            </a:solidFill>
            <a:ln w="114300">
              <a:solidFill>
                <a:srgbClr val="FF0000"/>
              </a:solidFill>
              <a:miter lim="800000"/>
            </a:ln>
          </p:spPr>
          <p:txBody>
            <a:bodyPr wrap="none" anchor="ctr"/>
            <a:lstStyle/>
            <a:p>
              <a:endParaRPr lang="zh-CN" altLang="en-US"/>
            </a:p>
          </p:txBody>
        </p:sp>
        <p:sp>
          <p:nvSpPr>
            <p:cNvPr id="48142" name="Freeform 121"/>
            <p:cNvSpPr/>
            <p:nvPr/>
          </p:nvSpPr>
          <p:spPr bwMode="auto">
            <a:xfrm rot="-4617144">
              <a:off x="3760" y="3753"/>
              <a:ext cx="116" cy="34"/>
            </a:xfrm>
            <a:custGeom>
              <a:avLst/>
              <a:gdLst>
                <a:gd name="T0" fmla="*/ 0 w 248"/>
                <a:gd name="T1" fmla="*/ 0 h 191"/>
                <a:gd name="T2" fmla="*/ 0 w 248"/>
                <a:gd name="T3" fmla="*/ 0 h 191"/>
                <a:gd name="T4" fmla="*/ 0 w 248"/>
                <a:gd name="T5" fmla="*/ 0 h 191"/>
                <a:gd name="T6" fmla="*/ 0 w 248"/>
                <a:gd name="T7" fmla="*/ 0 h 191"/>
                <a:gd name="T8" fmla="*/ 0 w 248"/>
                <a:gd name="T9" fmla="*/ 0 h 191"/>
                <a:gd name="T10" fmla="*/ 0 w 248"/>
                <a:gd name="T11" fmla="*/ 0 h 191"/>
                <a:gd name="T12" fmla="*/ 0 w 248"/>
                <a:gd name="T13" fmla="*/ 0 h 191"/>
                <a:gd name="T14" fmla="*/ 0 w 248"/>
                <a:gd name="T15" fmla="*/ 0 h 191"/>
                <a:gd name="T16" fmla="*/ 0 w 248"/>
                <a:gd name="T17" fmla="*/ 0 h 191"/>
                <a:gd name="T18" fmla="*/ 0 w 248"/>
                <a:gd name="T19" fmla="*/ 0 h 191"/>
                <a:gd name="T20" fmla="*/ 0 w 248"/>
                <a:gd name="T21" fmla="*/ 0 h 191"/>
                <a:gd name="T22" fmla="*/ 0 w 248"/>
                <a:gd name="T23" fmla="*/ 0 h 191"/>
                <a:gd name="T24" fmla="*/ 0 w 248"/>
                <a:gd name="T25" fmla="*/ 0 h 191"/>
                <a:gd name="T26" fmla="*/ 0 w 248"/>
                <a:gd name="T27" fmla="*/ 0 h 191"/>
                <a:gd name="T28" fmla="*/ 0 w 248"/>
                <a:gd name="T29" fmla="*/ 0 h 191"/>
                <a:gd name="T30" fmla="*/ 0 w 248"/>
                <a:gd name="T31" fmla="*/ 0 h 191"/>
                <a:gd name="T32" fmla="*/ 0 w 248"/>
                <a:gd name="T33" fmla="*/ 0 h 191"/>
                <a:gd name="T34" fmla="*/ 0 w 248"/>
                <a:gd name="T35" fmla="*/ 0 h 191"/>
                <a:gd name="T36" fmla="*/ 0 w 248"/>
                <a:gd name="T37" fmla="*/ 0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48"/>
                <a:gd name="T58" fmla="*/ 0 h 191"/>
                <a:gd name="T59" fmla="*/ 248 w 248"/>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48" h="191">
                  <a:moveTo>
                    <a:pt x="184" y="36"/>
                  </a:moveTo>
                  <a:cubicBezTo>
                    <a:pt x="127" y="55"/>
                    <a:pt x="150" y="43"/>
                    <a:pt x="112" y="68"/>
                  </a:cubicBezTo>
                  <a:cubicBezTo>
                    <a:pt x="104" y="63"/>
                    <a:pt x="94" y="60"/>
                    <a:pt x="88" y="52"/>
                  </a:cubicBezTo>
                  <a:cubicBezTo>
                    <a:pt x="67" y="26"/>
                    <a:pt x="98" y="10"/>
                    <a:pt x="56" y="52"/>
                  </a:cubicBezTo>
                  <a:cubicBezTo>
                    <a:pt x="51" y="67"/>
                    <a:pt x="41" y="110"/>
                    <a:pt x="24" y="124"/>
                  </a:cubicBezTo>
                  <a:cubicBezTo>
                    <a:pt x="17" y="129"/>
                    <a:pt x="0" y="140"/>
                    <a:pt x="0" y="132"/>
                  </a:cubicBezTo>
                  <a:cubicBezTo>
                    <a:pt x="0" y="122"/>
                    <a:pt x="16" y="121"/>
                    <a:pt x="24" y="116"/>
                  </a:cubicBezTo>
                  <a:cubicBezTo>
                    <a:pt x="29" y="124"/>
                    <a:pt x="36" y="131"/>
                    <a:pt x="40" y="140"/>
                  </a:cubicBezTo>
                  <a:cubicBezTo>
                    <a:pt x="44" y="148"/>
                    <a:pt x="40" y="164"/>
                    <a:pt x="48" y="164"/>
                  </a:cubicBezTo>
                  <a:cubicBezTo>
                    <a:pt x="59" y="164"/>
                    <a:pt x="63" y="146"/>
                    <a:pt x="72" y="140"/>
                  </a:cubicBezTo>
                  <a:cubicBezTo>
                    <a:pt x="79" y="135"/>
                    <a:pt x="88" y="135"/>
                    <a:pt x="96" y="132"/>
                  </a:cubicBezTo>
                  <a:cubicBezTo>
                    <a:pt x="96" y="132"/>
                    <a:pt x="69" y="191"/>
                    <a:pt x="112" y="148"/>
                  </a:cubicBezTo>
                  <a:cubicBezTo>
                    <a:pt x="133" y="127"/>
                    <a:pt x="147" y="97"/>
                    <a:pt x="168" y="76"/>
                  </a:cubicBezTo>
                  <a:cubicBezTo>
                    <a:pt x="171" y="89"/>
                    <a:pt x="166" y="106"/>
                    <a:pt x="176" y="116"/>
                  </a:cubicBezTo>
                  <a:cubicBezTo>
                    <a:pt x="182" y="122"/>
                    <a:pt x="194" y="113"/>
                    <a:pt x="200" y="108"/>
                  </a:cubicBezTo>
                  <a:cubicBezTo>
                    <a:pt x="219" y="92"/>
                    <a:pt x="231" y="69"/>
                    <a:pt x="248" y="52"/>
                  </a:cubicBezTo>
                  <a:cubicBezTo>
                    <a:pt x="233" y="8"/>
                    <a:pt x="218" y="13"/>
                    <a:pt x="184" y="36"/>
                  </a:cubicBezTo>
                  <a:cubicBezTo>
                    <a:pt x="181" y="25"/>
                    <a:pt x="186" y="0"/>
                    <a:pt x="176" y="4"/>
                  </a:cubicBezTo>
                  <a:cubicBezTo>
                    <a:pt x="155" y="13"/>
                    <a:pt x="152" y="44"/>
                    <a:pt x="136" y="60"/>
                  </a:cubicBezTo>
                </a:path>
              </a:pathLst>
            </a:custGeom>
            <a:solidFill>
              <a:srgbClr val="FFFFFF"/>
            </a:solidFill>
            <a:ln w="12700" cap="flat" cmpd="sng">
              <a:noFill/>
              <a:prstDash val="solid"/>
              <a:round/>
            </a:ln>
          </p:spPr>
          <p:txBody>
            <a:bodyPr wrap="none" anchor="ctr"/>
            <a:lstStyle/>
            <a:p>
              <a:endParaRPr lang="zh-CN" altLang="en-US"/>
            </a:p>
          </p:txBody>
        </p:sp>
        <p:sp>
          <p:nvSpPr>
            <p:cNvPr id="48143" name="Freeform 122"/>
            <p:cNvSpPr/>
            <p:nvPr/>
          </p:nvSpPr>
          <p:spPr bwMode="auto">
            <a:xfrm rot="3000623">
              <a:off x="4413" y="3375"/>
              <a:ext cx="141" cy="59"/>
            </a:xfrm>
            <a:custGeom>
              <a:avLst/>
              <a:gdLst>
                <a:gd name="T0" fmla="*/ 1 w 248"/>
                <a:gd name="T1" fmla="*/ 0 h 191"/>
                <a:gd name="T2" fmla="*/ 1 w 248"/>
                <a:gd name="T3" fmla="*/ 0 h 191"/>
                <a:gd name="T4" fmla="*/ 1 w 248"/>
                <a:gd name="T5" fmla="*/ 0 h 191"/>
                <a:gd name="T6" fmla="*/ 1 w 248"/>
                <a:gd name="T7" fmla="*/ 0 h 191"/>
                <a:gd name="T8" fmla="*/ 1 w 248"/>
                <a:gd name="T9" fmla="*/ 0 h 191"/>
                <a:gd name="T10" fmla="*/ 0 w 248"/>
                <a:gd name="T11" fmla="*/ 0 h 191"/>
                <a:gd name="T12" fmla="*/ 1 w 248"/>
                <a:gd name="T13" fmla="*/ 0 h 191"/>
                <a:gd name="T14" fmla="*/ 1 w 248"/>
                <a:gd name="T15" fmla="*/ 0 h 191"/>
                <a:gd name="T16" fmla="*/ 1 w 248"/>
                <a:gd name="T17" fmla="*/ 0 h 191"/>
                <a:gd name="T18" fmla="*/ 1 w 248"/>
                <a:gd name="T19" fmla="*/ 0 h 191"/>
                <a:gd name="T20" fmla="*/ 1 w 248"/>
                <a:gd name="T21" fmla="*/ 0 h 191"/>
                <a:gd name="T22" fmla="*/ 1 w 248"/>
                <a:gd name="T23" fmla="*/ 0 h 191"/>
                <a:gd name="T24" fmla="*/ 1 w 248"/>
                <a:gd name="T25" fmla="*/ 0 h 191"/>
                <a:gd name="T26" fmla="*/ 1 w 248"/>
                <a:gd name="T27" fmla="*/ 0 h 191"/>
                <a:gd name="T28" fmla="*/ 1 w 248"/>
                <a:gd name="T29" fmla="*/ 0 h 191"/>
                <a:gd name="T30" fmla="*/ 1 w 248"/>
                <a:gd name="T31" fmla="*/ 0 h 191"/>
                <a:gd name="T32" fmla="*/ 1 w 248"/>
                <a:gd name="T33" fmla="*/ 0 h 191"/>
                <a:gd name="T34" fmla="*/ 1 w 248"/>
                <a:gd name="T35" fmla="*/ 0 h 191"/>
                <a:gd name="T36" fmla="*/ 1 w 248"/>
                <a:gd name="T37" fmla="*/ 0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48"/>
                <a:gd name="T58" fmla="*/ 0 h 191"/>
                <a:gd name="T59" fmla="*/ 248 w 248"/>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48" h="191">
                  <a:moveTo>
                    <a:pt x="184" y="36"/>
                  </a:moveTo>
                  <a:cubicBezTo>
                    <a:pt x="127" y="55"/>
                    <a:pt x="150" y="43"/>
                    <a:pt x="112" y="68"/>
                  </a:cubicBezTo>
                  <a:cubicBezTo>
                    <a:pt x="104" y="63"/>
                    <a:pt x="94" y="60"/>
                    <a:pt x="88" y="52"/>
                  </a:cubicBezTo>
                  <a:cubicBezTo>
                    <a:pt x="67" y="26"/>
                    <a:pt x="98" y="10"/>
                    <a:pt x="56" y="52"/>
                  </a:cubicBezTo>
                  <a:cubicBezTo>
                    <a:pt x="51" y="67"/>
                    <a:pt x="41" y="110"/>
                    <a:pt x="24" y="124"/>
                  </a:cubicBezTo>
                  <a:cubicBezTo>
                    <a:pt x="17" y="129"/>
                    <a:pt x="0" y="140"/>
                    <a:pt x="0" y="132"/>
                  </a:cubicBezTo>
                  <a:cubicBezTo>
                    <a:pt x="0" y="122"/>
                    <a:pt x="16" y="121"/>
                    <a:pt x="24" y="116"/>
                  </a:cubicBezTo>
                  <a:cubicBezTo>
                    <a:pt x="29" y="124"/>
                    <a:pt x="36" y="131"/>
                    <a:pt x="40" y="140"/>
                  </a:cubicBezTo>
                  <a:cubicBezTo>
                    <a:pt x="44" y="148"/>
                    <a:pt x="40" y="164"/>
                    <a:pt x="48" y="164"/>
                  </a:cubicBezTo>
                  <a:cubicBezTo>
                    <a:pt x="59" y="164"/>
                    <a:pt x="63" y="146"/>
                    <a:pt x="72" y="140"/>
                  </a:cubicBezTo>
                  <a:cubicBezTo>
                    <a:pt x="79" y="135"/>
                    <a:pt x="88" y="135"/>
                    <a:pt x="96" y="132"/>
                  </a:cubicBezTo>
                  <a:cubicBezTo>
                    <a:pt x="96" y="132"/>
                    <a:pt x="69" y="191"/>
                    <a:pt x="112" y="148"/>
                  </a:cubicBezTo>
                  <a:cubicBezTo>
                    <a:pt x="133" y="127"/>
                    <a:pt x="147" y="97"/>
                    <a:pt x="168" y="76"/>
                  </a:cubicBezTo>
                  <a:cubicBezTo>
                    <a:pt x="171" y="89"/>
                    <a:pt x="166" y="106"/>
                    <a:pt x="176" y="116"/>
                  </a:cubicBezTo>
                  <a:cubicBezTo>
                    <a:pt x="182" y="122"/>
                    <a:pt x="194" y="113"/>
                    <a:pt x="200" y="108"/>
                  </a:cubicBezTo>
                  <a:cubicBezTo>
                    <a:pt x="219" y="92"/>
                    <a:pt x="231" y="69"/>
                    <a:pt x="248" y="52"/>
                  </a:cubicBezTo>
                  <a:cubicBezTo>
                    <a:pt x="233" y="8"/>
                    <a:pt x="218" y="13"/>
                    <a:pt x="184" y="36"/>
                  </a:cubicBezTo>
                  <a:cubicBezTo>
                    <a:pt x="181" y="25"/>
                    <a:pt x="186" y="0"/>
                    <a:pt x="176" y="4"/>
                  </a:cubicBezTo>
                  <a:cubicBezTo>
                    <a:pt x="155" y="13"/>
                    <a:pt x="152" y="44"/>
                    <a:pt x="136" y="60"/>
                  </a:cubicBezTo>
                </a:path>
              </a:pathLst>
            </a:custGeom>
            <a:solidFill>
              <a:srgbClr val="FFFFFF"/>
            </a:solidFill>
            <a:ln w="12700" cap="flat" cmpd="sng">
              <a:noFill/>
              <a:prstDash val="solid"/>
              <a:round/>
            </a:ln>
          </p:spPr>
          <p:txBody>
            <a:bodyPr wrap="none" anchor="ctr"/>
            <a:lstStyle/>
            <a:p>
              <a:endParaRPr lang="zh-CN" altLang="en-US"/>
            </a:p>
          </p:txBody>
        </p:sp>
        <p:sp>
          <p:nvSpPr>
            <p:cNvPr id="48144" name="Freeform 123"/>
            <p:cNvSpPr/>
            <p:nvPr/>
          </p:nvSpPr>
          <p:spPr bwMode="auto">
            <a:xfrm rot="18599377" flipH="1">
              <a:off x="4453" y="3813"/>
              <a:ext cx="141" cy="77"/>
            </a:xfrm>
            <a:custGeom>
              <a:avLst/>
              <a:gdLst>
                <a:gd name="T0" fmla="*/ 1 w 248"/>
                <a:gd name="T1" fmla="*/ 0 h 191"/>
                <a:gd name="T2" fmla="*/ 1 w 248"/>
                <a:gd name="T3" fmla="*/ 0 h 191"/>
                <a:gd name="T4" fmla="*/ 1 w 248"/>
                <a:gd name="T5" fmla="*/ 0 h 191"/>
                <a:gd name="T6" fmla="*/ 1 w 248"/>
                <a:gd name="T7" fmla="*/ 0 h 191"/>
                <a:gd name="T8" fmla="*/ 1 w 248"/>
                <a:gd name="T9" fmla="*/ 0 h 191"/>
                <a:gd name="T10" fmla="*/ 0 w 248"/>
                <a:gd name="T11" fmla="*/ 0 h 191"/>
                <a:gd name="T12" fmla="*/ 1 w 248"/>
                <a:gd name="T13" fmla="*/ 0 h 191"/>
                <a:gd name="T14" fmla="*/ 1 w 248"/>
                <a:gd name="T15" fmla="*/ 0 h 191"/>
                <a:gd name="T16" fmla="*/ 1 w 248"/>
                <a:gd name="T17" fmla="*/ 0 h 191"/>
                <a:gd name="T18" fmla="*/ 1 w 248"/>
                <a:gd name="T19" fmla="*/ 0 h 191"/>
                <a:gd name="T20" fmla="*/ 1 w 248"/>
                <a:gd name="T21" fmla="*/ 0 h 191"/>
                <a:gd name="T22" fmla="*/ 1 w 248"/>
                <a:gd name="T23" fmla="*/ 0 h 191"/>
                <a:gd name="T24" fmla="*/ 1 w 248"/>
                <a:gd name="T25" fmla="*/ 0 h 191"/>
                <a:gd name="T26" fmla="*/ 1 w 248"/>
                <a:gd name="T27" fmla="*/ 0 h 191"/>
                <a:gd name="T28" fmla="*/ 1 w 248"/>
                <a:gd name="T29" fmla="*/ 0 h 191"/>
                <a:gd name="T30" fmla="*/ 1 w 248"/>
                <a:gd name="T31" fmla="*/ 0 h 191"/>
                <a:gd name="T32" fmla="*/ 1 w 248"/>
                <a:gd name="T33" fmla="*/ 0 h 191"/>
                <a:gd name="T34" fmla="*/ 1 w 248"/>
                <a:gd name="T35" fmla="*/ 0 h 191"/>
                <a:gd name="T36" fmla="*/ 1 w 248"/>
                <a:gd name="T37" fmla="*/ 0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48"/>
                <a:gd name="T58" fmla="*/ 0 h 191"/>
                <a:gd name="T59" fmla="*/ 248 w 248"/>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48" h="191">
                  <a:moveTo>
                    <a:pt x="184" y="36"/>
                  </a:moveTo>
                  <a:cubicBezTo>
                    <a:pt x="127" y="55"/>
                    <a:pt x="150" y="43"/>
                    <a:pt x="112" y="68"/>
                  </a:cubicBezTo>
                  <a:cubicBezTo>
                    <a:pt x="104" y="63"/>
                    <a:pt x="94" y="60"/>
                    <a:pt x="88" y="52"/>
                  </a:cubicBezTo>
                  <a:cubicBezTo>
                    <a:pt x="67" y="26"/>
                    <a:pt x="98" y="10"/>
                    <a:pt x="56" y="52"/>
                  </a:cubicBezTo>
                  <a:cubicBezTo>
                    <a:pt x="51" y="67"/>
                    <a:pt x="41" y="110"/>
                    <a:pt x="24" y="124"/>
                  </a:cubicBezTo>
                  <a:cubicBezTo>
                    <a:pt x="17" y="129"/>
                    <a:pt x="0" y="140"/>
                    <a:pt x="0" y="132"/>
                  </a:cubicBezTo>
                  <a:cubicBezTo>
                    <a:pt x="0" y="122"/>
                    <a:pt x="16" y="121"/>
                    <a:pt x="24" y="116"/>
                  </a:cubicBezTo>
                  <a:cubicBezTo>
                    <a:pt x="29" y="124"/>
                    <a:pt x="36" y="131"/>
                    <a:pt x="40" y="140"/>
                  </a:cubicBezTo>
                  <a:cubicBezTo>
                    <a:pt x="44" y="148"/>
                    <a:pt x="40" y="164"/>
                    <a:pt x="48" y="164"/>
                  </a:cubicBezTo>
                  <a:cubicBezTo>
                    <a:pt x="59" y="164"/>
                    <a:pt x="63" y="146"/>
                    <a:pt x="72" y="140"/>
                  </a:cubicBezTo>
                  <a:cubicBezTo>
                    <a:pt x="79" y="135"/>
                    <a:pt x="88" y="135"/>
                    <a:pt x="96" y="132"/>
                  </a:cubicBezTo>
                  <a:cubicBezTo>
                    <a:pt x="96" y="132"/>
                    <a:pt x="69" y="191"/>
                    <a:pt x="112" y="148"/>
                  </a:cubicBezTo>
                  <a:cubicBezTo>
                    <a:pt x="133" y="127"/>
                    <a:pt x="147" y="97"/>
                    <a:pt x="168" y="76"/>
                  </a:cubicBezTo>
                  <a:cubicBezTo>
                    <a:pt x="171" y="89"/>
                    <a:pt x="166" y="106"/>
                    <a:pt x="176" y="116"/>
                  </a:cubicBezTo>
                  <a:cubicBezTo>
                    <a:pt x="182" y="122"/>
                    <a:pt x="194" y="113"/>
                    <a:pt x="200" y="108"/>
                  </a:cubicBezTo>
                  <a:cubicBezTo>
                    <a:pt x="219" y="92"/>
                    <a:pt x="231" y="69"/>
                    <a:pt x="248" y="52"/>
                  </a:cubicBezTo>
                  <a:cubicBezTo>
                    <a:pt x="233" y="8"/>
                    <a:pt x="218" y="13"/>
                    <a:pt x="184" y="36"/>
                  </a:cubicBezTo>
                  <a:cubicBezTo>
                    <a:pt x="181" y="25"/>
                    <a:pt x="186" y="0"/>
                    <a:pt x="176" y="4"/>
                  </a:cubicBezTo>
                  <a:cubicBezTo>
                    <a:pt x="155" y="13"/>
                    <a:pt x="152" y="44"/>
                    <a:pt x="136" y="60"/>
                  </a:cubicBezTo>
                </a:path>
              </a:pathLst>
            </a:custGeom>
            <a:solidFill>
              <a:srgbClr val="FFFFFF"/>
            </a:solidFill>
            <a:ln w="12700" cap="flat" cmpd="sng">
              <a:noFill/>
              <a:prstDash val="solid"/>
              <a:round/>
            </a:ln>
          </p:spPr>
          <p:txBody>
            <a:bodyPr wrap="none" anchor="ctr"/>
            <a:lstStyle/>
            <a:p>
              <a:endParaRPr lang="zh-CN" altLang="en-US"/>
            </a:p>
          </p:txBody>
        </p:sp>
        <p:sp>
          <p:nvSpPr>
            <p:cNvPr id="48145" name="Freeform 124"/>
            <p:cNvSpPr/>
            <p:nvPr/>
          </p:nvSpPr>
          <p:spPr bwMode="auto">
            <a:xfrm rot="18599377" flipH="1">
              <a:off x="3965" y="3357"/>
              <a:ext cx="141" cy="48"/>
            </a:xfrm>
            <a:custGeom>
              <a:avLst/>
              <a:gdLst>
                <a:gd name="T0" fmla="*/ 1 w 248"/>
                <a:gd name="T1" fmla="*/ 0 h 191"/>
                <a:gd name="T2" fmla="*/ 1 w 248"/>
                <a:gd name="T3" fmla="*/ 0 h 191"/>
                <a:gd name="T4" fmla="*/ 1 w 248"/>
                <a:gd name="T5" fmla="*/ 0 h 191"/>
                <a:gd name="T6" fmla="*/ 1 w 248"/>
                <a:gd name="T7" fmla="*/ 0 h 191"/>
                <a:gd name="T8" fmla="*/ 1 w 248"/>
                <a:gd name="T9" fmla="*/ 0 h 191"/>
                <a:gd name="T10" fmla="*/ 0 w 248"/>
                <a:gd name="T11" fmla="*/ 0 h 191"/>
                <a:gd name="T12" fmla="*/ 1 w 248"/>
                <a:gd name="T13" fmla="*/ 0 h 191"/>
                <a:gd name="T14" fmla="*/ 1 w 248"/>
                <a:gd name="T15" fmla="*/ 0 h 191"/>
                <a:gd name="T16" fmla="*/ 1 w 248"/>
                <a:gd name="T17" fmla="*/ 0 h 191"/>
                <a:gd name="T18" fmla="*/ 1 w 248"/>
                <a:gd name="T19" fmla="*/ 0 h 191"/>
                <a:gd name="T20" fmla="*/ 1 w 248"/>
                <a:gd name="T21" fmla="*/ 0 h 191"/>
                <a:gd name="T22" fmla="*/ 1 w 248"/>
                <a:gd name="T23" fmla="*/ 0 h 191"/>
                <a:gd name="T24" fmla="*/ 1 w 248"/>
                <a:gd name="T25" fmla="*/ 0 h 191"/>
                <a:gd name="T26" fmla="*/ 1 w 248"/>
                <a:gd name="T27" fmla="*/ 0 h 191"/>
                <a:gd name="T28" fmla="*/ 1 w 248"/>
                <a:gd name="T29" fmla="*/ 0 h 191"/>
                <a:gd name="T30" fmla="*/ 1 w 248"/>
                <a:gd name="T31" fmla="*/ 0 h 191"/>
                <a:gd name="T32" fmla="*/ 1 w 248"/>
                <a:gd name="T33" fmla="*/ 0 h 191"/>
                <a:gd name="T34" fmla="*/ 1 w 248"/>
                <a:gd name="T35" fmla="*/ 0 h 191"/>
                <a:gd name="T36" fmla="*/ 1 w 248"/>
                <a:gd name="T37" fmla="*/ 0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48"/>
                <a:gd name="T58" fmla="*/ 0 h 191"/>
                <a:gd name="T59" fmla="*/ 248 w 248"/>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48" h="191">
                  <a:moveTo>
                    <a:pt x="184" y="36"/>
                  </a:moveTo>
                  <a:cubicBezTo>
                    <a:pt x="127" y="55"/>
                    <a:pt x="150" y="43"/>
                    <a:pt x="112" y="68"/>
                  </a:cubicBezTo>
                  <a:cubicBezTo>
                    <a:pt x="104" y="63"/>
                    <a:pt x="94" y="60"/>
                    <a:pt x="88" y="52"/>
                  </a:cubicBezTo>
                  <a:cubicBezTo>
                    <a:pt x="67" y="26"/>
                    <a:pt x="98" y="10"/>
                    <a:pt x="56" y="52"/>
                  </a:cubicBezTo>
                  <a:cubicBezTo>
                    <a:pt x="51" y="67"/>
                    <a:pt x="41" y="110"/>
                    <a:pt x="24" y="124"/>
                  </a:cubicBezTo>
                  <a:cubicBezTo>
                    <a:pt x="17" y="129"/>
                    <a:pt x="0" y="140"/>
                    <a:pt x="0" y="132"/>
                  </a:cubicBezTo>
                  <a:cubicBezTo>
                    <a:pt x="0" y="122"/>
                    <a:pt x="16" y="121"/>
                    <a:pt x="24" y="116"/>
                  </a:cubicBezTo>
                  <a:cubicBezTo>
                    <a:pt x="29" y="124"/>
                    <a:pt x="36" y="131"/>
                    <a:pt x="40" y="140"/>
                  </a:cubicBezTo>
                  <a:cubicBezTo>
                    <a:pt x="44" y="148"/>
                    <a:pt x="40" y="164"/>
                    <a:pt x="48" y="164"/>
                  </a:cubicBezTo>
                  <a:cubicBezTo>
                    <a:pt x="59" y="164"/>
                    <a:pt x="63" y="146"/>
                    <a:pt x="72" y="140"/>
                  </a:cubicBezTo>
                  <a:cubicBezTo>
                    <a:pt x="79" y="135"/>
                    <a:pt x="88" y="135"/>
                    <a:pt x="96" y="132"/>
                  </a:cubicBezTo>
                  <a:cubicBezTo>
                    <a:pt x="96" y="132"/>
                    <a:pt x="69" y="191"/>
                    <a:pt x="112" y="148"/>
                  </a:cubicBezTo>
                  <a:cubicBezTo>
                    <a:pt x="133" y="127"/>
                    <a:pt x="147" y="97"/>
                    <a:pt x="168" y="76"/>
                  </a:cubicBezTo>
                  <a:cubicBezTo>
                    <a:pt x="171" y="89"/>
                    <a:pt x="166" y="106"/>
                    <a:pt x="176" y="116"/>
                  </a:cubicBezTo>
                  <a:cubicBezTo>
                    <a:pt x="182" y="122"/>
                    <a:pt x="194" y="113"/>
                    <a:pt x="200" y="108"/>
                  </a:cubicBezTo>
                  <a:cubicBezTo>
                    <a:pt x="219" y="92"/>
                    <a:pt x="231" y="69"/>
                    <a:pt x="248" y="52"/>
                  </a:cubicBezTo>
                  <a:cubicBezTo>
                    <a:pt x="233" y="8"/>
                    <a:pt x="218" y="13"/>
                    <a:pt x="184" y="36"/>
                  </a:cubicBezTo>
                  <a:cubicBezTo>
                    <a:pt x="181" y="25"/>
                    <a:pt x="186" y="0"/>
                    <a:pt x="176" y="4"/>
                  </a:cubicBezTo>
                  <a:cubicBezTo>
                    <a:pt x="155" y="13"/>
                    <a:pt x="152" y="44"/>
                    <a:pt x="136" y="60"/>
                  </a:cubicBezTo>
                </a:path>
              </a:pathLst>
            </a:custGeom>
            <a:solidFill>
              <a:srgbClr val="FFFFFF"/>
            </a:solidFill>
            <a:ln w="12700" cap="flat" cmpd="sng">
              <a:noFill/>
              <a:prstDash val="solid"/>
              <a:round/>
            </a:ln>
          </p:spPr>
          <p:txBody>
            <a:bodyPr wrap="none" anchor="ctr"/>
            <a:lstStyle/>
            <a:p>
              <a:endParaRPr lang="zh-CN" altLang="en-US"/>
            </a:p>
          </p:txBody>
        </p:sp>
        <p:sp>
          <p:nvSpPr>
            <p:cNvPr id="48146" name="Freeform 125"/>
            <p:cNvSpPr/>
            <p:nvPr/>
          </p:nvSpPr>
          <p:spPr bwMode="auto">
            <a:xfrm rot="7962202">
              <a:off x="4451" y="3465"/>
              <a:ext cx="113" cy="43"/>
            </a:xfrm>
            <a:custGeom>
              <a:avLst/>
              <a:gdLst>
                <a:gd name="T0" fmla="*/ 0 w 248"/>
                <a:gd name="T1" fmla="*/ 0 h 191"/>
                <a:gd name="T2" fmla="*/ 0 w 248"/>
                <a:gd name="T3" fmla="*/ 0 h 191"/>
                <a:gd name="T4" fmla="*/ 0 w 248"/>
                <a:gd name="T5" fmla="*/ 0 h 191"/>
                <a:gd name="T6" fmla="*/ 0 w 248"/>
                <a:gd name="T7" fmla="*/ 0 h 191"/>
                <a:gd name="T8" fmla="*/ 0 w 248"/>
                <a:gd name="T9" fmla="*/ 0 h 191"/>
                <a:gd name="T10" fmla="*/ 0 w 248"/>
                <a:gd name="T11" fmla="*/ 0 h 191"/>
                <a:gd name="T12" fmla="*/ 0 w 248"/>
                <a:gd name="T13" fmla="*/ 0 h 191"/>
                <a:gd name="T14" fmla="*/ 0 w 248"/>
                <a:gd name="T15" fmla="*/ 0 h 191"/>
                <a:gd name="T16" fmla="*/ 0 w 248"/>
                <a:gd name="T17" fmla="*/ 0 h 191"/>
                <a:gd name="T18" fmla="*/ 0 w 248"/>
                <a:gd name="T19" fmla="*/ 0 h 191"/>
                <a:gd name="T20" fmla="*/ 0 w 248"/>
                <a:gd name="T21" fmla="*/ 0 h 191"/>
                <a:gd name="T22" fmla="*/ 0 w 248"/>
                <a:gd name="T23" fmla="*/ 0 h 191"/>
                <a:gd name="T24" fmla="*/ 0 w 248"/>
                <a:gd name="T25" fmla="*/ 0 h 191"/>
                <a:gd name="T26" fmla="*/ 0 w 248"/>
                <a:gd name="T27" fmla="*/ 0 h 191"/>
                <a:gd name="T28" fmla="*/ 0 w 248"/>
                <a:gd name="T29" fmla="*/ 0 h 191"/>
                <a:gd name="T30" fmla="*/ 0 w 248"/>
                <a:gd name="T31" fmla="*/ 0 h 191"/>
                <a:gd name="T32" fmla="*/ 0 w 248"/>
                <a:gd name="T33" fmla="*/ 0 h 191"/>
                <a:gd name="T34" fmla="*/ 0 w 248"/>
                <a:gd name="T35" fmla="*/ 0 h 191"/>
                <a:gd name="T36" fmla="*/ 0 w 248"/>
                <a:gd name="T37" fmla="*/ 0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48"/>
                <a:gd name="T58" fmla="*/ 0 h 191"/>
                <a:gd name="T59" fmla="*/ 248 w 248"/>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48" h="191">
                  <a:moveTo>
                    <a:pt x="184" y="36"/>
                  </a:moveTo>
                  <a:cubicBezTo>
                    <a:pt x="127" y="55"/>
                    <a:pt x="150" y="43"/>
                    <a:pt x="112" y="68"/>
                  </a:cubicBezTo>
                  <a:cubicBezTo>
                    <a:pt x="104" y="63"/>
                    <a:pt x="94" y="60"/>
                    <a:pt x="88" y="52"/>
                  </a:cubicBezTo>
                  <a:cubicBezTo>
                    <a:pt x="67" y="26"/>
                    <a:pt x="98" y="10"/>
                    <a:pt x="56" y="52"/>
                  </a:cubicBezTo>
                  <a:cubicBezTo>
                    <a:pt x="51" y="67"/>
                    <a:pt x="41" y="110"/>
                    <a:pt x="24" y="124"/>
                  </a:cubicBezTo>
                  <a:cubicBezTo>
                    <a:pt x="17" y="129"/>
                    <a:pt x="0" y="140"/>
                    <a:pt x="0" y="132"/>
                  </a:cubicBezTo>
                  <a:cubicBezTo>
                    <a:pt x="0" y="122"/>
                    <a:pt x="16" y="121"/>
                    <a:pt x="24" y="116"/>
                  </a:cubicBezTo>
                  <a:cubicBezTo>
                    <a:pt x="29" y="124"/>
                    <a:pt x="36" y="131"/>
                    <a:pt x="40" y="140"/>
                  </a:cubicBezTo>
                  <a:cubicBezTo>
                    <a:pt x="44" y="148"/>
                    <a:pt x="40" y="164"/>
                    <a:pt x="48" y="164"/>
                  </a:cubicBezTo>
                  <a:cubicBezTo>
                    <a:pt x="59" y="164"/>
                    <a:pt x="63" y="146"/>
                    <a:pt x="72" y="140"/>
                  </a:cubicBezTo>
                  <a:cubicBezTo>
                    <a:pt x="79" y="135"/>
                    <a:pt x="88" y="135"/>
                    <a:pt x="96" y="132"/>
                  </a:cubicBezTo>
                  <a:cubicBezTo>
                    <a:pt x="96" y="132"/>
                    <a:pt x="69" y="191"/>
                    <a:pt x="112" y="148"/>
                  </a:cubicBezTo>
                  <a:cubicBezTo>
                    <a:pt x="133" y="127"/>
                    <a:pt x="147" y="97"/>
                    <a:pt x="168" y="76"/>
                  </a:cubicBezTo>
                  <a:cubicBezTo>
                    <a:pt x="171" y="89"/>
                    <a:pt x="166" y="106"/>
                    <a:pt x="176" y="116"/>
                  </a:cubicBezTo>
                  <a:cubicBezTo>
                    <a:pt x="182" y="122"/>
                    <a:pt x="194" y="113"/>
                    <a:pt x="200" y="108"/>
                  </a:cubicBezTo>
                  <a:cubicBezTo>
                    <a:pt x="219" y="92"/>
                    <a:pt x="231" y="69"/>
                    <a:pt x="248" y="52"/>
                  </a:cubicBezTo>
                  <a:cubicBezTo>
                    <a:pt x="233" y="8"/>
                    <a:pt x="218" y="13"/>
                    <a:pt x="184" y="36"/>
                  </a:cubicBezTo>
                  <a:cubicBezTo>
                    <a:pt x="181" y="25"/>
                    <a:pt x="186" y="0"/>
                    <a:pt x="176" y="4"/>
                  </a:cubicBezTo>
                  <a:cubicBezTo>
                    <a:pt x="155" y="13"/>
                    <a:pt x="152" y="44"/>
                    <a:pt x="136" y="60"/>
                  </a:cubicBezTo>
                </a:path>
              </a:pathLst>
            </a:custGeom>
            <a:solidFill>
              <a:srgbClr val="FFFFFF"/>
            </a:solidFill>
            <a:ln w="12700" cap="flat" cmpd="sng">
              <a:noFill/>
              <a:prstDash val="solid"/>
              <a:round/>
            </a:ln>
          </p:spPr>
          <p:txBody>
            <a:bodyPr wrap="none" anchor="ctr"/>
            <a:lstStyle/>
            <a:p>
              <a:endParaRPr lang="zh-CN" altLang="en-US"/>
            </a:p>
          </p:txBody>
        </p:sp>
        <p:sp>
          <p:nvSpPr>
            <p:cNvPr id="48147" name="Freeform 126"/>
            <p:cNvSpPr/>
            <p:nvPr/>
          </p:nvSpPr>
          <p:spPr bwMode="auto">
            <a:xfrm rot="7513901">
              <a:off x="3779" y="3403"/>
              <a:ext cx="141" cy="36"/>
            </a:xfrm>
            <a:custGeom>
              <a:avLst/>
              <a:gdLst>
                <a:gd name="T0" fmla="*/ 1 w 248"/>
                <a:gd name="T1" fmla="*/ 0 h 191"/>
                <a:gd name="T2" fmla="*/ 1 w 248"/>
                <a:gd name="T3" fmla="*/ 0 h 191"/>
                <a:gd name="T4" fmla="*/ 1 w 248"/>
                <a:gd name="T5" fmla="*/ 0 h 191"/>
                <a:gd name="T6" fmla="*/ 1 w 248"/>
                <a:gd name="T7" fmla="*/ 0 h 191"/>
                <a:gd name="T8" fmla="*/ 1 w 248"/>
                <a:gd name="T9" fmla="*/ 0 h 191"/>
                <a:gd name="T10" fmla="*/ 0 w 248"/>
                <a:gd name="T11" fmla="*/ 0 h 191"/>
                <a:gd name="T12" fmla="*/ 1 w 248"/>
                <a:gd name="T13" fmla="*/ 0 h 191"/>
                <a:gd name="T14" fmla="*/ 1 w 248"/>
                <a:gd name="T15" fmla="*/ 0 h 191"/>
                <a:gd name="T16" fmla="*/ 1 w 248"/>
                <a:gd name="T17" fmla="*/ 0 h 191"/>
                <a:gd name="T18" fmla="*/ 1 w 248"/>
                <a:gd name="T19" fmla="*/ 0 h 191"/>
                <a:gd name="T20" fmla="*/ 1 w 248"/>
                <a:gd name="T21" fmla="*/ 0 h 191"/>
                <a:gd name="T22" fmla="*/ 1 w 248"/>
                <a:gd name="T23" fmla="*/ 0 h 191"/>
                <a:gd name="T24" fmla="*/ 1 w 248"/>
                <a:gd name="T25" fmla="*/ 0 h 191"/>
                <a:gd name="T26" fmla="*/ 1 w 248"/>
                <a:gd name="T27" fmla="*/ 0 h 191"/>
                <a:gd name="T28" fmla="*/ 1 w 248"/>
                <a:gd name="T29" fmla="*/ 0 h 191"/>
                <a:gd name="T30" fmla="*/ 1 w 248"/>
                <a:gd name="T31" fmla="*/ 0 h 191"/>
                <a:gd name="T32" fmla="*/ 1 w 248"/>
                <a:gd name="T33" fmla="*/ 0 h 191"/>
                <a:gd name="T34" fmla="*/ 1 w 248"/>
                <a:gd name="T35" fmla="*/ 0 h 191"/>
                <a:gd name="T36" fmla="*/ 1 w 248"/>
                <a:gd name="T37" fmla="*/ 0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48"/>
                <a:gd name="T58" fmla="*/ 0 h 191"/>
                <a:gd name="T59" fmla="*/ 248 w 248"/>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48" h="191">
                  <a:moveTo>
                    <a:pt x="184" y="36"/>
                  </a:moveTo>
                  <a:cubicBezTo>
                    <a:pt x="127" y="55"/>
                    <a:pt x="150" y="43"/>
                    <a:pt x="112" y="68"/>
                  </a:cubicBezTo>
                  <a:cubicBezTo>
                    <a:pt x="104" y="63"/>
                    <a:pt x="94" y="60"/>
                    <a:pt x="88" y="52"/>
                  </a:cubicBezTo>
                  <a:cubicBezTo>
                    <a:pt x="67" y="26"/>
                    <a:pt x="98" y="10"/>
                    <a:pt x="56" y="52"/>
                  </a:cubicBezTo>
                  <a:cubicBezTo>
                    <a:pt x="51" y="67"/>
                    <a:pt x="41" y="110"/>
                    <a:pt x="24" y="124"/>
                  </a:cubicBezTo>
                  <a:cubicBezTo>
                    <a:pt x="17" y="129"/>
                    <a:pt x="0" y="140"/>
                    <a:pt x="0" y="132"/>
                  </a:cubicBezTo>
                  <a:cubicBezTo>
                    <a:pt x="0" y="122"/>
                    <a:pt x="16" y="121"/>
                    <a:pt x="24" y="116"/>
                  </a:cubicBezTo>
                  <a:cubicBezTo>
                    <a:pt x="29" y="124"/>
                    <a:pt x="36" y="131"/>
                    <a:pt x="40" y="140"/>
                  </a:cubicBezTo>
                  <a:cubicBezTo>
                    <a:pt x="44" y="148"/>
                    <a:pt x="40" y="164"/>
                    <a:pt x="48" y="164"/>
                  </a:cubicBezTo>
                  <a:cubicBezTo>
                    <a:pt x="59" y="164"/>
                    <a:pt x="63" y="146"/>
                    <a:pt x="72" y="140"/>
                  </a:cubicBezTo>
                  <a:cubicBezTo>
                    <a:pt x="79" y="135"/>
                    <a:pt x="88" y="135"/>
                    <a:pt x="96" y="132"/>
                  </a:cubicBezTo>
                  <a:cubicBezTo>
                    <a:pt x="96" y="132"/>
                    <a:pt x="69" y="191"/>
                    <a:pt x="112" y="148"/>
                  </a:cubicBezTo>
                  <a:cubicBezTo>
                    <a:pt x="133" y="127"/>
                    <a:pt x="147" y="97"/>
                    <a:pt x="168" y="76"/>
                  </a:cubicBezTo>
                  <a:cubicBezTo>
                    <a:pt x="171" y="89"/>
                    <a:pt x="166" y="106"/>
                    <a:pt x="176" y="116"/>
                  </a:cubicBezTo>
                  <a:cubicBezTo>
                    <a:pt x="182" y="122"/>
                    <a:pt x="194" y="113"/>
                    <a:pt x="200" y="108"/>
                  </a:cubicBezTo>
                  <a:cubicBezTo>
                    <a:pt x="219" y="92"/>
                    <a:pt x="231" y="69"/>
                    <a:pt x="248" y="52"/>
                  </a:cubicBezTo>
                  <a:cubicBezTo>
                    <a:pt x="233" y="8"/>
                    <a:pt x="218" y="13"/>
                    <a:pt x="184" y="36"/>
                  </a:cubicBezTo>
                  <a:cubicBezTo>
                    <a:pt x="181" y="25"/>
                    <a:pt x="186" y="0"/>
                    <a:pt x="176" y="4"/>
                  </a:cubicBezTo>
                  <a:cubicBezTo>
                    <a:pt x="155" y="13"/>
                    <a:pt x="152" y="44"/>
                    <a:pt x="136" y="60"/>
                  </a:cubicBezTo>
                </a:path>
              </a:pathLst>
            </a:custGeom>
            <a:solidFill>
              <a:srgbClr val="FFFFFF"/>
            </a:solidFill>
            <a:ln w="12700" cap="flat" cmpd="sng">
              <a:noFill/>
              <a:prstDash val="solid"/>
              <a:round/>
            </a:ln>
          </p:spPr>
          <p:txBody>
            <a:bodyPr wrap="none" anchor="ctr"/>
            <a:lstStyle/>
            <a:p>
              <a:endParaRPr lang="zh-CN" altLang="en-US"/>
            </a:p>
          </p:txBody>
        </p:sp>
        <p:sp>
          <p:nvSpPr>
            <p:cNvPr id="48148" name="Freeform 127"/>
            <p:cNvSpPr/>
            <p:nvPr/>
          </p:nvSpPr>
          <p:spPr bwMode="auto">
            <a:xfrm rot="-5160831">
              <a:off x="4060" y="3850"/>
              <a:ext cx="100" cy="59"/>
            </a:xfrm>
            <a:custGeom>
              <a:avLst/>
              <a:gdLst>
                <a:gd name="T0" fmla="*/ 0 w 248"/>
                <a:gd name="T1" fmla="*/ 0 h 191"/>
                <a:gd name="T2" fmla="*/ 0 w 248"/>
                <a:gd name="T3" fmla="*/ 0 h 191"/>
                <a:gd name="T4" fmla="*/ 0 w 248"/>
                <a:gd name="T5" fmla="*/ 0 h 191"/>
                <a:gd name="T6" fmla="*/ 0 w 248"/>
                <a:gd name="T7" fmla="*/ 0 h 191"/>
                <a:gd name="T8" fmla="*/ 0 w 248"/>
                <a:gd name="T9" fmla="*/ 0 h 191"/>
                <a:gd name="T10" fmla="*/ 0 w 248"/>
                <a:gd name="T11" fmla="*/ 0 h 191"/>
                <a:gd name="T12" fmla="*/ 0 w 248"/>
                <a:gd name="T13" fmla="*/ 0 h 191"/>
                <a:gd name="T14" fmla="*/ 0 w 248"/>
                <a:gd name="T15" fmla="*/ 0 h 191"/>
                <a:gd name="T16" fmla="*/ 0 w 248"/>
                <a:gd name="T17" fmla="*/ 0 h 191"/>
                <a:gd name="T18" fmla="*/ 0 w 248"/>
                <a:gd name="T19" fmla="*/ 0 h 191"/>
                <a:gd name="T20" fmla="*/ 0 w 248"/>
                <a:gd name="T21" fmla="*/ 0 h 191"/>
                <a:gd name="T22" fmla="*/ 0 w 248"/>
                <a:gd name="T23" fmla="*/ 0 h 191"/>
                <a:gd name="T24" fmla="*/ 0 w 248"/>
                <a:gd name="T25" fmla="*/ 0 h 191"/>
                <a:gd name="T26" fmla="*/ 0 w 248"/>
                <a:gd name="T27" fmla="*/ 0 h 191"/>
                <a:gd name="T28" fmla="*/ 0 w 248"/>
                <a:gd name="T29" fmla="*/ 0 h 191"/>
                <a:gd name="T30" fmla="*/ 0 w 248"/>
                <a:gd name="T31" fmla="*/ 0 h 191"/>
                <a:gd name="T32" fmla="*/ 0 w 248"/>
                <a:gd name="T33" fmla="*/ 0 h 191"/>
                <a:gd name="T34" fmla="*/ 0 w 248"/>
                <a:gd name="T35" fmla="*/ 0 h 191"/>
                <a:gd name="T36" fmla="*/ 0 w 248"/>
                <a:gd name="T37" fmla="*/ 0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48"/>
                <a:gd name="T58" fmla="*/ 0 h 191"/>
                <a:gd name="T59" fmla="*/ 248 w 248"/>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48" h="191">
                  <a:moveTo>
                    <a:pt x="184" y="36"/>
                  </a:moveTo>
                  <a:cubicBezTo>
                    <a:pt x="127" y="55"/>
                    <a:pt x="150" y="43"/>
                    <a:pt x="112" y="68"/>
                  </a:cubicBezTo>
                  <a:cubicBezTo>
                    <a:pt x="104" y="63"/>
                    <a:pt x="94" y="60"/>
                    <a:pt x="88" y="52"/>
                  </a:cubicBezTo>
                  <a:cubicBezTo>
                    <a:pt x="67" y="26"/>
                    <a:pt x="98" y="10"/>
                    <a:pt x="56" y="52"/>
                  </a:cubicBezTo>
                  <a:cubicBezTo>
                    <a:pt x="51" y="67"/>
                    <a:pt x="41" y="110"/>
                    <a:pt x="24" y="124"/>
                  </a:cubicBezTo>
                  <a:cubicBezTo>
                    <a:pt x="17" y="129"/>
                    <a:pt x="0" y="140"/>
                    <a:pt x="0" y="132"/>
                  </a:cubicBezTo>
                  <a:cubicBezTo>
                    <a:pt x="0" y="122"/>
                    <a:pt x="16" y="121"/>
                    <a:pt x="24" y="116"/>
                  </a:cubicBezTo>
                  <a:cubicBezTo>
                    <a:pt x="29" y="124"/>
                    <a:pt x="36" y="131"/>
                    <a:pt x="40" y="140"/>
                  </a:cubicBezTo>
                  <a:cubicBezTo>
                    <a:pt x="44" y="148"/>
                    <a:pt x="40" y="164"/>
                    <a:pt x="48" y="164"/>
                  </a:cubicBezTo>
                  <a:cubicBezTo>
                    <a:pt x="59" y="164"/>
                    <a:pt x="63" y="146"/>
                    <a:pt x="72" y="140"/>
                  </a:cubicBezTo>
                  <a:cubicBezTo>
                    <a:pt x="79" y="135"/>
                    <a:pt x="88" y="135"/>
                    <a:pt x="96" y="132"/>
                  </a:cubicBezTo>
                  <a:cubicBezTo>
                    <a:pt x="96" y="132"/>
                    <a:pt x="69" y="191"/>
                    <a:pt x="112" y="148"/>
                  </a:cubicBezTo>
                  <a:cubicBezTo>
                    <a:pt x="133" y="127"/>
                    <a:pt x="147" y="97"/>
                    <a:pt x="168" y="76"/>
                  </a:cubicBezTo>
                  <a:cubicBezTo>
                    <a:pt x="171" y="89"/>
                    <a:pt x="166" y="106"/>
                    <a:pt x="176" y="116"/>
                  </a:cubicBezTo>
                  <a:cubicBezTo>
                    <a:pt x="182" y="122"/>
                    <a:pt x="194" y="113"/>
                    <a:pt x="200" y="108"/>
                  </a:cubicBezTo>
                  <a:cubicBezTo>
                    <a:pt x="219" y="92"/>
                    <a:pt x="231" y="69"/>
                    <a:pt x="248" y="52"/>
                  </a:cubicBezTo>
                  <a:cubicBezTo>
                    <a:pt x="233" y="8"/>
                    <a:pt x="218" y="13"/>
                    <a:pt x="184" y="36"/>
                  </a:cubicBezTo>
                  <a:cubicBezTo>
                    <a:pt x="181" y="25"/>
                    <a:pt x="186" y="0"/>
                    <a:pt x="176" y="4"/>
                  </a:cubicBezTo>
                  <a:cubicBezTo>
                    <a:pt x="155" y="13"/>
                    <a:pt x="152" y="44"/>
                    <a:pt x="136" y="60"/>
                  </a:cubicBezTo>
                </a:path>
              </a:pathLst>
            </a:custGeom>
            <a:solidFill>
              <a:srgbClr val="FFFFFF"/>
            </a:solidFill>
            <a:ln w="12700" cap="flat" cmpd="sng">
              <a:noFill/>
              <a:prstDash val="solid"/>
              <a:round/>
            </a:ln>
          </p:spPr>
          <p:txBody>
            <a:bodyPr wrap="none" anchor="ctr"/>
            <a:lstStyle/>
            <a:p>
              <a:endParaRPr lang="zh-CN" altLang="en-US"/>
            </a:p>
          </p:txBody>
        </p:sp>
        <p:sp>
          <p:nvSpPr>
            <p:cNvPr id="48149" name="Freeform 128"/>
            <p:cNvSpPr/>
            <p:nvPr/>
          </p:nvSpPr>
          <p:spPr bwMode="auto">
            <a:xfrm rot="-2250248">
              <a:off x="3851" y="3566"/>
              <a:ext cx="84" cy="36"/>
            </a:xfrm>
            <a:custGeom>
              <a:avLst/>
              <a:gdLst>
                <a:gd name="T0" fmla="*/ 0 w 248"/>
                <a:gd name="T1" fmla="*/ 0 h 191"/>
                <a:gd name="T2" fmla="*/ 0 w 248"/>
                <a:gd name="T3" fmla="*/ 0 h 191"/>
                <a:gd name="T4" fmla="*/ 0 w 248"/>
                <a:gd name="T5" fmla="*/ 0 h 191"/>
                <a:gd name="T6" fmla="*/ 0 w 248"/>
                <a:gd name="T7" fmla="*/ 0 h 191"/>
                <a:gd name="T8" fmla="*/ 0 w 248"/>
                <a:gd name="T9" fmla="*/ 0 h 191"/>
                <a:gd name="T10" fmla="*/ 0 w 248"/>
                <a:gd name="T11" fmla="*/ 0 h 191"/>
                <a:gd name="T12" fmla="*/ 0 w 248"/>
                <a:gd name="T13" fmla="*/ 0 h 191"/>
                <a:gd name="T14" fmla="*/ 0 w 248"/>
                <a:gd name="T15" fmla="*/ 0 h 191"/>
                <a:gd name="T16" fmla="*/ 0 w 248"/>
                <a:gd name="T17" fmla="*/ 0 h 191"/>
                <a:gd name="T18" fmla="*/ 0 w 248"/>
                <a:gd name="T19" fmla="*/ 0 h 191"/>
                <a:gd name="T20" fmla="*/ 0 w 248"/>
                <a:gd name="T21" fmla="*/ 0 h 191"/>
                <a:gd name="T22" fmla="*/ 0 w 248"/>
                <a:gd name="T23" fmla="*/ 0 h 191"/>
                <a:gd name="T24" fmla="*/ 0 w 248"/>
                <a:gd name="T25" fmla="*/ 0 h 191"/>
                <a:gd name="T26" fmla="*/ 0 w 248"/>
                <a:gd name="T27" fmla="*/ 0 h 191"/>
                <a:gd name="T28" fmla="*/ 0 w 248"/>
                <a:gd name="T29" fmla="*/ 0 h 191"/>
                <a:gd name="T30" fmla="*/ 0 w 248"/>
                <a:gd name="T31" fmla="*/ 0 h 191"/>
                <a:gd name="T32" fmla="*/ 0 w 248"/>
                <a:gd name="T33" fmla="*/ 0 h 191"/>
                <a:gd name="T34" fmla="*/ 0 w 248"/>
                <a:gd name="T35" fmla="*/ 0 h 191"/>
                <a:gd name="T36" fmla="*/ 0 w 248"/>
                <a:gd name="T37" fmla="*/ 0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48"/>
                <a:gd name="T58" fmla="*/ 0 h 191"/>
                <a:gd name="T59" fmla="*/ 248 w 248"/>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48" h="191">
                  <a:moveTo>
                    <a:pt x="184" y="36"/>
                  </a:moveTo>
                  <a:cubicBezTo>
                    <a:pt x="127" y="55"/>
                    <a:pt x="150" y="43"/>
                    <a:pt x="112" y="68"/>
                  </a:cubicBezTo>
                  <a:cubicBezTo>
                    <a:pt x="104" y="63"/>
                    <a:pt x="94" y="60"/>
                    <a:pt x="88" y="52"/>
                  </a:cubicBezTo>
                  <a:cubicBezTo>
                    <a:pt x="67" y="26"/>
                    <a:pt x="98" y="10"/>
                    <a:pt x="56" y="52"/>
                  </a:cubicBezTo>
                  <a:cubicBezTo>
                    <a:pt x="51" y="67"/>
                    <a:pt x="41" y="110"/>
                    <a:pt x="24" y="124"/>
                  </a:cubicBezTo>
                  <a:cubicBezTo>
                    <a:pt x="17" y="129"/>
                    <a:pt x="0" y="140"/>
                    <a:pt x="0" y="132"/>
                  </a:cubicBezTo>
                  <a:cubicBezTo>
                    <a:pt x="0" y="122"/>
                    <a:pt x="16" y="121"/>
                    <a:pt x="24" y="116"/>
                  </a:cubicBezTo>
                  <a:cubicBezTo>
                    <a:pt x="29" y="124"/>
                    <a:pt x="36" y="131"/>
                    <a:pt x="40" y="140"/>
                  </a:cubicBezTo>
                  <a:cubicBezTo>
                    <a:pt x="44" y="148"/>
                    <a:pt x="40" y="164"/>
                    <a:pt x="48" y="164"/>
                  </a:cubicBezTo>
                  <a:cubicBezTo>
                    <a:pt x="59" y="164"/>
                    <a:pt x="63" y="146"/>
                    <a:pt x="72" y="140"/>
                  </a:cubicBezTo>
                  <a:cubicBezTo>
                    <a:pt x="79" y="135"/>
                    <a:pt x="88" y="135"/>
                    <a:pt x="96" y="132"/>
                  </a:cubicBezTo>
                  <a:cubicBezTo>
                    <a:pt x="96" y="132"/>
                    <a:pt x="69" y="191"/>
                    <a:pt x="112" y="148"/>
                  </a:cubicBezTo>
                  <a:cubicBezTo>
                    <a:pt x="133" y="127"/>
                    <a:pt x="147" y="97"/>
                    <a:pt x="168" y="76"/>
                  </a:cubicBezTo>
                  <a:cubicBezTo>
                    <a:pt x="171" y="89"/>
                    <a:pt x="166" y="106"/>
                    <a:pt x="176" y="116"/>
                  </a:cubicBezTo>
                  <a:cubicBezTo>
                    <a:pt x="182" y="122"/>
                    <a:pt x="194" y="113"/>
                    <a:pt x="200" y="108"/>
                  </a:cubicBezTo>
                  <a:cubicBezTo>
                    <a:pt x="219" y="92"/>
                    <a:pt x="231" y="69"/>
                    <a:pt x="248" y="52"/>
                  </a:cubicBezTo>
                  <a:cubicBezTo>
                    <a:pt x="233" y="8"/>
                    <a:pt x="218" y="13"/>
                    <a:pt x="184" y="36"/>
                  </a:cubicBezTo>
                  <a:cubicBezTo>
                    <a:pt x="181" y="25"/>
                    <a:pt x="186" y="0"/>
                    <a:pt x="176" y="4"/>
                  </a:cubicBezTo>
                  <a:cubicBezTo>
                    <a:pt x="155" y="13"/>
                    <a:pt x="152" y="44"/>
                    <a:pt x="136" y="60"/>
                  </a:cubicBezTo>
                </a:path>
              </a:pathLst>
            </a:custGeom>
            <a:solidFill>
              <a:srgbClr val="FFFFFF"/>
            </a:solidFill>
            <a:ln w="12700" cap="flat" cmpd="sng">
              <a:noFill/>
              <a:prstDash val="solid"/>
              <a:round/>
            </a:ln>
          </p:spPr>
          <p:txBody>
            <a:bodyPr wrap="none" anchor="ctr"/>
            <a:lstStyle/>
            <a:p>
              <a:endParaRPr lang="zh-CN" altLang="en-US"/>
            </a:p>
          </p:txBody>
        </p:sp>
        <p:sp>
          <p:nvSpPr>
            <p:cNvPr id="48150" name="Freeform 129"/>
            <p:cNvSpPr/>
            <p:nvPr/>
          </p:nvSpPr>
          <p:spPr bwMode="auto">
            <a:xfrm rot="558124">
              <a:off x="4243" y="3859"/>
              <a:ext cx="109" cy="52"/>
            </a:xfrm>
            <a:custGeom>
              <a:avLst/>
              <a:gdLst>
                <a:gd name="T0" fmla="*/ 0 w 248"/>
                <a:gd name="T1" fmla="*/ 0 h 191"/>
                <a:gd name="T2" fmla="*/ 0 w 248"/>
                <a:gd name="T3" fmla="*/ 0 h 191"/>
                <a:gd name="T4" fmla="*/ 0 w 248"/>
                <a:gd name="T5" fmla="*/ 0 h 191"/>
                <a:gd name="T6" fmla="*/ 0 w 248"/>
                <a:gd name="T7" fmla="*/ 0 h 191"/>
                <a:gd name="T8" fmla="*/ 0 w 248"/>
                <a:gd name="T9" fmla="*/ 0 h 191"/>
                <a:gd name="T10" fmla="*/ 0 w 248"/>
                <a:gd name="T11" fmla="*/ 0 h 191"/>
                <a:gd name="T12" fmla="*/ 0 w 248"/>
                <a:gd name="T13" fmla="*/ 0 h 191"/>
                <a:gd name="T14" fmla="*/ 0 w 248"/>
                <a:gd name="T15" fmla="*/ 0 h 191"/>
                <a:gd name="T16" fmla="*/ 0 w 248"/>
                <a:gd name="T17" fmla="*/ 0 h 191"/>
                <a:gd name="T18" fmla="*/ 0 w 248"/>
                <a:gd name="T19" fmla="*/ 0 h 191"/>
                <a:gd name="T20" fmla="*/ 0 w 248"/>
                <a:gd name="T21" fmla="*/ 0 h 191"/>
                <a:gd name="T22" fmla="*/ 0 w 248"/>
                <a:gd name="T23" fmla="*/ 0 h 191"/>
                <a:gd name="T24" fmla="*/ 0 w 248"/>
                <a:gd name="T25" fmla="*/ 0 h 191"/>
                <a:gd name="T26" fmla="*/ 0 w 248"/>
                <a:gd name="T27" fmla="*/ 0 h 191"/>
                <a:gd name="T28" fmla="*/ 0 w 248"/>
                <a:gd name="T29" fmla="*/ 0 h 191"/>
                <a:gd name="T30" fmla="*/ 0 w 248"/>
                <a:gd name="T31" fmla="*/ 0 h 191"/>
                <a:gd name="T32" fmla="*/ 0 w 248"/>
                <a:gd name="T33" fmla="*/ 0 h 191"/>
                <a:gd name="T34" fmla="*/ 0 w 248"/>
                <a:gd name="T35" fmla="*/ 0 h 191"/>
                <a:gd name="T36" fmla="*/ 0 w 248"/>
                <a:gd name="T37" fmla="*/ 0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48"/>
                <a:gd name="T58" fmla="*/ 0 h 191"/>
                <a:gd name="T59" fmla="*/ 248 w 248"/>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48" h="191">
                  <a:moveTo>
                    <a:pt x="184" y="36"/>
                  </a:moveTo>
                  <a:cubicBezTo>
                    <a:pt x="127" y="55"/>
                    <a:pt x="150" y="43"/>
                    <a:pt x="112" y="68"/>
                  </a:cubicBezTo>
                  <a:cubicBezTo>
                    <a:pt x="104" y="63"/>
                    <a:pt x="94" y="60"/>
                    <a:pt x="88" y="52"/>
                  </a:cubicBezTo>
                  <a:cubicBezTo>
                    <a:pt x="67" y="26"/>
                    <a:pt x="98" y="10"/>
                    <a:pt x="56" y="52"/>
                  </a:cubicBezTo>
                  <a:cubicBezTo>
                    <a:pt x="51" y="67"/>
                    <a:pt x="41" y="110"/>
                    <a:pt x="24" y="124"/>
                  </a:cubicBezTo>
                  <a:cubicBezTo>
                    <a:pt x="17" y="129"/>
                    <a:pt x="0" y="140"/>
                    <a:pt x="0" y="132"/>
                  </a:cubicBezTo>
                  <a:cubicBezTo>
                    <a:pt x="0" y="122"/>
                    <a:pt x="16" y="121"/>
                    <a:pt x="24" y="116"/>
                  </a:cubicBezTo>
                  <a:cubicBezTo>
                    <a:pt x="29" y="124"/>
                    <a:pt x="36" y="131"/>
                    <a:pt x="40" y="140"/>
                  </a:cubicBezTo>
                  <a:cubicBezTo>
                    <a:pt x="44" y="148"/>
                    <a:pt x="40" y="164"/>
                    <a:pt x="48" y="164"/>
                  </a:cubicBezTo>
                  <a:cubicBezTo>
                    <a:pt x="59" y="164"/>
                    <a:pt x="63" y="146"/>
                    <a:pt x="72" y="140"/>
                  </a:cubicBezTo>
                  <a:cubicBezTo>
                    <a:pt x="79" y="135"/>
                    <a:pt x="88" y="135"/>
                    <a:pt x="96" y="132"/>
                  </a:cubicBezTo>
                  <a:cubicBezTo>
                    <a:pt x="96" y="132"/>
                    <a:pt x="69" y="191"/>
                    <a:pt x="112" y="148"/>
                  </a:cubicBezTo>
                  <a:cubicBezTo>
                    <a:pt x="133" y="127"/>
                    <a:pt x="147" y="97"/>
                    <a:pt x="168" y="76"/>
                  </a:cubicBezTo>
                  <a:cubicBezTo>
                    <a:pt x="171" y="89"/>
                    <a:pt x="166" y="106"/>
                    <a:pt x="176" y="116"/>
                  </a:cubicBezTo>
                  <a:cubicBezTo>
                    <a:pt x="182" y="122"/>
                    <a:pt x="194" y="113"/>
                    <a:pt x="200" y="108"/>
                  </a:cubicBezTo>
                  <a:cubicBezTo>
                    <a:pt x="219" y="92"/>
                    <a:pt x="231" y="69"/>
                    <a:pt x="248" y="52"/>
                  </a:cubicBezTo>
                  <a:cubicBezTo>
                    <a:pt x="233" y="8"/>
                    <a:pt x="218" y="13"/>
                    <a:pt x="184" y="36"/>
                  </a:cubicBezTo>
                  <a:cubicBezTo>
                    <a:pt x="181" y="25"/>
                    <a:pt x="186" y="0"/>
                    <a:pt x="176" y="4"/>
                  </a:cubicBezTo>
                  <a:cubicBezTo>
                    <a:pt x="155" y="13"/>
                    <a:pt x="152" y="44"/>
                    <a:pt x="136" y="60"/>
                  </a:cubicBezTo>
                </a:path>
              </a:pathLst>
            </a:custGeom>
            <a:solidFill>
              <a:srgbClr val="FFFFFF"/>
            </a:solidFill>
            <a:ln w="12700" cap="flat" cmpd="sng">
              <a:noFill/>
              <a:prstDash val="solid"/>
              <a:round/>
            </a:ln>
          </p:spPr>
          <p:txBody>
            <a:bodyPr wrap="none" anchor="ctr"/>
            <a:lstStyle/>
            <a:p>
              <a:endParaRPr lang="zh-CN" altLang="en-US"/>
            </a:p>
          </p:txBody>
        </p:sp>
        <p:sp>
          <p:nvSpPr>
            <p:cNvPr id="48151" name="Freeform 130"/>
            <p:cNvSpPr/>
            <p:nvPr/>
          </p:nvSpPr>
          <p:spPr bwMode="auto">
            <a:xfrm>
              <a:off x="4409" y="3673"/>
              <a:ext cx="63" cy="73"/>
            </a:xfrm>
            <a:custGeom>
              <a:avLst/>
              <a:gdLst>
                <a:gd name="T0" fmla="*/ 0 w 157"/>
                <a:gd name="T1" fmla="*/ 0 h 172"/>
                <a:gd name="T2" fmla="*/ 0 w 157"/>
                <a:gd name="T3" fmla="*/ 0 h 172"/>
                <a:gd name="T4" fmla="*/ 0 w 157"/>
                <a:gd name="T5" fmla="*/ 0 h 172"/>
                <a:gd name="T6" fmla="*/ 0 w 157"/>
                <a:gd name="T7" fmla="*/ 0 h 172"/>
                <a:gd name="T8" fmla="*/ 0 w 157"/>
                <a:gd name="T9" fmla="*/ 0 h 172"/>
                <a:gd name="T10" fmla="*/ 0 w 157"/>
                <a:gd name="T11" fmla="*/ 0 h 172"/>
                <a:gd name="T12" fmla="*/ 0 w 157"/>
                <a:gd name="T13" fmla="*/ 0 h 172"/>
                <a:gd name="T14" fmla="*/ 0 w 157"/>
                <a:gd name="T15" fmla="*/ 0 h 172"/>
                <a:gd name="T16" fmla="*/ 0 w 157"/>
                <a:gd name="T17" fmla="*/ 0 h 17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7"/>
                <a:gd name="T28" fmla="*/ 0 h 172"/>
                <a:gd name="T29" fmla="*/ 157 w 157"/>
                <a:gd name="T30" fmla="*/ 172 h 17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7" h="172">
                  <a:moveTo>
                    <a:pt x="156" y="16"/>
                  </a:moveTo>
                  <a:cubicBezTo>
                    <a:pt x="133" y="8"/>
                    <a:pt x="128" y="0"/>
                    <a:pt x="108" y="24"/>
                  </a:cubicBezTo>
                  <a:cubicBezTo>
                    <a:pt x="103" y="31"/>
                    <a:pt x="106" y="42"/>
                    <a:pt x="100" y="48"/>
                  </a:cubicBezTo>
                  <a:cubicBezTo>
                    <a:pt x="94" y="54"/>
                    <a:pt x="84" y="53"/>
                    <a:pt x="76" y="56"/>
                  </a:cubicBezTo>
                  <a:cubicBezTo>
                    <a:pt x="64" y="74"/>
                    <a:pt x="0" y="172"/>
                    <a:pt x="68" y="104"/>
                  </a:cubicBezTo>
                  <a:cubicBezTo>
                    <a:pt x="106" y="161"/>
                    <a:pt x="86" y="166"/>
                    <a:pt x="124" y="128"/>
                  </a:cubicBezTo>
                  <a:cubicBezTo>
                    <a:pt x="144" y="68"/>
                    <a:pt x="126" y="142"/>
                    <a:pt x="116" y="80"/>
                  </a:cubicBezTo>
                  <a:cubicBezTo>
                    <a:pt x="113" y="60"/>
                    <a:pt x="138" y="42"/>
                    <a:pt x="148" y="32"/>
                  </a:cubicBezTo>
                  <a:cubicBezTo>
                    <a:pt x="157" y="5"/>
                    <a:pt x="156" y="0"/>
                    <a:pt x="156" y="16"/>
                  </a:cubicBezTo>
                  <a:close/>
                </a:path>
              </a:pathLst>
            </a:custGeom>
            <a:solidFill>
              <a:srgbClr val="FFFFFF"/>
            </a:solidFill>
            <a:ln w="12700" cap="flat" cmpd="sng">
              <a:noFill/>
              <a:prstDash val="solid"/>
              <a:round/>
            </a:ln>
          </p:spPr>
          <p:txBody>
            <a:bodyPr wrap="none" anchor="ctr"/>
            <a:lstStyle/>
            <a:p>
              <a:endParaRPr lang="zh-CN" altLang="en-US"/>
            </a:p>
          </p:txBody>
        </p:sp>
        <p:sp>
          <p:nvSpPr>
            <p:cNvPr id="48152" name="Freeform 131"/>
            <p:cNvSpPr/>
            <p:nvPr/>
          </p:nvSpPr>
          <p:spPr bwMode="auto">
            <a:xfrm>
              <a:off x="3926" y="3780"/>
              <a:ext cx="88" cy="84"/>
            </a:xfrm>
            <a:custGeom>
              <a:avLst/>
              <a:gdLst>
                <a:gd name="T0" fmla="*/ 1 w 157"/>
                <a:gd name="T1" fmla="*/ 0 h 172"/>
                <a:gd name="T2" fmla="*/ 1 w 157"/>
                <a:gd name="T3" fmla="*/ 0 h 172"/>
                <a:gd name="T4" fmla="*/ 1 w 157"/>
                <a:gd name="T5" fmla="*/ 0 h 172"/>
                <a:gd name="T6" fmla="*/ 1 w 157"/>
                <a:gd name="T7" fmla="*/ 0 h 172"/>
                <a:gd name="T8" fmla="*/ 1 w 157"/>
                <a:gd name="T9" fmla="*/ 0 h 172"/>
                <a:gd name="T10" fmla="*/ 1 w 157"/>
                <a:gd name="T11" fmla="*/ 0 h 172"/>
                <a:gd name="T12" fmla="*/ 1 w 157"/>
                <a:gd name="T13" fmla="*/ 0 h 172"/>
                <a:gd name="T14" fmla="*/ 1 w 157"/>
                <a:gd name="T15" fmla="*/ 0 h 172"/>
                <a:gd name="T16" fmla="*/ 1 w 157"/>
                <a:gd name="T17" fmla="*/ 0 h 17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7"/>
                <a:gd name="T28" fmla="*/ 0 h 172"/>
                <a:gd name="T29" fmla="*/ 157 w 157"/>
                <a:gd name="T30" fmla="*/ 172 h 17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7" h="172">
                  <a:moveTo>
                    <a:pt x="156" y="16"/>
                  </a:moveTo>
                  <a:cubicBezTo>
                    <a:pt x="133" y="8"/>
                    <a:pt x="128" y="0"/>
                    <a:pt x="108" y="24"/>
                  </a:cubicBezTo>
                  <a:cubicBezTo>
                    <a:pt x="103" y="31"/>
                    <a:pt x="106" y="42"/>
                    <a:pt x="100" y="48"/>
                  </a:cubicBezTo>
                  <a:cubicBezTo>
                    <a:pt x="94" y="54"/>
                    <a:pt x="84" y="53"/>
                    <a:pt x="76" y="56"/>
                  </a:cubicBezTo>
                  <a:cubicBezTo>
                    <a:pt x="64" y="74"/>
                    <a:pt x="0" y="172"/>
                    <a:pt x="68" y="104"/>
                  </a:cubicBezTo>
                  <a:cubicBezTo>
                    <a:pt x="106" y="161"/>
                    <a:pt x="86" y="166"/>
                    <a:pt x="124" y="128"/>
                  </a:cubicBezTo>
                  <a:cubicBezTo>
                    <a:pt x="144" y="68"/>
                    <a:pt x="126" y="142"/>
                    <a:pt x="116" y="80"/>
                  </a:cubicBezTo>
                  <a:cubicBezTo>
                    <a:pt x="113" y="60"/>
                    <a:pt x="138" y="42"/>
                    <a:pt x="148" y="32"/>
                  </a:cubicBezTo>
                  <a:cubicBezTo>
                    <a:pt x="157" y="5"/>
                    <a:pt x="156" y="0"/>
                    <a:pt x="156" y="16"/>
                  </a:cubicBezTo>
                  <a:close/>
                </a:path>
              </a:pathLst>
            </a:custGeom>
            <a:solidFill>
              <a:srgbClr val="FFFFFF"/>
            </a:solidFill>
            <a:ln w="12700" cap="flat" cmpd="sng">
              <a:noFill/>
              <a:prstDash val="solid"/>
              <a:round/>
            </a:ln>
          </p:spPr>
          <p:txBody>
            <a:bodyPr wrap="none" anchor="ctr"/>
            <a:lstStyle/>
            <a:p>
              <a:endParaRPr lang="zh-CN" altLang="en-US"/>
            </a:p>
          </p:txBody>
        </p:sp>
        <p:sp>
          <p:nvSpPr>
            <p:cNvPr id="48153" name="Freeform 132"/>
            <p:cNvSpPr/>
            <p:nvPr/>
          </p:nvSpPr>
          <p:spPr bwMode="auto">
            <a:xfrm rot="6855375">
              <a:off x="4466" y="3558"/>
              <a:ext cx="141" cy="68"/>
            </a:xfrm>
            <a:custGeom>
              <a:avLst/>
              <a:gdLst>
                <a:gd name="T0" fmla="*/ 1 w 248"/>
                <a:gd name="T1" fmla="*/ 0 h 191"/>
                <a:gd name="T2" fmla="*/ 1 w 248"/>
                <a:gd name="T3" fmla="*/ 0 h 191"/>
                <a:gd name="T4" fmla="*/ 1 w 248"/>
                <a:gd name="T5" fmla="*/ 0 h 191"/>
                <a:gd name="T6" fmla="*/ 1 w 248"/>
                <a:gd name="T7" fmla="*/ 0 h 191"/>
                <a:gd name="T8" fmla="*/ 1 w 248"/>
                <a:gd name="T9" fmla="*/ 0 h 191"/>
                <a:gd name="T10" fmla="*/ 0 w 248"/>
                <a:gd name="T11" fmla="*/ 0 h 191"/>
                <a:gd name="T12" fmla="*/ 1 w 248"/>
                <a:gd name="T13" fmla="*/ 0 h 191"/>
                <a:gd name="T14" fmla="*/ 1 w 248"/>
                <a:gd name="T15" fmla="*/ 0 h 191"/>
                <a:gd name="T16" fmla="*/ 1 w 248"/>
                <a:gd name="T17" fmla="*/ 0 h 191"/>
                <a:gd name="T18" fmla="*/ 1 w 248"/>
                <a:gd name="T19" fmla="*/ 0 h 191"/>
                <a:gd name="T20" fmla="*/ 1 w 248"/>
                <a:gd name="T21" fmla="*/ 0 h 191"/>
                <a:gd name="T22" fmla="*/ 1 w 248"/>
                <a:gd name="T23" fmla="*/ 0 h 191"/>
                <a:gd name="T24" fmla="*/ 1 w 248"/>
                <a:gd name="T25" fmla="*/ 0 h 191"/>
                <a:gd name="T26" fmla="*/ 1 w 248"/>
                <a:gd name="T27" fmla="*/ 0 h 191"/>
                <a:gd name="T28" fmla="*/ 1 w 248"/>
                <a:gd name="T29" fmla="*/ 0 h 191"/>
                <a:gd name="T30" fmla="*/ 1 w 248"/>
                <a:gd name="T31" fmla="*/ 0 h 191"/>
                <a:gd name="T32" fmla="*/ 1 w 248"/>
                <a:gd name="T33" fmla="*/ 0 h 191"/>
                <a:gd name="T34" fmla="*/ 1 w 248"/>
                <a:gd name="T35" fmla="*/ 0 h 191"/>
                <a:gd name="T36" fmla="*/ 1 w 248"/>
                <a:gd name="T37" fmla="*/ 0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48"/>
                <a:gd name="T58" fmla="*/ 0 h 191"/>
                <a:gd name="T59" fmla="*/ 248 w 248"/>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48" h="191">
                  <a:moveTo>
                    <a:pt x="184" y="36"/>
                  </a:moveTo>
                  <a:cubicBezTo>
                    <a:pt x="127" y="55"/>
                    <a:pt x="150" y="43"/>
                    <a:pt x="112" y="68"/>
                  </a:cubicBezTo>
                  <a:cubicBezTo>
                    <a:pt x="104" y="63"/>
                    <a:pt x="94" y="60"/>
                    <a:pt x="88" y="52"/>
                  </a:cubicBezTo>
                  <a:cubicBezTo>
                    <a:pt x="67" y="26"/>
                    <a:pt x="98" y="10"/>
                    <a:pt x="56" y="52"/>
                  </a:cubicBezTo>
                  <a:cubicBezTo>
                    <a:pt x="51" y="67"/>
                    <a:pt x="41" y="110"/>
                    <a:pt x="24" y="124"/>
                  </a:cubicBezTo>
                  <a:cubicBezTo>
                    <a:pt x="17" y="129"/>
                    <a:pt x="0" y="140"/>
                    <a:pt x="0" y="132"/>
                  </a:cubicBezTo>
                  <a:cubicBezTo>
                    <a:pt x="0" y="122"/>
                    <a:pt x="16" y="121"/>
                    <a:pt x="24" y="116"/>
                  </a:cubicBezTo>
                  <a:cubicBezTo>
                    <a:pt x="29" y="124"/>
                    <a:pt x="36" y="131"/>
                    <a:pt x="40" y="140"/>
                  </a:cubicBezTo>
                  <a:cubicBezTo>
                    <a:pt x="44" y="148"/>
                    <a:pt x="40" y="164"/>
                    <a:pt x="48" y="164"/>
                  </a:cubicBezTo>
                  <a:cubicBezTo>
                    <a:pt x="59" y="164"/>
                    <a:pt x="63" y="146"/>
                    <a:pt x="72" y="140"/>
                  </a:cubicBezTo>
                  <a:cubicBezTo>
                    <a:pt x="79" y="135"/>
                    <a:pt x="88" y="135"/>
                    <a:pt x="96" y="132"/>
                  </a:cubicBezTo>
                  <a:cubicBezTo>
                    <a:pt x="96" y="132"/>
                    <a:pt x="69" y="191"/>
                    <a:pt x="112" y="148"/>
                  </a:cubicBezTo>
                  <a:cubicBezTo>
                    <a:pt x="133" y="127"/>
                    <a:pt x="147" y="97"/>
                    <a:pt x="168" y="76"/>
                  </a:cubicBezTo>
                  <a:cubicBezTo>
                    <a:pt x="171" y="89"/>
                    <a:pt x="166" y="106"/>
                    <a:pt x="176" y="116"/>
                  </a:cubicBezTo>
                  <a:cubicBezTo>
                    <a:pt x="182" y="122"/>
                    <a:pt x="194" y="113"/>
                    <a:pt x="200" y="108"/>
                  </a:cubicBezTo>
                  <a:cubicBezTo>
                    <a:pt x="219" y="92"/>
                    <a:pt x="231" y="69"/>
                    <a:pt x="248" y="52"/>
                  </a:cubicBezTo>
                  <a:cubicBezTo>
                    <a:pt x="233" y="8"/>
                    <a:pt x="218" y="13"/>
                    <a:pt x="184" y="36"/>
                  </a:cubicBezTo>
                  <a:cubicBezTo>
                    <a:pt x="181" y="25"/>
                    <a:pt x="186" y="0"/>
                    <a:pt x="176" y="4"/>
                  </a:cubicBezTo>
                  <a:cubicBezTo>
                    <a:pt x="155" y="13"/>
                    <a:pt x="152" y="44"/>
                    <a:pt x="136" y="60"/>
                  </a:cubicBezTo>
                </a:path>
              </a:pathLst>
            </a:custGeom>
            <a:solidFill>
              <a:srgbClr val="FFFFFF"/>
            </a:solidFill>
            <a:ln w="12700" cap="flat" cmpd="sng">
              <a:noFill/>
              <a:prstDash val="solid"/>
              <a:round/>
            </a:ln>
          </p:spPr>
          <p:txBody>
            <a:bodyPr wrap="none" anchor="ctr"/>
            <a:lstStyle/>
            <a:p>
              <a:endParaRPr lang="zh-CN" altLang="en-US"/>
            </a:p>
          </p:txBody>
        </p:sp>
        <p:sp>
          <p:nvSpPr>
            <p:cNvPr id="48154" name="Freeform 133"/>
            <p:cNvSpPr/>
            <p:nvPr/>
          </p:nvSpPr>
          <p:spPr bwMode="auto">
            <a:xfrm rot="6442629">
              <a:off x="3819" y="3833"/>
              <a:ext cx="84" cy="48"/>
            </a:xfrm>
            <a:custGeom>
              <a:avLst/>
              <a:gdLst>
                <a:gd name="T0" fmla="*/ 0 w 248"/>
                <a:gd name="T1" fmla="*/ 0 h 191"/>
                <a:gd name="T2" fmla="*/ 0 w 248"/>
                <a:gd name="T3" fmla="*/ 0 h 191"/>
                <a:gd name="T4" fmla="*/ 0 w 248"/>
                <a:gd name="T5" fmla="*/ 0 h 191"/>
                <a:gd name="T6" fmla="*/ 0 w 248"/>
                <a:gd name="T7" fmla="*/ 0 h 191"/>
                <a:gd name="T8" fmla="*/ 0 w 248"/>
                <a:gd name="T9" fmla="*/ 0 h 191"/>
                <a:gd name="T10" fmla="*/ 0 w 248"/>
                <a:gd name="T11" fmla="*/ 0 h 191"/>
                <a:gd name="T12" fmla="*/ 0 w 248"/>
                <a:gd name="T13" fmla="*/ 0 h 191"/>
                <a:gd name="T14" fmla="*/ 0 w 248"/>
                <a:gd name="T15" fmla="*/ 0 h 191"/>
                <a:gd name="T16" fmla="*/ 0 w 248"/>
                <a:gd name="T17" fmla="*/ 0 h 191"/>
                <a:gd name="T18" fmla="*/ 0 w 248"/>
                <a:gd name="T19" fmla="*/ 0 h 191"/>
                <a:gd name="T20" fmla="*/ 0 w 248"/>
                <a:gd name="T21" fmla="*/ 0 h 191"/>
                <a:gd name="T22" fmla="*/ 0 w 248"/>
                <a:gd name="T23" fmla="*/ 0 h 191"/>
                <a:gd name="T24" fmla="*/ 0 w 248"/>
                <a:gd name="T25" fmla="*/ 0 h 191"/>
                <a:gd name="T26" fmla="*/ 0 w 248"/>
                <a:gd name="T27" fmla="*/ 0 h 191"/>
                <a:gd name="T28" fmla="*/ 0 w 248"/>
                <a:gd name="T29" fmla="*/ 0 h 191"/>
                <a:gd name="T30" fmla="*/ 0 w 248"/>
                <a:gd name="T31" fmla="*/ 0 h 191"/>
                <a:gd name="T32" fmla="*/ 0 w 248"/>
                <a:gd name="T33" fmla="*/ 0 h 191"/>
                <a:gd name="T34" fmla="*/ 0 w 248"/>
                <a:gd name="T35" fmla="*/ 0 h 191"/>
                <a:gd name="T36" fmla="*/ 0 w 248"/>
                <a:gd name="T37" fmla="*/ 0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48"/>
                <a:gd name="T58" fmla="*/ 0 h 191"/>
                <a:gd name="T59" fmla="*/ 248 w 248"/>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48" h="191">
                  <a:moveTo>
                    <a:pt x="184" y="36"/>
                  </a:moveTo>
                  <a:cubicBezTo>
                    <a:pt x="127" y="55"/>
                    <a:pt x="150" y="43"/>
                    <a:pt x="112" y="68"/>
                  </a:cubicBezTo>
                  <a:cubicBezTo>
                    <a:pt x="104" y="63"/>
                    <a:pt x="94" y="60"/>
                    <a:pt x="88" y="52"/>
                  </a:cubicBezTo>
                  <a:cubicBezTo>
                    <a:pt x="67" y="26"/>
                    <a:pt x="98" y="10"/>
                    <a:pt x="56" y="52"/>
                  </a:cubicBezTo>
                  <a:cubicBezTo>
                    <a:pt x="51" y="67"/>
                    <a:pt x="41" y="110"/>
                    <a:pt x="24" y="124"/>
                  </a:cubicBezTo>
                  <a:cubicBezTo>
                    <a:pt x="17" y="129"/>
                    <a:pt x="0" y="140"/>
                    <a:pt x="0" y="132"/>
                  </a:cubicBezTo>
                  <a:cubicBezTo>
                    <a:pt x="0" y="122"/>
                    <a:pt x="16" y="121"/>
                    <a:pt x="24" y="116"/>
                  </a:cubicBezTo>
                  <a:cubicBezTo>
                    <a:pt x="29" y="124"/>
                    <a:pt x="36" y="131"/>
                    <a:pt x="40" y="140"/>
                  </a:cubicBezTo>
                  <a:cubicBezTo>
                    <a:pt x="44" y="148"/>
                    <a:pt x="40" y="164"/>
                    <a:pt x="48" y="164"/>
                  </a:cubicBezTo>
                  <a:cubicBezTo>
                    <a:pt x="59" y="164"/>
                    <a:pt x="63" y="146"/>
                    <a:pt x="72" y="140"/>
                  </a:cubicBezTo>
                  <a:cubicBezTo>
                    <a:pt x="79" y="135"/>
                    <a:pt x="88" y="135"/>
                    <a:pt x="96" y="132"/>
                  </a:cubicBezTo>
                  <a:cubicBezTo>
                    <a:pt x="96" y="132"/>
                    <a:pt x="69" y="191"/>
                    <a:pt x="112" y="148"/>
                  </a:cubicBezTo>
                  <a:cubicBezTo>
                    <a:pt x="133" y="127"/>
                    <a:pt x="147" y="97"/>
                    <a:pt x="168" y="76"/>
                  </a:cubicBezTo>
                  <a:cubicBezTo>
                    <a:pt x="171" y="89"/>
                    <a:pt x="166" y="106"/>
                    <a:pt x="176" y="116"/>
                  </a:cubicBezTo>
                  <a:cubicBezTo>
                    <a:pt x="182" y="122"/>
                    <a:pt x="194" y="113"/>
                    <a:pt x="200" y="108"/>
                  </a:cubicBezTo>
                  <a:cubicBezTo>
                    <a:pt x="219" y="92"/>
                    <a:pt x="231" y="69"/>
                    <a:pt x="248" y="52"/>
                  </a:cubicBezTo>
                  <a:cubicBezTo>
                    <a:pt x="233" y="8"/>
                    <a:pt x="218" y="13"/>
                    <a:pt x="184" y="36"/>
                  </a:cubicBezTo>
                  <a:cubicBezTo>
                    <a:pt x="181" y="25"/>
                    <a:pt x="186" y="0"/>
                    <a:pt x="176" y="4"/>
                  </a:cubicBezTo>
                  <a:cubicBezTo>
                    <a:pt x="155" y="13"/>
                    <a:pt x="152" y="44"/>
                    <a:pt x="136" y="60"/>
                  </a:cubicBezTo>
                </a:path>
              </a:pathLst>
            </a:custGeom>
            <a:solidFill>
              <a:srgbClr val="FFFFFF"/>
            </a:solidFill>
            <a:ln w="12700" cap="flat" cmpd="sng">
              <a:noFill/>
              <a:prstDash val="solid"/>
              <a:round/>
            </a:ln>
          </p:spPr>
          <p:txBody>
            <a:bodyPr wrap="none" anchor="ctr"/>
            <a:lstStyle/>
            <a:p>
              <a:endParaRPr lang="zh-CN" altLang="en-US"/>
            </a:p>
          </p:txBody>
        </p:sp>
        <p:sp>
          <p:nvSpPr>
            <p:cNvPr id="48155" name="Freeform 134"/>
            <p:cNvSpPr/>
            <p:nvPr/>
          </p:nvSpPr>
          <p:spPr bwMode="auto">
            <a:xfrm rot="558124">
              <a:off x="4195" y="3768"/>
              <a:ext cx="109" cy="86"/>
            </a:xfrm>
            <a:custGeom>
              <a:avLst/>
              <a:gdLst>
                <a:gd name="T0" fmla="*/ 0 w 248"/>
                <a:gd name="T1" fmla="*/ 0 h 191"/>
                <a:gd name="T2" fmla="*/ 0 w 248"/>
                <a:gd name="T3" fmla="*/ 0 h 191"/>
                <a:gd name="T4" fmla="*/ 0 w 248"/>
                <a:gd name="T5" fmla="*/ 0 h 191"/>
                <a:gd name="T6" fmla="*/ 0 w 248"/>
                <a:gd name="T7" fmla="*/ 0 h 191"/>
                <a:gd name="T8" fmla="*/ 0 w 248"/>
                <a:gd name="T9" fmla="*/ 0 h 191"/>
                <a:gd name="T10" fmla="*/ 0 w 248"/>
                <a:gd name="T11" fmla="*/ 0 h 191"/>
                <a:gd name="T12" fmla="*/ 0 w 248"/>
                <a:gd name="T13" fmla="*/ 0 h 191"/>
                <a:gd name="T14" fmla="*/ 0 w 248"/>
                <a:gd name="T15" fmla="*/ 0 h 191"/>
                <a:gd name="T16" fmla="*/ 0 w 248"/>
                <a:gd name="T17" fmla="*/ 0 h 191"/>
                <a:gd name="T18" fmla="*/ 0 w 248"/>
                <a:gd name="T19" fmla="*/ 0 h 191"/>
                <a:gd name="T20" fmla="*/ 0 w 248"/>
                <a:gd name="T21" fmla="*/ 0 h 191"/>
                <a:gd name="T22" fmla="*/ 0 w 248"/>
                <a:gd name="T23" fmla="*/ 0 h 191"/>
                <a:gd name="T24" fmla="*/ 0 w 248"/>
                <a:gd name="T25" fmla="*/ 0 h 191"/>
                <a:gd name="T26" fmla="*/ 0 w 248"/>
                <a:gd name="T27" fmla="*/ 0 h 191"/>
                <a:gd name="T28" fmla="*/ 0 w 248"/>
                <a:gd name="T29" fmla="*/ 0 h 191"/>
                <a:gd name="T30" fmla="*/ 0 w 248"/>
                <a:gd name="T31" fmla="*/ 0 h 191"/>
                <a:gd name="T32" fmla="*/ 0 w 248"/>
                <a:gd name="T33" fmla="*/ 0 h 191"/>
                <a:gd name="T34" fmla="*/ 0 w 248"/>
                <a:gd name="T35" fmla="*/ 0 h 191"/>
                <a:gd name="T36" fmla="*/ 0 w 248"/>
                <a:gd name="T37" fmla="*/ 0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48"/>
                <a:gd name="T58" fmla="*/ 0 h 191"/>
                <a:gd name="T59" fmla="*/ 248 w 248"/>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48" h="191">
                  <a:moveTo>
                    <a:pt x="184" y="36"/>
                  </a:moveTo>
                  <a:cubicBezTo>
                    <a:pt x="127" y="55"/>
                    <a:pt x="150" y="43"/>
                    <a:pt x="112" y="68"/>
                  </a:cubicBezTo>
                  <a:cubicBezTo>
                    <a:pt x="104" y="63"/>
                    <a:pt x="94" y="60"/>
                    <a:pt x="88" y="52"/>
                  </a:cubicBezTo>
                  <a:cubicBezTo>
                    <a:pt x="67" y="26"/>
                    <a:pt x="98" y="10"/>
                    <a:pt x="56" y="52"/>
                  </a:cubicBezTo>
                  <a:cubicBezTo>
                    <a:pt x="51" y="67"/>
                    <a:pt x="41" y="110"/>
                    <a:pt x="24" y="124"/>
                  </a:cubicBezTo>
                  <a:cubicBezTo>
                    <a:pt x="17" y="129"/>
                    <a:pt x="0" y="140"/>
                    <a:pt x="0" y="132"/>
                  </a:cubicBezTo>
                  <a:cubicBezTo>
                    <a:pt x="0" y="122"/>
                    <a:pt x="16" y="121"/>
                    <a:pt x="24" y="116"/>
                  </a:cubicBezTo>
                  <a:cubicBezTo>
                    <a:pt x="29" y="124"/>
                    <a:pt x="36" y="131"/>
                    <a:pt x="40" y="140"/>
                  </a:cubicBezTo>
                  <a:cubicBezTo>
                    <a:pt x="44" y="148"/>
                    <a:pt x="40" y="164"/>
                    <a:pt x="48" y="164"/>
                  </a:cubicBezTo>
                  <a:cubicBezTo>
                    <a:pt x="59" y="164"/>
                    <a:pt x="63" y="146"/>
                    <a:pt x="72" y="140"/>
                  </a:cubicBezTo>
                  <a:cubicBezTo>
                    <a:pt x="79" y="135"/>
                    <a:pt x="88" y="135"/>
                    <a:pt x="96" y="132"/>
                  </a:cubicBezTo>
                  <a:cubicBezTo>
                    <a:pt x="96" y="132"/>
                    <a:pt x="69" y="191"/>
                    <a:pt x="112" y="148"/>
                  </a:cubicBezTo>
                  <a:cubicBezTo>
                    <a:pt x="133" y="127"/>
                    <a:pt x="147" y="97"/>
                    <a:pt x="168" y="76"/>
                  </a:cubicBezTo>
                  <a:cubicBezTo>
                    <a:pt x="171" y="89"/>
                    <a:pt x="166" y="106"/>
                    <a:pt x="176" y="116"/>
                  </a:cubicBezTo>
                  <a:cubicBezTo>
                    <a:pt x="182" y="122"/>
                    <a:pt x="194" y="113"/>
                    <a:pt x="200" y="108"/>
                  </a:cubicBezTo>
                  <a:cubicBezTo>
                    <a:pt x="219" y="92"/>
                    <a:pt x="231" y="69"/>
                    <a:pt x="248" y="52"/>
                  </a:cubicBezTo>
                  <a:cubicBezTo>
                    <a:pt x="233" y="8"/>
                    <a:pt x="218" y="13"/>
                    <a:pt x="184" y="36"/>
                  </a:cubicBezTo>
                  <a:cubicBezTo>
                    <a:pt x="181" y="25"/>
                    <a:pt x="186" y="0"/>
                    <a:pt x="176" y="4"/>
                  </a:cubicBezTo>
                  <a:cubicBezTo>
                    <a:pt x="155" y="13"/>
                    <a:pt x="152" y="44"/>
                    <a:pt x="136" y="60"/>
                  </a:cubicBezTo>
                </a:path>
              </a:pathLst>
            </a:custGeom>
            <a:solidFill>
              <a:srgbClr val="FFFFFF"/>
            </a:solidFill>
            <a:ln w="12700" cap="flat" cmpd="sng">
              <a:noFill/>
              <a:prstDash val="solid"/>
              <a:round/>
            </a:ln>
          </p:spPr>
          <p:txBody>
            <a:bodyPr wrap="none" anchor="ctr"/>
            <a:lstStyle/>
            <a:p>
              <a:endParaRPr lang="zh-CN" altLang="en-US"/>
            </a:p>
          </p:txBody>
        </p:sp>
        <p:sp>
          <p:nvSpPr>
            <p:cNvPr id="48156" name="Freeform 135"/>
            <p:cNvSpPr/>
            <p:nvPr/>
          </p:nvSpPr>
          <p:spPr bwMode="auto">
            <a:xfrm rot="558124">
              <a:off x="4152" y="3449"/>
              <a:ext cx="77" cy="52"/>
            </a:xfrm>
            <a:custGeom>
              <a:avLst/>
              <a:gdLst>
                <a:gd name="T0" fmla="*/ 0 w 248"/>
                <a:gd name="T1" fmla="*/ 0 h 191"/>
                <a:gd name="T2" fmla="*/ 0 w 248"/>
                <a:gd name="T3" fmla="*/ 0 h 191"/>
                <a:gd name="T4" fmla="*/ 0 w 248"/>
                <a:gd name="T5" fmla="*/ 0 h 191"/>
                <a:gd name="T6" fmla="*/ 0 w 248"/>
                <a:gd name="T7" fmla="*/ 0 h 191"/>
                <a:gd name="T8" fmla="*/ 0 w 248"/>
                <a:gd name="T9" fmla="*/ 0 h 191"/>
                <a:gd name="T10" fmla="*/ 0 w 248"/>
                <a:gd name="T11" fmla="*/ 0 h 191"/>
                <a:gd name="T12" fmla="*/ 0 w 248"/>
                <a:gd name="T13" fmla="*/ 0 h 191"/>
                <a:gd name="T14" fmla="*/ 0 w 248"/>
                <a:gd name="T15" fmla="*/ 0 h 191"/>
                <a:gd name="T16" fmla="*/ 0 w 248"/>
                <a:gd name="T17" fmla="*/ 0 h 191"/>
                <a:gd name="T18" fmla="*/ 0 w 248"/>
                <a:gd name="T19" fmla="*/ 0 h 191"/>
                <a:gd name="T20" fmla="*/ 0 w 248"/>
                <a:gd name="T21" fmla="*/ 0 h 191"/>
                <a:gd name="T22" fmla="*/ 0 w 248"/>
                <a:gd name="T23" fmla="*/ 0 h 191"/>
                <a:gd name="T24" fmla="*/ 0 w 248"/>
                <a:gd name="T25" fmla="*/ 0 h 191"/>
                <a:gd name="T26" fmla="*/ 0 w 248"/>
                <a:gd name="T27" fmla="*/ 0 h 191"/>
                <a:gd name="T28" fmla="*/ 0 w 248"/>
                <a:gd name="T29" fmla="*/ 0 h 191"/>
                <a:gd name="T30" fmla="*/ 0 w 248"/>
                <a:gd name="T31" fmla="*/ 0 h 191"/>
                <a:gd name="T32" fmla="*/ 0 w 248"/>
                <a:gd name="T33" fmla="*/ 0 h 191"/>
                <a:gd name="T34" fmla="*/ 0 w 248"/>
                <a:gd name="T35" fmla="*/ 0 h 191"/>
                <a:gd name="T36" fmla="*/ 0 w 248"/>
                <a:gd name="T37" fmla="*/ 0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48"/>
                <a:gd name="T58" fmla="*/ 0 h 191"/>
                <a:gd name="T59" fmla="*/ 248 w 248"/>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48" h="191">
                  <a:moveTo>
                    <a:pt x="184" y="36"/>
                  </a:moveTo>
                  <a:cubicBezTo>
                    <a:pt x="127" y="55"/>
                    <a:pt x="150" y="43"/>
                    <a:pt x="112" y="68"/>
                  </a:cubicBezTo>
                  <a:cubicBezTo>
                    <a:pt x="104" y="63"/>
                    <a:pt x="94" y="60"/>
                    <a:pt x="88" y="52"/>
                  </a:cubicBezTo>
                  <a:cubicBezTo>
                    <a:pt x="67" y="26"/>
                    <a:pt x="98" y="10"/>
                    <a:pt x="56" y="52"/>
                  </a:cubicBezTo>
                  <a:cubicBezTo>
                    <a:pt x="51" y="67"/>
                    <a:pt x="41" y="110"/>
                    <a:pt x="24" y="124"/>
                  </a:cubicBezTo>
                  <a:cubicBezTo>
                    <a:pt x="17" y="129"/>
                    <a:pt x="0" y="140"/>
                    <a:pt x="0" y="132"/>
                  </a:cubicBezTo>
                  <a:cubicBezTo>
                    <a:pt x="0" y="122"/>
                    <a:pt x="16" y="121"/>
                    <a:pt x="24" y="116"/>
                  </a:cubicBezTo>
                  <a:cubicBezTo>
                    <a:pt x="29" y="124"/>
                    <a:pt x="36" y="131"/>
                    <a:pt x="40" y="140"/>
                  </a:cubicBezTo>
                  <a:cubicBezTo>
                    <a:pt x="44" y="148"/>
                    <a:pt x="40" y="164"/>
                    <a:pt x="48" y="164"/>
                  </a:cubicBezTo>
                  <a:cubicBezTo>
                    <a:pt x="59" y="164"/>
                    <a:pt x="63" y="146"/>
                    <a:pt x="72" y="140"/>
                  </a:cubicBezTo>
                  <a:cubicBezTo>
                    <a:pt x="79" y="135"/>
                    <a:pt x="88" y="135"/>
                    <a:pt x="96" y="132"/>
                  </a:cubicBezTo>
                  <a:cubicBezTo>
                    <a:pt x="96" y="132"/>
                    <a:pt x="69" y="191"/>
                    <a:pt x="112" y="148"/>
                  </a:cubicBezTo>
                  <a:cubicBezTo>
                    <a:pt x="133" y="127"/>
                    <a:pt x="147" y="97"/>
                    <a:pt x="168" y="76"/>
                  </a:cubicBezTo>
                  <a:cubicBezTo>
                    <a:pt x="171" y="89"/>
                    <a:pt x="166" y="106"/>
                    <a:pt x="176" y="116"/>
                  </a:cubicBezTo>
                  <a:cubicBezTo>
                    <a:pt x="182" y="122"/>
                    <a:pt x="194" y="113"/>
                    <a:pt x="200" y="108"/>
                  </a:cubicBezTo>
                  <a:cubicBezTo>
                    <a:pt x="219" y="92"/>
                    <a:pt x="231" y="69"/>
                    <a:pt x="248" y="52"/>
                  </a:cubicBezTo>
                  <a:cubicBezTo>
                    <a:pt x="233" y="8"/>
                    <a:pt x="218" y="13"/>
                    <a:pt x="184" y="36"/>
                  </a:cubicBezTo>
                  <a:cubicBezTo>
                    <a:pt x="181" y="25"/>
                    <a:pt x="186" y="0"/>
                    <a:pt x="176" y="4"/>
                  </a:cubicBezTo>
                  <a:cubicBezTo>
                    <a:pt x="155" y="13"/>
                    <a:pt x="152" y="44"/>
                    <a:pt x="136" y="60"/>
                  </a:cubicBezTo>
                </a:path>
              </a:pathLst>
            </a:custGeom>
            <a:solidFill>
              <a:srgbClr val="FFFFFF"/>
            </a:solidFill>
            <a:ln w="12700" cap="flat" cmpd="sng">
              <a:noFill/>
              <a:prstDash val="solid"/>
              <a:round/>
            </a:ln>
          </p:spPr>
          <p:txBody>
            <a:bodyPr wrap="none" anchor="ctr"/>
            <a:lstStyle/>
            <a:p>
              <a:endParaRPr lang="zh-CN" altLang="en-US"/>
            </a:p>
          </p:txBody>
        </p:sp>
        <p:sp>
          <p:nvSpPr>
            <p:cNvPr id="48157" name="Freeform 136"/>
            <p:cNvSpPr/>
            <p:nvPr/>
          </p:nvSpPr>
          <p:spPr bwMode="auto">
            <a:xfrm flipH="1">
              <a:off x="3766" y="3528"/>
              <a:ext cx="88" cy="84"/>
            </a:xfrm>
            <a:custGeom>
              <a:avLst/>
              <a:gdLst>
                <a:gd name="T0" fmla="*/ 1 w 157"/>
                <a:gd name="T1" fmla="*/ 0 h 172"/>
                <a:gd name="T2" fmla="*/ 1 w 157"/>
                <a:gd name="T3" fmla="*/ 0 h 172"/>
                <a:gd name="T4" fmla="*/ 1 w 157"/>
                <a:gd name="T5" fmla="*/ 0 h 172"/>
                <a:gd name="T6" fmla="*/ 1 w 157"/>
                <a:gd name="T7" fmla="*/ 0 h 172"/>
                <a:gd name="T8" fmla="*/ 1 w 157"/>
                <a:gd name="T9" fmla="*/ 0 h 172"/>
                <a:gd name="T10" fmla="*/ 1 w 157"/>
                <a:gd name="T11" fmla="*/ 0 h 172"/>
                <a:gd name="T12" fmla="*/ 1 w 157"/>
                <a:gd name="T13" fmla="*/ 0 h 172"/>
                <a:gd name="T14" fmla="*/ 1 w 157"/>
                <a:gd name="T15" fmla="*/ 0 h 172"/>
                <a:gd name="T16" fmla="*/ 1 w 157"/>
                <a:gd name="T17" fmla="*/ 0 h 17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7"/>
                <a:gd name="T28" fmla="*/ 0 h 172"/>
                <a:gd name="T29" fmla="*/ 157 w 157"/>
                <a:gd name="T30" fmla="*/ 172 h 17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7" h="172">
                  <a:moveTo>
                    <a:pt x="156" y="16"/>
                  </a:moveTo>
                  <a:cubicBezTo>
                    <a:pt x="133" y="8"/>
                    <a:pt x="128" y="0"/>
                    <a:pt x="108" y="24"/>
                  </a:cubicBezTo>
                  <a:cubicBezTo>
                    <a:pt x="103" y="31"/>
                    <a:pt x="106" y="42"/>
                    <a:pt x="100" y="48"/>
                  </a:cubicBezTo>
                  <a:cubicBezTo>
                    <a:pt x="94" y="54"/>
                    <a:pt x="84" y="53"/>
                    <a:pt x="76" y="56"/>
                  </a:cubicBezTo>
                  <a:cubicBezTo>
                    <a:pt x="64" y="74"/>
                    <a:pt x="0" y="172"/>
                    <a:pt x="68" y="104"/>
                  </a:cubicBezTo>
                  <a:cubicBezTo>
                    <a:pt x="106" y="161"/>
                    <a:pt x="86" y="166"/>
                    <a:pt x="124" y="128"/>
                  </a:cubicBezTo>
                  <a:cubicBezTo>
                    <a:pt x="144" y="68"/>
                    <a:pt x="126" y="142"/>
                    <a:pt x="116" y="80"/>
                  </a:cubicBezTo>
                  <a:cubicBezTo>
                    <a:pt x="113" y="60"/>
                    <a:pt x="138" y="42"/>
                    <a:pt x="148" y="32"/>
                  </a:cubicBezTo>
                  <a:cubicBezTo>
                    <a:pt x="157" y="5"/>
                    <a:pt x="156" y="0"/>
                    <a:pt x="156" y="16"/>
                  </a:cubicBezTo>
                  <a:close/>
                </a:path>
              </a:pathLst>
            </a:custGeom>
            <a:solidFill>
              <a:srgbClr val="FFFFFF"/>
            </a:solidFill>
            <a:ln w="12700" cap="flat" cmpd="sng">
              <a:noFill/>
              <a:prstDash val="solid"/>
              <a:round/>
            </a:ln>
          </p:spPr>
          <p:txBody>
            <a:bodyPr wrap="none" anchor="ctr"/>
            <a:lstStyle/>
            <a:p>
              <a:endParaRPr lang="zh-CN" altLang="en-US"/>
            </a:p>
          </p:txBody>
        </p:sp>
        <p:sp>
          <p:nvSpPr>
            <p:cNvPr id="48158" name="Freeform 137"/>
            <p:cNvSpPr/>
            <p:nvPr/>
          </p:nvSpPr>
          <p:spPr bwMode="auto">
            <a:xfrm rot="558124">
              <a:off x="3876" y="3655"/>
              <a:ext cx="77" cy="52"/>
            </a:xfrm>
            <a:custGeom>
              <a:avLst/>
              <a:gdLst>
                <a:gd name="T0" fmla="*/ 0 w 248"/>
                <a:gd name="T1" fmla="*/ 0 h 191"/>
                <a:gd name="T2" fmla="*/ 0 w 248"/>
                <a:gd name="T3" fmla="*/ 0 h 191"/>
                <a:gd name="T4" fmla="*/ 0 w 248"/>
                <a:gd name="T5" fmla="*/ 0 h 191"/>
                <a:gd name="T6" fmla="*/ 0 w 248"/>
                <a:gd name="T7" fmla="*/ 0 h 191"/>
                <a:gd name="T8" fmla="*/ 0 w 248"/>
                <a:gd name="T9" fmla="*/ 0 h 191"/>
                <a:gd name="T10" fmla="*/ 0 w 248"/>
                <a:gd name="T11" fmla="*/ 0 h 191"/>
                <a:gd name="T12" fmla="*/ 0 w 248"/>
                <a:gd name="T13" fmla="*/ 0 h 191"/>
                <a:gd name="T14" fmla="*/ 0 w 248"/>
                <a:gd name="T15" fmla="*/ 0 h 191"/>
                <a:gd name="T16" fmla="*/ 0 w 248"/>
                <a:gd name="T17" fmla="*/ 0 h 191"/>
                <a:gd name="T18" fmla="*/ 0 w 248"/>
                <a:gd name="T19" fmla="*/ 0 h 191"/>
                <a:gd name="T20" fmla="*/ 0 w 248"/>
                <a:gd name="T21" fmla="*/ 0 h 191"/>
                <a:gd name="T22" fmla="*/ 0 w 248"/>
                <a:gd name="T23" fmla="*/ 0 h 191"/>
                <a:gd name="T24" fmla="*/ 0 w 248"/>
                <a:gd name="T25" fmla="*/ 0 h 191"/>
                <a:gd name="T26" fmla="*/ 0 w 248"/>
                <a:gd name="T27" fmla="*/ 0 h 191"/>
                <a:gd name="T28" fmla="*/ 0 w 248"/>
                <a:gd name="T29" fmla="*/ 0 h 191"/>
                <a:gd name="T30" fmla="*/ 0 w 248"/>
                <a:gd name="T31" fmla="*/ 0 h 191"/>
                <a:gd name="T32" fmla="*/ 0 w 248"/>
                <a:gd name="T33" fmla="*/ 0 h 191"/>
                <a:gd name="T34" fmla="*/ 0 w 248"/>
                <a:gd name="T35" fmla="*/ 0 h 191"/>
                <a:gd name="T36" fmla="*/ 0 w 248"/>
                <a:gd name="T37" fmla="*/ 0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48"/>
                <a:gd name="T58" fmla="*/ 0 h 191"/>
                <a:gd name="T59" fmla="*/ 248 w 248"/>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48" h="191">
                  <a:moveTo>
                    <a:pt x="184" y="36"/>
                  </a:moveTo>
                  <a:cubicBezTo>
                    <a:pt x="127" y="55"/>
                    <a:pt x="150" y="43"/>
                    <a:pt x="112" y="68"/>
                  </a:cubicBezTo>
                  <a:cubicBezTo>
                    <a:pt x="104" y="63"/>
                    <a:pt x="94" y="60"/>
                    <a:pt x="88" y="52"/>
                  </a:cubicBezTo>
                  <a:cubicBezTo>
                    <a:pt x="67" y="26"/>
                    <a:pt x="98" y="10"/>
                    <a:pt x="56" y="52"/>
                  </a:cubicBezTo>
                  <a:cubicBezTo>
                    <a:pt x="51" y="67"/>
                    <a:pt x="41" y="110"/>
                    <a:pt x="24" y="124"/>
                  </a:cubicBezTo>
                  <a:cubicBezTo>
                    <a:pt x="17" y="129"/>
                    <a:pt x="0" y="140"/>
                    <a:pt x="0" y="132"/>
                  </a:cubicBezTo>
                  <a:cubicBezTo>
                    <a:pt x="0" y="122"/>
                    <a:pt x="16" y="121"/>
                    <a:pt x="24" y="116"/>
                  </a:cubicBezTo>
                  <a:cubicBezTo>
                    <a:pt x="29" y="124"/>
                    <a:pt x="36" y="131"/>
                    <a:pt x="40" y="140"/>
                  </a:cubicBezTo>
                  <a:cubicBezTo>
                    <a:pt x="44" y="148"/>
                    <a:pt x="40" y="164"/>
                    <a:pt x="48" y="164"/>
                  </a:cubicBezTo>
                  <a:cubicBezTo>
                    <a:pt x="59" y="164"/>
                    <a:pt x="63" y="146"/>
                    <a:pt x="72" y="140"/>
                  </a:cubicBezTo>
                  <a:cubicBezTo>
                    <a:pt x="79" y="135"/>
                    <a:pt x="88" y="135"/>
                    <a:pt x="96" y="132"/>
                  </a:cubicBezTo>
                  <a:cubicBezTo>
                    <a:pt x="96" y="132"/>
                    <a:pt x="69" y="191"/>
                    <a:pt x="112" y="148"/>
                  </a:cubicBezTo>
                  <a:cubicBezTo>
                    <a:pt x="133" y="127"/>
                    <a:pt x="147" y="97"/>
                    <a:pt x="168" y="76"/>
                  </a:cubicBezTo>
                  <a:cubicBezTo>
                    <a:pt x="171" y="89"/>
                    <a:pt x="166" y="106"/>
                    <a:pt x="176" y="116"/>
                  </a:cubicBezTo>
                  <a:cubicBezTo>
                    <a:pt x="182" y="122"/>
                    <a:pt x="194" y="113"/>
                    <a:pt x="200" y="108"/>
                  </a:cubicBezTo>
                  <a:cubicBezTo>
                    <a:pt x="219" y="92"/>
                    <a:pt x="231" y="69"/>
                    <a:pt x="248" y="52"/>
                  </a:cubicBezTo>
                  <a:cubicBezTo>
                    <a:pt x="233" y="8"/>
                    <a:pt x="218" y="13"/>
                    <a:pt x="184" y="36"/>
                  </a:cubicBezTo>
                  <a:cubicBezTo>
                    <a:pt x="181" y="25"/>
                    <a:pt x="186" y="0"/>
                    <a:pt x="176" y="4"/>
                  </a:cubicBezTo>
                  <a:cubicBezTo>
                    <a:pt x="155" y="13"/>
                    <a:pt x="152" y="44"/>
                    <a:pt x="136" y="60"/>
                  </a:cubicBezTo>
                </a:path>
              </a:pathLst>
            </a:custGeom>
            <a:solidFill>
              <a:srgbClr val="FFFFFF"/>
            </a:solidFill>
            <a:ln w="12700" cap="flat" cmpd="sng">
              <a:noFill/>
              <a:prstDash val="solid"/>
              <a:round/>
            </a:ln>
          </p:spPr>
          <p:txBody>
            <a:bodyPr wrap="none" anchor="ctr"/>
            <a:lstStyle/>
            <a:p>
              <a:endParaRPr lang="zh-CN" altLang="en-US"/>
            </a:p>
          </p:txBody>
        </p:sp>
        <p:sp>
          <p:nvSpPr>
            <p:cNvPr id="48159" name="Freeform 138"/>
            <p:cNvSpPr/>
            <p:nvPr/>
          </p:nvSpPr>
          <p:spPr bwMode="auto">
            <a:xfrm rot="558124">
              <a:off x="4422" y="3786"/>
              <a:ext cx="77" cy="52"/>
            </a:xfrm>
            <a:custGeom>
              <a:avLst/>
              <a:gdLst>
                <a:gd name="T0" fmla="*/ 0 w 248"/>
                <a:gd name="T1" fmla="*/ 0 h 191"/>
                <a:gd name="T2" fmla="*/ 0 w 248"/>
                <a:gd name="T3" fmla="*/ 0 h 191"/>
                <a:gd name="T4" fmla="*/ 0 w 248"/>
                <a:gd name="T5" fmla="*/ 0 h 191"/>
                <a:gd name="T6" fmla="*/ 0 w 248"/>
                <a:gd name="T7" fmla="*/ 0 h 191"/>
                <a:gd name="T8" fmla="*/ 0 w 248"/>
                <a:gd name="T9" fmla="*/ 0 h 191"/>
                <a:gd name="T10" fmla="*/ 0 w 248"/>
                <a:gd name="T11" fmla="*/ 0 h 191"/>
                <a:gd name="T12" fmla="*/ 0 w 248"/>
                <a:gd name="T13" fmla="*/ 0 h 191"/>
                <a:gd name="T14" fmla="*/ 0 w 248"/>
                <a:gd name="T15" fmla="*/ 0 h 191"/>
                <a:gd name="T16" fmla="*/ 0 w 248"/>
                <a:gd name="T17" fmla="*/ 0 h 191"/>
                <a:gd name="T18" fmla="*/ 0 w 248"/>
                <a:gd name="T19" fmla="*/ 0 h 191"/>
                <a:gd name="T20" fmla="*/ 0 w 248"/>
                <a:gd name="T21" fmla="*/ 0 h 191"/>
                <a:gd name="T22" fmla="*/ 0 w 248"/>
                <a:gd name="T23" fmla="*/ 0 h 191"/>
                <a:gd name="T24" fmla="*/ 0 w 248"/>
                <a:gd name="T25" fmla="*/ 0 h 191"/>
                <a:gd name="T26" fmla="*/ 0 w 248"/>
                <a:gd name="T27" fmla="*/ 0 h 191"/>
                <a:gd name="T28" fmla="*/ 0 w 248"/>
                <a:gd name="T29" fmla="*/ 0 h 191"/>
                <a:gd name="T30" fmla="*/ 0 w 248"/>
                <a:gd name="T31" fmla="*/ 0 h 191"/>
                <a:gd name="T32" fmla="*/ 0 w 248"/>
                <a:gd name="T33" fmla="*/ 0 h 191"/>
                <a:gd name="T34" fmla="*/ 0 w 248"/>
                <a:gd name="T35" fmla="*/ 0 h 191"/>
                <a:gd name="T36" fmla="*/ 0 w 248"/>
                <a:gd name="T37" fmla="*/ 0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48"/>
                <a:gd name="T58" fmla="*/ 0 h 191"/>
                <a:gd name="T59" fmla="*/ 248 w 248"/>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48" h="191">
                  <a:moveTo>
                    <a:pt x="184" y="36"/>
                  </a:moveTo>
                  <a:cubicBezTo>
                    <a:pt x="127" y="55"/>
                    <a:pt x="150" y="43"/>
                    <a:pt x="112" y="68"/>
                  </a:cubicBezTo>
                  <a:cubicBezTo>
                    <a:pt x="104" y="63"/>
                    <a:pt x="94" y="60"/>
                    <a:pt x="88" y="52"/>
                  </a:cubicBezTo>
                  <a:cubicBezTo>
                    <a:pt x="67" y="26"/>
                    <a:pt x="98" y="10"/>
                    <a:pt x="56" y="52"/>
                  </a:cubicBezTo>
                  <a:cubicBezTo>
                    <a:pt x="51" y="67"/>
                    <a:pt x="41" y="110"/>
                    <a:pt x="24" y="124"/>
                  </a:cubicBezTo>
                  <a:cubicBezTo>
                    <a:pt x="17" y="129"/>
                    <a:pt x="0" y="140"/>
                    <a:pt x="0" y="132"/>
                  </a:cubicBezTo>
                  <a:cubicBezTo>
                    <a:pt x="0" y="122"/>
                    <a:pt x="16" y="121"/>
                    <a:pt x="24" y="116"/>
                  </a:cubicBezTo>
                  <a:cubicBezTo>
                    <a:pt x="29" y="124"/>
                    <a:pt x="36" y="131"/>
                    <a:pt x="40" y="140"/>
                  </a:cubicBezTo>
                  <a:cubicBezTo>
                    <a:pt x="44" y="148"/>
                    <a:pt x="40" y="164"/>
                    <a:pt x="48" y="164"/>
                  </a:cubicBezTo>
                  <a:cubicBezTo>
                    <a:pt x="59" y="164"/>
                    <a:pt x="63" y="146"/>
                    <a:pt x="72" y="140"/>
                  </a:cubicBezTo>
                  <a:cubicBezTo>
                    <a:pt x="79" y="135"/>
                    <a:pt x="88" y="135"/>
                    <a:pt x="96" y="132"/>
                  </a:cubicBezTo>
                  <a:cubicBezTo>
                    <a:pt x="96" y="132"/>
                    <a:pt x="69" y="191"/>
                    <a:pt x="112" y="148"/>
                  </a:cubicBezTo>
                  <a:cubicBezTo>
                    <a:pt x="133" y="127"/>
                    <a:pt x="147" y="97"/>
                    <a:pt x="168" y="76"/>
                  </a:cubicBezTo>
                  <a:cubicBezTo>
                    <a:pt x="171" y="89"/>
                    <a:pt x="166" y="106"/>
                    <a:pt x="176" y="116"/>
                  </a:cubicBezTo>
                  <a:cubicBezTo>
                    <a:pt x="182" y="122"/>
                    <a:pt x="194" y="113"/>
                    <a:pt x="200" y="108"/>
                  </a:cubicBezTo>
                  <a:cubicBezTo>
                    <a:pt x="219" y="92"/>
                    <a:pt x="231" y="69"/>
                    <a:pt x="248" y="52"/>
                  </a:cubicBezTo>
                  <a:cubicBezTo>
                    <a:pt x="233" y="8"/>
                    <a:pt x="218" y="13"/>
                    <a:pt x="184" y="36"/>
                  </a:cubicBezTo>
                  <a:cubicBezTo>
                    <a:pt x="181" y="25"/>
                    <a:pt x="186" y="0"/>
                    <a:pt x="176" y="4"/>
                  </a:cubicBezTo>
                  <a:cubicBezTo>
                    <a:pt x="155" y="13"/>
                    <a:pt x="152" y="44"/>
                    <a:pt x="136" y="60"/>
                  </a:cubicBezTo>
                </a:path>
              </a:pathLst>
            </a:custGeom>
            <a:solidFill>
              <a:srgbClr val="FFFFFF"/>
            </a:solidFill>
            <a:ln w="12700" cap="flat" cmpd="sng">
              <a:noFill/>
              <a:prstDash val="solid"/>
              <a:round/>
            </a:ln>
          </p:spPr>
          <p:txBody>
            <a:bodyPr wrap="none" anchor="ctr"/>
            <a:lstStyle/>
            <a:p>
              <a:endParaRPr lang="zh-CN" altLang="en-US"/>
            </a:p>
          </p:txBody>
        </p:sp>
        <p:sp>
          <p:nvSpPr>
            <p:cNvPr id="48160" name="Freeform 139"/>
            <p:cNvSpPr/>
            <p:nvPr/>
          </p:nvSpPr>
          <p:spPr bwMode="auto">
            <a:xfrm rot="558124">
              <a:off x="3878" y="3457"/>
              <a:ext cx="109" cy="52"/>
            </a:xfrm>
            <a:custGeom>
              <a:avLst/>
              <a:gdLst>
                <a:gd name="T0" fmla="*/ 0 w 248"/>
                <a:gd name="T1" fmla="*/ 0 h 191"/>
                <a:gd name="T2" fmla="*/ 0 w 248"/>
                <a:gd name="T3" fmla="*/ 0 h 191"/>
                <a:gd name="T4" fmla="*/ 0 w 248"/>
                <a:gd name="T5" fmla="*/ 0 h 191"/>
                <a:gd name="T6" fmla="*/ 0 w 248"/>
                <a:gd name="T7" fmla="*/ 0 h 191"/>
                <a:gd name="T8" fmla="*/ 0 w 248"/>
                <a:gd name="T9" fmla="*/ 0 h 191"/>
                <a:gd name="T10" fmla="*/ 0 w 248"/>
                <a:gd name="T11" fmla="*/ 0 h 191"/>
                <a:gd name="T12" fmla="*/ 0 w 248"/>
                <a:gd name="T13" fmla="*/ 0 h 191"/>
                <a:gd name="T14" fmla="*/ 0 w 248"/>
                <a:gd name="T15" fmla="*/ 0 h 191"/>
                <a:gd name="T16" fmla="*/ 0 w 248"/>
                <a:gd name="T17" fmla="*/ 0 h 191"/>
                <a:gd name="T18" fmla="*/ 0 w 248"/>
                <a:gd name="T19" fmla="*/ 0 h 191"/>
                <a:gd name="T20" fmla="*/ 0 w 248"/>
                <a:gd name="T21" fmla="*/ 0 h 191"/>
                <a:gd name="T22" fmla="*/ 0 w 248"/>
                <a:gd name="T23" fmla="*/ 0 h 191"/>
                <a:gd name="T24" fmla="*/ 0 w 248"/>
                <a:gd name="T25" fmla="*/ 0 h 191"/>
                <a:gd name="T26" fmla="*/ 0 w 248"/>
                <a:gd name="T27" fmla="*/ 0 h 191"/>
                <a:gd name="T28" fmla="*/ 0 w 248"/>
                <a:gd name="T29" fmla="*/ 0 h 191"/>
                <a:gd name="T30" fmla="*/ 0 w 248"/>
                <a:gd name="T31" fmla="*/ 0 h 191"/>
                <a:gd name="T32" fmla="*/ 0 w 248"/>
                <a:gd name="T33" fmla="*/ 0 h 191"/>
                <a:gd name="T34" fmla="*/ 0 w 248"/>
                <a:gd name="T35" fmla="*/ 0 h 191"/>
                <a:gd name="T36" fmla="*/ 0 w 248"/>
                <a:gd name="T37" fmla="*/ 0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48"/>
                <a:gd name="T58" fmla="*/ 0 h 191"/>
                <a:gd name="T59" fmla="*/ 248 w 248"/>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48" h="191">
                  <a:moveTo>
                    <a:pt x="184" y="36"/>
                  </a:moveTo>
                  <a:cubicBezTo>
                    <a:pt x="127" y="55"/>
                    <a:pt x="150" y="43"/>
                    <a:pt x="112" y="68"/>
                  </a:cubicBezTo>
                  <a:cubicBezTo>
                    <a:pt x="104" y="63"/>
                    <a:pt x="94" y="60"/>
                    <a:pt x="88" y="52"/>
                  </a:cubicBezTo>
                  <a:cubicBezTo>
                    <a:pt x="67" y="26"/>
                    <a:pt x="98" y="10"/>
                    <a:pt x="56" y="52"/>
                  </a:cubicBezTo>
                  <a:cubicBezTo>
                    <a:pt x="51" y="67"/>
                    <a:pt x="41" y="110"/>
                    <a:pt x="24" y="124"/>
                  </a:cubicBezTo>
                  <a:cubicBezTo>
                    <a:pt x="17" y="129"/>
                    <a:pt x="0" y="140"/>
                    <a:pt x="0" y="132"/>
                  </a:cubicBezTo>
                  <a:cubicBezTo>
                    <a:pt x="0" y="122"/>
                    <a:pt x="16" y="121"/>
                    <a:pt x="24" y="116"/>
                  </a:cubicBezTo>
                  <a:cubicBezTo>
                    <a:pt x="29" y="124"/>
                    <a:pt x="36" y="131"/>
                    <a:pt x="40" y="140"/>
                  </a:cubicBezTo>
                  <a:cubicBezTo>
                    <a:pt x="44" y="148"/>
                    <a:pt x="40" y="164"/>
                    <a:pt x="48" y="164"/>
                  </a:cubicBezTo>
                  <a:cubicBezTo>
                    <a:pt x="59" y="164"/>
                    <a:pt x="63" y="146"/>
                    <a:pt x="72" y="140"/>
                  </a:cubicBezTo>
                  <a:cubicBezTo>
                    <a:pt x="79" y="135"/>
                    <a:pt x="88" y="135"/>
                    <a:pt x="96" y="132"/>
                  </a:cubicBezTo>
                  <a:cubicBezTo>
                    <a:pt x="96" y="132"/>
                    <a:pt x="69" y="191"/>
                    <a:pt x="112" y="148"/>
                  </a:cubicBezTo>
                  <a:cubicBezTo>
                    <a:pt x="133" y="127"/>
                    <a:pt x="147" y="97"/>
                    <a:pt x="168" y="76"/>
                  </a:cubicBezTo>
                  <a:cubicBezTo>
                    <a:pt x="171" y="89"/>
                    <a:pt x="166" y="106"/>
                    <a:pt x="176" y="116"/>
                  </a:cubicBezTo>
                  <a:cubicBezTo>
                    <a:pt x="182" y="122"/>
                    <a:pt x="194" y="113"/>
                    <a:pt x="200" y="108"/>
                  </a:cubicBezTo>
                  <a:cubicBezTo>
                    <a:pt x="219" y="92"/>
                    <a:pt x="231" y="69"/>
                    <a:pt x="248" y="52"/>
                  </a:cubicBezTo>
                  <a:cubicBezTo>
                    <a:pt x="233" y="8"/>
                    <a:pt x="218" y="13"/>
                    <a:pt x="184" y="36"/>
                  </a:cubicBezTo>
                  <a:cubicBezTo>
                    <a:pt x="181" y="25"/>
                    <a:pt x="186" y="0"/>
                    <a:pt x="176" y="4"/>
                  </a:cubicBezTo>
                  <a:cubicBezTo>
                    <a:pt x="155" y="13"/>
                    <a:pt x="152" y="44"/>
                    <a:pt x="136" y="60"/>
                  </a:cubicBezTo>
                </a:path>
              </a:pathLst>
            </a:custGeom>
            <a:solidFill>
              <a:srgbClr val="FFFFFF"/>
            </a:solidFill>
            <a:ln w="12700" cap="flat" cmpd="sng">
              <a:noFill/>
              <a:prstDash val="solid"/>
              <a:round/>
            </a:ln>
          </p:spPr>
          <p:txBody>
            <a:bodyPr wrap="none" anchor="ctr"/>
            <a:lstStyle/>
            <a:p>
              <a:endParaRPr lang="zh-CN" altLang="en-US"/>
            </a:p>
          </p:txBody>
        </p:sp>
        <p:sp>
          <p:nvSpPr>
            <p:cNvPr id="48161" name="Freeform 140"/>
            <p:cNvSpPr/>
            <p:nvPr/>
          </p:nvSpPr>
          <p:spPr bwMode="auto">
            <a:xfrm>
              <a:off x="4218" y="3383"/>
              <a:ext cx="113" cy="48"/>
            </a:xfrm>
            <a:custGeom>
              <a:avLst/>
              <a:gdLst>
                <a:gd name="T0" fmla="*/ 0 w 248"/>
                <a:gd name="T1" fmla="*/ 0 h 191"/>
                <a:gd name="T2" fmla="*/ 0 w 248"/>
                <a:gd name="T3" fmla="*/ 0 h 191"/>
                <a:gd name="T4" fmla="*/ 0 w 248"/>
                <a:gd name="T5" fmla="*/ 0 h 191"/>
                <a:gd name="T6" fmla="*/ 0 w 248"/>
                <a:gd name="T7" fmla="*/ 0 h 191"/>
                <a:gd name="T8" fmla="*/ 0 w 248"/>
                <a:gd name="T9" fmla="*/ 0 h 191"/>
                <a:gd name="T10" fmla="*/ 0 w 248"/>
                <a:gd name="T11" fmla="*/ 0 h 191"/>
                <a:gd name="T12" fmla="*/ 0 w 248"/>
                <a:gd name="T13" fmla="*/ 0 h 191"/>
                <a:gd name="T14" fmla="*/ 0 w 248"/>
                <a:gd name="T15" fmla="*/ 0 h 191"/>
                <a:gd name="T16" fmla="*/ 0 w 248"/>
                <a:gd name="T17" fmla="*/ 0 h 191"/>
                <a:gd name="T18" fmla="*/ 0 w 248"/>
                <a:gd name="T19" fmla="*/ 0 h 191"/>
                <a:gd name="T20" fmla="*/ 0 w 248"/>
                <a:gd name="T21" fmla="*/ 0 h 191"/>
                <a:gd name="T22" fmla="*/ 0 w 248"/>
                <a:gd name="T23" fmla="*/ 0 h 191"/>
                <a:gd name="T24" fmla="*/ 0 w 248"/>
                <a:gd name="T25" fmla="*/ 0 h 191"/>
                <a:gd name="T26" fmla="*/ 0 w 248"/>
                <a:gd name="T27" fmla="*/ 0 h 191"/>
                <a:gd name="T28" fmla="*/ 0 w 248"/>
                <a:gd name="T29" fmla="*/ 0 h 191"/>
                <a:gd name="T30" fmla="*/ 0 w 248"/>
                <a:gd name="T31" fmla="*/ 0 h 191"/>
                <a:gd name="T32" fmla="*/ 0 w 248"/>
                <a:gd name="T33" fmla="*/ 0 h 191"/>
                <a:gd name="T34" fmla="*/ 0 w 248"/>
                <a:gd name="T35" fmla="*/ 0 h 191"/>
                <a:gd name="T36" fmla="*/ 0 w 248"/>
                <a:gd name="T37" fmla="*/ 0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48"/>
                <a:gd name="T58" fmla="*/ 0 h 191"/>
                <a:gd name="T59" fmla="*/ 248 w 248"/>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48" h="191">
                  <a:moveTo>
                    <a:pt x="184" y="36"/>
                  </a:moveTo>
                  <a:cubicBezTo>
                    <a:pt x="127" y="55"/>
                    <a:pt x="150" y="43"/>
                    <a:pt x="112" y="68"/>
                  </a:cubicBezTo>
                  <a:cubicBezTo>
                    <a:pt x="104" y="63"/>
                    <a:pt x="94" y="60"/>
                    <a:pt x="88" y="52"/>
                  </a:cubicBezTo>
                  <a:cubicBezTo>
                    <a:pt x="67" y="26"/>
                    <a:pt x="98" y="10"/>
                    <a:pt x="56" y="52"/>
                  </a:cubicBezTo>
                  <a:cubicBezTo>
                    <a:pt x="51" y="67"/>
                    <a:pt x="41" y="110"/>
                    <a:pt x="24" y="124"/>
                  </a:cubicBezTo>
                  <a:cubicBezTo>
                    <a:pt x="17" y="129"/>
                    <a:pt x="0" y="140"/>
                    <a:pt x="0" y="132"/>
                  </a:cubicBezTo>
                  <a:cubicBezTo>
                    <a:pt x="0" y="122"/>
                    <a:pt x="16" y="121"/>
                    <a:pt x="24" y="116"/>
                  </a:cubicBezTo>
                  <a:cubicBezTo>
                    <a:pt x="29" y="124"/>
                    <a:pt x="36" y="131"/>
                    <a:pt x="40" y="140"/>
                  </a:cubicBezTo>
                  <a:cubicBezTo>
                    <a:pt x="44" y="148"/>
                    <a:pt x="40" y="164"/>
                    <a:pt x="48" y="164"/>
                  </a:cubicBezTo>
                  <a:cubicBezTo>
                    <a:pt x="59" y="164"/>
                    <a:pt x="63" y="146"/>
                    <a:pt x="72" y="140"/>
                  </a:cubicBezTo>
                  <a:cubicBezTo>
                    <a:pt x="79" y="135"/>
                    <a:pt x="88" y="135"/>
                    <a:pt x="96" y="132"/>
                  </a:cubicBezTo>
                  <a:cubicBezTo>
                    <a:pt x="96" y="132"/>
                    <a:pt x="69" y="191"/>
                    <a:pt x="112" y="148"/>
                  </a:cubicBezTo>
                  <a:cubicBezTo>
                    <a:pt x="133" y="127"/>
                    <a:pt x="147" y="97"/>
                    <a:pt x="168" y="76"/>
                  </a:cubicBezTo>
                  <a:cubicBezTo>
                    <a:pt x="171" y="89"/>
                    <a:pt x="166" y="106"/>
                    <a:pt x="176" y="116"/>
                  </a:cubicBezTo>
                  <a:cubicBezTo>
                    <a:pt x="182" y="122"/>
                    <a:pt x="194" y="113"/>
                    <a:pt x="200" y="108"/>
                  </a:cubicBezTo>
                  <a:cubicBezTo>
                    <a:pt x="219" y="92"/>
                    <a:pt x="231" y="69"/>
                    <a:pt x="248" y="52"/>
                  </a:cubicBezTo>
                  <a:cubicBezTo>
                    <a:pt x="233" y="8"/>
                    <a:pt x="218" y="13"/>
                    <a:pt x="184" y="36"/>
                  </a:cubicBezTo>
                  <a:cubicBezTo>
                    <a:pt x="181" y="25"/>
                    <a:pt x="186" y="0"/>
                    <a:pt x="176" y="4"/>
                  </a:cubicBezTo>
                  <a:cubicBezTo>
                    <a:pt x="155" y="13"/>
                    <a:pt x="152" y="44"/>
                    <a:pt x="136" y="60"/>
                  </a:cubicBezTo>
                </a:path>
              </a:pathLst>
            </a:custGeom>
            <a:solidFill>
              <a:srgbClr val="FFFFFF"/>
            </a:solidFill>
            <a:ln w="12700" cap="flat" cmpd="sng">
              <a:noFill/>
              <a:prstDash val="solid"/>
              <a:round/>
            </a:ln>
          </p:spPr>
          <p:txBody>
            <a:bodyPr wrap="none" anchor="ctr"/>
            <a:lstStyle/>
            <a:p>
              <a:endParaRPr lang="zh-CN" altLang="en-US"/>
            </a:p>
          </p:txBody>
        </p:sp>
        <p:sp>
          <p:nvSpPr>
            <p:cNvPr id="48162" name="Freeform 141"/>
            <p:cNvSpPr/>
            <p:nvPr/>
          </p:nvSpPr>
          <p:spPr bwMode="auto">
            <a:xfrm rot="-4012660">
              <a:off x="3872" y="3880"/>
              <a:ext cx="141" cy="48"/>
            </a:xfrm>
            <a:custGeom>
              <a:avLst/>
              <a:gdLst>
                <a:gd name="T0" fmla="*/ 1 w 248"/>
                <a:gd name="T1" fmla="*/ 0 h 191"/>
                <a:gd name="T2" fmla="*/ 1 w 248"/>
                <a:gd name="T3" fmla="*/ 0 h 191"/>
                <a:gd name="T4" fmla="*/ 1 w 248"/>
                <a:gd name="T5" fmla="*/ 0 h 191"/>
                <a:gd name="T6" fmla="*/ 1 w 248"/>
                <a:gd name="T7" fmla="*/ 0 h 191"/>
                <a:gd name="T8" fmla="*/ 1 w 248"/>
                <a:gd name="T9" fmla="*/ 0 h 191"/>
                <a:gd name="T10" fmla="*/ 0 w 248"/>
                <a:gd name="T11" fmla="*/ 0 h 191"/>
                <a:gd name="T12" fmla="*/ 1 w 248"/>
                <a:gd name="T13" fmla="*/ 0 h 191"/>
                <a:gd name="T14" fmla="*/ 1 w 248"/>
                <a:gd name="T15" fmla="*/ 0 h 191"/>
                <a:gd name="T16" fmla="*/ 1 w 248"/>
                <a:gd name="T17" fmla="*/ 0 h 191"/>
                <a:gd name="T18" fmla="*/ 1 w 248"/>
                <a:gd name="T19" fmla="*/ 0 h 191"/>
                <a:gd name="T20" fmla="*/ 1 w 248"/>
                <a:gd name="T21" fmla="*/ 0 h 191"/>
                <a:gd name="T22" fmla="*/ 1 w 248"/>
                <a:gd name="T23" fmla="*/ 0 h 191"/>
                <a:gd name="T24" fmla="*/ 1 w 248"/>
                <a:gd name="T25" fmla="*/ 0 h 191"/>
                <a:gd name="T26" fmla="*/ 1 w 248"/>
                <a:gd name="T27" fmla="*/ 0 h 191"/>
                <a:gd name="T28" fmla="*/ 1 w 248"/>
                <a:gd name="T29" fmla="*/ 0 h 191"/>
                <a:gd name="T30" fmla="*/ 1 w 248"/>
                <a:gd name="T31" fmla="*/ 0 h 191"/>
                <a:gd name="T32" fmla="*/ 1 w 248"/>
                <a:gd name="T33" fmla="*/ 0 h 191"/>
                <a:gd name="T34" fmla="*/ 1 w 248"/>
                <a:gd name="T35" fmla="*/ 0 h 191"/>
                <a:gd name="T36" fmla="*/ 1 w 248"/>
                <a:gd name="T37" fmla="*/ 0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48"/>
                <a:gd name="T58" fmla="*/ 0 h 191"/>
                <a:gd name="T59" fmla="*/ 248 w 248"/>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48" h="191">
                  <a:moveTo>
                    <a:pt x="184" y="36"/>
                  </a:moveTo>
                  <a:cubicBezTo>
                    <a:pt x="127" y="55"/>
                    <a:pt x="150" y="43"/>
                    <a:pt x="112" y="68"/>
                  </a:cubicBezTo>
                  <a:cubicBezTo>
                    <a:pt x="104" y="63"/>
                    <a:pt x="94" y="60"/>
                    <a:pt x="88" y="52"/>
                  </a:cubicBezTo>
                  <a:cubicBezTo>
                    <a:pt x="67" y="26"/>
                    <a:pt x="98" y="10"/>
                    <a:pt x="56" y="52"/>
                  </a:cubicBezTo>
                  <a:cubicBezTo>
                    <a:pt x="51" y="67"/>
                    <a:pt x="41" y="110"/>
                    <a:pt x="24" y="124"/>
                  </a:cubicBezTo>
                  <a:cubicBezTo>
                    <a:pt x="17" y="129"/>
                    <a:pt x="0" y="140"/>
                    <a:pt x="0" y="132"/>
                  </a:cubicBezTo>
                  <a:cubicBezTo>
                    <a:pt x="0" y="122"/>
                    <a:pt x="16" y="121"/>
                    <a:pt x="24" y="116"/>
                  </a:cubicBezTo>
                  <a:cubicBezTo>
                    <a:pt x="29" y="124"/>
                    <a:pt x="36" y="131"/>
                    <a:pt x="40" y="140"/>
                  </a:cubicBezTo>
                  <a:cubicBezTo>
                    <a:pt x="44" y="148"/>
                    <a:pt x="40" y="164"/>
                    <a:pt x="48" y="164"/>
                  </a:cubicBezTo>
                  <a:cubicBezTo>
                    <a:pt x="59" y="164"/>
                    <a:pt x="63" y="146"/>
                    <a:pt x="72" y="140"/>
                  </a:cubicBezTo>
                  <a:cubicBezTo>
                    <a:pt x="79" y="135"/>
                    <a:pt x="88" y="135"/>
                    <a:pt x="96" y="132"/>
                  </a:cubicBezTo>
                  <a:cubicBezTo>
                    <a:pt x="96" y="132"/>
                    <a:pt x="69" y="191"/>
                    <a:pt x="112" y="148"/>
                  </a:cubicBezTo>
                  <a:cubicBezTo>
                    <a:pt x="133" y="127"/>
                    <a:pt x="147" y="97"/>
                    <a:pt x="168" y="76"/>
                  </a:cubicBezTo>
                  <a:cubicBezTo>
                    <a:pt x="171" y="89"/>
                    <a:pt x="166" y="106"/>
                    <a:pt x="176" y="116"/>
                  </a:cubicBezTo>
                  <a:cubicBezTo>
                    <a:pt x="182" y="122"/>
                    <a:pt x="194" y="113"/>
                    <a:pt x="200" y="108"/>
                  </a:cubicBezTo>
                  <a:cubicBezTo>
                    <a:pt x="219" y="92"/>
                    <a:pt x="231" y="69"/>
                    <a:pt x="248" y="52"/>
                  </a:cubicBezTo>
                  <a:cubicBezTo>
                    <a:pt x="233" y="8"/>
                    <a:pt x="218" y="13"/>
                    <a:pt x="184" y="36"/>
                  </a:cubicBezTo>
                  <a:cubicBezTo>
                    <a:pt x="181" y="25"/>
                    <a:pt x="186" y="0"/>
                    <a:pt x="176" y="4"/>
                  </a:cubicBezTo>
                  <a:cubicBezTo>
                    <a:pt x="155" y="13"/>
                    <a:pt x="152" y="44"/>
                    <a:pt x="136" y="60"/>
                  </a:cubicBezTo>
                </a:path>
              </a:pathLst>
            </a:custGeom>
            <a:solidFill>
              <a:srgbClr val="FFFFFF"/>
            </a:solidFill>
            <a:ln w="12700" cap="flat" cmpd="sng">
              <a:noFill/>
              <a:prstDash val="solid"/>
              <a:round/>
            </a:ln>
          </p:spPr>
          <p:txBody>
            <a:bodyPr wrap="none" anchor="ctr"/>
            <a:lstStyle/>
            <a:p>
              <a:endParaRPr lang="zh-CN" altLang="en-US"/>
            </a:p>
          </p:txBody>
        </p:sp>
        <p:sp>
          <p:nvSpPr>
            <p:cNvPr id="48163" name="Freeform 142"/>
            <p:cNvSpPr/>
            <p:nvPr/>
          </p:nvSpPr>
          <p:spPr bwMode="auto">
            <a:xfrm rot="18599377" flipH="1">
              <a:off x="4009" y="3404"/>
              <a:ext cx="158" cy="27"/>
            </a:xfrm>
            <a:custGeom>
              <a:avLst/>
              <a:gdLst>
                <a:gd name="T0" fmla="*/ 1 w 248"/>
                <a:gd name="T1" fmla="*/ 0 h 191"/>
                <a:gd name="T2" fmla="*/ 1 w 248"/>
                <a:gd name="T3" fmla="*/ 0 h 191"/>
                <a:gd name="T4" fmla="*/ 1 w 248"/>
                <a:gd name="T5" fmla="*/ 0 h 191"/>
                <a:gd name="T6" fmla="*/ 1 w 248"/>
                <a:gd name="T7" fmla="*/ 0 h 191"/>
                <a:gd name="T8" fmla="*/ 1 w 248"/>
                <a:gd name="T9" fmla="*/ 0 h 191"/>
                <a:gd name="T10" fmla="*/ 0 w 248"/>
                <a:gd name="T11" fmla="*/ 0 h 191"/>
                <a:gd name="T12" fmla="*/ 1 w 248"/>
                <a:gd name="T13" fmla="*/ 0 h 191"/>
                <a:gd name="T14" fmla="*/ 1 w 248"/>
                <a:gd name="T15" fmla="*/ 0 h 191"/>
                <a:gd name="T16" fmla="*/ 1 w 248"/>
                <a:gd name="T17" fmla="*/ 0 h 191"/>
                <a:gd name="T18" fmla="*/ 1 w 248"/>
                <a:gd name="T19" fmla="*/ 0 h 191"/>
                <a:gd name="T20" fmla="*/ 1 w 248"/>
                <a:gd name="T21" fmla="*/ 0 h 191"/>
                <a:gd name="T22" fmla="*/ 1 w 248"/>
                <a:gd name="T23" fmla="*/ 0 h 191"/>
                <a:gd name="T24" fmla="*/ 1 w 248"/>
                <a:gd name="T25" fmla="*/ 0 h 191"/>
                <a:gd name="T26" fmla="*/ 1 w 248"/>
                <a:gd name="T27" fmla="*/ 0 h 191"/>
                <a:gd name="T28" fmla="*/ 1 w 248"/>
                <a:gd name="T29" fmla="*/ 0 h 191"/>
                <a:gd name="T30" fmla="*/ 1 w 248"/>
                <a:gd name="T31" fmla="*/ 0 h 191"/>
                <a:gd name="T32" fmla="*/ 1 w 248"/>
                <a:gd name="T33" fmla="*/ 0 h 191"/>
                <a:gd name="T34" fmla="*/ 1 w 248"/>
                <a:gd name="T35" fmla="*/ 0 h 191"/>
                <a:gd name="T36" fmla="*/ 1 w 248"/>
                <a:gd name="T37" fmla="*/ 0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48"/>
                <a:gd name="T58" fmla="*/ 0 h 191"/>
                <a:gd name="T59" fmla="*/ 248 w 248"/>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48" h="191">
                  <a:moveTo>
                    <a:pt x="184" y="36"/>
                  </a:moveTo>
                  <a:cubicBezTo>
                    <a:pt x="127" y="55"/>
                    <a:pt x="150" y="43"/>
                    <a:pt x="112" y="68"/>
                  </a:cubicBezTo>
                  <a:cubicBezTo>
                    <a:pt x="104" y="63"/>
                    <a:pt x="94" y="60"/>
                    <a:pt x="88" y="52"/>
                  </a:cubicBezTo>
                  <a:cubicBezTo>
                    <a:pt x="67" y="26"/>
                    <a:pt x="98" y="10"/>
                    <a:pt x="56" y="52"/>
                  </a:cubicBezTo>
                  <a:cubicBezTo>
                    <a:pt x="51" y="67"/>
                    <a:pt x="41" y="110"/>
                    <a:pt x="24" y="124"/>
                  </a:cubicBezTo>
                  <a:cubicBezTo>
                    <a:pt x="17" y="129"/>
                    <a:pt x="0" y="140"/>
                    <a:pt x="0" y="132"/>
                  </a:cubicBezTo>
                  <a:cubicBezTo>
                    <a:pt x="0" y="122"/>
                    <a:pt x="16" y="121"/>
                    <a:pt x="24" y="116"/>
                  </a:cubicBezTo>
                  <a:cubicBezTo>
                    <a:pt x="29" y="124"/>
                    <a:pt x="36" y="131"/>
                    <a:pt x="40" y="140"/>
                  </a:cubicBezTo>
                  <a:cubicBezTo>
                    <a:pt x="44" y="148"/>
                    <a:pt x="40" y="164"/>
                    <a:pt x="48" y="164"/>
                  </a:cubicBezTo>
                  <a:cubicBezTo>
                    <a:pt x="59" y="164"/>
                    <a:pt x="63" y="146"/>
                    <a:pt x="72" y="140"/>
                  </a:cubicBezTo>
                  <a:cubicBezTo>
                    <a:pt x="79" y="135"/>
                    <a:pt x="88" y="135"/>
                    <a:pt x="96" y="132"/>
                  </a:cubicBezTo>
                  <a:cubicBezTo>
                    <a:pt x="96" y="132"/>
                    <a:pt x="69" y="191"/>
                    <a:pt x="112" y="148"/>
                  </a:cubicBezTo>
                  <a:cubicBezTo>
                    <a:pt x="133" y="127"/>
                    <a:pt x="147" y="97"/>
                    <a:pt x="168" y="76"/>
                  </a:cubicBezTo>
                  <a:cubicBezTo>
                    <a:pt x="171" y="89"/>
                    <a:pt x="166" y="106"/>
                    <a:pt x="176" y="116"/>
                  </a:cubicBezTo>
                  <a:cubicBezTo>
                    <a:pt x="182" y="122"/>
                    <a:pt x="194" y="113"/>
                    <a:pt x="200" y="108"/>
                  </a:cubicBezTo>
                  <a:cubicBezTo>
                    <a:pt x="219" y="92"/>
                    <a:pt x="231" y="69"/>
                    <a:pt x="248" y="52"/>
                  </a:cubicBezTo>
                  <a:cubicBezTo>
                    <a:pt x="233" y="8"/>
                    <a:pt x="218" y="13"/>
                    <a:pt x="184" y="36"/>
                  </a:cubicBezTo>
                  <a:cubicBezTo>
                    <a:pt x="181" y="25"/>
                    <a:pt x="186" y="0"/>
                    <a:pt x="176" y="4"/>
                  </a:cubicBezTo>
                  <a:cubicBezTo>
                    <a:pt x="155" y="13"/>
                    <a:pt x="152" y="44"/>
                    <a:pt x="136" y="60"/>
                  </a:cubicBezTo>
                </a:path>
              </a:pathLst>
            </a:custGeom>
            <a:solidFill>
              <a:srgbClr val="FFFFFF"/>
            </a:solidFill>
            <a:ln w="12700" cap="flat" cmpd="sng">
              <a:noFill/>
              <a:prstDash val="solid"/>
              <a:round/>
            </a:ln>
          </p:spPr>
          <p:txBody>
            <a:bodyPr wrap="none" anchor="ctr"/>
            <a:lstStyle/>
            <a:p>
              <a:endParaRPr lang="zh-CN" altLang="en-US"/>
            </a:p>
          </p:txBody>
        </p:sp>
        <p:sp>
          <p:nvSpPr>
            <p:cNvPr id="48164" name="Freeform 143"/>
            <p:cNvSpPr/>
            <p:nvPr/>
          </p:nvSpPr>
          <p:spPr bwMode="auto">
            <a:xfrm rot="18599377" flipH="1">
              <a:off x="4077" y="3871"/>
              <a:ext cx="188" cy="45"/>
            </a:xfrm>
            <a:custGeom>
              <a:avLst/>
              <a:gdLst>
                <a:gd name="T0" fmla="*/ 6 w 248"/>
                <a:gd name="T1" fmla="*/ 0 h 191"/>
                <a:gd name="T2" fmla="*/ 4 w 248"/>
                <a:gd name="T3" fmla="*/ 0 h 191"/>
                <a:gd name="T4" fmla="*/ 4 w 248"/>
                <a:gd name="T5" fmla="*/ 0 h 191"/>
                <a:gd name="T6" fmla="*/ 2 w 248"/>
                <a:gd name="T7" fmla="*/ 0 h 191"/>
                <a:gd name="T8" fmla="*/ 2 w 248"/>
                <a:gd name="T9" fmla="*/ 0 h 191"/>
                <a:gd name="T10" fmla="*/ 0 w 248"/>
                <a:gd name="T11" fmla="*/ 0 h 191"/>
                <a:gd name="T12" fmla="*/ 2 w 248"/>
                <a:gd name="T13" fmla="*/ 0 h 191"/>
                <a:gd name="T14" fmla="*/ 2 w 248"/>
                <a:gd name="T15" fmla="*/ 0 h 191"/>
                <a:gd name="T16" fmla="*/ 2 w 248"/>
                <a:gd name="T17" fmla="*/ 0 h 191"/>
                <a:gd name="T18" fmla="*/ 3 w 248"/>
                <a:gd name="T19" fmla="*/ 0 h 191"/>
                <a:gd name="T20" fmla="*/ 4 w 248"/>
                <a:gd name="T21" fmla="*/ 0 h 191"/>
                <a:gd name="T22" fmla="*/ 4 w 248"/>
                <a:gd name="T23" fmla="*/ 0 h 191"/>
                <a:gd name="T24" fmla="*/ 6 w 248"/>
                <a:gd name="T25" fmla="*/ 0 h 191"/>
                <a:gd name="T26" fmla="*/ 6 w 248"/>
                <a:gd name="T27" fmla="*/ 0 h 191"/>
                <a:gd name="T28" fmla="*/ 8 w 248"/>
                <a:gd name="T29" fmla="*/ 0 h 191"/>
                <a:gd name="T30" fmla="*/ 8 w 248"/>
                <a:gd name="T31" fmla="*/ 0 h 191"/>
                <a:gd name="T32" fmla="*/ 6 w 248"/>
                <a:gd name="T33" fmla="*/ 0 h 191"/>
                <a:gd name="T34" fmla="*/ 6 w 248"/>
                <a:gd name="T35" fmla="*/ 0 h 191"/>
                <a:gd name="T36" fmla="*/ 5 w 248"/>
                <a:gd name="T37" fmla="*/ 0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48"/>
                <a:gd name="T58" fmla="*/ 0 h 191"/>
                <a:gd name="T59" fmla="*/ 248 w 248"/>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48" h="191">
                  <a:moveTo>
                    <a:pt x="184" y="36"/>
                  </a:moveTo>
                  <a:cubicBezTo>
                    <a:pt x="127" y="55"/>
                    <a:pt x="150" y="43"/>
                    <a:pt x="112" y="68"/>
                  </a:cubicBezTo>
                  <a:cubicBezTo>
                    <a:pt x="104" y="63"/>
                    <a:pt x="94" y="60"/>
                    <a:pt x="88" y="52"/>
                  </a:cubicBezTo>
                  <a:cubicBezTo>
                    <a:pt x="67" y="26"/>
                    <a:pt x="98" y="10"/>
                    <a:pt x="56" y="52"/>
                  </a:cubicBezTo>
                  <a:cubicBezTo>
                    <a:pt x="51" y="67"/>
                    <a:pt x="41" y="110"/>
                    <a:pt x="24" y="124"/>
                  </a:cubicBezTo>
                  <a:cubicBezTo>
                    <a:pt x="17" y="129"/>
                    <a:pt x="0" y="140"/>
                    <a:pt x="0" y="132"/>
                  </a:cubicBezTo>
                  <a:cubicBezTo>
                    <a:pt x="0" y="122"/>
                    <a:pt x="16" y="121"/>
                    <a:pt x="24" y="116"/>
                  </a:cubicBezTo>
                  <a:cubicBezTo>
                    <a:pt x="29" y="124"/>
                    <a:pt x="36" y="131"/>
                    <a:pt x="40" y="140"/>
                  </a:cubicBezTo>
                  <a:cubicBezTo>
                    <a:pt x="44" y="148"/>
                    <a:pt x="40" y="164"/>
                    <a:pt x="48" y="164"/>
                  </a:cubicBezTo>
                  <a:cubicBezTo>
                    <a:pt x="59" y="164"/>
                    <a:pt x="63" y="146"/>
                    <a:pt x="72" y="140"/>
                  </a:cubicBezTo>
                  <a:cubicBezTo>
                    <a:pt x="79" y="135"/>
                    <a:pt x="88" y="135"/>
                    <a:pt x="96" y="132"/>
                  </a:cubicBezTo>
                  <a:cubicBezTo>
                    <a:pt x="96" y="132"/>
                    <a:pt x="69" y="191"/>
                    <a:pt x="112" y="148"/>
                  </a:cubicBezTo>
                  <a:cubicBezTo>
                    <a:pt x="133" y="127"/>
                    <a:pt x="147" y="97"/>
                    <a:pt x="168" y="76"/>
                  </a:cubicBezTo>
                  <a:cubicBezTo>
                    <a:pt x="171" y="89"/>
                    <a:pt x="166" y="106"/>
                    <a:pt x="176" y="116"/>
                  </a:cubicBezTo>
                  <a:cubicBezTo>
                    <a:pt x="182" y="122"/>
                    <a:pt x="194" y="113"/>
                    <a:pt x="200" y="108"/>
                  </a:cubicBezTo>
                  <a:cubicBezTo>
                    <a:pt x="219" y="92"/>
                    <a:pt x="231" y="69"/>
                    <a:pt x="248" y="52"/>
                  </a:cubicBezTo>
                  <a:cubicBezTo>
                    <a:pt x="233" y="8"/>
                    <a:pt x="218" y="13"/>
                    <a:pt x="184" y="36"/>
                  </a:cubicBezTo>
                  <a:cubicBezTo>
                    <a:pt x="181" y="25"/>
                    <a:pt x="186" y="0"/>
                    <a:pt x="176" y="4"/>
                  </a:cubicBezTo>
                  <a:cubicBezTo>
                    <a:pt x="155" y="13"/>
                    <a:pt x="152" y="44"/>
                    <a:pt x="136" y="60"/>
                  </a:cubicBezTo>
                </a:path>
              </a:pathLst>
            </a:custGeom>
            <a:solidFill>
              <a:srgbClr val="FFFFFF"/>
            </a:solidFill>
            <a:ln w="12700" cap="flat" cmpd="sng">
              <a:noFill/>
              <a:prstDash val="solid"/>
              <a:round/>
            </a:ln>
          </p:spPr>
          <p:txBody>
            <a:bodyPr wrap="none" anchor="ctr"/>
            <a:lstStyle/>
            <a:p>
              <a:endParaRPr lang="zh-CN" altLang="en-US"/>
            </a:p>
          </p:txBody>
        </p:sp>
        <p:sp>
          <p:nvSpPr>
            <p:cNvPr id="48165" name="Freeform 144"/>
            <p:cNvSpPr/>
            <p:nvPr/>
          </p:nvSpPr>
          <p:spPr bwMode="auto">
            <a:xfrm rot="558124">
              <a:off x="3756" y="3657"/>
              <a:ext cx="77" cy="52"/>
            </a:xfrm>
            <a:custGeom>
              <a:avLst/>
              <a:gdLst>
                <a:gd name="T0" fmla="*/ 0 w 248"/>
                <a:gd name="T1" fmla="*/ 0 h 191"/>
                <a:gd name="T2" fmla="*/ 0 w 248"/>
                <a:gd name="T3" fmla="*/ 0 h 191"/>
                <a:gd name="T4" fmla="*/ 0 w 248"/>
                <a:gd name="T5" fmla="*/ 0 h 191"/>
                <a:gd name="T6" fmla="*/ 0 w 248"/>
                <a:gd name="T7" fmla="*/ 0 h 191"/>
                <a:gd name="T8" fmla="*/ 0 w 248"/>
                <a:gd name="T9" fmla="*/ 0 h 191"/>
                <a:gd name="T10" fmla="*/ 0 w 248"/>
                <a:gd name="T11" fmla="*/ 0 h 191"/>
                <a:gd name="T12" fmla="*/ 0 w 248"/>
                <a:gd name="T13" fmla="*/ 0 h 191"/>
                <a:gd name="T14" fmla="*/ 0 w 248"/>
                <a:gd name="T15" fmla="*/ 0 h 191"/>
                <a:gd name="T16" fmla="*/ 0 w 248"/>
                <a:gd name="T17" fmla="*/ 0 h 191"/>
                <a:gd name="T18" fmla="*/ 0 w 248"/>
                <a:gd name="T19" fmla="*/ 0 h 191"/>
                <a:gd name="T20" fmla="*/ 0 w 248"/>
                <a:gd name="T21" fmla="*/ 0 h 191"/>
                <a:gd name="T22" fmla="*/ 0 w 248"/>
                <a:gd name="T23" fmla="*/ 0 h 191"/>
                <a:gd name="T24" fmla="*/ 0 w 248"/>
                <a:gd name="T25" fmla="*/ 0 h 191"/>
                <a:gd name="T26" fmla="*/ 0 w 248"/>
                <a:gd name="T27" fmla="*/ 0 h 191"/>
                <a:gd name="T28" fmla="*/ 0 w 248"/>
                <a:gd name="T29" fmla="*/ 0 h 191"/>
                <a:gd name="T30" fmla="*/ 0 w 248"/>
                <a:gd name="T31" fmla="*/ 0 h 191"/>
                <a:gd name="T32" fmla="*/ 0 w 248"/>
                <a:gd name="T33" fmla="*/ 0 h 191"/>
                <a:gd name="T34" fmla="*/ 0 w 248"/>
                <a:gd name="T35" fmla="*/ 0 h 191"/>
                <a:gd name="T36" fmla="*/ 0 w 248"/>
                <a:gd name="T37" fmla="*/ 0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48"/>
                <a:gd name="T58" fmla="*/ 0 h 191"/>
                <a:gd name="T59" fmla="*/ 248 w 248"/>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48" h="191">
                  <a:moveTo>
                    <a:pt x="184" y="36"/>
                  </a:moveTo>
                  <a:cubicBezTo>
                    <a:pt x="127" y="55"/>
                    <a:pt x="150" y="43"/>
                    <a:pt x="112" y="68"/>
                  </a:cubicBezTo>
                  <a:cubicBezTo>
                    <a:pt x="104" y="63"/>
                    <a:pt x="94" y="60"/>
                    <a:pt x="88" y="52"/>
                  </a:cubicBezTo>
                  <a:cubicBezTo>
                    <a:pt x="67" y="26"/>
                    <a:pt x="98" y="10"/>
                    <a:pt x="56" y="52"/>
                  </a:cubicBezTo>
                  <a:cubicBezTo>
                    <a:pt x="51" y="67"/>
                    <a:pt x="41" y="110"/>
                    <a:pt x="24" y="124"/>
                  </a:cubicBezTo>
                  <a:cubicBezTo>
                    <a:pt x="17" y="129"/>
                    <a:pt x="0" y="140"/>
                    <a:pt x="0" y="132"/>
                  </a:cubicBezTo>
                  <a:cubicBezTo>
                    <a:pt x="0" y="122"/>
                    <a:pt x="16" y="121"/>
                    <a:pt x="24" y="116"/>
                  </a:cubicBezTo>
                  <a:cubicBezTo>
                    <a:pt x="29" y="124"/>
                    <a:pt x="36" y="131"/>
                    <a:pt x="40" y="140"/>
                  </a:cubicBezTo>
                  <a:cubicBezTo>
                    <a:pt x="44" y="148"/>
                    <a:pt x="40" y="164"/>
                    <a:pt x="48" y="164"/>
                  </a:cubicBezTo>
                  <a:cubicBezTo>
                    <a:pt x="59" y="164"/>
                    <a:pt x="63" y="146"/>
                    <a:pt x="72" y="140"/>
                  </a:cubicBezTo>
                  <a:cubicBezTo>
                    <a:pt x="79" y="135"/>
                    <a:pt x="88" y="135"/>
                    <a:pt x="96" y="132"/>
                  </a:cubicBezTo>
                  <a:cubicBezTo>
                    <a:pt x="96" y="132"/>
                    <a:pt x="69" y="191"/>
                    <a:pt x="112" y="148"/>
                  </a:cubicBezTo>
                  <a:cubicBezTo>
                    <a:pt x="133" y="127"/>
                    <a:pt x="147" y="97"/>
                    <a:pt x="168" y="76"/>
                  </a:cubicBezTo>
                  <a:cubicBezTo>
                    <a:pt x="171" y="89"/>
                    <a:pt x="166" y="106"/>
                    <a:pt x="176" y="116"/>
                  </a:cubicBezTo>
                  <a:cubicBezTo>
                    <a:pt x="182" y="122"/>
                    <a:pt x="194" y="113"/>
                    <a:pt x="200" y="108"/>
                  </a:cubicBezTo>
                  <a:cubicBezTo>
                    <a:pt x="219" y="92"/>
                    <a:pt x="231" y="69"/>
                    <a:pt x="248" y="52"/>
                  </a:cubicBezTo>
                  <a:cubicBezTo>
                    <a:pt x="233" y="8"/>
                    <a:pt x="218" y="13"/>
                    <a:pt x="184" y="36"/>
                  </a:cubicBezTo>
                  <a:cubicBezTo>
                    <a:pt x="181" y="25"/>
                    <a:pt x="186" y="0"/>
                    <a:pt x="176" y="4"/>
                  </a:cubicBezTo>
                  <a:cubicBezTo>
                    <a:pt x="155" y="13"/>
                    <a:pt x="152" y="44"/>
                    <a:pt x="136" y="60"/>
                  </a:cubicBezTo>
                </a:path>
              </a:pathLst>
            </a:custGeom>
            <a:solidFill>
              <a:srgbClr val="FFFFFF"/>
            </a:solidFill>
            <a:ln w="12700" cap="flat" cmpd="sng">
              <a:noFill/>
              <a:prstDash val="solid"/>
              <a:round/>
            </a:ln>
          </p:spPr>
          <p:txBody>
            <a:bodyPr wrap="none" anchor="ctr"/>
            <a:lstStyle/>
            <a:p>
              <a:endParaRPr lang="zh-CN" altLang="en-US"/>
            </a:p>
          </p:txBody>
        </p:sp>
        <p:sp>
          <p:nvSpPr>
            <p:cNvPr id="48166" name="Freeform 145"/>
            <p:cNvSpPr/>
            <p:nvPr/>
          </p:nvSpPr>
          <p:spPr bwMode="auto">
            <a:xfrm rot="558124">
              <a:off x="4379" y="3871"/>
              <a:ext cx="77" cy="52"/>
            </a:xfrm>
            <a:custGeom>
              <a:avLst/>
              <a:gdLst>
                <a:gd name="T0" fmla="*/ 0 w 248"/>
                <a:gd name="T1" fmla="*/ 0 h 191"/>
                <a:gd name="T2" fmla="*/ 0 w 248"/>
                <a:gd name="T3" fmla="*/ 0 h 191"/>
                <a:gd name="T4" fmla="*/ 0 w 248"/>
                <a:gd name="T5" fmla="*/ 0 h 191"/>
                <a:gd name="T6" fmla="*/ 0 w 248"/>
                <a:gd name="T7" fmla="*/ 0 h 191"/>
                <a:gd name="T8" fmla="*/ 0 w 248"/>
                <a:gd name="T9" fmla="*/ 0 h 191"/>
                <a:gd name="T10" fmla="*/ 0 w 248"/>
                <a:gd name="T11" fmla="*/ 0 h 191"/>
                <a:gd name="T12" fmla="*/ 0 w 248"/>
                <a:gd name="T13" fmla="*/ 0 h 191"/>
                <a:gd name="T14" fmla="*/ 0 w 248"/>
                <a:gd name="T15" fmla="*/ 0 h 191"/>
                <a:gd name="T16" fmla="*/ 0 w 248"/>
                <a:gd name="T17" fmla="*/ 0 h 191"/>
                <a:gd name="T18" fmla="*/ 0 w 248"/>
                <a:gd name="T19" fmla="*/ 0 h 191"/>
                <a:gd name="T20" fmla="*/ 0 w 248"/>
                <a:gd name="T21" fmla="*/ 0 h 191"/>
                <a:gd name="T22" fmla="*/ 0 w 248"/>
                <a:gd name="T23" fmla="*/ 0 h 191"/>
                <a:gd name="T24" fmla="*/ 0 w 248"/>
                <a:gd name="T25" fmla="*/ 0 h 191"/>
                <a:gd name="T26" fmla="*/ 0 w 248"/>
                <a:gd name="T27" fmla="*/ 0 h 191"/>
                <a:gd name="T28" fmla="*/ 0 w 248"/>
                <a:gd name="T29" fmla="*/ 0 h 191"/>
                <a:gd name="T30" fmla="*/ 0 w 248"/>
                <a:gd name="T31" fmla="*/ 0 h 191"/>
                <a:gd name="T32" fmla="*/ 0 w 248"/>
                <a:gd name="T33" fmla="*/ 0 h 191"/>
                <a:gd name="T34" fmla="*/ 0 w 248"/>
                <a:gd name="T35" fmla="*/ 0 h 191"/>
                <a:gd name="T36" fmla="*/ 0 w 248"/>
                <a:gd name="T37" fmla="*/ 0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48"/>
                <a:gd name="T58" fmla="*/ 0 h 191"/>
                <a:gd name="T59" fmla="*/ 248 w 248"/>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48" h="191">
                  <a:moveTo>
                    <a:pt x="184" y="36"/>
                  </a:moveTo>
                  <a:cubicBezTo>
                    <a:pt x="127" y="55"/>
                    <a:pt x="150" y="43"/>
                    <a:pt x="112" y="68"/>
                  </a:cubicBezTo>
                  <a:cubicBezTo>
                    <a:pt x="104" y="63"/>
                    <a:pt x="94" y="60"/>
                    <a:pt x="88" y="52"/>
                  </a:cubicBezTo>
                  <a:cubicBezTo>
                    <a:pt x="67" y="26"/>
                    <a:pt x="98" y="10"/>
                    <a:pt x="56" y="52"/>
                  </a:cubicBezTo>
                  <a:cubicBezTo>
                    <a:pt x="51" y="67"/>
                    <a:pt x="41" y="110"/>
                    <a:pt x="24" y="124"/>
                  </a:cubicBezTo>
                  <a:cubicBezTo>
                    <a:pt x="17" y="129"/>
                    <a:pt x="0" y="140"/>
                    <a:pt x="0" y="132"/>
                  </a:cubicBezTo>
                  <a:cubicBezTo>
                    <a:pt x="0" y="122"/>
                    <a:pt x="16" y="121"/>
                    <a:pt x="24" y="116"/>
                  </a:cubicBezTo>
                  <a:cubicBezTo>
                    <a:pt x="29" y="124"/>
                    <a:pt x="36" y="131"/>
                    <a:pt x="40" y="140"/>
                  </a:cubicBezTo>
                  <a:cubicBezTo>
                    <a:pt x="44" y="148"/>
                    <a:pt x="40" y="164"/>
                    <a:pt x="48" y="164"/>
                  </a:cubicBezTo>
                  <a:cubicBezTo>
                    <a:pt x="59" y="164"/>
                    <a:pt x="63" y="146"/>
                    <a:pt x="72" y="140"/>
                  </a:cubicBezTo>
                  <a:cubicBezTo>
                    <a:pt x="79" y="135"/>
                    <a:pt x="88" y="135"/>
                    <a:pt x="96" y="132"/>
                  </a:cubicBezTo>
                  <a:cubicBezTo>
                    <a:pt x="96" y="132"/>
                    <a:pt x="69" y="191"/>
                    <a:pt x="112" y="148"/>
                  </a:cubicBezTo>
                  <a:cubicBezTo>
                    <a:pt x="133" y="127"/>
                    <a:pt x="147" y="97"/>
                    <a:pt x="168" y="76"/>
                  </a:cubicBezTo>
                  <a:cubicBezTo>
                    <a:pt x="171" y="89"/>
                    <a:pt x="166" y="106"/>
                    <a:pt x="176" y="116"/>
                  </a:cubicBezTo>
                  <a:cubicBezTo>
                    <a:pt x="182" y="122"/>
                    <a:pt x="194" y="113"/>
                    <a:pt x="200" y="108"/>
                  </a:cubicBezTo>
                  <a:cubicBezTo>
                    <a:pt x="219" y="92"/>
                    <a:pt x="231" y="69"/>
                    <a:pt x="248" y="52"/>
                  </a:cubicBezTo>
                  <a:cubicBezTo>
                    <a:pt x="233" y="8"/>
                    <a:pt x="218" y="13"/>
                    <a:pt x="184" y="36"/>
                  </a:cubicBezTo>
                  <a:cubicBezTo>
                    <a:pt x="181" y="25"/>
                    <a:pt x="186" y="0"/>
                    <a:pt x="176" y="4"/>
                  </a:cubicBezTo>
                  <a:cubicBezTo>
                    <a:pt x="155" y="13"/>
                    <a:pt x="152" y="44"/>
                    <a:pt x="136" y="60"/>
                  </a:cubicBezTo>
                </a:path>
              </a:pathLst>
            </a:custGeom>
            <a:solidFill>
              <a:srgbClr val="FFFFFF"/>
            </a:solidFill>
            <a:ln w="12700" cap="flat" cmpd="sng">
              <a:noFill/>
              <a:prstDash val="solid"/>
              <a:round/>
            </a:ln>
          </p:spPr>
          <p:txBody>
            <a:bodyPr wrap="none" anchor="ctr"/>
            <a:lstStyle/>
            <a:p>
              <a:endParaRPr lang="zh-CN" altLang="en-US"/>
            </a:p>
          </p:txBody>
        </p:sp>
        <p:sp>
          <p:nvSpPr>
            <p:cNvPr id="48167" name="Freeform 146"/>
            <p:cNvSpPr/>
            <p:nvPr/>
          </p:nvSpPr>
          <p:spPr bwMode="auto">
            <a:xfrm rot="558124">
              <a:off x="4345" y="3463"/>
              <a:ext cx="77" cy="52"/>
            </a:xfrm>
            <a:custGeom>
              <a:avLst/>
              <a:gdLst>
                <a:gd name="T0" fmla="*/ 0 w 248"/>
                <a:gd name="T1" fmla="*/ 0 h 191"/>
                <a:gd name="T2" fmla="*/ 0 w 248"/>
                <a:gd name="T3" fmla="*/ 0 h 191"/>
                <a:gd name="T4" fmla="*/ 0 w 248"/>
                <a:gd name="T5" fmla="*/ 0 h 191"/>
                <a:gd name="T6" fmla="*/ 0 w 248"/>
                <a:gd name="T7" fmla="*/ 0 h 191"/>
                <a:gd name="T8" fmla="*/ 0 w 248"/>
                <a:gd name="T9" fmla="*/ 0 h 191"/>
                <a:gd name="T10" fmla="*/ 0 w 248"/>
                <a:gd name="T11" fmla="*/ 0 h 191"/>
                <a:gd name="T12" fmla="*/ 0 w 248"/>
                <a:gd name="T13" fmla="*/ 0 h 191"/>
                <a:gd name="T14" fmla="*/ 0 w 248"/>
                <a:gd name="T15" fmla="*/ 0 h 191"/>
                <a:gd name="T16" fmla="*/ 0 w 248"/>
                <a:gd name="T17" fmla="*/ 0 h 191"/>
                <a:gd name="T18" fmla="*/ 0 w 248"/>
                <a:gd name="T19" fmla="*/ 0 h 191"/>
                <a:gd name="T20" fmla="*/ 0 w 248"/>
                <a:gd name="T21" fmla="*/ 0 h 191"/>
                <a:gd name="T22" fmla="*/ 0 w 248"/>
                <a:gd name="T23" fmla="*/ 0 h 191"/>
                <a:gd name="T24" fmla="*/ 0 w 248"/>
                <a:gd name="T25" fmla="*/ 0 h 191"/>
                <a:gd name="T26" fmla="*/ 0 w 248"/>
                <a:gd name="T27" fmla="*/ 0 h 191"/>
                <a:gd name="T28" fmla="*/ 0 w 248"/>
                <a:gd name="T29" fmla="*/ 0 h 191"/>
                <a:gd name="T30" fmla="*/ 0 w 248"/>
                <a:gd name="T31" fmla="*/ 0 h 191"/>
                <a:gd name="T32" fmla="*/ 0 w 248"/>
                <a:gd name="T33" fmla="*/ 0 h 191"/>
                <a:gd name="T34" fmla="*/ 0 w 248"/>
                <a:gd name="T35" fmla="*/ 0 h 191"/>
                <a:gd name="T36" fmla="*/ 0 w 248"/>
                <a:gd name="T37" fmla="*/ 0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48"/>
                <a:gd name="T58" fmla="*/ 0 h 191"/>
                <a:gd name="T59" fmla="*/ 248 w 248"/>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48" h="191">
                  <a:moveTo>
                    <a:pt x="184" y="36"/>
                  </a:moveTo>
                  <a:cubicBezTo>
                    <a:pt x="127" y="55"/>
                    <a:pt x="150" y="43"/>
                    <a:pt x="112" y="68"/>
                  </a:cubicBezTo>
                  <a:cubicBezTo>
                    <a:pt x="104" y="63"/>
                    <a:pt x="94" y="60"/>
                    <a:pt x="88" y="52"/>
                  </a:cubicBezTo>
                  <a:cubicBezTo>
                    <a:pt x="67" y="26"/>
                    <a:pt x="98" y="10"/>
                    <a:pt x="56" y="52"/>
                  </a:cubicBezTo>
                  <a:cubicBezTo>
                    <a:pt x="51" y="67"/>
                    <a:pt x="41" y="110"/>
                    <a:pt x="24" y="124"/>
                  </a:cubicBezTo>
                  <a:cubicBezTo>
                    <a:pt x="17" y="129"/>
                    <a:pt x="0" y="140"/>
                    <a:pt x="0" y="132"/>
                  </a:cubicBezTo>
                  <a:cubicBezTo>
                    <a:pt x="0" y="122"/>
                    <a:pt x="16" y="121"/>
                    <a:pt x="24" y="116"/>
                  </a:cubicBezTo>
                  <a:cubicBezTo>
                    <a:pt x="29" y="124"/>
                    <a:pt x="36" y="131"/>
                    <a:pt x="40" y="140"/>
                  </a:cubicBezTo>
                  <a:cubicBezTo>
                    <a:pt x="44" y="148"/>
                    <a:pt x="40" y="164"/>
                    <a:pt x="48" y="164"/>
                  </a:cubicBezTo>
                  <a:cubicBezTo>
                    <a:pt x="59" y="164"/>
                    <a:pt x="63" y="146"/>
                    <a:pt x="72" y="140"/>
                  </a:cubicBezTo>
                  <a:cubicBezTo>
                    <a:pt x="79" y="135"/>
                    <a:pt x="88" y="135"/>
                    <a:pt x="96" y="132"/>
                  </a:cubicBezTo>
                  <a:cubicBezTo>
                    <a:pt x="96" y="132"/>
                    <a:pt x="69" y="191"/>
                    <a:pt x="112" y="148"/>
                  </a:cubicBezTo>
                  <a:cubicBezTo>
                    <a:pt x="133" y="127"/>
                    <a:pt x="147" y="97"/>
                    <a:pt x="168" y="76"/>
                  </a:cubicBezTo>
                  <a:cubicBezTo>
                    <a:pt x="171" y="89"/>
                    <a:pt x="166" y="106"/>
                    <a:pt x="176" y="116"/>
                  </a:cubicBezTo>
                  <a:cubicBezTo>
                    <a:pt x="182" y="122"/>
                    <a:pt x="194" y="113"/>
                    <a:pt x="200" y="108"/>
                  </a:cubicBezTo>
                  <a:cubicBezTo>
                    <a:pt x="219" y="92"/>
                    <a:pt x="231" y="69"/>
                    <a:pt x="248" y="52"/>
                  </a:cubicBezTo>
                  <a:cubicBezTo>
                    <a:pt x="233" y="8"/>
                    <a:pt x="218" y="13"/>
                    <a:pt x="184" y="36"/>
                  </a:cubicBezTo>
                  <a:cubicBezTo>
                    <a:pt x="181" y="25"/>
                    <a:pt x="186" y="0"/>
                    <a:pt x="176" y="4"/>
                  </a:cubicBezTo>
                  <a:cubicBezTo>
                    <a:pt x="155" y="13"/>
                    <a:pt x="152" y="44"/>
                    <a:pt x="136" y="60"/>
                  </a:cubicBezTo>
                </a:path>
              </a:pathLst>
            </a:custGeom>
            <a:solidFill>
              <a:srgbClr val="FFFFFF"/>
            </a:solidFill>
            <a:ln w="12700" cap="flat" cmpd="sng">
              <a:noFill/>
              <a:prstDash val="solid"/>
              <a:round/>
            </a:ln>
          </p:spPr>
          <p:txBody>
            <a:bodyPr wrap="none" anchor="ctr"/>
            <a:lstStyle/>
            <a:p>
              <a:endParaRPr lang="zh-CN" altLang="en-US"/>
            </a:p>
          </p:txBody>
        </p:sp>
        <p:sp>
          <p:nvSpPr>
            <p:cNvPr id="48168" name="Freeform 147"/>
            <p:cNvSpPr/>
            <p:nvPr/>
          </p:nvSpPr>
          <p:spPr bwMode="auto">
            <a:xfrm rot="-237609">
              <a:off x="4404" y="3579"/>
              <a:ext cx="77" cy="52"/>
            </a:xfrm>
            <a:custGeom>
              <a:avLst/>
              <a:gdLst>
                <a:gd name="T0" fmla="*/ 0 w 248"/>
                <a:gd name="T1" fmla="*/ 0 h 191"/>
                <a:gd name="T2" fmla="*/ 0 w 248"/>
                <a:gd name="T3" fmla="*/ 0 h 191"/>
                <a:gd name="T4" fmla="*/ 0 w 248"/>
                <a:gd name="T5" fmla="*/ 0 h 191"/>
                <a:gd name="T6" fmla="*/ 0 w 248"/>
                <a:gd name="T7" fmla="*/ 0 h 191"/>
                <a:gd name="T8" fmla="*/ 0 w 248"/>
                <a:gd name="T9" fmla="*/ 0 h 191"/>
                <a:gd name="T10" fmla="*/ 0 w 248"/>
                <a:gd name="T11" fmla="*/ 0 h 191"/>
                <a:gd name="T12" fmla="*/ 0 w 248"/>
                <a:gd name="T13" fmla="*/ 0 h 191"/>
                <a:gd name="T14" fmla="*/ 0 w 248"/>
                <a:gd name="T15" fmla="*/ 0 h 191"/>
                <a:gd name="T16" fmla="*/ 0 w 248"/>
                <a:gd name="T17" fmla="*/ 0 h 191"/>
                <a:gd name="T18" fmla="*/ 0 w 248"/>
                <a:gd name="T19" fmla="*/ 0 h 191"/>
                <a:gd name="T20" fmla="*/ 0 w 248"/>
                <a:gd name="T21" fmla="*/ 0 h 191"/>
                <a:gd name="T22" fmla="*/ 0 w 248"/>
                <a:gd name="T23" fmla="*/ 0 h 191"/>
                <a:gd name="T24" fmla="*/ 0 w 248"/>
                <a:gd name="T25" fmla="*/ 0 h 191"/>
                <a:gd name="T26" fmla="*/ 0 w 248"/>
                <a:gd name="T27" fmla="*/ 0 h 191"/>
                <a:gd name="T28" fmla="*/ 0 w 248"/>
                <a:gd name="T29" fmla="*/ 0 h 191"/>
                <a:gd name="T30" fmla="*/ 0 w 248"/>
                <a:gd name="T31" fmla="*/ 0 h 191"/>
                <a:gd name="T32" fmla="*/ 0 w 248"/>
                <a:gd name="T33" fmla="*/ 0 h 191"/>
                <a:gd name="T34" fmla="*/ 0 w 248"/>
                <a:gd name="T35" fmla="*/ 0 h 191"/>
                <a:gd name="T36" fmla="*/ 0 w 248"/>
                <a:gd name="T37" fmla="*/ 0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48"/>
                <a:gd name="T58" fmla="*/ 0 h 191"/>
                <a:gd name="T59" fmla="*/ 248 w 248"/>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48" h="191">
                  <a:moveTo>
                    <a:pt x="184" y="36"/>
                  </a:moveTo>
                  <a:cubicBezTo>
                    <a:pt x="127" y="55"/>
                    <a:pt x="150" y="43"/>
                    <a:pt x="112" y="68"/>
                  </a:cubicBezTo>
                  <a:cubicBezTo>
                    <a:pt x="104" y="63"/>
                    <a:pt x="94" y="60"/>
                    <a:pt x="88" y="52"/>
                  </a:cubicBezTo>
                  <a:cubicBezTo>
                    <a:pt x="67" y="26"/>
                    <a:pt x="98" y="10"/>
                    <a:pt x="56" y="52"/>
                  </a:cubicBezTo>
                  <a:cubicBezTo>
                    <a:pt x="51" y="67"/>
                    <a:pt x="41" y="110"/>
                    <a:pt x="24" y="124"/>
                  </a:cubicBezTo>
                  <a:cubicBezTo>
                    <a:pt x="17" y="129"/>
                    <a:pt x="0" y="140"/>
                    <a:pt x="0" y="132"/>
                  </a:cubicBezTo>
                  <a:cubicBezTo>
                    <a:pt x="0" y="122"/>
                    <a:pt x="16" y="121"/>
                    <a:pt x="24" y="116"/>
                  </a:cubicBezTo>
                  <a:cubicBezTo>
                    <a:pt x="29" y="124"/>
                    <a:pt x="36" y="131"/>
                    <a:pt x="40" y="140"/>
                  </a:cubicBezTo>
                  <a:cubicBezTo>
                    <a:pt x="44" y="148"/>
                    <a:pt x="40" y="164"/>
                    <a:pt x="48" y="164"/>
                  </a:cubicBezTo>
                  <a:cubicBezTo>
                    <a:pt x="59" y="164"/>
                    <a:pt x="63" y="146"/>
                    <a:pt x="72" y="140"/>
                  </a:cubicBezTo>
                  <a:cubicBezTo>
                    <a:pt x="79" y="135"/>
                    <a:pt x="88" y="135"/>
                    <a:pt x="96" y="132"/>
                  </a:cubicBezTo>
                  <a:cubicBezTo>
                    <a:pt x="96" y="132"/>
                    <a:pt x="69" y="191"/>
                    <a:pt x="112" y="148"/>
                  </a:cubicBezTo>
                  <a:cubicBezTo>
                    <a:pt x="133" y="127"/>
                    <a:pt x="147" y="97"/>
                    <a:pt x="168" y="76"/>
                  </a:cubicBezTo>
                  <a:cubicBezTo>
                    <a:pt x="171" y="89"/>
                    <a:pt x="166" y="106"/>
                    <a:pt x="176" y="116"/>
                  </a:cubicBezTo>
                  <a:cubicBezTo>
                    <a:pt x="182" y="122"/>
                    <a:pt x="194" y="113"/>
                    <a:pt x="200" y="108"/>
                  </a:cubicBezTo>
                  <a:cubicBezTo>
                    <a:pt x="219" y="92"/>
                    <a:pt x="231" y="69"/>
                    <a:pt x="248" y="52"/>
                  </a:cubicBezTo>
                  <a:cubicBezTo>
                    <a:pt x="233" y="8"/>
                    <a:pt x="218" y="13"/>
                    <a:pt x="184" y="36"/>
                  </a:cubicBezTo>
                  <a:cubicBezTo>
                    <a:pt x="181" y="25"/>
                    <a:pt x="186" y="0"/>
                    <a:pt x="176" y="4"/>
                  </a:cubicBezTo>
                  <a:cubicBezTo>
                    <a:pt x="155" y="13"/>
                    <a:pt x="152" y="44"/>
                    <a:pt x="136" y="60"/>
                  </a:cubicBezTo>
                </a:path>
              </a:pathLst>
            </a:custGeom>
            <a:solidFill>
              <a:srgbClr val="FFFFFF"/>
            </a:solidFill>
            <a:ln w="12700" cap="flat" cmpd="sng">
              <a:noFill/>
              <a:prstDash val="solid"/>
              <a:round/>
            </a:ln>
          </p:spPr>
          <p:txBody>
            <a:bodyPr wrap="none" anchor="ctr"/>
            <a:lstStyle/>
            <a:p>
              <a:endParaRPr lang="zh-CN" altLang="en-US"/>
            </a:p>
          </p:txBody>
        </p:sp>
        <p:sp>
          <p:nvSpPr>
            <p:cNvPr id="48169" name="Freeform 148"/>
            <p:cNvSpPr/>
            <p:nvPr/>
          </p:nvSpPr>
          <p:spPr bwMode="auto">
            <a:xfrm rot="558124">
              <a:off x="4014" y="3872"/>
              <a:ext cx="109" cy="52"/>
            </a:xfrm>
            <a:custGeom>
              <a:avLst/>
              <a:gdLst>
                <a:gd name="T0" fmla="*/ 0 w 248"/>
                <a:gd name="T1" fmla="*/ 0 h 191"/>
                <a:gd name="T2" fmla="*/ 0 w 248"/>
                <a:gd name="T3" fmla="*/ 0 h 191"/>
                <a:gd name="T4" fmla="*/ 0 w 248"/>
                <a:gd name="T5" fmla="*/ 0 h 191"/>
                <a:gd name="T6" fmla="*/ 0 w 248"/>
                <a:gd name="T7" fmla="*/ 0 h 191"/>
                <a:gd name="T8" fmla="*/ 0 w 248"/>
                <a:gd name="T9" fmla="*/ 0 h 191"/>
                <a:gd name="T10" fmla="*/ 0 w 248"/>
                <a:gd name="T11" fmla="*/ 0 h 191"/>
                <a:gd name="T12" fmla="*/ 0 w 248"/>
                <a:gd name="T13" fmla="*/ 0 h 191"/>
                <a:gd name="T14" fmla="*/ 0 w 248"/>
                <a:gd name="T15" fmla="*/ 0 h 191"/>
                <a:gd name="T16" fmla="*/ 0 w 248"/>
                <a:gd name="T17" fmla="*/ 0 h 191"/>
                <a:gd name="T18" fmla="*/ 0 w 248"/>
                <a:gd name="T19" fmla="*/ 0 h 191"/>
                <a:gd name="T20" fmla="*/ 0 w 248"/>
                <a:gd name="T21" fmla="*/ 0 h 191"/>
                <a:gd name="T22" fmla="*/ 0 w 248"/>
                <a:gd name="T23" fmla="*/ 0 h 191"/>
                <a:gd name="T24" fmla="*/ 0 w 248"/>
                <a:gd name="T25" fmla="*/ 0 h 191"/>
                <a:gd name="T26" fmla="*/ 0 w 248"/>
                <a:gd name="T27" fmla="*/ 0 h 191"/>
                <a:gd name="T28" fmla="*/ 0 w 248"/>
                <a:gd name="T29" fmla="*/ 0 h 191"/>
                <a:gd name="T30" fmla="*/ 0 w 248"/>
                <a:gd name="T31" fmla="*/ 0 h 191"/>
                <a:gd name="T32" fmla="*/ 0 w 248"/>
                <a:gd name="T33" fmla="*/ 0 h 191"/>
                <a:gd name="T34" fmla="*/ 0 w 248"/>
                <a:gd name="T35" fmla="*/ 0 h 191"/>
                <a:gd name="T36" fmla="*/ 0 w 248"/>
                <a:gd name="T37" fmla="*/ 0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48"/>
                <a:gd name="T58" fmla="*/ 0 h 191"/>
                <a:gd name="T59" fmla="*/ 248 w 248"/>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48" h="191">
                  <a:moveTo>
                    <a:pt x="184" y="36"/>
                  </a:moveTo>
                  <a:cubicBezTo>
                    <a:pt x="127" y="55"/>
                    <a:pt x="150" y="43"/>
                    <a:pt x="112" y="68"/>
                  </a:cubicBezTo>
                  <a:cubicBezTo>
                    <a:pt x="104" y="63"/>
                    <a:pt x="94" y="60"/>
                    <a:pt x="88" y="52"/>
                  </a:cubicBezTo>
                  <a:cubicBezTo>
                    <a:pt x="67" y="26"/>
                    <a:pt x="98" y="10"/>
                    <a:pt x="56" y="52"/>
                  </a:cubicBezTo>
                  <a:cubicBezTo>
                    <a:pt x="51" y="67"/>
                    <a:pt x="41" y="110"/>
                    <a:pt x="24" y="124"/>
                  </a:cubicBezTo>
                  <a:cubicBezTo>
                    <a:pt x="17" y="129"/>
                    <a:pt x="0" y="140"/>
                    <a:pt x="0" y="132"/>
                  </a:cubicBezTo>
                  <a:cubicBezTo>
                    <a:pt x="0" y="122"/>
                    <a:pt x="16" y="121"/>
                    <a:pt x="24" y="116"/>
                  </a:cubicBezTo>
                  <a:cubicBezTo>
                    <a:pt x="29" y="124"/>
                    <a:pt x="36" y="131"/>
                    <a:pt x="40" y="140"/>
                  </a:cubicBezTo>
                  <a:cubicBezTo>
                    <a:pt x="44" y="148"/>
                    <a:pt x="40" y="164"/>
                    <a:pt x="48" y="164"/>
                  </a:cubicBezTo>
                  <a:cubicBezTo>
                    <a:pt x="59" y="164"/>
                    <a:pt x="63" y="146"/>
                    <a:pt x="72" y="140"/>
                  </a:cubicBezTo>
                  <a:cubicBezTo>
                    <a:pt x="79" y="135"/>
                    <a:pt x="88" y="135"/>
                    <a:pt x="96" y="132"/>
                  </a:cubicBezTo>
                  <a:cubicBezTo>
                    <a:pt x="96" y="132"/>
                    <a:pt x="69" y="191"/>
                    <a:pt x="112" y="148"/>
                  </a:cubicBezTo>
                  <a:cubicBezTo>
                    <a:pt x="133" y="127"/>
                    <a:pt x="147" y="97"/>
                    <a:pt x="168" y="76"/>
                  </a:cubicBezTo>
                  <a:cubicBezTo>
                    <a:pt x="171" y="89"/>
                    <a:pt x="166" y="106"/>
                    <a:pt x="176" y="116"/>
                  </a:cubicBezTo>
                  <a:cubicBezTo>
                    <a:pt x="182" y="122"/>
                    <a:pt x="194" y="113"/>
                    <a:pt x="200" y="108"/>
                  </a:cubicBezTo>
                  <a:cubicBezTo>
                    <a:pt x="219" y="92"/>
                    <a:pt x="231" y="69"/>
                    <a:pt x="248" y="52"/>
                  </a:cubicBezTo>
                  <a:cubicBezTo>
                    <a:pt x="233" y="8"/>
                    <a:pt x="218" y="13"/>
                    <a:pt x="184" y="36"/>
                  </a:cubicBezTo>
                  <a:cubicBezTo>
                    <a:pt x="181" y="25"/>
                    <a:pt x="186" y="0"/>
                    <a:pt x="176" y="4"/>
                  </a:cubicBezTo>
                  <a:cubicBezTo>
                    <a:pt x="155" y="13"/>
                    <a:pt x="152" y="44"/>
                    <a:pt x="136" y="60"/>
                  </a:cubicBezTo>
                </a:path>
              </a:pathLst>
            </a:custGeom>
            <a:solidFill>
              <a:srgbClr val="FFFFFF"/>
            </a:solidFill>
            <a:ln w="12700" cap="flat" cmpd="sng">
              <a:noFill/>
              <a:prstDash val="solid"/>
              <a:round/>
            </a:ln>
          </p:spPr>
          <p:txBody>
            <a:bodyPr wrap="none" anchor="ctr"/>
            <a:lstStyle/>
            <a:p>
              <a:endParaRPr lang="zh-CN" altLang="en-US"/>
            </a:p>
          </p:txBody>
        </p:sp>
        <p:sp>
          <p:nvSpPr>
            <p:cNvPr id="48170" name="Freeform 149"/>
            <p:cNvSpPr/>
            <p:nvPr/>
          </p:nvSpPr>
          <p:spPr bwMode="auto">
            <a:xfrm rot="-4841876">
              <a:off x="4482" y="3702"/>
              <a:ext cx="109" cy="52"/>
            </a:xfrm>
            <a:custGeom>
              <a:avLst/>
              <a:gdLst>
                <a:gd name="T0" fmla="*/ 0 w 248"/>
                <a:gd name="T1" fmla="*/ 0 h 191"/>
                <a:gd name="T2" fmla="*/ 0 w 248"/>
                <a:gd name="T3" fmla="*/ 0 h 191"/>
                <a:gd name="T4" fmla="*/ 0 w 248"/>
                <a:gd name="T5" fmla="*/ 0 h 191"/>
                <a:gd name="T6" fmla="*/ 0 w 248"/>
                <a:gd name="T7" fmla="*/ 0 h 191"/>
                <a:gd name="T8" fmla="*/ 0 w 248"/>
                <a:gd name="T9" fmla="*/ 0 h 191"/>
                <a:gd name="T10" fmla="*/ 0 w 248"/>
                <a:gd name="T11" fmla="*/ 0 h 191"/>
                <a:gd name="T12" fmla="*/ 0 w 248"/>
                <a:gd name="T13" fmla="*/ 0 h 191"/>
                <a:gd name="T14" fmla="*/ 0 w 248"/>
                <a:gd name="T15" fmla="*/ 0 h 191"/>
                <a:gd name="T16" fmla="*/ 0 w 248"/>
                <a:gd name="T17" fmla="*/ 0 h 191"/>
                <a:gd name="T18" fmla="*/ 0 w 248"/>
                <a:gd name="T19" fmla="*/ 0 h 191"/>
                <a:gd name="T20" fmla="*/ 0 w 248"/>
                <a:gd name="T21" fmla="*/ 0 h 191"/>
                <a:gd name="T22" fmla="*/ 0 w 248"/>
                <a:gd name="T23" fmla="*/ 0 h 191"/>
                <a:gd name="T24" fmla="*/ 0 w 248"/>
                <a:gd name="T25" fmla="*/ 0 h 191"/>
                <a:gd name="T26" fmla="*/ 0 w 248"/>
                <a:gd name="T27" fmla="*/ 0 h 191"/>
                <a:gd name="T28" fmla="*/ 0 w 248"/>
                <a:gd name="T29" fmla="*/ 0 h 191"/>
                <a:gd name="T30" fmla="*/ 0 w 248"/>
                <a:gd name="T31" fmla="*/ 0 h 191"/>
                <a:gd name="T32" fmla="*/ 0 w 248"/>
                <a:gd name="T33" fmla="*/ 0 h 191"/>
                <a:gd name="T34" fmla="*/ 0 w 248"/>
                <a:gd name="T35" fmla="*/ 0 h 191"/>
                <a:gd name="T36" fmla="*/ 0 w 248"/>
                <a:gd name="T37" fmla="*/ 0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48"/>
                <a:gd name="T58" fmla="*/ 0 h 191"/>
                <a:gd name="T59" fmla="*/ 248 w 248"/>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48" h="191">
                  <a:moveTo>
                    <a:pt x="184" y="36"/>
                  </a:moveTo>
                  <a:cubicBezTo>
                    <a:pt x="127" y="55"/>
                    <a:pt x="150" y="43"/>
                    <a:pt x="112" y="68"/>
                  </a:cubicBezTo>
                  <a:cubicBezTo>
                    <a:pt x="104" y="63"/>
                    <a:pt x="94" y="60"/>
                    <a:pt x="88" y="52"/>
                  </a:cubicBezTo>
                  <a:cubicBezTo>
                    <a:pt x="67" y="26"/>
                    <a:pt x="98" y="10"/>
                    <a:pt x="56" y="52"/>
                  </a:cubicBezTo>
                  <a:cubicBezTo>
                    <a:pt x="51" y="67"/>
                    <a:pt x="41" y="110"/>
                    <a:pt x="24" y="124"/>
                  </a:cubicBezTo>
                  <a:cubicBezTo>
                    <a:pt x="17" y="129"/>
                    <a:pt x="0" y="140"/>
                    <a:pt x="0" y="132"/>
                  </a:cubicBezTo>
                  <a:cubicBezTo>
                    <a:pt x="0" y="122"/>
                    <a:pt x="16" y="121"/>
                    <a:pt x="24" y="116"/>
                  </a:cubicBezTo>
                  <a:cubicBezTo>
                    <a:pt x="29" y="124"/>
                    <a:pt x="36" y="131"/>
                    <a:pt x="40" y="140"/>
                  </a:cubicBezTo>
                  <a:cubicBezTo>
                    <a:pt x="44" y="148"/>
                    <a:pt x="40" y="164"/>
                    <a:pt x="48" y="164"/>
                  </a:cubicBezTo>
                  <a:cubicBezTo>
                    <a:pt x="59" y="164"/>
                    <a:pt x="63" y="146"/>
                    <a:pt x="72" y="140"/>
                  </a:cubicBezTo>
                  <a:cubicBezTo>
                    <a:pt x="79" y="135"/>
                    <a:pt x="88" y="135"/>
                    <a:pt x="96" y="132"/>
                  </a:cubicBezTo>
                  <a:cubicBezTo>
                    <a:pt x="96" y="132"/>
                    <a:pt x="69" y="191"/>
                    <a:pt x="112" y="148"/>
                  </a:cubicBezTo>
                  <a:cubicBezTo>
                    <a:pt x="133" y="127"/>
                    <a:pt x="147" y="97"/>
                    <a:pt x="168" y="76"/>
                  </a:cubicBezTo>
                  <a:cubicBezTo>
                    <a:pt x="171" y="89"/>
                    <a:pt x="166" y="106"/>
                    <a:pt x="176" y="116"/>
                  </a:cubicBezTo>
                  <a:cubicBezTo>
                    <a:pt x="182" y="122"/>
                    <a:pt x="194" y="113"/>
                    <a:pt x="200" y="108"/>
                  </a:cubicBezTo>
                  <a:cubicBezTo>
                    <a:pt x="219" y="92"/>
                    <a:pt x="231" y="69"/>
                    <a:pt x="248" y="52"/>
                  </a:cubicBezTo>
                  <a:cubicBezTo>
                    <a:pt x="233" y="8"/>
                    <a:pt x="218" y="13"/>
                    <a:pt x="184" y="36"/>
                  </a:cubicBezTo>
                  <a:cubicBezTo>
                    <a:pt x="181" y="25"/>
                    <a:pt x="186" y="0"/>
                    <a:pt x="176" y="4"/>
                  </a:cubicBezTo>
                  <a:cubicBezTo>
                    <a:pt x="155" y="13"/>
                    <a:pt x="152" y="44"/>
                    <a:pt x="136" y="60"/>
                  </a:cubicBezTo>
                </a:path>
              </a:pathLst>
            </a:custGeom>
            <a:solidFill>
              <a:srgbClr val="FFFFFF"/>
            </a:solidFill>
            <a:ln w="12700" cap="flat" cmpd="sng">
              <a:noFill/>
              <a:prstDash val="solid"/>
              <a:round/>
            </a:ln>
          </p:spPr>
          <p:txBody>
            <a:bodyPr wrap="none" anchor="ctr"/>
            <a:lstStyle/>
            <a:p>
              <a:endParaRPr lang="zh-CN" altLang="en-US"/>
            </a:p>
          </p:txBody>
        </p:sp>
        <p:sp>
          <p:nvSpPr>
            <p:cNvPr id="48171" name="Freeform 150"/>
            <p:cNvSpPr/>
            <p:nvPr/>
          </p:nvSpPr>
          <p:spPr bwMode="auto">
            <a:xfrm rot="-4617144">
              <a:off x="3843" y="3491"/>
              <a:ext cx="116" cy="34"/>
            </a:xfrm>
            <a:custGeom>
              <a:avLst/>
              <a:gdLst>
                <a:gd name="T0" fmla="*/ 0 w 248"/>
                <a:gd name="T1" fmla="*/ 0 h 191"/>
                <a:gd name="T2" fmla="*/ 0 w 248"/>
                <a:gd name="T3" fmla="*/ 0 h 191"/>
                <a:gd name="T4" fmla="*/ 0 w 248"/>
                <a:gd name="T5" fmla="*/ 0 h 191"/>
                <a:gd name="T6" fmla="*/ 0 w 248"/>
                <a:gd name="T7" fmla="*/ 0 h 191"/>
                <a:gd name="T8" fmla="*/ 0 w 248"/>
                <a:gd name="T9" fmla="*/ 0 h 191"/>
                <a:gd name="T10" fmla="*/ 0 w 248"/>
                <a:gd name="T11" fmla="*/ 0 h 191"/>
                <a:gd name="T12" fmla="*/ 0 w 248"/>
                <a:gd name="T13" fmla="*/ 0 h 191"/>
                <a:gd name="T14" fmla="*/ 0 w 248"/>
                <a:gd name="T15" fmla="*/ 0 h 191"/>
                <a:gd name="T16" fmla="*/ 0 w 248"/>
                <a:gd name="T17" fmla="*/ 0 h 191"/>
                <a:gd name="T18" fmla="*/ 0 w 248"/>
                <a:gd name="T19" fmla="*/ 0 h 191"/>
                <a:gd name="T20" fmla="*/ 0 w 248"/>
                <a:gd name="T21" fmla="*/ 0 h 191"/>
                <a:gd name="T22" fmla="*/ 0 w 248"/>
                <a:gd name="T23" fmla="*/ 0 h 191"/>
                <a:gd name="T24" fmla="*/ 0 w 248"/>
                <a:gd name="T25" fmla="*/ 0 h 191"/>
                <a:gd name="T26" fmla="*/ 0 w 248"/>
                <a:gd name="T27" fmla="*/ 0 h 191"/>
                <a:gd name="T28" fmla="*/ 0 w 248"/>
                <a:gd name="T29" fmla="*/ 0 h 191"/>
                <a:gd name="T30" fmla="*/ 0 w 248"/>
                <a:gd name="T31" fmla="*/ 0 h 191"/>
                <a:gd name="T32" fmla="*/ 0 w 248"/>
                <a:gd name="T33" fmla="*/ 0 h 191"/>
                <a:gd name="T34" fmla="*/ 0 w 248"/>
                <a:gd name="T35" fmla="*/ 0 h 191"/>
                <a:gd name="T36" fmla="*/ 0 w 248"/>
                <a:gd name="T37" fmla="*/ 0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48"/>
                <a:gd name="T58" fmla="*/ 0 h 191"/>
                <a:gd name="T59" fmla="*/ 248 w 248"/>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48" h="191">
                  <a:moveTo>
                    <a:pt x="184" y="36"/>
                  </a:moveTo>
                  <a:cubicBezTo>
                    <a:pt x="127" y="55"/>
                    <a:pt x="150" y="43"/>
                    <a:pt x="112" y="68"/>
                  </a:cubicBezTo>
                  <a:cubicBezTo>
                    <a:pt x="104" y="63"/>
                    <a:pt x="94" y="60"/>
                    <a:pt x="88" y="52"/>
                  </a:cubicBezTo>
                  <a:cubicBezTo>
                    <a:pt x="67" y="26"/>
                    <a:pt x="98" y="10"/>
                    <a:pt x="56" y="52"/>
                  </a:cubicBezTo>
                  <a:cubicBezTo>
                    <a:pt x="51" y="67"/>
                    <a:pt x="41" y="110"/>
                    <a:pt x="24" y="124"/>
                  </a:cubicBezTo>
                  <a:cubicBezTo>
                    <a:pt x="17" y="129"/>
                    <a:pt x="0" y="140"/>
                    <a:pt x="0" y="132"/>
                  </a:cubicBezTo>
                  <a:cubicBezTo>
                    <a:pt x="0" y="122"/>
                    <a:pt x="16" y="121"/>
                    <a:pt x="24" y="116"/>
                  </a:cubicBezTo>
                  <a:cubicBezTo>
                    <a:pt x="29" y="124"/>
                    <a:pt x="36" y="131"/>
                    <a:pt x="40" y="140"/>
                  </a:cubicBezTo>
                  <a:cubicBezTo>
                    <a:pt x="44" y="148"/>
                    <a:pt x="40" y="164"/>
                    <a:pt x="48" y="164"/>
                  </a:cubicBezTo>
                  <a:cubicBezTo>
                    <a:pt x="59" y="164"/>
                    <a:pt x="63" y="146"/>
                    <a:pt x="72" y="140"/>
                  </a:cubicBezTo>
                  <a:cubicBezTo>
                    <a:pt x="79" y="135"/>
                    <a:pt x="88" y="135"/>
                    <a:pt x="96" y="132"/>
                  </a:cubicBezTo>
                  <a:cubicBezTo>
                    <a:pt x="96" y="132"/>
                    <a:pt x="69" y="191"/>
                    <a:pt x="112" y="148"/>
                  </a:cubicBezTo>
                  <a:cubicBezTo>
                    <a:pt x="133" y="127"/>
                    <a:pt x="147" y="97"/>
                    <a:pt x="168" y="76"/>
                  </a:cubicBezTo>
                  <a:cubicBezTo>
                    <a:pt x="171" y="89"/>
                    <a:pt x="166" y="106"/>
                    <a:pt x="176" y="116"/>
                  </a:cubicBezTo>
                  <a:cubicBezTo>
                    <a:pt x="182" y="122"/>
                    <a:pt x="194" y="113"/>
                    <a:pt x="200" y="108"/>
                  </a:cubicBezTo>
                  <a:cubicBezTo>
                    <a:pt x="219" y="92"/>
                    <a:pt x="231" y="69"/>
                    <a:pt x="248" y="52"/>
                  </a:cubicBezTo>
                  <a:cubicBezTo>
                    <a:pt x="233" y="8"/>
                    <a:pt x="218" y="13"/>
                    <a:pt x="184" y="36"/>
                  </a:cubicBezTo>
                  <a:cubicBezTo>
                    <a:pt x="181" y="25"/>
                    <a:pt x="186" y="0"/>
                    <a:pt x="176" y="4"/>
                  </a:cubicBezTo>
                  <a:cubicBezTo>
                    <a:pt x="155" y="13"/>
                    <a:pt x="152" y="44"/>
                    <a:pt x="136" y="60"/>
                  </a:cubicBezTo>
                </a:path>
              </a:pathLst>
            </a:custGeom>
            <a:solidFill>
              <a:srgbClr val="FFFFFF"/>
            </a:solidFill>
            <a:ln w="12700" cap="flat" cmpd="sng">
              <a:noFill/>
              <a:prstDash val="solid"/>
              <a:round/>
            </a:ln>
          </p:spPr>
          <p:txBody>
            <a:bodyPr wrap="none" anchor="ctr"/>
            <a:lstStyle/>
            <a:p>
              <a:endParaRPr lang="zh-CN" altLang="en-US"/>
            </a:p>
          </p:txBody>
        </p:sp>
        <p:sp>
          <p:nvSpPr>
            <p:cNvPr id="48172" name="Rectangle 151"/>
            <p:cNvSpPr>
              <a:spLocks noChangeArrowheads="1"/>
            </p:cNvSpPr>
            <p:nvPr/>
          </p:nvSpPr>
          <p:spPr bwMode="auto">
            <a:xfrm>
              <a:off x="3893" y="3477"/>
              <a:ext cx="553" cy="336"/>
            </a:xfrm>
            <a:prstGeom prst="rect">
              <a:avLst/>
            </a:prstGeom>
            <a:solidFill>
              <a:srgbClr val="D9D9D9"/>
            </a:solidFill>
            <a:ln w="12700">
              <a:noFill/>
              <a:miter lim="800000"/>
            </a:ln>
          </p:spPr>
          <p:txBody>
            <a:bodyPr wrap="none" anchor="ctr"/>
            <a:lstStyle/>
            <a:p>
              <a:endParaRPr lang="zh-CN" altLang="en-US"/>
            </a:p>
          </p:txBody>
        </p:sp>
        <p:sp>
          <p:nvSpPr>
            <p:cNvPr id="48173" name="Text Box 152"/>
            <p:cNvSpPr txBox="1">
              <a:spLocks noChangeArrowheads="1"/>
            </p:cNvSpPr>
            <p:nvPr/>
          </p:nvSpPr>
          <p:spPr bwMode="auto">
            <a:xfrm>
              <a:off x="3851" y="3445"/>
              <a:ext cx="628" cy="365"/>
            </a:xfrm>
            <a:prstGeom prst="rect">
              <a:avLst/>
            </a:prstGeom>
            <a:noFill/>
            <a:ln w="12700">
              <a:noFill/>
              <a:miter lim="800000"/>
            </a:ln>
            <a:effectLst>
              <a:outerShdw algn="ctr" rotWithShape="0">
                <a:srgbClr val="000000"/>
              </a:outerShdw>
            </a:effectLst>
          </p:spPr>
          <p:txBody>
            <a:bodyPr wrap="none">
              <a:spAutoFit/>
            </a:bodyPr>
            <a:lstStyle/>
            <a:p>
              <a:pPr algn="ctr" eaLnBrk="1" fontAlgn="base" hangingPunct="1">
                <a:spcBef>
                  <a:spcPct val="0"/>
                </a:spcBef>
              </a:pPr>
              <a:r>
                <a:rPr kumimoji="1" lang="zh-CN" altLang="en-US" sz="3200">
                  <a:solidFill>
                    <a:srgbClr val="FF0000"/>
                  </a:solidFill>
                  <a:ea typeface="华文彩云" pitchFamily="2" charset="-122"/>
                </a:rPr>
                <a:t>重点</a:t>
              </a:r>
              <a:endParaRPr kumimoji="1" lang="zh-CN" altLang="en-US" sz="2400">
                <a:ea typeface="宋体"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52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 calcmode="lin" valueType="num">
                                      <p:cBhvr>
                                        <p:cTn id="14" dur="500" fill="hold"/>
                                        <p:tgtEl>
                                          <p:spTgt spid="3"/>
                                        </p:tgtEl>
                                        <p:attrNameLst>
                                          <p:attrName>ppt_x</p:attrName>
                                        </p:attrNameLst>
                                      </p:cBhvr>
                                      <p:tavLst>
                                        <p:tav tm="0">
                                          <p:val>
                                            <p:fltVal val="0.5"/>
                                          </p:val>
                                        </p:tav>
                                        <p:tav tm="100000">
                                          <p:val>
                                            <p:strVal val="#ppt_x"/>
                                          </p:val>
                                        </p:tav>
                                      </p:tavLst>
                                    </p:anim>
                                    <p:anim calcmode="lin" valueType="num">
                                      <p:cBhvr>
                                        <p:cTn id="15" dur="500" fill="hold"/>
                                        <p:tgtEl>
                                          <p:spTgt spid="3"/>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问题</a:t>
            </a:r>
            <a:r>
              <a:rPr lang="en-US" altLang="zh-CN" dirty="0"/>
              <a:t>2.1</a:t>
            </a:r>
            <a:r>
              <a:rPr lang="zh-CN" altLang="en-US" dirty="0"/>
              <a:t>：词频统计</a:t>
            </a:r>
            <a:endParaRPr lang="zh-CN" altLang="en-US" dirty="0"/>
          </a:p>
        </p:txBody>
      </p:sp>
      <p:sp>
        <p:nvSpPr>
          <p:cNvPr id="4" name="灯片编号占位符 3"/>
          <p:cNvSpPr>
            <a:spLocks noGrp="1"/>
          </p:cNvSpPr>
          <p:nvPr>
            <p:ph type="sldNum" sz="quarter" idx="12"/>
          </p:nvPr>
        </p:nvSpPr>
        <p:spPr>
          <a:xfrm>
            <a:off x="10056440" y="6265222"/>
            <a:ext cx="1905000" cy="457200"/>
          </a:xfrm>
        </p:spPr>
        <p:txBody>
          <a:bodyPr/>
          <a:lstStyle/>
          <a:p>
            <a:pPr>
              <a:defRPr/>
            </a:pPr>
            <a:fld id="{116D1347-07F4-4751-9C03-6E7F30E2E01E}" type="slidenum">
              <a:rPr lang="zh-CN" altLang="en-US" smtClean="0"/>
            </a:fld>
            <a:endParaRPr lang="en-US" altLang="zh-CN"/>
          </a:p>
        </p:txBody>
      </p:sp>
      <p:sp>
        <p:nvSpPr>
          <p:cNvPr id="5" name="Rectangle 3"/>
          <p:cNvSpPr txBox="1">
            <a:spLocks noChangeArrowheads="1"/>
          </p:cNvSpPr>
          <p:nvPr/>
        </p:nvSpPr>
        <p:spPr bwMode="auto">
          <a:xfrm>
            <a:off x="767408" y="1124743"/>
            <a:ext cx="10297144" cy="1405136"/>
          </a:xfrm>
          <a:prstGeom prst="rect">
            <a:avLst/>
          </a:prstGeom>
          <a:noFill/>
          <a:ln w="9525">
            <a:noFill/>
            <a:miter lim="800000"/>
          </a:ln>
          <a:effectLst/>
        </p:spPr>
        <p:txBody>
          <a:bodyPr vert="horz" wrap="square" lIns="91440" tIns="45720" rIns="91440" bIns="45720" numCol="1" anchor="t" anchorCtr="0" compatLnSpc="1"/>
          <a:lstStyle/>
          <a:p>
            <a:pPr marL="457200" indent="-457200" fontAlgn="base">
              <a:lnSpc>
                <a:spcPct val="90000"/>
              </a:lnSpc>
              <a:spcBef>
                <a:spcPct val="60000"/>
              </a:spcBef>
              <a:spcAft>
                <a:spcPct val="0"/>
              </a:spcAft>
              <a:buClr>
                <a:srgbClr val="D60093"/>
              </a:buClr>
              <a:buSzPct val="70000"/>
              <a:buFont typeface="Wingdings" panose="05000000000000000000" pitchFamily="2" charset="2"/>
              <a:buChar char="n"/>
              <a:defRPr/>
            </a:pPr>
            <a:r>
              <a:rPr lang="zh-CN" altLang="en-US" sz="2400" b="1" kern="0" dirty="0">
                <a:ea typeface="宋体" pitchFamily="2" charset="-122"/>
              </a:rPr>
              <a:t>问题：编写程序统计一个文本文件中每个单词的出现次数（词频统计），并按字典序输出每个单词及出现次数。</a:t>
            </a:r>
            <a:endParaRPr lang="zh-CN" altLang="en-US" sz="2400" b="1" kern="0" dirty="0">
              <a:ea typeface="宋体" pitchFamily="2" charset="-122"/>
            </a:endParaRPr>
          </a:p>
          <a:p>
            <a:pPr marL="457200" indent="-457200" fontAlgn="base">
              <a:lnSpc>
                <a:spcPct val="90000"/>
              </a:lnSpc>
              <a:spcBef>
                <a:spcPct val="60000"/>
              </a:spcBef>
              <a:spcAft>
                <a:spcPct val="0"/>
              </a:spcAft>
              <a:buClr>
                <a:srgbClr val="D60093"/>
              </a:buClr>
              <a:buSzPct val="70000"/>
              <a:buFont typeface="Wingdings" panose="05000000000000000000" pitchFamily="2" charset="2"/>
              <a:buChar char="n"/>
              <a:defRPr/>
            </a:pPr>
            <a:r>
              <a:rPr lang="zh-CN" altLang="en-US" sz="2400" b="1" kern="0" dirty="0">
                <a:ea typeface="宋体" pitchFamily="2" charset="-122"/>
              </a:rPr>
              <a:t>算法分析：</a:t>
            </a:r>
            <a:r>
              <a:rPr lang="zh-CN" altLang="en-US" sz="2400" kern="0" dirty="0">
                <a:ea typeface="宋体" pitchFamily="2" charset="-122"/>
              </a:rPr>
              <a:t>本问题算法很简单，基本上只有</a:t>
            </a:r>
            <a:r>
              <a:rPr lang="zh-CN" altLang="en-US" sz="2400" b="1" kern="0" dirty="0">
                <a:ea typeface="宋体" pitchFamily="2" charset="-122"/>
              </a:rPr>
              <a:t>查找</a:t>
            </a:r>
            <a:r>
              <a:rPr lang="zh-CN" altLang="en-US" sz="2400" kern="0" dirty="0">
                <a:ea typeface="宋体" pitchFamily="2" charset="-122"/>
              </a:rPr>
              <a:t>和</a:t>
            </a:r>
            <a:r>
              <a:rPr lang="zh-CN" altLang="en-US" sz="2400" b="1" kern="0" dirty="0">
                <a:ea typeface="宋体" pitchFamily="2" charset="-122"/>
              </a:rPr>
              <a:t>插入</a:t>
            </a:r>
            <a:r>
              <a:rPr lang="zh-CN" altLang="en-US" sz="2400" kern="0" dirty="0">
                <a:ea typeface="宋体" pitchFamily="2" charset="-122"/>
              </a:rPr>
              <a:t>操作。</a:t>
            </a:r>
            <a:endParaRPr lang="en-US" altLang="zh-CN" sz="2400" b="1" kern="0" dirty="0">
              <a:ea typeface="宋体" pitchFamily="2" charset="-122"/>
            </a:endParaRPr>
          </a:p>
          <a:p>
            <a:pPr marL="457200" indent="-457200" fontAlgn="base">
              <a:lnSpc>
                <a:spcPct val="90000"/>
              </a:lnSpc>
              <a:spcBef>
                <a:spcPct val="60000"/>
              </a:spcBef>
              <a:spcAft>
                <a:spcPct val="0"/>
              </a:spcAft>
              <a:buClr>
                <a:srgbClr val="D60093"/>
              </a:buClr>
              <a:buSzPct val="70000"/>
              <a:defRPr/>
            </a:pPr>
            <a:endParaRPr lang="en-US" altLang="zh-CN" sz="2400" b="1" kern="0" dirty="0">
              <a:ea typeface="宋体" pitchFamily="2" charset="-122"/>
            </a:endParaRPr>
          </a:p>
        </p:txBody>
      </p:sp>
      <p:grpSp>
        <p:nvGrpSpPr>
          <p:cNvPr id="54" name="组合 53"/>
          <p:cNvGrpSpPr/>
          <p:nvPr/>
        </p:nvGrpSpPr>
        <p:grpSpPr>
          <a:xfrm>
            <a:off x="1631504" y="2537469"/>
            <a:ext cx="5688632" cy="4077072"/>
            <a:chOff x="1475656" y="2780928"/>
            <a:chExt cx="5688632" cy="4077072"/>
          </a:xfrm>
        </p:grpSpPr>
        <p:sp>
          <p:nvSpPr>
            <p:cNvPr id="6" name="TextBox 5"/>
            <p:cNvSpPr txBox="1"/>
            <p:nvPr/>
          </p:nvSpPr>
          <p:spPr>
            <a:xfrm>
              <a:off x="2915816" y="2996952"/>
              <a:ext cx="2304256" cy="369332"/>
            </a:xfrm>
            <a:prstGeom prst="rect">
              <a:avLst/>
            </a:prstGeom>
            <a:solidFill>
              <a:schemeClr val="bg1"/>
            </a:solidFill>
            <a:ln>
              <a:solidFill>
                <a:schemeClr val="tx1"/>
              </a:solidFill>
            </a:ln>
          </p:spPr>
          <p:txBody>
            <a:bodyPr wrap="square" rtlCol="0">
              <a:spAutoFit/>
            </a:bodyPr>
            <a:lstStyle/>
            <a:p>
              <a:r>
                <a:rPr lang="zh-CN" altLang="en-US" dirty="0">
                  <a:latin typeface="楷体" panose="02010609060101010101" pitchFamily="49" charset="-122"/>
                  <a:ea typeface="楷体" panose="02010609060101010101" pitchFamily="49" charset="-122"/>
                </a:rPr>
                <a:t>构造一个空单词表</a:t>
              </a:r>
              <a:endParaRPr lang="zh-CN" altLang="en-US" dirty="0">
                <a:latin typeface="楷体" panose="02010609060101010101" pitchFamily="49" charset="-122"/>
                <a:ea typeface="楷体" panose="02010609060101010101" pitchFamily="49" charset="-122"/>
              </a:endParaRPr>
            </a:p>
          </p:txBody>
        </p:sp>
        <p:sp>
          <p:nvSpPr>
            <p:cNvPr id="7" name="TextBox 6"/>
            <p:cNvSpPr txBox="1"/>
            <p:nvPr/>
          </p:nvSpPr>
          <p:spPr>
            <a:xfrm>
              <a:off x="2915816" y="3573016"/>
              <a:ext cx="2376264" cy="369332"/>
            </a:xfrm>
            <a:prstGeom prst="rect">
              <a:avLst/>
            </a:prstGeom>
            <a:solidFill>
              <a:schemeClr val="bg1"/>
            </a:solidFill>
            <a:ln>
              <a:solidFill>
                <a:schemeClr val="tx1"/>
              </a:solidFill>
            </a:ln>
          </p:spPr>
          <p:txBody>
            <a:bodyPr wrap="square" rtlCol="0">
              <a:spAutoFit/>
            </a:bodyPr>
            <a:lstStyle/>
            <a:p>
              <a:r>
                <a:rPr lang="zh-CN" altLang="en-US" dirty="0">
                  <a:latin typeface="楷体" panose="02010609060101010101" pitchFamily="49" charset="-122"/>
                  <a:ea typeface="楷体" panose="02010609060101010101" pitchFamily="49" charset="-122"/>
                </a:rPr>
                <a:t>从文件中读一个单词</a:t>
              </a:r>
              <a:endParaRPr lang="zh-CN" altLang="en-US" dirty="0">
                <a:latin typeface="楷体" panose="02010609060101010101" pitchFamily="49" charset="-122"/>
                <a:ea typeface="楷体" panose="02010609060101010101" pitchFamily="49" charset="-122"/>
              </a:endParaRPr>
            </a:p>
          </p:txBody>
        </p:sp>
        <p:sp>
          <p:nvSpPr>
            <p:cNvPr id="8" name="流程图: 决策 7"/>
            <p:cNvSpPr/>
            <p:nvPr/>
          </p:nvSpPr>
          <p:spPr bwMode="auto">
            <a:xfrm>
              <a:off x="2699792" y="4149080"/>
              <a:ext cx="2736304" cy="1161633"/>
            </a:xfrm>
            <a:prstGeom prst="flowChartDecision">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algn="ctr" eaLnBrk="0" fontAlgn="base" hangingPunct="0">
                <a:spcBef>
                  <a:spcPct val="0"/>
                </a:spcBef>
                <a:spcAft>
                  <a:spcPct val="0"/>
                </a:spcAft>
              </a:pPr>
              <a:r>
                <a:rPr lang="zh-CN" altLang="en-US" sz="1600" dirty="0">
                  <a:latin typeface="楷体" panose="02010609060101010101" pitchFamily="49" charset="-122"/>
                  <a:ea typeface="楷体" panose="02010609060101010101" pitchFamily="49" charset="-122"/>
                </a:rPr>
                <a:t>在单词表中查找该单词</a:t>
              </a:r>
              <a:endParaRPr lang="zh-CN" altLang="en-US" sz="1600" dirty="0">
                <a:latin typeface="楷体" panose="02010609060101010101" pitchFamily="49" charset="-122"/>
                <a:ea typeface="楷体" panose="02010609060101010101" pitchFamily="49" charset="-122"/>
              </a:endParaRPr>
            </a:p>
          </p:txBody>
        </p:sp>
        <p:sp>
          <p:nvSpPr>
            <p:cNvPr id="9" name="TextBox 8"/>
            <p:cNvSpPr txBox="1"/>
            <p:nvPr/>
          </p:nvSpPr>
          <p:spPr>
            <a:xfrm>
              <a:off x="4860032" y="5085184"/>
              <a:ext cx="2304256" cy="646331"/>
            </a:xfrm>
            <a:prstGeom prst="rect">
              <a:avLst/>
            </a:prstGeom>
            <a:solidFill>
              <a:schemeClr val="bg1"/>
            </a:solidFill>
            <a:ln>
              <a:solidFill>
                <a:schemeClr val="tx1"/>
              </a:solidFill>
            </a:ln>
          </p:spPr>
          <p:txBody>
            <a:bodyPr wrap="square" rtlCol="0">
              <a:spAutoFit/>
            </a:bodyPr>
            <a:lstStyle/>
            <a:p>
              <a:pPr algn="ctr"/>
              <a:r>
                <a:rPr lang="zh-CN" altLang="en-US" dirty="0">
                  <a:latin typeface="楷体" panose="02010609060101010101" pitchFamily="49" charset="-122"/>
                  <a:ea typeface="楷体" panose="02010609060101010101" pitchFamily="49" charset="-122"/>
                </a:rPr>
                <a:t>将该单词加入到单词表中，其次数为</a:t>
              </a:r>
              <a:r>
                <a:rPr lang="en-US" altLang="zh-CN" dirty="0">
                  <a:latin typeface="楷体" panose="02010609060101010101" pitchFamily="49" charset="-122"/>
                  <a:ea typeface="楷体" panose="02010609060101010101" pitchFamily="49" charset="-122"/>
                </a:rPr>
                <a:t>1</a:t>
              </a:r>
              <a:endParaRPr lang="zh-CN" altLang="en-US" dirty="0">
                <a:latin typeface="楷体" panose="02010609060101010101" pitchFamily="49" charset="-122"/>
                <a:ea typeface="楷体" panose="02010609060101010101" pitchFamily="49" charset="-122"/>
              </a:endParaRPr>
            </a:p>
          </p:txBody>
        </p:sp>
        <p:sp>
          <p:nvSpPr>
            <p:cNvPr id="10" name="TextBox 9"/>
            <p:cNvSpPr txBox="1"/>
            <p:nvPr/>
          </p:nvSpPr>
          <p:spPr>
            <a:xfrm>
              <a:off x="1475656" y="5013176"/>
              <a:ext cx="1440160" cy="648072"/>
            </a:xfrm>
            <a:prstGeom prst="rect">
              <a:avLst/>
            </a:prstGeom>
            <a:solidFill>
              <a:schemeClr val="bg1"/>
            </a:solidFill>
            <a:ln>
              <a:solidFill>
                <a:schemeClr val="tx1"/>
              </a:solidFill>
            </a:ln>
          </p:spPr>
          <p:txBody>
            <a:bodyPr wrap="square" rtlCol="0">
              <a:spAutoFit/>
            </a:bodyPr>
            <a:lstStyle/>
            <a:p>
              <a:pPr algn="ctr"/>
              <a:r>
                <a:rPr lang="zh-CN" altLang="en-US" dirty="0">
                  <a:latin typeface="楷体" panose="02010609060101010101" pitchFamily="49" charset="-122"/>
                  <a:ea typeface="楷体" panose="02010609060101010101" pitchFamily="49" charset="-122"/>
                </a:rPr>
                <a:t>该单词次数为加</a:t>
              </a:r>
              <a:r>
                <a:rPr lang="en-US" altLang="zh-CN" dirty="0">
                  <a:latin typeface="楷体" panose="02010609060101010101" pitchFamily="49" charset="-122"/>
                  <a:ea typeface="楷体" panose="02010609060101010101" pitchFamily="49" charset="-122"/>
                </a:rPr>
                <a:t>1</a:t>
              </a:r>
              <a:endParaRPr lang="zh-CN" altLang="en-US" dirty="0">
                <a:latin typeface="楷体" panose="02010609060101010101" pitchFamily="49" charset="-122"/>
                <a:ea typeface="楷体" panose="02010609060101010101" pitchFamily="49" charset="-122"/>
              </a:endParaRPr>
            </a:p>
          </p:txBody>
        </p:sp>
        <p:sp>
          <p:nvSpPr>
            <p:cNvPr id="12" name="流程图: 决策 11"/>
            <p:cNvSpPr/>
            <p:nvPr/>
          </p:nvSpPr>
          <p:spPr bwMode="auto">
            <a:xfrm>
              <a:off x="2267744" y="6021288"/>
              <a:ext cx="3528392" cy="672525"/>
            </a:xfrm>
            <a:prstGeom prst="flowChartDecision">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algn="ctr" eaLnBrk="0" fontAlgn="base" hangingPunct="0">
                <a:spcBef>
                  <a:spcPct val="0"/>
                </a:spcBef>
                <a:spcAft>
                  <a:spcPct val="0"/>
                </a:spcAft>
              </a:pPr>
              <a:r>
                <a:rPr lang="zh-CN" altLang="en-US" sz="1600" dirty="0">
                  <a:latin typeface="楷体" panose="02010609060101010101" pitchFamily="49" charset="-122"/>
                  <a:ea typeface="楷体" panose="02010609060101010101" pitchFamily="49" charset="-122"/>
                </a:rPr>
                <a:t>文件中仍有单词</a:t>
              </a:r>
              <a:endParaRPr lang="zh-CN" altLang="en-US" sz="1600" dirty="0">
                <a:latin typeface="楷体" panose="02010609060101010101" pitchFamily="49" charset="-122"/>
                <a:ea typeface="楷体" panose="02010609060101010101" pitchFamily="49" charset="-122"/>
              </a:endParaRPr>
            </a:p>
          </p:txBody>
        </p:sp>
        <p:cxnSp>
          <p:nvCxnSpPr>
            <p:cNvPr id="14" name="直接箭头连接符 13"/>
            <p:cNvCxnSpPr>
              <a:endCxn id="6" idx="0"/>
            </p:cNvCxnSpPr>
            <p:nvPr/>
          </p:nvCxnSpPr>
          <p:spPr bwMode="auto">
            <a:xfrm>
              <a:off x="4067944" y="2780928"/>
              <a:ext cx="0" cy="216024"/>
            </a:xfrm>
            <a:prstGeom prst="straightConnector1">
              <a:avLst/>
            </a:prstGeom>
            <a:noFill/>
            <a:ln w="9525" cap="flat" cmpd="sng" algn="ctr">
              <a:solidFill>
                <a:schemeClr val="tx1"/>
              </a:solidFill>
              <a:prstDash val="solid"/>
              <a:round/>
              <a:headEnd type="none" w="med" len="med"/>
              <a:tailEnd type="arrow"/>
            </a:ln>
            <a:effectLst/>
          </p:spPr>
        </p:cxnSp>
        <p:cxnSp>
          <p:nvCxnSpPr>
            <p:cNvPr id="17" name="直接箭头连接符 16"/>
            <p:cNvCxnSpPr/>
            <p:nvPr/>
          </p:nvCxnSpPr>
          <p:spPr bwMode="auto">
            <a:xfrm>
              <a:off x="4067944" y="3356992"/>
              <a:ext cx="0" cy="216024"/>
            </a:xfrm>
            <a:prstGeom prst="straightConnector1">
              <a:avLst/>
            </a:prstGeom>
            <a:noFill/>
            <a:ln w="9525" cap="flat" cmpd="sng" algn="ctr">
              <a:solidFill>
                <a:schemeClr val="tx1"/>
              </a:solidFill>
              <a:prstDash val="solid"/>
              <a:round/>
              <a:headEnd type="none" w="med" len="med"/>
              <a:tailEnd type="arrow"/>
            </a:ln>
            <a:effectLst/>
          </p:spPr>
        </p:cxnSp>
        <p:cxnSp>
          <p:nvCxnSpPr>
            <p:cNvPr id="18" name="直接箭头连接符 17"/>
            <p:cNvCxnSpPr/>
            <p:nvPr/>
          </p:nvCxnSpPr>
          <p:spPr bwMode="auto">
            <a:xfrm>
              <a:off x="4067944" y="3933056"/>
              <a:ext cx="0" cy="216024"/>
            </a:xfrm>
            <a:prstGeom prst="straightConnector1">
              <a:avLst/>
            </a:prstGeom>
            <a:noFill/>
            <a:ln w="9525" cap="flat" cmpd="sng" algn="ctr">
              <a:solidFill>
                <a:schemeClr val="tx1"/>
              </a:solidFill>
              <a:prstDash val="solid"/>
              <a:round/>
              <a:headEnd type="none" w="med" len="med"/>
              <a:tailEnd type="arrow"/>
            </a:ln>
            <a:effectLst/>
          </p:spPr>
        </p:cxnSp>
        <p:cxnSp>
          <p:nvCxnSpPr>
            <p:cNvPr id="20" name="肘形连接符 19"/>
            <p:cNvCxnSpPr>
              <a:stCxn id="8" idx="3"/>
              <a:endCxn id="9" idx="0"/>
            </p:cNvCxnSpPr>
            <p:nvPr/>
          </p:nvCxnSpPr>
          <p:spPr bwMode="auto">
            <a:xfrm>
              <a:off x="5436096" y="4729897"/>
              <a:ext cx="576064" cy="355287"/>
            </a:xfrm>
            <a:prstGeom prst="bentConnector2">
              <a:avLst/>
            </a:prstGeom>
            <a:noFill/>
            <a:ln w="9525" cap="flat" cmpd="sng" algn="ctr">
              <a:solidFill>
                <a:schemeClr val="tx1"/>
              </a:solidFill>
              <a:prstDash val="solid"/>
              <a:round/>
              <a:headEnd type="none" w="med" len="med"/>
              <a:tailEnd type="arrow"/>
            </a:ln>
            <a:effectLst/>
          </p:spPr>
        </p:cxnSp>
        <p:cxnSp>
          <p:nvCxnSpPr>
            <p:cNvPr id="25" name="肘形连接符 24"/>
            <p:cNvCxnSpPr>
              <a:stCxn id="8" idx="1"/>
              <a:endCxn id="10" idx="0"/>
            </p:cNvCxnSpPr>
            <p:nvPr/>
          </p:nvCxnSpPr>
          <p:spPr bwMode="auto">
            <a:xfrm rot="10800000" flipV="1">
              <a:off x="2195736" y="4729896"/>
              <a:ext cx="504056" cy="283279"/>
            </a:xfrm>
            <a:prstGeom prst="bentConnector2">
              <a:avLst/>
            </a:prstGeom>
            <a:noFill/>
            <a:ln w="9525" cap="flat" cmpd="sng" algn="ctr">
              <a:solidFill>
                <a:schemeClr val="tx1"/>
              </a:solidFill>
              <a:prstDash val="solid"/>
              <a:round/>
              <a:headEnd type="none" w="med" len="med"/>
              <a:tailEnd type="arrow"/>
            </a:ln>
            <a:effectLst/>
          </p:spPr>
        </p:cxnSp>
        <p:cxnSp>
          <p:nvCxnSpPr>
            <p:cNvPr id="28" name="肘形连接符 27"/>
            <p:cNvCxnSpPr/>
            <p:nvPr/>
          </p:nvCxnSpPr>
          <p:spPr bwMode="auto">
            <a:xfrm rot="5400000">
              <a:off x="4175956" y="5769260"/>
              <a:ext cx="360040" cy="12700"/>
            </a:xfrm>
            <a:prstGeom prst="bentConnector3">
              <a:avLst>
                <a:gd name="adj1" fmla="val 50000"/>
              </a:avLst>
            </a:prstGeom>
            <a:noFill/>
            <a:ln w="9525" cap="flat" cmpd="sng" algn="ctr">
              <a:noFill/>
              <a:prstDash val="solid"/>
              <a:round/>
              <a:headEnd type="none" w="med" len="med"/>
              <a:tailEnd type="arrow"/>
            </a:ln>
            <a:effectLst/>
          </p:spPr>
        </p:cxnSp>
        <p:cxnSp>
          <p:nvCxnSpPr>
            <p:cNvPr id="30" name="肘形连接符 29"/>
            <p:cNvCxnSpPr>
              <a:stCxn id="10" idx="2"/>
              <a:endCxn id="9" idx="2"/>
            </p:cNvCxnSpPr>
            <p:nvPr/>
          </p:nvCxnSpPr>
          <p:spPr bwMode="auto">
            <a:xfrm rot="16200000" flipH="1">
              <a:off x="4068815" y="3788169"/>
              <a:ext cx="70267" cy="3816424"/>
            </a:xfrm>
            <a:prstGeom prst="bentConnector3">
              <a:avLst>
                <a:gd name="adj1" fmla="val 198116"/>
              </a:avLst>
            </a:prstGeom>
            <a:noFill/>
            <a:ln w="9525" cap="flat" cmpd="sng" algn="ctr">
              <a:solidFill>
                <a:schemeClr val="tx1"/>
              </a:solidFill>
              <a:prstDash val="solid"/>
              <a:round/>
              <a:headEnd type="none" w="med" len="med"/>
              <a:tailEnd type="none" w="med" len="med"/>
            </a:ln>
            <a:effectLst/>
          </p:spPr>
        </p:cxnSp>
        <p:cxnSp>
          <p:nvCxnSpPr>
            <p:cNvPr id="36" name="直接箭头连接符 35"/>
            <p:cNvCxnSpPr/>
            <p:nvPr/>
          </p:nvCxnSpPr>
          <p:spPr bwMode="auto">
            <a:xfrm>
              <a:off x="3995936" y="5805264"/>
              <a:ext cx="0" cy="216024"/>
            </a:xfrm>
            <a:prstGeom prst="straightConnector1">
              <a:avLst/>
            </a:prstGeom>
            <a:noFill/>
            <a:ln w="9525" cap="flat" cmpd="sng" algn="ctr">
              <a:solidFill>
                <a:schemeClr val="tx1"/>
              </a:solidFill>
              <a:prstDash val="solid"/>
              <a:round/>
              <a:headEnd type="none" w="med" len="med"/>
              <a:tailEnd type="arrow"/>
            </a:ln>
            <a:effectLst/>
          </p:spPr>
        </p:cxnSp>
        <p:cxnSp>
          <p:nvCxnSpPr>
            <p:cNvPr id="44" name="肘形连接符 43"/>
            <p:cNvCxnSpPr>
              <a:stCxn id="12" idx="1"/>
            </p:cNvCxnSpPr>
            <p:nvPr/>
          </p:nvCxnSpPr>
          <p:spPr bwMode="auto">
            <a:xfrm rot="10800000" flipH="1">
              <a:off x="2267744" y="3429001"/>
              <a:ext cx="1800200" cy="2928551"/>
            </a:xfrm>
            <a:prstGeom prst="bentConnector4">
              <a:avLst>
                <a:gd name="adj1" fmla="val -56237"/>
                <a:gd name="adj2" fmla="val 97868"/>
              </a:avLst>
            </a:prstGeom>
            <a:noFill/>
            <a:ln w="9525" cap="flat" cmpd="sng" algn="ctr">
              <a:solidFill>
                <a:schemeClr val="tx1"/>
              </a:solidFill>
              <a:prstDash val="solid"/>
              <a:round/>
              <a:headEnd type="none" w="med" len="med"/>
              <a:tailEnd type="arrow"/>
            </a:ln>
            <a:effectLst/>
          </p:spPr>
        </p:cxnSp>
        <p:cxnSp>
          <p:nvCxnSpPr>
            <p:cNvPr id="48" name="直接箭头连接符 47"/>
            <p:cNvCxnSpPr/>
            <p:nvPr/>
          </p:nvCxnSpPr>
          <p:spPr bwMode="auto">
            <a:xfrm>
              <a:off x="3995936" y="6641976"/>
              <a:ext cx="0" cy="216024"/>
            </a:xfrm>
            <a:prstGeom prst="straightConnector1">
              <a:avLst/>
            </a:prstGeom>
            <a:noFill/>
            <a:ln w="9525" cap="flat" cmpd="sng" algn="ctr">
              <a:solidFill>
                <a:schemeClr val="tx1"/>
              </a:solidFill>
              <a:prstDash val="solid"/>
              <a:round/>
              <a:headEnd type="none" w="med" len="med"/>
              <a:tailEnd type="arrow"/>
            </a:ln>
            <a:effectLst/>
          </p:spPr>
        </p:cxnSp>
        <p:sp>
          <p:nvSpPr>
            <p:cNvPr id="50" name="TextBox 49"/>
            <p:cNvSpPr txBox="1"/>
            <p:nvPr/>
          </p:nvSpPr>
          <p:spPr>
            <a:xfrm>
              <a:off x="2267744" y="4365104"/>
              <a:ext cx="543739" cy="307777"/>
            </a:xfrm>
            <a:prstGeom prst="rect">
              <a:avLst/>
            </a:prstGeom>
            <a:noFill/>
          </p:spPr>
          <p:txBody>
            <a:bodyPr wrap="none" rtlCol="0">
              <a:spAutoFit/>
            </a:bodyPr>
            <a:lstStyle/>
            <a:p>
              <a:r>
                <a:rPr lang="zh-CN" altLang="en-US" sz="1400" dirty="0">
                  <a:latin typeface="楷体" panose="02010609060101010101" pitchFamily="49" charset="-122"/>
                  <a:ea typeface="楷体" panose="02010609060101010101" pitchFamily="49" charset="-122"/>
                </a:rPr>
                <a:t>找到</a:t>
              </a:r>
              <a:endParaRPr lang="zh-CN" altLang="en-US" sz="1400" dirty="0">
                <a:latin typeface="楷体" panose="02010609060101010101" pitchFamily="49" charset="-122"/>
                <a:ea typeface="楷体" panose="02010609060101010101" pitchFamily="49" charset="-122"/>
              </a:endParaRPr>
            </a:p>
          </p:txBody>
        </p:sp>
        <p:sp>
          <p:nvSpPr>
            <p:cNvPr id="51" name="TextBox 50"/>
            <p:cNvSpPr txBox="1"/>
            <p:nvPr/>
          </p:nvSpPr>
          <p:spPr>
            <a:xfrm>
              <a:off x="5508104" y="4365104"/>
              <a:ext cx="723275" cy="307777"/>
            </a:xfrm>
            <a:prstGeom prst="rect">
              <a:avLst/>
            </a:prstGeom>
            <a:noFill/>
          </p:spPr>
          <p:txBody>
            <a:bodyPr wrap="none" rtlCol="0">
              <a:spAutoFit/>
            </a:bodyPr>
            <a:lstStyle/>
            <a:p>
              <a:r>
                <a:rPr lang="zh-CN" altLang="en-US" sz="1400" dirty="0">
                  <a:latin typeface="楷体" panose="02010609060101010101" pitchFamily="49" charset="-122"/>
                  <a:ea typeface="楷体" panose="02010609060101010101" pitchFamily="49" charset="-122"/>
                </a:rPr>
                <a:t>没找到</a:t>
              </a:r>
              <a:endParaRPr lang="zh-CN" altLang="en-US" sz="1400" dirty="0">
                <a:latin typeface="楷体" panose="02010609060101010101" pitchFamily="49" charset="-122"/>
                <a:ea typeface="楷体" panose="02010609060101010101" pitchFamily="49" charset="-122"/>
              </a:endParaRPr>
            </a:p>
          </p:txBody>
        </p:sp>
        <p:sp>
          <p:nvSpPr>
            <p:cNvPr id="52" name="TextBox 51"/>
            <p:cNvSpPr txBox="1"/>
            <p:nvPr/>
          </p:nvSpPr>
          <p:spPr>
            <a:xfrm>
              <a:off x="1475656" y="5949280"/>
              <a:ext cx="364202" cy="307777"/>
            </a:xfrm>
            <a:prstGeom prst="rect">
              <a:avLst/>
            </a:prstGeom>
            <a:noFill/>
          </p:spPr>
          <p:txBody>
            <a:bodyPr wrap="none" rtlCol="0">
              <a:spAutoFit/>
            </a:bodyPr>
            <a:lstStyle/>
            <a:p>
              <a:r>
                <a:rPr lang="zh-CN" altLang="en-US" sz="1400" dirty="0">
                  <a:latin typeface="楷体" panose="02010609060101010101" pitchFamily="49" charset="-122"/>
                  <a:ea typeface="楷体" panose="02010609060101010101" pitchFamily="49" charset="-122"/>
                </a:rPr>
                <a:t>有</a:t>
              </a:r>
              <a:endParaRPr lang="zh-CN" altLang="en-US" sz="1400" dirty="0">
                <a:latin typeface="楷体" panose="02010609060101010101" pitchFamily="49" charset="-122"/>
                <a:ea typeface="楷体" panose="02010609060101010101" pitchFamily="49" charset="-122"/>
              </a:endParaRPr>
            </a:p>
          </p:txBody>
        </p:sp>
        <p:sp>
          <p:nvSpPr>
            <p:cNvPr id="53" name="TextBox 52"/>
            <p:cNvSpPr txBox="1"/>
            <p:nvPr/>
          </p:nvSpPr>
          <p:spPr>
            <a:xfrm>
              <a:off x="4427984" y="6550223"/>
              <a:ext cx="364202" cy="307777"/>
            </a:xfrm>
            <a:prstGeom prst="rect">
              <a:avLst/>
            </a:prstGeom>
            <a:noFill/>
          </p:spPr>
          <p:txBody>
            <a:bodyPr wrap="none" rtlCol="0">
              <a:spAutoFit/>
            </a:bodyPr>
            <a:lstStyle/>
            <a:p>
              <a:r>
                <a:rPr lang="zh-CN" altLang="en-US" sz="1400" dirty="0">
                  <a:latin typeface="楷体" panose="02010609060101010101" pitchFamily="49" charset="-122"/>
                  <a:ea typeface="楷体" panose="02010609060101010101" pitchFamily="49" charset="-122"/>
                </a:rPr>
                <a:t>无</a:t>
              </a:r>
              <a:endParaRPr lang="zh-CN" altLang="en-US" sz="1400" dirty="0">
                <a:latin typeface="楷体" panose="02010609060101010101" pitchFamily="49" charset="-122"/>
                <a:ea typeface="楷体" panose="02010609060101010101" pitchFamily="49" charset="-122"/>
              </a:endParaRPr>
            </a:p>
          </p:txBody>
        </p:sp>
      </p:grpSp>
      <p:sp>
        <p:nvSpPr>
          <p:cNvPr id="55" name="Cloud"/>
          <p:cNvSpPr>
            <a:spLocks noChangeAspect="1" noEditPoints="1" noChangeArrowheads="1"/>
          </p:cNvSpPr>
          <p:nvPr/>
        </p:nvSpPr>
        <p:spPr bwMode="auto">
          <a:xfrm>
            <a:off x="7896200" y="3262673"/>
            <a:ext cx="3563888" cy="1760847"/>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A7EEFF"/>
          </a:solidFill>
          <a:ln w="28575">
            <a:solidFill>
              <a:srgbClr val="969696"/>
            </a:solidFill>
            <a:miter lim="800000"/>
          </a:ln>
          <a:effectLst>
            <a:outerShdw dist="170388" dir="1593903" algn="ctr" rotWithShape="0">
              <a:srgbClr val="C3C3C3"/>
            </a:outerShdw>
          </a:effectLst>
        </p:spPr>
        <p:txBody>
          <a:bodyPr/>
          <a:lstStyle/>
          <a:p>
            <a:pPr algn="ctr" eaLnBrk="0" fontAlgn="t" hangingPunct="0">
              <a:lnSpc>
                <a:spcPct val="95000"/>
              </a:lnSpc>
              <a:spcBef>
                <a:spcPct val="0"/>
              </a:spcBef>
              <a:spcAft>
                <a:spcPct val="0"/>
              </a:spcAft>
            </a:pPr>
            <a:r>
              <a:rPr lang="zh-CN" altLang="en-US" sz="2000" dirty="0">
                <a:solidFill>
                  <a:srgbClr val="7030A0"/>
                </a:solidFill>
                <a:latin typeface="黑体" panose="02010609060101010101" pitchFamily="2" charset="-122"/>
                <a:ea typeface="黑体" panose="02010609060101010101" pitchFamily="2" charset="-122"/>
              </a:rPr>
              <a:t>问题的关键是</a:t>
            </a:r>
            <a:r>
              <a:rPr lang="zh-CN" altLang="en-US" sz="2000" b="1" dirty="0">
                <a:solidFill>
                  <a:srgbClr val="FF3300"/>
                </a:solidFill>
                <a:latin typeface="黑体" panose="02010609060101010101" pitchFamily="2" charset="-122"/>
                <a:ea typeface="黑体" panose="02010609060101010101" pitchFamily="2" charset="-122"/>
              </a:rPr>
              <a:t>单词表的构造和单词的组织方式，</a:t>
            </a:r>
            <a:r>
              <a:rPr lang="zh-CN" altLang="en-US" sz="2000" dirty="0">
                <a:solidFill>
                  <a:srgbClr val="7030A0"/>
                </a:solidFill>
                <a:latin typeface="黑体" panose="02010609060101010101" pitchFamily="2" charset="-122"/>
                <a:ea typeface="黑体" panose="02010609060101010101" pitchFamily="2" charset="-122"/>
              </a:rPr>
              <a:t>它将影响算法的效率</a:t>
            </a:r>
            <a:endParaRPr lang="zh-CN" altLang="en-US" sz="2000" dirty="0">
              <a:solidFill>
                <a:srgbClr val="7030A0"/>
              </a:solidFill>
              <a:latin typeface="黑体" panose="02010609060101010101" pitchFamily="2" charset="-122"/>
              <a:ea typeface="黑体" panose="0201060906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blinds(horizontal)">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4"/>
                                        </p:tgtEl>
                                        <p:attrNameLst>
                                          <p:attrName>style.visibility</p:attrName>
                                        </p:attrNameLst>
                                      </p:cBhvr>
                                      <p:to>
                                        <p:strVal val="visible"/>
                                      </p:to>
                                    </p:set>
                                    <p:anim calcmode="lin" valueType="num">
                                      <p:cBhvr additive="base">
                                        <p:cTn id="12" dur="500" fill="hold"/>
                                        <p:tgtEl>
                                          <p:spTgt spid="54"/>
                                        </p:tgtEl>
                                        <p:attrNameLst>
                                          <p:attrName>ppt_x</p:attrName>
                                        </p:attrNameLst>
                                      </p:cBhvr>
                                      <p:tavLst>
                                        <p:tav tm="0">
                                          <p:val>
                                            <p:strVal val="#ppt_x"/>
                                          </p:val>
                                        </p:tav>
                                        <p:tav tm="100000">
                                          <p:val>
                                            <p:strVal val="#ppt_x"/>
                                          </p:val>
                                        </p:tav>
                                      </p:tavLst>
                                    </p:anim>
                                    <p:anim calcmode="lin" valueType="num">
                                      <p:cBhvr additive="base">
                                        <p:cTn id="13" dur="500" fill="hold"/>
                                        <p:tgtEl>
                                          <p:spTgt spid="5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55"/>
                                        </p:tgtEl>
                                        <p:attrNameLst>
                                          <p:attrName>style.visibility</p:attrName>
                                        </p:attrNameLst>
                                      </p:cBhvr>
                                      <p:to>
                                        <p:strVal val="visible"/>
                                      </p:to>
                                    </p:set>
                                    <p:animEffect transition="in" filter="blinds(horizontal)">
                                      <p:cBhvr>
                                        <p:cTn id="18"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问题</a:t>
            </a:r>
            <a:r>
              <a:rPr lang="en-US" altLang="zh-CN" dirty="0"/>
              <a:t>2.1</a:t>
            </a:r>
            <a:r>
              <a:rPr lang="zh-CN" altLang="en-US" dirty="0"/>
              <a:t>：词频统计</a:t>
            </a:r>
            <a:endParaRPr lang="zh-CN" altLang="en-US" dirty="0"/>
          </a:p>
        </p:txBody>
      </p:sp>
      <p:sp>
        <p:nvSpPr>
          <p:cNvPr id="3" name="内容占位符 2"/>
          <p:cNvSpPr>
            <a:spLocks noGrp="1"/>
          </p:cNvSpPr>
          <p:nvPr>
            <p:ph idx="1"/>
          </p:nvPr>
        </p:nvSpPr>
        <p:spPr>
          <a:xfrm>
            <a:off x="917723" y="1303784"/>
            <a:ext cx="7105650" cy="541040"/>
          </a:xfrm>
        </p:spPr>
        <p:txBody>
          <a:bodyPr/>
          <a:lstStyle/>
          <a:p>
            <a:r>
              <a:rPr lang="zh-CN" altLang="en-US" dirty="0"/>
              <a:t>用何种数据结构来构造和组织单词表？</a:t>
            </a:r>
            <a:endParaRPr lang="zh-CN" altLang="en-US" dirty="0"/>
          </a:p>
        </p:txBody>
      </p:sp>
      <p:sp>
        <p:nvSpPr>
          <p:cNvPr id="4" name="灯片编号占位符 3"/>
          <p:cNvSpPr>
            <a:spLocks noGrp="1"/>
          </p:cNvSpPr>
          <p:nvPr>
            <p:ph type="sldNum" sz="quarter" idx="12"/>
          </p:nvPr>
        </p:nvSpPr>
        <p:spPr/>
        <p:txBody>
          <a:bodyPr/>
          <a:lstStyle/>
          <a:p>
            <a:pPr>
              <a:defRPr/>
            </a:pPr>
            <a:fld id="{116D1347-07F4-4751-9C03-6E7F30E2E01E}" type="slidenum">
              <a:rPr lang="zh-CN" altLang="en-US" smtClean="0"/>
            </a:fld>
            <a:endParaRPr lang="en-US" altLang="zh-CN"/>
          </a:p>
        </p:txBody>
      </p:sp>
      <p:sp>
        <p:nvSpPr>
          <p:cNvPr id="5" name="内容占位符 2"/>
          <p:cNvSpPr txBox="1"/>
          <p:nvPr/>
        </p:nvSpPr>
        <p:spPr bwMode="auto">
          <a:xfrm>
            <a:off x="911422" y="4005063"/>
            <a:ext cx="7488833" cy="936104"/>
          </a:xfrm>
          <a:prstGeom prst="rect">
            <a:avLst/>
          </a:prstGeom>
          <a:noFill/>
          <a:ln w="9525">
            <a:noFill/>
            <a:miter lim="800000"/>
          </a:ln>
          <a:effectLst/>
        </p:spPr>
        <p:txBody>
          <a:bodyPr vert="horz" wrap="square" lIns="91440" tIns="45720" rIns="91440" bIns="45720" numCol="1" anchor="t" anchorCtr="0" compatLnSpc="1"/>
          <a:lstStyle>
            <a:lvl1pPr marL="279400" indent="-279400" algn="l" rtl="0" eaLnBrk="1" fontAlgn="base" hangingPunct="1">
              <a:lnSpc>
                <a:spcPct val="90000"/>
              </a:lnSpc>
              <a:spcBef>
                <a:spcPct val="60000"/>
              </a:spcBef>
              <a:spcAft>
                <a:spcPct val="0"/>
              </a:spcAft>
              <a:buClr>
                <a:srgbClr val="D60093"/>
              </a:buClr>
              <a:buSzPct val="70000"/>
              <a:buFont typeface="Wingdings" panose="05000000000000000000" pitchFamily="2" charset="2"/>
              <a:buChar char="n"/>
              <a:defRPr sz="2400" b="1">
                <a:solidFill>
                  <a:schemeClr val="tx1"/>
                </a:solidFill>
                <a:latin typeface="+mn-lt"/>
                <a:ea typeface="+mn-ea"/>
                <a:cs typeface="+mn-cs"/>
              </a:defRPr>
            </a:lvl1pPr>
            <a:lvl2pPr marL="690880" indent="-297180" algn="l" rtl="0" eaLnBrk="1" fontAlgn="base" hangingPunct="1">
              <a:lnSpc>
                <a:spcPct val="90000"/>
              </a:lnSpc>
              <a:spcBef>
                <a:spcPct val="60000"/>
              </a:spcBef>
              <a:spcAft>
                <a:spcPct val="0"/>
              </a:spcAft>
              <a:buClr>
                <a:srgbClr val="D60093"/>
              </a:buClr>
              <a:buSzPct val="65000"/>
              <a:buFont typeface="Wingdings" panose="05000000000000000000" pitchFamily="2" charset="2"/>
              <a:buChar char="l"/>
              <a:defRPr sz="2400">
                <a:solidFill>
                  <a:schemeClr val="tx1"/>
                </a:solidFill>
                <a:latin typeface="+mn-lt"/>
              </a:defRPr>
            </a:lvl2pPr>
            <a:lvl3pPr marL="805180" algn="l" rtl="0" eaLnBrk="1" fontAlgn="base" hangingPunct="1">
              <a:spcBef>
                <a:spcPct val="20000"/>
              </a:spcBef>
              <a:spcAft>
                <a:spcPct val="0"/>
              </a:spcAft>
              <a:buFont typeface="Wingdings" panose="05000000000000000000" pitchFamily="2" charset="2"/>
              <a:buChar char="Ø"/>
              <a:defRPr sz="2400">
                <a:solidFill>
                  <a:schemeClr val="tx1"/>
                </a:solidFill>
                <a:latin typeface="+mn-lt"/>
              </a:defRPr>
            </a:lvl3pPr>
            <a:lvl4pPr marL="919480" algn="l" rtl="0" eaLnBrk="1" fontAlgn="base" hangingPunct="1">
              <a:spcBef>
                <a:spcPct val="20000"/>
              </a:spcBef>
              <a:spcAft>
                <a:spcPct val="0"/>
              </a:spcAft>
              <a:defRPr sz="2000">
                <a:solidFill>
                  <a:schemeClr val="tx1"/>
                </a:solidFill>
                <a:latin typeface="+mn-lt"/>
              </a:defRPr>
            </a:lvl4pPr>
            <a:lvl5pPr marL="1033780" algn="l" rtl="0" eaLnBrk="1" fontAlgn="base" hangingPunct="1">
              <a:spcBef>
                <a:spcPct val="20000"/>
              </a:spcBef>
              <a:spcAft>
                <a:spcPct val="0"/>
              </a:spcAft>
              <a:defRPr sz="2000">
                <a:solidFill>
                  <a:schemeClr val="tx1"/>
                </a:solidFill>
                <a:latin typeface="+mn-lt"/>
              </a:defRPr>
            </a:lvl5pPr>
            <a:lvl6pPr marL="1490980" algn="l" rtl="0" eaLnBrk="1" fontAlgn="base" hangingPunct="1">
              <a:spcBef>
                <a:spcPct val="20000"/>
              </a:spcBef>
              <a:spcAft>
                <a:spcPct val="0"/>
              </a:spcAft>
              <a:defRPr sz="2000">
                <a:solidFill>
                  <a:schemeClr val="tx1"/>
                </a:solidFill>
                <a:latin typeface="+mn-lt"/>
              </a:defRPr>
            </a:lvl6pPr>
            <a:lvl7pPr marL="1948180" algn="l" rtl="0" eaLnBrk="1" fontAlgn="base" hangingPunct="1">
              <a:spcBef>
                <a:spcPct val="20000"/>
              </a:spcBef>
              <a:spcAft>
                <a:spcPct val="0"/>
              </a:spcAft>
              <a:defRPr sz="2000">
                <a:solidFill>
                  <a:schemeClr val="tx1"/>
                </a:solidFill>
                <a:latin typeface="+mn-lt"/>
              </a:defRPr>
            </a:lvl7pPr>
            <a:lvl8pPr marL="2405380" algn="l" rtl="0" eaLnBrk="1" fontAlgn="base" hangingPunct="1">
              <a:spcBef>
                <a:spcPct val="20000"/>
              </a:spcBef>
              <a:spcAft>
                <a:spcPct val="0"/>
              </a:spcAft>
              <a:defRPr sz="2000">
                <a:solidFill>
                  <a:schemeClr val="tx1"/>
                </a:solidFill>
                <a:latin typeface="+mn-lt"/>
              </a:defRPr>
            </a:lvl8pPr>
            <a:lvl9pPr marL="2862580" algn="l" rtl="0" eaLnBrk="1" fontAlgn="base" hangingPunct="1">
              <a:spcBef>
                <a:spcPct val="20000"/>
              </a:spcBef>
              <a:spcAft>
                <a:spcPct val="0"/>
              </a:spcAft>
              <a:defRPr sz="2000">
                <a:solidFill>
                  <a:schemeClr val="tx1"/>
                </a:solidFill>
                <a:latin typeface="+mn-lt"/>
              </a:defRPr>
            </a:lvl9pPr>
          </a:lstStyle>
          <a:p>
            <a:r>
              <a:rPr lang="zh-CN" altLang="en-US" kern="0" dirty="0"/>
              <a:t>不同数据结构构造的单词表如何影响着算法的性能？</a:t>
            </a:r>
            <a:endParaRPr lang="zh-CN" altLang="en-US" kern="0" dirty="0"/>
          </a:p>
        </p:txBody>
      </p:sp>
      <p:pic>
        <p:nvPicPr>
          <p:cNvPr id="1027" name="Picture 3" descr="C:\Users\YHH\AppData\Local\Microsoft\Windows\Temporary Internet Files\Content.IE5\B0HVC0DJ\62037b5ajw1ecb3yu5nw0j20aj0alwey[1].jpg"/>
          <p:cNvPicPr>
            <a:picLocks noChangeAspect="1" noChangeArrowheads="1"/>
          </p:cNvPicPr>
          <p:nvPr/>
        </p:nvPicPr>
        <p:blipFill>
          <a:blip r:embed="rId1" cstate="print"/>
          <a:srcRect/>
          <a:stretch>
            <a:fillRect/>
          </a:stretch>
        </p:blipFill>
        <p:spPr bwMode="auto">
          <a:xfrm>
            <a:off x="3431704" y="2204864"/>
            <a:ext cx="1535683" cy="1543787"/>
          </a:xfrm>
          <a:prstGeom prst="rect">
            <a:avLst/>
          </a:prstGeom>
          <a:noFill/>
        </p:spPr>
      </p:pic>
      <p:sp>
        <p:nvSpPr>
          <p:cNvPr id="10" name="Cloud"/>
          <p:cNvSpPr>
            <a:spLocks noChangeAspect="1" noEditPoints="1" noChangeArrowheads="1"/>
          </p:cNvSpPr>
          <p:nvPr/>
        </p:nvSpPr>
        <p:spPr bwMode="auto">
          <a:xfrm>
            <a:off x="5231902" y="1556792"/>
            <a:ext cx="4536505" cy="1976871"/>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A7EEFF"/>
          </a:solidFill>
          <a:ln w="28575">
            <a:solidFill>
              <a:srgbClr val="969696"/>
            </a:solidFill>
            <a:miter lim="800000"/>
          </a:ln>
          <a:effectLst>
            <a:outerShdw dist="170388" dir="1593903" algn="ctr" rotWithShape="0">
              <a:srgbClr val="C3C3C3"/>
            </a:outerShdw>
          </a:effectLst>
        </p:spPr>
        <p:txBody>
          <a:bodyPr/>
          <a:lstStyle/>
          <a:p>
            <a:pPr eaLnBrk="0" fontAlgn="base" hangingPunct="0">
              <a:spcBef>
                <a:spcPct val="0"/>
              </a:spcBef>
              <a:spcAft>
                <a:spcPct val="0"/>
              </a:spcAft>
            </a:pPr>
            <a:r>
              <a:rPr lang="zh-CN" altLang="en-US" sz="2000" b="1" dirty="0">
                <a:solidFill>
                  <a:srgbClr val="002060"/>
                </a:solidFill>
                <a:latin typeface="楷体" panose="02010609060101010101" pitchFamily="49" charset="-122"/>
                <a:ea typeface="楷体" panose="02010609060101010101" pitchFamily="49" charset="-122"/>
              </a:rPr>
              <a:t>用数组？链表？还是</a:t>
            </a:r>
            <a:r>
              <a:rPr lang="en-US" altLang="zh-CN" sz="2000" b="1" dirty="0">
                <a:solidFill>
                  <a:srgbClr val="002060"/>
                </a:solidFill>
                <a:latin typeface="楷体" panose="02010609060101010101" pitchFamily="49" charset="-122"/>
                <a:ea typeface="楷体" panose="02010609060101010101" pitchFamily="49" charset="-122"/>
              </a:rPr>
              <a:t>…?</a:t>
            </a:r>
            <a:r>
              <a:rPr lang="zh-CN" altLang="en-US" sz="2000" b="1" dirty="0">
                <a:solidFill>
                  <a:srgbClr val="002060"/>
                </a:solidFill>
                <a:latin typeface="楷体" panose="02010609060101010101" pitchFamily="49" charset="-122"/>
                <a:ea typeface="楷体" panose="02010609060101010101" pitchFamily="49" charset="-122"/>
              </a:rPr>
              <a:t>来构造单词表</a:t>
            </a:r>
            <a:endParaRPr lang="en-US" altLang="zh-CN" sz="2000" b="1" dirty="0">
              <a:solidFill>
                <a:srgbClr val="002060"/>
              </a:solidFill>
              <a:latin typeface="楷体" panose="02010609060101010101" pitchFamily="49" charset="-122"/>
              <a:ea typeface="楷体" panose="02010609060101010101" pitchFamily="49" charset="-122"/>
            </a:endParaRPr>
          </a:p>
          <a:p>
            <a:pPr eaLnBrk="0" fontAlgn="base" hangingPunct="0">
              <a:spcBef>
                <a:spcPct val="0"/>
              </a:spcBef>
              <a:spcAft>
                <a:spcPct val="0"/>
              </a:spcAft>
            </a:pPr>
            <a:r>
              <a:rPr lang="zh-CN" altLang="en-US" sz="2000" b="1" dirty="0">
                <a:solidFill>
                  <a:srgbClr val="002060"/>
                </a:solidFill>
                <a:latin typeface="楷体" panose="02010609060101010101" pitchFamily="49" charset="-122"/>
                <a:ea typeface="楷体" panose="02010609060101010101" pitchFamily="49" charset="-122"/>
              </a:rPr>
              <a:t>单词表是有序还是无序？</a:t>
            </a:r>
            <a:endParaRPr lang="zh-CN" altLang="en-US" sz="2000" b="1" dirty="0">
              <a:solidFill>
                <a:srgbClr val="002060"/>
              </a:solidFill>
              <a:latin typeface="楷体" panose="02010609060101010101" pitchFamily="49" charset="-122"/>
              <a:ea typeface="楷体" panose="02010609060101010101" pitchFamily="49" charset="-122"/>
            </a:endParaRPr>
          </a:p>
        </p:txBody>
      </p:sp>
      <p:pic>
        <p:nvPicPr>
          <p:cNvPr id="11" name="Picture 3" descr="C:\Users\YHH\AppData\Local\Microsoft\Windows\Temporary Internet Files\Content.IE5\B0HVC0DJ\62037b5ajw1ecb3yu5nw0j20aj0alwey[1].jpg"/>
          <p:cNvPicPr>
            <a:picLocks noChangeAspect="1" noChangeArrowheads="1"/>
          </p:cNvPicPr>
          <p:nvPr/>
        </p:nvPicPr>
        <p:blipFill>
          <a:blip r:embed="rId1" cstate="print"/>
          <a:srcRect/>
          <a:stretch>
            <a:fillRect/>
          </a:stretch>
        </p:blipFill>
        <p:spPr bwMode="auto">
          <a:xfrm>
            <a:off x="3431704" y="4797152"/>
            <a:ext cx="1535683" cy="1543787"/>
          </a:xfrm>
          <a:prstGeom prst="rect">
            <a:avLst/>
          </a:prstGeom>
          <a:noFill/>
        </p:spPr>
      </p:pic>
      <p:sp>
        <p:nvSpPr>
          <p:cNvPr id="12" name="Cloud"/>
          <p:cNvSpPr>
            <a:spLocks noChangeAspect="1" noEditPoints="1" noChangeArrowheads="1"/>
          </p:cNvSpPr>
          <p:nvPr/>
        </p:nvSpPr>
        <p:spPr bwMode="auto">
          <a:xfrm>
            <a:off x="5411415" y="4437112"/>
            <a:ext cx="4356992" cy="1976871"/>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A7EEFF"/>
          </a:solidFill>
          <a:ln w="28575">
            <a:solidFill>
              <a:srgbClr val="969696"/>
            </a:solidFill>
            <a:miter lim="800000"/>
          </a:ln>
          <a:effectLst>
            <a:outerShdw dist="170388" dir="1593903" algn="ctr" rotWithShape="0">
              <a:srgbClr val="C3C3C3"/>
            </a:outerShdw>
          </a:effectLst>
        </p:spPr>
        <p:txBody>
          <a:bodyPr/>
          <a:lstStyle/>
          <a:p>
            <a:pPr eaLnBrk="0" fontAlgn="base" hangingPunct="0">
              <a:spcBef>
                <a:spcPct val="0"/>
              </a:spcBef>
              <a:spcAft>
                <a:spcPct val="0"/>
              </a:spcAft>
            </a:pPr>
            <a:r>
              <a:rPr lang="zh-CN" altLang="en-US" sz="2000" b="1" dirty="0">
                <a:solidFill>
                  <a:srgbClr val="002060"/>
                </a:solidFill>
                <a:latin typeface="楷体" panose="02010609060101010101" pitchFamily="49" charset="-122"/>
                <a:ea typeface="楷体" panose="02010609060101010101" pitchFamily="49" charset="-122"/>
              </a:rPr>
              <a:t>当单词表较大时（如一本长篇小说），单词的查找和插入会面临什么问题？</a:t>
            </a:r>
            <a:endParaRPr lang="zh-CN" altLang="en-US" sz="2000" b="1" dirty="0">
              <a:solidFill>
                <a:srgbClr val="002060"/>
              </a:solidFill>
              <a:latin typeface="楷体" panose="02010609060101010101" pitchFamily="49" charset="-122"/>
              <a:ea typeface="楷体" panose="02010609060101010101" pitchFamily="49"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27"/>
                                        </p:tgtEl>
                                        <p:attrNameLst>
                                          <p:attrName>style.visibility</p:attrName>
                                        </p:attrNameLst>
                                      </p:cBhvr>
                                      <p:to>
                                        <p:strVal val="visible"/>
                                      </p:to>
                                    </p:set>
                                    <p:animEffect transition="in" filter="blinds(horizontal)">
                                      <p:cBhvr>
                                        <p:cTn id="7" dur="500"/>
                                        <p:tgtEl>
                                          <p:spTgt spid="1027"/>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blinds(horizontal)">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blinds(horizontal)">
                                      <p:cBhvr>
                                        <p:cTn id="15" dur="500"/>
                                        <p:tgtEl>
                                          <p:spTgt spid="11"/>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blinds(horizontal)">
                                      <p:cBhvr>
                                        <p:cTn id="1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834" name="Text Box 2"/>
          <p:cNvSpPr txBox="1">
            <a:spLocks noChangeArrowheads="1"/>
          </p:cNvSpPr>
          <p:nvPr/>
        </p:nvSpPr>
        <p:spPr bwMode="auto">
          <a:xfrm>
            <a:off x="695400" y="1633518"/>
            <a:ext cx="5715000" cy="579438"/>
          </a:xfrm>
          <a:prstGeom prst="rect">
            <a:avLst/>
          </a:prstGeom>
          <a:noFill/>
          <a:ln w="12700" cap="sq">
            <a:noFill/>
            <a:miter lim="800000"/>
            <a:headEnd type="none" w="sm" len="sm"/>
            <a:tailEnd type="none" w="sm" len="sm"/>
          </a:ln>
        </p:spPr>
        <p:txBody>
          <a:bodyPr>
            <a:spAutoFit/>
          </a:bodyPr>
          <a:lstStyle/>
          <a:p>
            <a:pPr eaLnBrk="1" fontAlgn="base" hangingPunct="1">
              <a:spcBef>
                <a:spcPct val="0"/>
              </a:spcBef>
            </a:pPr>
            <a:r>
              <a:rPr lang="zh-CN" altLang="zh-CN" sz="3200">
                <a:solidFill>
                  <a:srgbClr val="002C84"/>
                </a:solidFill>
              </a:rPr>
              <a:t>    </a:t>
            </a:r>
            <a:r>
              <a:rPr lang="en-US" altLang="zh-CN" sz="3200">
                <a:solidFill>
                  <a:srgbClr val="002C84"/>
                </a:solidFill>
              </a:rPr>
              <a:t>A=( a</a:t>
            </a:r>
            <a:r>
              <a:rPr lang="en-US" altLang="zh-CN" sz="3200" baseline="-25000">
                <a:solidFill>
                  <a:srgbClr val="002C84"/>
                </a:solidFill>
              </a:rPr>
              <a:t>1</a:t>
            </a:r>
            <a:r>
              <a:rPr lang="en-US" altLang="zh-CN" sz="3200">
                <a:solidFill>
                  <a:srgbClr val="002C84"/>
                </a:solidFill>
              </a:rPr>
              <a:t>，a</a:t>
            </a:r>
            <a:r>
              <a:rPr lang="en-US" altLang="zh-CN" sz="3200" baseline="-25000">
                <a:solidFill>
                  <a:srgbClr val="002C84"/>
                </a:solidFill>
              </a:rPr>
              <a:t>2</a:t>
            </a:r>
            <a:r>
              <a:rPr lang="en-US" altLang="zh-CN" sz="3200">
                <a:solidFill>
                  <a:srgbClr val="002C84"/>
                </a:solidFill>
              </a:rPr>
              <a:t>，a</a:t>
            </a:r>
            <a:r>
              <a:rPr lang="en-US" altLang="zh-CN" sz="3200" baseline="-25000">
                <a:solidFill>
                  <a:srgbClr val="002C84"/>
                </a:solidFill>
              </a:rPr>
              <a:t>3</a:t>
            </a:r>
            <a:r>
              <a:rPr lang="en-US" altLang="zh-CN" sz="3200">
                <a:solidFill>
                  <a:srgbClr val="002C84"/>
                </a:solidFill>
              </a:rPr>
              <a:t>， ... ... ,  a</a:t>
            </a:r>
            <a:r>
              <a:rPr lang="en-US" altLang="zh-CN" sz="3200" baseline="-25000">
                <a:solidFill>
                  <a:srgbClr val="002C84"/>
                </a:solidFill>
              </a:rPr>
              <a:t>n </a:t>
            </a:r>
            <a:r>
              <a:rPr lang="en-US" altLang="zh-CN" sz="3200">
                <a:solidFill>
                  <a:srgbClr val="002C84"/>
                </a:solidFill>
              </a:rPr>
              <a:t>)</a:t>
            </a:r>
            <a:endParaRPr lang="zh-CN" altLang="en-US" sz="3200">
              <a:solidFill>
                <a:srgbClr val="002C84"/>
              </a:solidFill>
            </a:endParaRPr>
          </a:p>
        </p:txBody>
      </p:sp>
      <p:grpSp>
        <p:nvGrpSpPr>
          <p:cNvPr id="2" name="Group 3"/>
          <p:cNvGrpSpPr/>
          <p:nvPr/>
        </p:nvGrpSpPr>
        <p:grpSpPr bwMode="auto">
          <a:xfrm>
            <a:off x="1354212" y="2989243"/>
            <a:ext cx="9782348" cy="3200400"/>
            <a:chOff x="528" y="2016"/>
            <a:chExt cx="4800" cy="2016"/>
          </a:xfrm>
        </p:grpSpPr>
        <p:sp>
          <p:nvSpPr>
            <p:cNvPr id="49170" name="Rectangle 4"/>
            <p:cNvSpPr>
              <a:spLocks noChangeArrowheads="1"/>
            </p:cNvSpPr>
            <p:nvPr/>
          </p:nvSpPr>
          <p:spPr bwMode="auto">
            <a:xfrm>
              <a:off x="528" y="2016"/>
              <a:ext cx="4800" cy="2016"/>
            </a:xfrm>
            <a:prstGeom prst="rect">
              <a:avLst/>
            </a:prstGeom>
            <a:solidFill>
              <a:srgbClr val="CCFFFF"/>
            </a:solidFill>
            <a:ln w="12700" cap="sq">
              <a:noFill/>
              <a:miter lim="800000"/>
            </a:ln>
            <a:effectLst>
              <a:outerShdw dist="233487" dir="2700000" algn="ctr" rotWithShape="0">
                <a:srgbClr val="B2B2B2"/>
              </a:outerShdw>
            </a:effectLst>
          </p:spPr>
          <p:txBody>
            <a:bodyPr wrap="none" anchor="ctr"/>
            <a:lstStyle/>
            <a:p>
              <a:endParaRPr lang="zh-CN" altLang="en-US"/>
            </a:p>
          </p:txBody>
        </p:sp>
        <p:sp>
          <p:nvSpPr>
            <p:cNvPr id="4" name="Text Box 5"/>
            <p:cNvSpPr txBox="1">
              <a:spLocks noChangeArrowheads="1"/>
            </p:cNvSpPr>
            <p:nvPr/>
          </p:nvSpPr>
          <p:spPr bwMode="auto">
            <a:xfrm>
              <a:off x="731" y="2160"/>
              <a:ext cx="4154" cy="484"/>
            </a:xfrm>
            <a:prstGeom prst="rect">
              <a:avLst/>
            </a:prstGeom>
            <a:noFill/>
            <a:ln w="12700" cap="sq">
              <a:noFill/>
              <a:miter lim="800000"/>
            </a:ln>
          </p:spPr>
          <p:txBody>
            <a:bodyPr wrap="none">
              <a:spAutoFit/>
            </a:bodyPr>
            <a:lstStyle/>
            <a:p>
              <a:pPr fontAlgn="base">
                <a:lnSpc>
                  <a:spcPct val="85000"/>
                </a:lnSpc>
                <a:spcBef>
                  <a:spcPct val="0"/>
                </a:spcBef>
              </a:pPr>
              <a:r>
                <a:rPr lang="zh-CN" altLang="zh-CN" sz="2600">
                  <a:solidFill>
                    <a:srgbClr val="002C84"/>
                  </a:solidFill>
                  <a:ea typeface="幼圆" pitchFamily="49" charset="-122"/>
                </a:rPr>
                <a:t>(1)</a:t>
              </a:r>
              <a:r>
                <a:rPr lang="zh-CN" altLang="en-US" sz="2600">
                  <a:solidFill>
                    <a:srgbClr val="002C84"/>
                  </a:solidFill>
                  <a:latin typeface="幼圆" pitchFamily="49" charset="-122"/>
                  <a:ea typeface="幼圆" pitchFamily="49" charset="-122"/>
                </a:rPr>
                <a:t> 当</a:t>
              </a:r>
              <a:r>
                <a:rPr lang="zh-CN" altLang="en-US" sz="2600">
                  <a:solidFill>
                    <a:srgbClr val="002C84"/>
                  </a:solidFill>
                  <a:ea typeface="幼圆" pitchFamily="49" charset="-122"/>
                </a:rPr>
                <a:t>1&lt;</a:t>
              </a:r>
              <a:r>
                <a:rPr lang="en-US" altLang="zh-CN" sz="2600">
                  <a:solidFill>
                    <a:srgbClr val="002C84"/>
                  </a:solidFill>
                  <a:ea typeface="幼圆" pitchFamily="49" charset="-122"/>
                </a:rPr>
                <a:t>i&lt;n</a:t>
              </a:r>
              <a:r>
                <a:rPr lang="zh-CN" altLang="zh-CN" sz="2600">
                  <a:solidFill>
                    <a:srgbClr val="002C84"/>
                  </a:solidFill>
                  <a:latin typeface="幼圆" pitchFamily="49" charset="-122"/>
                  <a:ea typeface="幼圆" pitchFamily="49" charset="-122"/>
                </a:rPr>
                <a:t>时，</a:t>
              </a:r>
              <a:endParaRPr lang="zh-CN" altLang="en-US" sz="2600">
                <a:solidFill>
                  <a:srgbClr val="002C84"/>
                </a:solidFill>
                <a:latin typeface="幼圆" pitchFamily="49" charset="-122"/>
                <a:ea typeface="幼圆" pitchFamily="49" charset="-122"/>
              </a:endParaRPr>
            </a:p>
            <a:p>
              <a:pPr fontAlgn="base">
                <a:lnSpc>
                  <a:spcPct val="85000"/>
                </a:lnSpc>
                <a:spcBef>
                  <a:spcPct val="0"/>
                </a:spcBef>
              </a:pPr>
              <a:r>
                <a:rPr lang="en-US" altLang="zh-CN" sz="2600">
                  <a:solidFill>
                    <a:srgbClr val="002C84"/>
                  </a:solidFill>
                  <a:latin typeface="幼圆" pitchFamily="49" charset="-122"/>
                  <a:ea typeface="幼圆" pitchFamily="49" charset="-122"/>
                </a:rPr>
                <a:t>   </a:t>
              </a:r>
              <a:r>
                <a:rPr lang="en-US" altLang="zh-CN" sz="2600">
                  <a:solidFill>
                    <a:srgbClr val="002C84"/>
                  </a:solidFill>
                  <a:ea typeface="幼圆" pitchFamily="49" charset="-122"/>
                </a:rPr>
                <a:t>a</a:t>
              </a:r>
              <a:r>
                <a:rPr lang="en-US" altLang="zh-CN" sz="2600" baseline="-25000">
                  <a:solidFill>
                    <a:srgbClr val="002C84"/>
                  </a:solidFill>
                  <a:ea typeface="幼圆" pitchFamily="49" charset="-122"/>
                </a:rPr>
                <a:t>i</a:t>
              </a:r>
              <a:r>
                <a:rPr lang="zh-CN" altLang="zh-CN" sz="2600">
                  <a:solidFill>
                    <a:srgbClr val="002C84"/>
                  </a:solidFill>
                  <a:latin typeface="幼圆" pitchFamily="49" charset="-122"/>
                  <a:ea typeface="幼圆" pitchFamily="49" charset="-122"/>
                </a:rPr>
                <a:t>的直接前驱为</a:t>
              </a:r>
              <a:r>
                <a:rPr lang="en-US" altLang="zh-CN" sz="2600">
                  <a:solidFill>
                    <a:srgbClr val="002C84"/>
                  </a:solidFill>
                  <a:ea typeface="幼圆" pitchFamily="49" charset="-122"/>
                </a:rPr>
                <a:t>a</a:t>
              </a:r>
              <a:r>
                <a:rPr lang="en-US" altLang="zh-CN" sz="2600" baseline="-25000">
                  <a:solidFill>
                    <a:srgbClr val="002C84"/>
                  </a:solidFill>
                  <a:ea typeface="幼圆" pitchFamily="49" charset="-122"/>
                </a:rPr>
                <a:t>i</a:t>
              </a:r>
              <a:r>
                <a:rPr lang="en-US" altLang="zh-CN" sz="2600" baseline="-25000">
                  <a:solidFill>
                    <a:srgbClr val="002C84"/>
                  </a:solidFill>
                  <a:latin typeface="宋体" pitchFamily="2" charset="-122"/>
                  <a:ea typeface="宋体" pitchFamily="2" charset="-122"/>
                </a:rPr>
                <a:t>-</a:t>
              </a:r>
              <a:r>
                <a:rPr lang="en-US" altLang="zh-CN" sz="2600" baseline="-25000">
                  <a:solidFill>
                    <a:srgbClr val="002C84"/>
                  </a:solidFill>
                  <a:ea typeface="幼圆" pitchFamily="49" charset="-122"/>
                </a:rPr>
                <a:t>1</a:t>
              </a:r>
              <a:r>
                <a:rPr lang="en-US" altLang="zh-CN" sz="2600">
                  <a:solidFill>
                    <a:srgbClr val="002C84"/>
                  </a:solidFill>
                  <a:ea typeface="幼圆" pitchFamily="49" charset="-122"/>
                </a:rPr>
                <a:t>,  a</a:t>
              </a:r>
              <a:r>
                <a:rPr lang="en-US" altLang="zh-CN" sz="2600" baseline="-25000">
                  <a:solidFill>
                    <a:srgbClr val="002C84"/>
                  </a:solidFill>
                  <a:ea typeface="幼圆" pitchFamily="49" charset="-122"/>
                </a:rPr>
                <a:t>i</a:t>
              </a:r>
              <a:r>
                <a:rPr lang="zh-CN" altLang="zh-CN" sz="2600">
                  <a:solidFill>
                    <a:srgbClr val="002C84"/>
                  </a:solidFill>
                  <a:latin typeface="幼圆" pitchFamily="49" charset="-122"/>
                  <a:ea typeface="幼圆" pitchFamily="49" charset="-122"/>
                </a:rPr>
                <a:t>的直接后继为</a:t>
              </a:r>
              <a:r>
                <a:rPr lang="en-US" altLang="zh-CN" sz="2600">
                  <a:solidFill>
                    <a:srgbClr val="002C84"/>
                  </a:solidFill>
                  <a:ea typeface="幼圆" pitchFamily="49" charset="-122"/>
                </a:rPr>
                <a:t>a</a:t>
              </a:r>
              <a:r>
                <a:rPr lang="en-US" altLang="zh-CN" sz="2600" baseline="-25000">
                  <a:solidFill>
                    <a:srgbClr val="002C84"/>
                  </a:solidFill>
                  <a:ea typeface="幼圆" pitchFamily="49" charset="-122"/>
                </a:rPr>
                <a:t>i+1</a:t>
              </a:r>
              <a:r>
                <a:rPr lang="zh-CN" altLang="en-US" sz="2600">
                  <a:solidFill>
                    <a:srgbClr val="002C84"/>
                  </a:solidFill>
                  <a:latin typeface="幼圆" pitchFamily="49" charset="-122"/>
                  <a:ea typeface="幼圆" pitchFamily="49" charset="-122"/>
                </a:rPr>
                <a:t>。</a:t>
              </a:r>
              <a:endParaRPr lang="en-US" altLang="zh-CN" sz="2600">
                <a:solidFill>
                  <a:srgbClr val="002C84"/>
                </a:solidFill>
                <a:latin typeface="幼圆" pitchFamily="49" charset="-122"/>
                <a:ea typeface="幼圆" pitchFamily="49" charset="-122"/>
              </a:endParaRPr>
            </a:p>
          </p:txBody>
        </p:sp>
      </p:grpSp>
      <p:sp>
        <p:nvSpPr>
          <p:cNvPr id="504838" name="Rectangle 6"/>
          <p:cNvSpPr>
            <a:spLocks noChangeArrowheads="1"/>
          </p:cNvSpPr>
          <p:nvPr/>
        </p:nvSpPr>
        <p:spPr bwMode="auto">
          <a:xfrm>
            <a:off x="1716683" y="4041944"/>
            <a:ext cx="9387434" cy="732508"/>
          </a:xfrm>
          <a:prstGeom prst="rect">
            <a:avLst/>
          </a:prstGeom>
          <a:noFill/>
          <a:ln w="12700" cap="sq">
            <a:noFill/>
            <a:miter lim="800000"/>
          </a:ln>
        </p:spPr>
        <p:txBody>
          <a:bodyPr wrap="square">
            <a:spAutoFit/>
          </a:bodyPr>
          <a:lstStyle/>
          <a:p>
            <a:pPr eaLnBrk="1" fontAlgn="base" hangingPunct="1">
              <a:lnSpc>
                <a:spcPct val="80000"/>
              </a:lnSpc>
              <a:spcBef>
                <a:spcPct val="0"/>
              </a:spcBef>
            </a:pPr>
            <a:r>
              <a:rPr lang="zh-CN" altLang="zh-CN" sz="2600" dirty="0">
                <a:solidFill>
                  <a:srgbClr val="002C84"/>
                </a:solidFill>
                <a:ea typeface="幼圆" pitchFamily="49" charset="-122"/>
              </a:rPr>
              <a:t>(2)</a:t>
            </a:r>
            <a:r>
              <a:rPr lang="zh-CN" altLang="zh-CN" sz="2600" dirty="0">
                <a:solidFill>
                  <a:srgbClr val="002C84"/>
                </a:solidFill>
                <a:latin typeface="幼圆" pitchFamily="49" charset="-122"/>
                <a:ea typeface="幼圆" pitchFamily="49" charset="-122"/>
              </a:rPr>
              <a:t> </a:t>
            </a:r>
            <a:r>
              <a:rPr lang="zh-CN" altLang="en-US" sz="2600" dirty="0">
                <a:solidFill>
                  <a:srgbClr val="002C84"/>
                </a:solidFill>
                <a:latin typeface="幼圆" pitchFamily="49" charset="-122"/>
                <a:ea typeface="幼圆" pitchFamily="49" charset="-122"/>
              </a:rPr>
              <a:t>除了第一个元素与最后一个元素，序列中任何一个元素</a:t>
            </a:r>
            <a:r>
              <a:rPr lang="zh-CN" altLang="en-US" sz="2600" dirty="0">
                <a:solidFill>
                  <a:schemeClr val="accent2"/>
                </a:solidFill>
                <a:latin typeface="幼圆" pitchFamily="49" charset="-122"/>
                <a:ea typeface="幼圆" pitchFamily="49" charset="-122"/>
              </a:rPr>
              <a:t>有       且仅有</a:t>
            </a:r>
            <a:r>
              <a:rPr lang="zh-CN" altLang="en-US" sz="2600" dirty="0">
                <a:solidFill>
                  <a:srgbClr val="002C84"/>
                </a:solidFill>
                <a:latin typeface="幼圆" pitchFamily="49" charset="-122"/>
                <a:ea typeface="幼圆" pitchFamily="49" charset="-122"/>
              </a:rPr>
              <a:t>一个直接前驱元素, </a:t>
            </a:r>
            <a:r>
              <a:rPr lang="zh-CN" altLang="en-US" sz="2600" dirty="0">
                <a:solidFill>
                  <a:schemeClr val="accent2"/>
                </a:solidFill>
                <a:latin typeface="幼圆" pitchFamily="49" charset="-122"/>
                <a:ea typeface="幼圆" pitchFamily="49" charset="-122"/>
              </a:rPr>
              <a:t>有且仅有</a:t>
            </a:r>
            <a:r>
              <a:rPr lang="zh-CN" altLang="en-US" sz="2600" dirty="0">
                <a:solidFill>
                  <a:srgbClr val="002C84"/>
                </a:solidFill>
                <a:latin typeface="幼圆" pitchFamily="49" charset="-122"/>
                <a:ea typeface="幼圆" pitchFamily="49" charset="-122"/>
              </a:rPr>
              <a:t>一个直接后继元素。</a:t>
            </a:r>
            <a:endParaRPr lang="zh-CN" altLang="en-US" sz="2600" dirty="0">
              <a:solidFill>
                <a:srgbClr val="002C84"/>
              </a:solidFill>
              <a:latin typeface="幼圆" pitchFamily="49" charset="-122"/>
              <a:ea typeface="幼圆" pitchFamily="49" charset="-122"/>
            </a:endParaRPr>
          </a:p>
        </p:txBody>
      </p:sp>
      <p:grpSp>
        <p:nvGrpSpPr>
          <p:cNvPr id="3" name="Group 30"/>
          <p:cNvGrpSpPr/>
          <p:nvPr/>
        </p:nvGrpSpPr>
        <p:grpSpPr bwMode="auto">
          <a:xfrm>
            <a:off x="1659012" y="5014896"/>
            <a:ext cx="9387434" cy="838200"/>
            <a:chOff x="720" y="3292"/>
            <a:chExt cx="4564" cy="528"/>
          </a:xfrm>
        </p:grpSpPr>
        <p:sp>
          <p:nvSpPr>
            <p:cNvPr id="49168" name="Text Box 8"/>
            <p:cNvSpPr txBox="1">
              <a:spLocks noChangeArrowheads="1"/>
            </p:cNvSpPr>
            <p:nvPr/>
          </p:nvSpPr>
          <p:spPr bwMode="auto">
            <a:xfrm>
              <a:off x="720" y="3333"/>
              <a:ext cx="4564" cy="487"/>
            </a:xfrm>
            <a:prstGeom prst="rect">
              <a:avLst/>
            </a:prstGeom>
            <a:noFill/>
            <a:ln w="12700" cap="sq">
              <a:noFill/>
              <a:miter lim="800000"/>
            </a:ln>
          </p:spPr>
          <p:txBody>
            <a:bodyPr>
              <a:spAutoFit/>
            </a:bodyPr>
            <a:lstStyle/>
            <a:p>
              <a:pPr fontAlgn="base">
                <a:lnSpc>
                  <a:spcPct val="85000"/>
                </a:lnSpc>
                <a:spcBef>
                  <a:spcPct val="0"/>
                </a:spcBef>
              </a:pPr>
              <a:r>
                <a:rPr lang="zh-CN" altLang="zh-CN" sz="2600" dirty="0">
                  <a:solidFill>
                    <a:srgbClr val="002C84"/>
                  </a:solidFill>
                  <a:ea typeface="幼圆" pitchFamily="49" charset="-122"/>
                </a:rPr>
                <a:t>(</a:t>
              </a:r>
              <a:r>
                <a:rPr lang="zh-CN" altLang="en-US" sz="2600" dirty="0">
                  <a:solidFill>
                    <a:srgbClr val="002C84"/>
                  </a:solidFill>
                  <a:ea typeface="幼圆" pitchFamily="49" charset="-122"/>
                </a:rPr>
                <a:t>3</a:t>
              </a:r>
              <a:r>
                <a:rPr lang="zh-CN" altLang="zh-CN" sz="2600" dirty="0">
                  <a:solidFill>
                    <a:srgbClr val="002C84"/>
                  </a:solidFill>
                  <a:ea typeface="幼圆" pitchFamily="49" charset="-122"/>
                </a:rPr>
                <a:t>)</a:t>
              </a:r>
              <a:r>
                <a:rPr lang="zh-CN" altLang="en-US" sz="2600" dirty="0">
                  <a:solidFill>
                    <a:srgbClr val="002C84"/>
                  </a:solidFill>
                  <a:latin typeface="幼圆" pitchFamily="49" charset="-122"/>
                  <a:ea typeface="幼圆" pitchFamily="49" charset="-122"/>
                </a:rPr>
                <a:t> 数据元素之间的先后顺序为</a:t>
              </a:r>
              <a:r>
                <a:rPr lang="zh-CN" altLang="en-US" sz="2600" dirty="0">
                  <a:solidFill>
                    <a:srgbClr val="002C84"/>
                  </a:solidFill>
                  <a:ea typeface="幼圆" pitchFamily="49" charset="-122"/>
                </a:rPr>
                <a:t>“</a:t>
              </a:r>
              <a:r>
                <a:rPr lang="zh-CN" altLang="en-US" sz="2600" dirty="0">
                  <a:solidFill>
                    <a:srgbClr val="002C84"/>
                  </a:solidFill>
                  <a:latin typeface="幼圆" pitchFamily="49" charset="-122"/>
                  <a:ea typeface="幼圆" pitchFamily="49" charset="-122"/>
                </a:rPr>
                <a:t>        </a:t>
              </a:r>
              <a:r>
                <a:rPr lang="zh-CN" altLang="en-US" sz="2600" dirty="0">
                  <a:solidFill>
                    <a:srgbClr val="002C84"/>
                  </a:solidFill>
                  <a:ea typeface="幼圆" pitchFamily="49" charset="-122"/>
                </a:rPr>
                <a:t>”</a:t>
              </a:r>
              <a:r>
                <a:rPr lang="zh-CN" altLang="en-US" sz="2600" dirty="0">
                  <a:solidFill>
                    <a:srgbClr val="002C84"/>
                  </a:solidFill>
                  <a:latin typeface="幼圆" pitchFamily="49" charset="-122"/>
                  <a:ea typeface="幼圆" pitchFamily="49" charset="-122"/>
                </a:rPr>
                <a:t>的关系。</a:t>
              </a:r>
              <a:endParaRPr lang="en-US" altLang="zh-CN" sz="2600" dirty="0">
                <a:solidFill>
                  <a:srgbClr val="002C84"/>
                </a:solidFill>
                <a:latin typeface="幼圆" pitchFamily="49" charset="-122"/>
                <a:ea typeface="幼圆" pitchFamily="49" charset="-122"/>
              </a:endParaRPr>
            </a:p>
            <a:p>
              <a:pPr fontAlgn="base">
                <a:lnSpc>
                  <a:spcPct val="85000"/>
                </a:lnSpc>
                <a:spcBef>
                  <a:spcPct val="0"/>
                </a:spcBef>
              </a:pPr>
              <a:endParaRPr lang="zh-CN" altLang="en-US" sz="2600" dirty="0">
                <a:solidFill>
                  <a:srgbClr val="002C84"/>
                </a:solidFill>
                <a:latin typeface="幼圆" pitchFamily="49" charset="-122"/>
                <a:ea typeface="幼圆" pitchFamily="49" charset="-122"/>
              </a:endParaRPr>
            </a:p>
          </p:txBody>
        </p:sp>
        <p:sp>
          <p:nvSpPr>
            <p:cNvPr id="49169" name="Text Box 9"/>
            <p:cNvSpPr txBox="1">
              <a:spLocks noChangeArrowheads="1"/>
            </p:cNvSpPr>
            <p:nvPr/>
          </p:nvSpPr>
          <p:spPr bwMode="auto">
            <a:xfrm>
              <a:off x="3093" y="3292"/>
              <a:ext cx="1224" cy="346"/>
            </a:xfrm>
            <a:prstGeom prst="rect">
              <a:avLst/>
            </a:prstGeom>
            <a:noFill/>
            <a:ln w="12700" cap="sq">
              <a:noFill/>
              <a:miter lim="800000"/>
            </a:ln>
            <a:effectLst>
              <a:outerShdw dist="28398" dir="1593903" algn="ctr" rotWithShape="0">
                <a:schemeClr val="bg1"/>
              </a:outerShdw>
            </a:effectLst>
          </p:spPr>
          <p:txBody>
            <a:bodyPr>
              <a:spAutoFit/>
            </a:bodyPr>
            <a:lstStyle/>
            <a:p>
              <a:pPr fontAlgn="base">
                <a:spcBef>
                  <a:spcPct val="0"/>
                </a:spcBef>
              </a:pPr>
              <a:r>
                <a:rPr lang="zh-CN" altLang="en-US" sz="3000" i="1" dirty="0">
                  <a:solidFill>
                    <a:srgbClr val="FF3300"/>
                  </a:solidFill>
                  <a:ea typeface="黑体" panose="02010609060101010101" pitchFamily="2" charset="-122"/>
                </a:rPr>
                <a:t>一对一</a:t>
              </a:r>
              <a:endParaRPr lang="zh-CN" altLang="en-US" sz="3000" i="1" dirty="0">
                <a:solidFill>
                  <a:srgbClr val="FF3300"/>
                </a:solidFill>
                <a:ea typeface="黑体" panose="02010609060101010101" pitchFamily="2" charset="-122"/>
              </a:endParaRPr>
            </a:p>
          </p:txBody>
        </p:sp>
      </p:grpSp>
      <p:grpSp>
        <p:nvGrpSpPr>
          <p:cNvPr id="5" name="Group 10"/>
          <p:cNvGrpSpPr/>
          <p:nvPr/>
        </p:nvGrpSpPr>
        <p:grpSpPr bwMode="auto">
          <a:xfrm>
            <a:off x="954162" y="17444"/>
            <a:ext cx="5276850" cy="752475"/>
            <a:chOff x="276" y="240"/>
            <a:chExt cx="3324" cy="474"/>
          </a:xfrm>
        </p:grpSpPr>
        <p:sp>
          <p:nvSpPr>
            <p:cNvPr id="49166" name="Rectangle 11"/>
            <p:cNvSpPr>
              <a:spLocks noChangeArrowheads="1"/>
            </p:cNvSpPr>
            <p:nvPr/>
          </p:nvSpPr>
          <p:spPr bwMode="auto">
            <a:xfrm>
              <a:off x="276" y="240"/>
              <a:ext cx="3228" cy="468"/>
            </a:xfrm>
            <a:prstGeom prst="rect">
              <a:avLst/>
            </a:prstGeom>
            <a:solidFill>
              <a:srgbClr val="C9E4FF"/>
            </a:solidFill>
            <a:ln w="12700" cap="sq">
              <a:noFill/>
              <a:miter lim="800000"/>
            </a:ln>
            <a:effectLst>
              <a:outerShdw dist="125724" dir="2700000" algn="ctr" rotWithShape="0">
                <a:srgbClr val="C0C0C0"/>
              </a:outerShdw>
            </a:effectLst>
          </p:spPr>
          <p:txBody>
            <a:bodyPr wrap="none" anchor="ctr"/>
            <a:lstStyle/>
            <a:p>
              <a:endParaRPr lang="zh-CN" altLang="en-US"/>
            </a:p>
          </p:txBody>
        </p:sp>
        <p:sp>
          <p:nvSpPr>
            <p:cNvPr id="49167" name="Rectangle 12"/>
            <p:cNvSpPr>
              <a:spLocks noChangeArrowheads="1"/>
            </p:cNvSpPr>
            <p:nvPr/>
          </p:nvSpPr>
          <p:spPr bwMode="auto">
            <a:xfrm>
              <a:off x="386" y="310"/>
              <a:ext cx="3214" cy="404"/>
            </a:xfrm>
            <a:prstGeom prst="rect">
              <a:avLst/>
            </a:prstGeom>
            <a:noFill/>
            <a:ln w="12700" cap="sq">
              <a:noFill/>
              <a:miter lim="800000"/>
            </a:ln>
            <a:effectLst>
              <a:outerShdw dist="17961" dir="2700000" algn="ctr" rotWithShape="0">
                <a:srgbClr val="000000"/>
              </a:outerShdw>
            </a:effectLst>
          </p:spPr>
          <p:txBody>
            <a:bodyPr>
              <a:spAutoFit/>
            </a:bodyPr>
            <a:lstStyle/>
            <a:p>
              <a:r>
                <a:rPr kumimoji="1" lang="zh-CN" altLang="en-US" sz="3600">
                  <a:solidFill>
                    <a:srgbClr val="FF0000"/>
                  </a:solidFill>
                </a:rPr>
                <a:t>2.1  线性表的基本概念</a:t>
              </a:r>
              <a:endParaRPr kumimoji="1" lang="zh-CN" altLang="en-US" sz="3600">
                <a:solidFill>
                  <a:srgbClr val="FF0000"/>
                </a:solidFill>
              </a:endParaRPr>
            </a:p>
          </p:txBody>
        </p:sp>
      </p:grpSp>
      <p:grpSp>
        <p:nvGrpSpPr>
          <p:cNvPr id="6" name="Group 13"/>
          <p:cNvGrpSpPr/>
          <p:nvPr/>
        </p:nvGrpSpPr>
        <p:grpSpPr bwMode="auto">
          <a:xfrm>
            <a:off x="1049412" y="2247881"/>
            <a:ext cx="2724150" cy="609600"/>
            <a:chOff x="3264" y="816"/>
            <a:chExt cx="1716" cy="384"/>
          </a:xfrm>
        </p:grpSpPr>
        <p:sp>
          <p:nvSpPr>
            <p:cNvPr id="49164" name="Oval 14"/>
            <p:cNvSpPr>
              <a:spLocks noChangeArrowheads="1"/>
            </p:cNvSpPr>
            <p:nvPr/>
          </p:nvSpPr>
          <p:spPr bwMode="auto">
            <a:xfrm>
              <a:off x="3264" y="816"/>
              <a:ext cx="1584" cy="384"/>
            </a:xfrm>
            <a:prstGeom prst="ellipse">
              <a:avLst/>
            </a:prstGeom>
            <a:solidFill>
              <a:srgbClr val="FFFFB1"/>
            </a:solidFill>
            <a:ln w="12700" cap="sq">
              <a:noFill/>
              <a:round/>
            </a:ln>
            <a:effectLst>
              <a:outerShdw dist="56796" dir="1593903" algn="ctr" rotWithShape="0">
                <a:srgbClr val="B2B2B2"/>
              </a:outerShdw>
            </a:effectLst>
          </p:spPr>
          <p:txBody>
            <a:bodyPr wrap="none" anchor="ctr"/>
            <a:lstStyle/>
            <a:p>
              <a:endParaRPr lang="zh-CN" altLang="en-US"/>
            </a:p>
          </p:txBody>
        </p:sp>
        <p:sp>
          <p:nvSpPr>
            <p:cNvPr id="49165" name="Text Box 15"/>
            <p:cNvSpPr txBox="1">
              <a:spLocks noChangeArrowheads="1"/>
            </p:cNvSpPr>
            <p:nvPr/>
          </p:nvSpPr>
          <p:spPr bwMode="auto">
            <a:xfrm>
              <a:off x="3396" y="852"/>
              <a:ext cx="1584" cy="336"/>
            </a:xfrm>
            <a:prstGeom prst="rect">
              <a:avLst/>
            </a:prstGeom>
            <a:noFill/>
            <a:ln w="12700" cap="sq">
              <a:noFill/>
              <a:miter lim="800000"/>
            </a:ln>
          </p:spPr>
          <p:txBody>
            <a:bodyPr>
              <a:spAutoFit/>
            </a:bodyPr>
            <a:lstStyle/>
            <a:p>
              <a:pPr fontAlgn="base">
                <a:spcBef>
                  <a:spcPct val="0"/>
                </a:spcBef>
              </a:pPr>
              <a:r>
                <a:rPr lang="zh-CN" altLang="en-US" sz="2900">
                  <a:solidFill>
                    <a:schemeClr val="accent2"/>
                  </a:solidFill>
                  <a:ea typeface="黑体" panose="02010609060101010101" pitchFamily="2" charset="-122"/>
                </a:rPr>
                <a:t>1</a:t>
              </a:r>
              <a:r>
                <a:rPr lang="zh-CN" altLang="en-US" sz="2900">
                  <a:solidFill>
                    <a:schemeClr val="accent2"/>
                  </a:solidFill>
                  <a:latin typeface="黑体" panose="02010609060101010101" pitchFamily="2" charset="-122"/>
                  <a:ea typeface="黑体" panose="02010609060101010101" pitchFamily="2" charset="-122"/>
                </a:rPr>
                <a:t>.线性关系 </a:t>
              </a:r>
              <a:endParaRPr lang="zh-CN" altLang="en-US" sz="2900">
                <a:solidFill>
                  <a:schemeClr val="accent2"/>
                </a:solidFill>
                <a:latin typeface="黑体" panose="02010609060101010101" pitchFamily="2" charset="-122"/>
                <a:ea typeface="黑体" panose="02010609060101010101" pitchFamily="2" charset="-122"/>
              </a:endParaRPr>
            </a:p>
          </p:txBody>
        </p:sp>
      </p:grpSp>
      <p:grpSp>
        <p:nvGrpSpPr>
          <p:cNvPr id="7" name="Group 16"/>
          <p:cNvGrpSpPr/>
          <p:nvPr/>
        </p:nvGrpSpPr>
        <p:grpSpPr bwMode="auto">
          <a:xfrm>
            <a:off x="1125613" y="931843"/>
            <a:ext cx="4568825" cy="609600"/>
            <a:chOff x="2688" y="720"/>
            <a:chExt cx="2400" cy="384"/>
          </a:xfrm>
        </p:grpSpPr>
        <p:sp>
          <p:nvSpPr>
            <p:cNvPr id="49162" name="Rectangle 17"/>
            <p:cNvSpPr>
              <a:spLocks noChangeArrowheads="1"/>
            </p:cNvSpPr>
            <p:nvPr/>
          </p:nvSpPr>
          <p:spPr bwMode="auto">
            <a:xfrm>
              <a:off x="2688" y="720"/>
              <a:ext cx="2400" cy="384"/>
            </a:xfrm>
            <a:prstGeom prst="rect">
              <a:avLst/>
            </a:prstGeom>
            <a:solidFill>
              <a:srgbClr val="E1FFE1"/>
            </a:solidFill>
            <a:ln w="12700" cap="sq">
              <a:noFill/>
              <a:miter lim="800000"/>
            </a:ln>
            <a:effectLst>
              <a:outerShdw dist="71842" dir="2700000" algn="ctr" rotWithShape="0">
                <a:srgbClr val="B2B2B2"/>
              </a:outerShdw>
            </a:effectLst>
          </p:spPr>
          <p:txBody>
            <a:bodyPr wrap="none" anchor="ctr"/>
            <a:lstStyle/>
            <a:p>
              <a:endParaRPr lang="zh-CN" altLang="en-US"/>
            </a:p>
          </p:txBody>
        </p:sp>
        <p:sp>
          <p:nvSpPr>
            <p:cNvPr id="49163" name="Text Box 18"/>
            <p:cNvSpPr txBox="1">
              <a:spLocks noChangeArrowheads="1"/>
            </p:cNvSpPr>
            <p:nvPr/>
          </p:nvSpPr>
          <p:spPr bwMode="auto">
            <a:xfrm>
              <a:off x="2736" y="720"/>
              <a:ext cx="2156" cy="368"/>
            </a:xfrm>
            <a:prstGeom prst="rect">
              <a:avLst/>
            </a:prstGeom>
            <a:noFill/>
            <a:ln w="12700" cap="sq">
              <a:noFill/>
              <a:miter lim="800000"/>
            </a:ln>
          </p:spPr>
          <p:txBody>
            <a:bodyPr wrap="none">
              <a:spAutoFit/>
            </a:bodyPr>
            <a:lstStyle/>
            <a:p>
              <a:pPr fontAlgn="base">
                <a:spcBef>
                  <a:spcPct val="0"/>
                </a:spcBef>
              </a:pPr>
              <a:r>
                <a:rPr lang="en-US" altLang="zh-CN" sz="3200">
                  <a:solidFill>
                    <a:srgbClr val="002C84"/>
                  </a:solidFill>
                  <a:latin typeface="幼圆" pitchFamily="49" charset="-122"/>
                  <a:ea typeface="幼圆" pitchFamily="49" charset="-122"/>
                </a:rPr>
                <a:t>2.1.1</a:t>
              </a:r>
              <a:r>
                <a:rPr lang="zh-CN" altLang="en-US" sz="3200">
                  <a:solidFill>
                    <a:srgbClr val="002C84"/>
                  </a:solidFill>
                  <a:latin typeface="幼圆" pitchFamily="49" charset="-122"/>
                  <a:ea typeface="幼圆" pitchFamily="49" charset="-122"/>
                </a:rPr>
                <a:t> 线性表的定义 </a:t>
              </a:r>
              <a:endParaRPr lang="zh-CN" altLang="en-US" sz="3200">
                <a:solidFill>
                  <a:srgbClr val="002C84"/>
                </a:solidFill>
                <a:latin typeface="幼圆" pitchFamily="49" charset="-122"/>
                <a:ea typeface="幼圆" pitchFamily="49" charset="-122"/>
              </a:endParaRPr>
            </a:p>
          </p:txBody>
        </p:sp>
      </p:grpSp>
      <p:pic>
        <p:nvPicPr>
          <p:cNvPr id="49171" name="Picture 19"/>
          <p:cNvPicPr>
            <a:picLocks noChangeAspect="1" noChangeArrowheads="1"/>
          </p:cNvPicPr>
          <p:nvPr/>
        </p:nvPicPr>
        <p:blipFill>
          <a:blip r:embed="rId1" cstate="print"/>
          <a:srcRect/>
          <a:stretch>
            <a:fillRect/>
          </a:stretch>
        </p:blipFill>
        <p:spPr bwMode="auto">
          <a:xfrm>
            <a:off x="7785721" y="931843"/>
            <a:ext cx="3260725" cy="1614488"/>
          </a:xfrm>
          <a:prstGeom prst="rect">
            <a:avLst/>
          </a:prstGeom>
        </p:spPr>
        <p:style>
          <a:lnRef idx="2">
            <a:schemeClr val="accent5">
              <a:shade val="50000"/>
            </a:schemeClr>
          </a:lnRef>
          <a:fillRef idx="1">
            <a:schemeClr val="accent5"/>
          </a:fillRef>
          <a:effectRef idx="0">
            <a:schemeClr val="accent5"/>
          </a:effectRef>
          <a:fontRef idx="minor">
            <a:schemeClr val="lt1"/>
          </a:fontRef>
        </p:style>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04834"/>
                                        </p:tgtEl>
                                        <p:attrNameLst>
                                          <p:attrName>style.visibility</p:attrName>
                                        </p:attrNameLst>
                                      </p:cBhvr>
                                      <p:to>
                                        <p:strVal val="visible"/>
                                      </p:to>
                                    </p:set>
                                    <p:animEffect transition="in" filter="dissolve">
                                      <p:cBhvr>
                                        <p:cTn id="7" dur="500"/>
                                        <p:tgtEl>
                                          <p:spTgt spid="504834"/>
                                        </p:tgtEl>
                                      </p:cBhvr>
                                    </p:animEffect>
                                  </p:childTnLst>
                                </p:cTn>
                              </p:par>
                              <p:par>
                                <p:cTn id="8" presetID="42" presetClass="entr" presetSubtype="0" fill="hold" nodeType="withEffect">
                                  <p:stCondLst>
                                    <p:cond delay="0"/>
                                  </p:stCondLst>
                                  <p:childTnLst>
                                    <p:set>
                                      <p:cBhvr>
                                        <p:cTn id="9" dur="1" fill="hold">
                                          <p:stCondLst>
                                            <p:cond delay="0"/>
                                          </p:stCondLst>
                                        </p:cTn>
                                        <p:tgtEl>
                                          <p:spTgt spid="49171"/>
                                        </p:tgtEl>
                                        <p:attrNameLst>
                                          <p:attrName>style.visibility</p:attrName>
                                        </p:attrNameLst>
                                      </p:cBhvr>
                                      <p:to>
                                        <p:strVal val="visible"/>
                                      </p:to>
                                    </p:set>
                                    <p:animEffect transition="in" filter="fade">
                                      <p:cBhvr>
                                        <p:cTn id="10" dur="1000"/>
                                        <p:tgtEl>
                                          <p:spTgt spid="49171"/>
                                        </p:tgtEl>
                                      </p:cBhvr>
                                    </p:animEffect>
                                    <p:anim calcmode="lin" valueType="num">
                                      <p:cBhvr>
                                        <p:cTn id="11" dur="1000" fill="hold"/>
                                        <p:tgtEl>
                                          <p:spTgt spid="49171"/>
                                        </p:tgtEl>
                                        <p:attrNameLst>
                                          <p:attrName>ppt_x</p:attrName>
                                        </p:attrNameLst>
                                      </p:cBhvr>
                                      <p:tavLst>
                                        <p:tav tm="0">
                                          <p:val>
                                            <p:strVal val="#ppt_x"/>
                                          </p:val>
                                        </p:tav>
                                        <p:tav tm="100000">
                                          <p:val>
                                            <p:strVal val="#ppt_x"/>
                                          </p:val>
                                        </p:tav>
                                      </p:tavLst>
                                    </p:anim>
                                    <p:anim calcmode="lin" valueType="num">
                                      <p:cBhvr>
                                        <p:cTn id="12" dur="1000" fill="hold"/>
                                        <p:tgtEl>
                                          <p:spTgt spid="49171"/>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strips(downRight)">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grpId="0" nodeType="clickEffect">
                                  <p:stCondLst>
                                    <p:cond delay="0"/>
                                  </p:stCondLst>
                                  <p:childTnLst>
                                    <p:set>
                                      <p:cBhvr>
                                        <p:cTn id="26" dur="1" fill="hold">
                                          <p:stCondLst>
                                            <p:cond delay="0"/>
                                          </p:stCondLst>
                                        </p:cTn>
                                        <p:tgtEl>
                                          <p:spTgt spid="504838"/>
                                        </p:tgtEl>
                                        <p:attrNameLst>
                                          <p:attrName>style.visibility</p:attrName>
                                        </p:attrNameLst>
                                      </p:cBhvr>
                                      <p:to>
                                        <p:strVal val="visible"/>
                                      </p:to>
                                    </p:set>
                                    <p:animEffect transition="in" filter="wipe(right)">
                                      <p:cBhvr>
                                        <p:cTn id="27" dur="500"/>
                                        <p:tgtEl>
                                          <p:spTgt spid="50483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left)">
                                      <p:cBhvr>
                                        <p:cTn id="3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4834" grpId="0" autoUpdateAnimBg="0"/>
      <p:bldP spid="504838"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4"/>
          <p:cNvGrpSpPr/>
          <p:nvPr/>
        </p:nvGrpSpPr>
        <p:grpSpPr bwMode="auto">
          <a:xfrm>
            <a:off x="1199456" y="1052736"/>
            <a:ext cx="8280920" cy="3756025"/>
            <a:chOff x="504" y="1152"/>
            <a:chExt cx="5256" cy="1680"/>
          </a:xfrm>
        </p:grpSpPr>
        <p:sp>
          <p:nvSpPr>
            <p:cNvPr id="50183" name="Rectangle 14"/>
            <p:cNvSpPr>
              <a:spLocks noChangeArrowheads="1"/>
            </p:cNvSpPr>
            <p:nvPr/>
          </p:nvSpPr>
          <p:spPr bwMode="auto">
            <a:xfrm>
              <a:off x="504" y="1152"/>
              <a:ext cx="4848" cy="1680"/>
            </a:xfrm>
            <a:prstGeom prst="rect">
              <a:avLst/>
            </a:prstGeom>
            <a:solidFill>
              <a:srgbClr val="E1FFE1"/>
            </a:solidFill>
            <a:ln w="9525">
              <a:noFill/>
              <a:miter lim="800000"/>
            </a:ln>
            <a:effectLst>
              <a:outerShdw dist="215526" dir="2700000" algn="ctr" rotWithShape="0">
                <a:srgbClr val="B2B2B2"/>
              </a:outerShdw>
            </a:effectLst>
          </p:spPr>
          <p:txBody>
            <a:bodyPr wrap="none" anchor="ctr"/>
            <a:lstStyle/>
            <a:p>
              <a:endParaRPr lang="zh-CN" altLang="en-US"/>
            </a:p>
          </p:txBody>
        </p:sp>
        <p:sp>
          <p:nvSpPr>
            <p:cNvPr id="50184" name="Text Box 15"/>
            <p:cNvSpPr txBox="1">
              <a:spLocks noChangeArrowheads="1"/>
            </p:cNvSpPr>
            <p:nvPr/>
          </p:nvSpPr>
          <p:spPr bwMode="auto">
            <a:xfrm>
              <a:off x="738" y="1390"/>
              <a:ext cx="5022" cy="1322"/>
            </a:xfrm>
            <a:prstGeom prst="rect">
              <a:avLst/>
            </a:prstGeom>
            <a:noFill/>
            <a:ln w="12700" cap="sq">
              <a:noFill/>
              <a:miter lim="800000"/>
              <a:headEnd type="none" w="sm" len="sm"/>
              <a:tailEnd type="none" w="sm" len="sm"/>
            </a:ln>
          </p:spPr>
          <p:txBody>
            <a:bodyPr>
              <a:spAutoFit/>
            </a:bodyPr>
            <a:lstStyle/>
            <a:p>
              <a:pPr eaLnBrk="1" fontAlgn="base" hangingPunct="1">
                <a:lnSpc>
                  <a:spcPct val="150000"/>
                </a:lnSpc>
                <a:spcBef>
                  <a:spcPct val="0"/>
                </a:spcBef>
              </a:pPr>
              <a:r>
                <a:rPr lang="zh-CN" altLang="en-US" sz="3100">
                  <a:solidFill>
                    <a:srgbClr val="002F8C"/>
                  </a:solidFill>
                  <a:latin typeface="幼圆" pitchFamily="49" charset="-122"/>
                  <a:ea typeface="幼圆" pitchFamily="49" charset="-122"/>
                </a:rPr>
                <a:t>    数据元素之间具有的逻辑关系为</a:t>
              </a:r>
              <a:r>
                <a:rPr lang="zh-CN" altLang="en-US" sz="3100">
                  <a:solidFill>
                    <a:schemeClr val="accent2"/>
                  </a:solidFill>
                  <a:latin typeface="幼圆" pitchFamily="49" charset="-122"/>
                  <a:ea typeface="幼圆" pitchFamily="49" charset="-122"/>
                </a:rPr>
                <a:t>线</a:t>
              </a:r>
              <a:endParaRPr lang="zh-CN" altLang="en-US" sz="3100">
                <a:solidFill>
                  <a:schemeClr val="accent2"/>
                </a:solidFill>
                <a:latin typeface="幼圆" pitchFamily="49" charset="-122"/>
                <a:ea typeface="幼圆" pitchFamily="49" charset="-122"/>
              </a:endParaRPr>
            </a:p>
            <a:p>
              <a:pPr eaLnBrk="1" fontAlgn="base" hangingPunct="1">
                <a:lnSpc>
                  <a:spcPct val="150000"/>
                </a:lnSpc>
                <a:spcBef>
                  <a:spcPct val="0"/>
                </a:spcBef>
              </a:pPr>
              <a:r>
                <a:rPr lang="zh-CN" altLang="en-US" sz="3100">
                  <a:solidFill>
                    <a:schemeClr val="accent2"/>
                  </a:solidFill>
                  <a:latin typeface="幼圆" pitchFamily="49" charset="-122"/>
                  <a:ea typeface="幼圆" pitchFamily="49" charset="-122"/>
                </a:rPr>
                <a:t>性关系</a:t>
              </a:r>
              <a:r>
                <a:rPr lang="zh-CN" altLang="en-US" sz="3100">
                  <a:solidFill>
                    <a:srgbClr val="002F8C"/>
                  </a:solidFill>
                  <a:latin typeface="幼圆" pitchFamily="49" charset="-122"/>
                  <a:ea typeface="幼圆" pitchFamily="49" charset="-122"/>
                </a:rPr>
                <a:t>的数据元素集合称为       ，数</a:t>
              </a:r>
              <a:endParaRPr lang="en-US" altLang="zh-CN" sz="3100">
                <a:solidFill>
                  <a:srgbClr val="002F8C"/>
                </a:solidFill>
                <a:latin typeface="幼圆" pitchFamily="49" charset="-122"/>
                <a:ea typeface="幼圆" pitchFamily="49" charset="-122"/>
              </a:endParaRPr>
            </a:p>
            <a:p>
              <a:pPr eaLnBrk="1" fontAlgn="base" hangingPunct="1">
                <a:lnSpc>
                  <a:spcPct val="150000"/>
                </a:lnSpc>
                <a:spcBef>
                  <a:spcPct val="0"/>
                </a:spcBef>
              </a:pPr>
              <a:r>
                <a:rPr lang="zh-CN" altLang="en-US" sz="3100">
                  <a:solidFill>
                    <a:srgbClr val="002F8C"/>
                  </a:solidFill>
                  <a:latin typeface="幼圆" pitchFamily="49" charset="-122"/>
                  <a:ea typeface="幼圆" pitchFamily="49" charset="-122"/>
                </a:rPr>
                <a:t>据元素的个数</a:t>
              </a:r>
              <a:r>
                <a:rPr lang="en-US" altLang="en-US" sz="3100">
                  <a:solidFill>
                    <a:srgbClr val="002F8C"/>
                  </a:solidFill>
                  <a:ea typeface="幼圆" pitchFamily="49" charset="-122"/>
                </a:rPr>
                <a:t>n</a:t>
              </a:r>
              <a:r>
                <a:rPr lang="zh-CN" altLang="en-US" sz="3100">
                  <a:solidFill>
                    <a:srgbClr val="002F8C"/>
                  </a:solidFill>
                  <a:latin typeface="幼圆" pitchFamily="49" charset="-122"/>
                  <a:ea typeface="幼圆" pitchFamily="49" charset="-122"/>
                </a:rPr>
                <a:t>为线性表的长度,长度为</a:t>
              </a:r>
              <a:r>
                <a:rPr lang="zh-CN" altLang="en-US" sz="3100">
                  <a:solidFill>
                    <a:srgbClr val="002F8C"/>
                  </a:solidFill>
                  <a:ea typeface="幼圆" pitchFamily="49" charset="-122"/>
                </a:rPr>
                <a:t>0</a:t>
              </a:r>
              <a:endParaRPr lang="en-US" altLang="zh-CN" sz="3100">
                <a:solidFill>
                  <a:srgbClr val="002F8C"/>
                </a:solidFill>
                <a:ea typeface="幼圆" pitchFamily="49" charset="-122"/>
              </a:endParaRPr>
            </a:p>
            <a:p>
              <a:pPr eaLnBrk="1" fontAlgn="base" hangingPunct="1">
                <a:lnSpc>
                  <a:spcPct val="150000"/>
                </a:lnSpc>
                <a:spcBef>
                  <a:spcPct val="0"/>
                </a:spcBef>
              </a:pPr>
              <a:r>
                <a:rPr lang="zh-CN" altLang="en-US" sz="3100">
                  <a:solidFill>
                    <a:srgbClr val="002F8C"/>
                  </a:solidFill>
                  <a:latin typeface="幼圆" pitchFamily="49" charset="-122"/>
                  <a:ea typeface="幼圆" pitchFamily="49" charset="-122"/>
                </a:rPr>
                <a:t>的线性表称为空表。</a:t>
              </a:r>
              <a:endParaRPr lang="zh-CN" altLang="en-US" sz="3100">
                <a:solidFill>
                  <a:srgbClr val="002F8C"/>
                </a:solidFill>
                <a:latin typeface="幼圆" pitchFamily="49" charset="-122"/>
                <a:ea typeface="幼圆" pitchFamily="49" charset="-122"/>
              </a:endParaRPr>
            </a:p>
          </p:txBody>
        </p:sp>
        <p:sp>
          <p:nvSpPr>
            <p:cNvPr id="50185" name="Rectangle 16"/>
            <p:cNvSpPr>
              <a:spLocks noChangeArrowheads="1"/>
            </p:cNvSpPr>
            <p:nvPr/>
          </p:nvSpPr>
          <p:spPr bwMode="auto">
            <a:xfrm>
              <a:off x="3730" y="1776"/>
              <a:ext cx="1418" cy="289"/>
            </a:xfrm>
            <a:prstGeom prst="rect">
              <a:avLst/>
            </a:prstGeom>
            <a:noFill/>
            <a:ln w="12700" cap="sq">
              <a:noFill/>
              <a:miter lim="800000"/>
            </a:ln>
            <a:effectLst>
              <a:outerShdw dist="17961" dir="2700000" algn="ctr" rotWithShape="0">
                <a:srgbClr val="000000"/>
              </a:outerShdw>
            </a:effectLst>
          </p:spPr>
          <p:txBody>
            <a:bodyPr>
              <a:spAutoFit/>
            </a:bodyPr>
            <a:lstStyle/>
            <a:p>
              <a:r>
                <a:rPr lang="zh-CN" altLang="en-US" sz="3600">
                  <a:solidFill>
                    <a:srgbClr val="FF3300"/>
                  </a:solidFill>
                  <a:latin typeface="黑体" panose="02010609060101010101" pitchFamily="2" charset="-122"/>
                  <a:ea typeface="黑体" panose="02010609060101010101" pitchFamily="2" charset="-122"/>
                </a:rPr>
                <a:t>线性表</a:t>
              </a:r>
              <a:endParaRPr lang="zh-CN" altLang="en-US" sz="3600">
                <a:solidFill>
                  <a:srgbClr val="FF3300"/>
                </a:solidFill>
                <a:latin typeface="黑体" panose="02010609060101010101" pitchFamily="2" charset="-122"/>
                <a:ea typeface="黑体" panose="02010609060101010101" pitchFamily="2" charset="-122"/>
              </a:endParaRPr>
            </a:p>
          </p:txBody>
        </p:sp>
      </p:grpSp>
      <p:grpSp>
        <p:nvGrpSpPr>
          <p:cNvPr id="3" name="Group 22"/>
          <p:cNvGrpSpPr/>
          <p:nvPr/>
        </p:nvGrpSpPr>
        <p:grpSpPr bwMode="auto">
          <a:xfrm>
            <a:off x="891481" y="117698"/>
            <a:ext cx="3105150" cy="609600"/>
            <a:chOff x="1452" y="384"/>
            <a:chExt cx="1956" cy="384"/>
          </a:xfrm>
        </p:grpSpPr>
        <p:sp>
          <p:nvSpPr>
            <p:cNvPr id="50181" name="Oval 19"/>
            <p:cNvSpPr>
              <a:spLocks noChangeArrowheads="1"/>
            </p:cNvSpPr>
            <p:nvPr/>
          </p:nvSpPr>
          <p:spPr bwMode="auto">
            <a:xfrm>
              <a:off x="1452" y="384"/>
              <a:ext cx="1956" cy="384"/>
            </a:xfrm>
            <a:prstGeom prst="ellipse">
              <a:avLst/>
            </a:prstGeom>
            <a:solidFill>
              <a:srgbClr val="FFFFB1"/>
            </a:solidFill>
            <a:ln w="12700" cap="sq">
              <a:noFill/>
              <a:round/>
            </a:ln>
            <a:effectLst>
              <a:outerShdw dist="56796" dir="1593903" algn="ctr" rotWithShape="0">
                <a:srgbClr val="B2B2B2"/>
              </a:outerShdw>
            </a:effectLst>
          </p:spPr>
          <p:txBody>
            <a:bodyPr wrap="none" anchor="ctr"/>
            <a:lstStyle/>
            <a:p>
              <a:endParaRPr lang="zh-CN" altLang="en-US"/>
            </a:p>
          </p:txBody>
        </p:sp>
        <p:sp>
          <p:nvSpPr>
            <p:cNvPr id="50182" name="Text Box 21"/>
            <p:cNvSpPr txBox="1">
              <a:spLocks noChangeArrowheads="1"/>
            </p:cNvSpPr>
            <p:nvPr/>
          </p:nvSpPr>
          <p:spPr bwMode="auto">
            <a:xfrm>
              <a:off x="1543" y="396"/>
              <a:ext cx="1856" cy="336"/>
            </a:xfrm>
            <a:prstGeom prst="rect">
              <a:avLst/>
            </a:prstGeom>
            <a:noFill/>
            <a:ln w="12700" cap="sq">
              <a:noFill/>
              <a:miter lim="800000"/>
            </a:ln>
          </p:spPr>
          <p:txBody>
            <a:bodyPr wrap="none">
              <a:spAutoFit/>
            </a:bodyPr>
            <a:lstStyle/>
            <a:p>
              <a:pPr fontAlgn="base">
                <a:spcBef>
                  <a:spcPct val="0"/>
                </a:spcBef>
              </a:pPr>
              <a:r>
                <a:rPr lang="zh-CN" altLang="en-US" sz="2900">
                  <a:solidFill>
                    <a:schemeClr val="accent2"/>
                  </a:solidFill>
                  <a:latin typeface="黑体" panose="02010609060101010101" pitchFamily="2" charset="-122"/>
                  <a:ea typeface="黑体" panose="02010609060101010101" pitchFamily="2" charset="-122"/>
                </a:rPr>
                <a:t>2.线性表的定义 </a:t>
              </a:r>
              <a:endParaRPr lang="zh-CN" altLang="en-US" sz="2900">
                <a:solidFill>
                  <a:schemeClr val="accent2"/>
                </a:solidFill>
                <a:latin typeface="黑体" panose="02010609060101010101" pitchFamily="2" charset="-122"/>
                <a:ea typeface="黑体" panose="02010609060101010101" pitchFamily="2" charset="-122"/>
              </a:endParaRPr>
            </a:p>
          </p:txBody>
        </p:sp>
      </p:grpSp>
      <p:sp>
        <p:nvSpPr>
          <p:cNvPr id="50180" name="矩形 2"/>
          <p:cNvSpPr>
            <a:spLocks noChangeArrowheads="1"/>
          </p:cNvSpPr>
          <p:nvPr/>
        </p:nvSpPr>
        <p:spPr bwMode="auto">
          <a:xfrm>
            <a:off x="1251200" y="5014093"/>
            <a:ext cx="7654925" cy="1000274"/>
          </a:xfrm>
          <a:prstGeom prst="rect">
            <a:avLst/>
          </a:prstGeom>
          <a:noFill/>
          <a:ln w="9525">
            <a:noFill/>
            <a:miter lim="800000"/>
          </a:ln>
        </p:spPr>
        <p:txBody>
          <a:bodyPr>
            <a:spAutoFit/>
          </a:bodyPr>
          <a:lstStyle/>
          <a:p>
            <a:r>
              <a:rPr lang="zh-CN" altLang="en-US" sz="2800" b="1" dirty="0">
                <a:solidFill>
                  <a:srgbClr val="000099"/>
                </a:solidFill>
                <a:ea typeface="幼圆" pitchFamily="49" charset="-122"/>
              </a:rPr>
              <a:t>线性表的特点：</a:t>
            </a:r>
            <a:endParaRPr lang="en-US" altLang="zh-CN" sz="2800" b="1" dirty="0">
              <a:solidFill>
                <a:srgbClr val="000099"/>
              </a:solidFill>
              <a:ea typeface="幼圆" pitchFamily="49" charset="-122"/>
            </a:endParaRPr>
          </a:p>
          <a:p>
            <a:r>
              <a:rPr lang="zh-CN" altLang="en-US" sz="3100" dirty="0">
                <a:solidFill>
                  <a:srgbClr val="000099"/>
                </a:solidFill>
                <a:latin typeface="幼圆" pitchFamily="49" charset="-122"/>
                <a:ea typeface="幼圆" pitchFamily="49" charset="-122"/>
              </a:rPr>
              <a:t>（</a:t>
            </a:r>
            <a:r>
              <a:rPr lang="en-US" altLang="zh-CN" sz="3100" dirty="0">
                <a:solidFill>
                  <a:srgbClr val="000099"/>
                </a:solidFill>
                <a:latin typeface="幼圆" pitchFamily="49" charset="-122"/>
                <a:ea typeface="幼圆" pitchFamily="49" charset="-122"/>
              </a:rPr>
              <a:t>1</a:t>
            </a:r>
            <a:r>
              <a:rPr lang="zh-CN" altLang="en-US" sz="3100" dirty="0">
                <a:solidFill>
                  <a:srgbClr val="000099"/>
                </a:solidFill>
                <a:latin typeface="幼圆" pitchFamily="49" charset="-122"/>
                <a:ea typeface="幼圆" pitchFamily="49" charset="-122"/>
              </a:rPr>
              <a:t>）同一性 （</a:t>
            </a:r>
            <a:r>
              <a:rPr lang="en-US" altLang="zh-CN" sz="3100" dirty="0">
                <a:solidFill>
                  <a:srgbClr val="000099"/>
                </a:solidFill>
                <a:latin typeface="幼圆" pitchFamily="49" charset="-122"/>
                <a:ea typeface="幼圆" pitchFamily="49" charset="-122"/>
              </a:rPr>
              <a:t>2</a:t>
            </a:r>
            <a:r>
              <a:rPr lang="zh-CN" altLang="en-US" sz="3100" dirty="0">
                <a:solidFill>
                  <a:srgbClr val="000099"/>
                </a:solidFill>
                <a:latin typeface="幼圆" pitchFamily="49" charset="-122"/>
                <a:ea typeface="幼圆" pitchFamily="49" charset="-122"/>
              </a:rPr>
              <a:t>）有穷性  （</a:t>
            </a:r>
            <a:r>
              <a:rPr lang="en-US" altLang="zh-CN" sz="3100" dirty="0">
                <a:solidFill>
                  <a:srgbClr val="000099"/>
                </a:solidFill>
                <a:latin typeface="幼圆" pitchFamily="49" charset="-122"/>
                <a:ea typeface="幼圆" pitchFamily="49" charset="-122"/>
              </a:rPr>
              <a:t>3</a:t>
            </a:r>
            <a:r>
              <a:rPr lang="zh-CN" altLang="en-US" sz="3100" dirty="0">
                <a:solidFill>
                  <a:srgbClr val="000099"/>
                </a:solidFill>
                <a:latin typeface="幼圆" pitchFamily="49" charset="-122"/>
                <a:ea typeface="幼圆" pitchFamily="49" charset="-122"/>
              </a:rPr>
              <a:t>）有序性</a:t>
            </a:r>
            <a:endParaRPr lang="zh-CN" altLang="en-US" sz="3100" dirty="0">
              <a:solidFill>
                <a:srgbClr val="002F8C"/>
              </a:solidFill>
              <a:latin typeface="幼圆" pitchFamily="49" charset="-122"/>
              <a:ea typeface="幼圆"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out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50180"/>
                                        </p:tgtEl>
                                        <p:attrNameLst>
                                          <p:attrName>style.visibility</p:attrName>
                                        </p:attrNameLst>
                                      </p:cBhvr>
                                      <p:to>
                                        <p:strVal val="visible"/>
                                      </p:to>
                                    </p:set>
                                    <p:animEffect transition="in" filter="fade">
                                      <p:cBhvr>
                                        <p:cTn id="12" dur="1000"/>
                                        <p:tgtEl>
                                          <p:spTgt spid="50180"/>
                                        </p:tgtEl>
                                      </p:cBhvr>
                                    </p:animEffect>
                                    <p:anim calcmode="lin" valueType="num">
                                      <p:cBhvr>
                                        <p:cTn id="13" dur="1000" fill="hold"/>
                                        <p:tgtEl>
                                          <p:spTgt spid="50180"/>
                                        </p:tgtEl>
                                        <p:attrNameLst>
                                          <p:attrName>ppt_x</p:attrName>
                                        </p:attrNameLst>
                                      </p:cBhvr>
                                      <p:tavLst>
                                        <p:tav tm="0">
                                          <p:val>
                                            <p:strVal val="#ppt_x"/>
                                          </p:val>
                                        </p:tav>
                                        <p:tav tm="100000">
                                          <p:val>
                                            <p:strVal val="#ppt_x"/>
                                          </p:val>
                                        </p:tav>
                                      </p:tavLst>
                                    </p:anim>
                                    <p:anim calcmode="lin" valueType="num">
                                      <p:cBhvr>
                                        <p:cTn id="14" dur="1000" fill="hold"/>
                                        <p:tgtEl>
                                          <p:spTgt spid="5018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Text Box 2"/>
          <p:cNvSpPr txBox="1">
            <a:spLocks noChangeArrowheads="1"/>
          </p:cNvSpPr>
          <p:nvPr/>
        </p:nvSpPr>
        <p:spPr bwMode="auto">
          <a:xfrm>
            <a:off x="2338958" y="1581996"/>
            <a:ext cx="5715000" cy="579438"/>
          </a:xfrm>
          <a:prstGeom prst="rect">
            <a:avLst/>
          </a:prstGeom>
          <a:noFill/>
          <a:ln w="12700" cap="sq">
            <a:noFill/>
            <a:miter lim="800000"/>
            <a:headEnd type="none" w="sm" len="sm"/>
            <a:tailEnd type="none" w="sm" len="sm"/>
          </a:ln>
        </p:spPr>
        <p:txBody>
          <a:bodyPr>
            <a:spAutoFit/>
          </a:bodyPr>
          <a:lstStyle/>
          <a:p>
            <a:pPr eaLnBrk="1" fontAlgn="base" hangingPunct="1">
              <a:spcBef>
                <a:spcPct val="0"/>
              </a:spcBef>
            </a:pPr>
            <a:r>
              <a:rPr lang="zh-CN" altLang="zh-CN" sz="3200">
                <a:solidFill>
                  <a:srgbClr val="000099"/>
                </a:solidFill>
              </a:rPr>
              <a:t>    </a:t>
            </a:r>
            <a:r>
              <a:rPr lang="en-US" altLang="zh-CN" sz="3200">
                <a:solidFill>
                  <a:srgbClr val="000099"/>
                </a:solidFill>
              </a:rPr>
              <a:t>A=( a</a:t>
            </a:r>
            <a:r>
              <a:rPr lang="en-US" altLang="zh-CN" sz="3200" baseline="-25000">
                <a:solidFill>
                  <a:srgbClr val="000099"/>
                </a:solidFill>
              </a:rPr>
              <a:t>1</a:t>
            </a:r>
            <a:r>
              <a:rPr lang="en-US" altLang="zh-CN" sz="3200">
                <a:solidFill>
                  <a:srgbClr val="000099"/>
                </a:solidFill>
              </a:rPr>
              <a:t>，a</a:t>
            </a:r>
            <a:r>
              <a:rPr lang="en-US" altLang="zh-CN" sz="3200" baseline="-25000">
                <a:solidFill>
                  <a:srgbClr val="000099"/>
                </a:solidFill>
              </a:rPr>
              <a:t>2</a:t>
            </a:r>
            <a:r>
              <a:rPr lang="en-US" altLang="zh-CN" sz="3200">
                <a:solidFill>
                  <a:srgbClr val="000099"/>
                </a:solidFill>
              </a:rPr>
              <a:t>，a</a:t>
            </a:r>
            <a:r>
              <a:rPr lang="en-US" altLang="zh-CN" sz="3200" baseline="-25000">
                <a:solidFill>
                  <a:srgbClr val="000099"/>
                </a:solidFill>
              </a:rPr>
              <a:t>3</a:t>
            </a:r>
            <a:r>
              <a:rPr lang="en-US" altLang="zh-CN" sz="3200">
                <a:solidFill>
                  <a:srgbClr val="000099"/>
                </a:solidFill>
              </a:rPr>
              <a:t>， ... ... ,  a</a:t>
            </a:r>
            <a:r>
              <a:rPr lang="en-US" altLang="zh-CN" sz="3200" baseline="-25000">
                <a:solidFill>
                  <a:srgbClr val="000099"/>
                </a:solidFill>
              </a:rPr>
              <a:t>n </a:t>
            </a:r>
            <a:r>
              <a:rPr lang="en-US" altLang="zh-CN" sz="3200">
                <a:solidFill>
                  <a:srgbClr val="000099"/>
                </a:solidFill>
              </a:rPr>
              <a:t>)</a:t>
            </a:r>
            <a:endParaRPr lang="zh-CN" altLang="en-US" sz="3200">
              <a:solidFill>
                <a:srgbClr val="000099"/>
              </a:solidFill>
            </a:endParaRPr>
          </a:p>
        </p:txBody>
      </p:sp>
      <p:sp>
        <p:nvSpPr>
          <p:cNvPr id="51203" name="Text Box 3"/>
          <p:cNvSpPr txBox="1">
            <a:spLocks noChangeArrowheads="1"/>
          </p:cNvSpPr>
          <p:nvPr/>
        </p:nvSpPr>
        <p:spPr bwMode="auto">
          <a:xfrm rot="-286150">
            <a:off x="1074618" y="174805"/>
            <a:ext cx="5065713" cy="671512"/>
          </a:xfrm>
          <a:prstGeom prst="rect">
            <a:avLst/>
          </a:prstGeom>
          <a:noFill/>
          <a:ln w="12700" cap="sq">
            <a:noFill/>
            <a:miter lim="800000"/>
          </a:ln>
          <a:effectLst>
            <a:outerShdw dist="17961" dir="2700000" algn="ctr" rotWithShape="0">
              <a:schemeClr val="bg1"/>
            </a:outerShdw>
          </a:effectLst>
        </p:spPr>
        <p:txBody>
          <a:bodyPr>
            <a:spAutoFit/>
          </a:bodyPr>
          <a:lstStyle/>
          <a:p>
            <a:pPr algn="ctr" fontAlgn="base">
              <a:spcBef>
                <a:spcPct val="0"/>
              </a:spcBef>
            </a:pPr>
            <a:r>
              <a:rPr lang="zh-CN" altLang="en-US" sz="3800" i="1" dirty="0">
                <a:solidFill>
                  <a:srgbClr val="FF3300"/>
                </a:solidFill>
                <a:ea typeface="黑体" panose="02010609060101010101" pitchFamily="2" charset="-122"/>
              </a:rPr>
              <a:t>几个线性表的例子</a:t>
            </a:r>
            <a:endParaRPr lang="zh-CN" altLang="en-US" sz="3800" i="1" dirty="0">
              <a:solidFill>
                <a:srgbClr val="FF3300"/>
              </a:solidFill>
              <a:ea typeface="黑体" panose="02010609060101010101" pitchFamily="2" charset="-122"/>
            </a:endParaRPr>
          </a:p>
        </p:txBody>
      </p:sp>
      <p:grpSp>
        <p:nvGrpSpPr>
          <p:cNvPr id="2" name="Group 4"/>
          <p:cNvGrpSpPr/>
          <p:nvPr/>
        </p:nvGrpSpPr>
        <p:grpSpPr bwMode="auto">
          <a:xfrm>
            <a:off x="1559496" y="2909147"/>
            <a:ext cx="7219950" cy="549275"/>
            <a:chOff x="348" y="1862"/>
            <a:chExt cx="4548" cy="346"/>
          </a:xfrm>
        </p:grpSpPr>
        <p:sp>
          <p:nvSpPr>
            <p:cNvPr id="51218" name="Text Box 5"/>
            <p:cNvSpPr txBox="1">
              <a:spLocks noChangeArrowheads="1"/>
            </p:cNvSpPr>
            <p:nvPr/>
          </p:nvSpPr>
          <p:spPr bwMode="auto">
            <a:xfrm>
              <a:off x="576" y="1872"/>
              <a:ext cx="4320" cy="327"/>
            </a:xfrm>
            <a:prstGeom prst="rect">
              <a:avLst/>
            </a:prstGeom>
            <a:noFill/>
            <a:ln w="12700" cap="sq">
              <a:noFill/>
              <a:miter lim="800000"/>
              <a:headEnd type="none" w="sm" len="sm"/>
              <a:tailEnd type="none" w="sm" len="sm"/>
            </a:ln>
          </p:spPr>
          <p:txBody>
            <a:bodyPr>
              <a:spAutoFit/>
            </a:bodyPr>
            <a:lstStyle/>
            <a:p>
              <a:pPr eaLnBrk="1" fontAlgn="base" hangingPunct="1">
                <a:spcBef>
                  <a:spcPct val="0"/>
                </a:spcBef>
              </a:pPr>
              <a:r>
                <a:rPr lang="zh-CN" altLang="zh-CN" sz="2800">
                  <a:solidFill>
                    <a:schemeClr val="bg1"/>
                  </a:solidFill>
                  <a:latin typeface="幼圆" pitchFamily="49" charset="-122"/>
                  <a:ea typeface="幼圆" pitchFamily="49" charset="-122"/>
                </a:rPr>
                <a:t> </a:t>
              </a:r>
              <a:r>
                <a:rPr lang="zh-CN" altLang="en-US" sz="2800">
                  <a:solidFill>
                    <a:srgbClr val="002C84"/>
                  </a:solidFill>
                  <a:latin typeface="幼圆" pitchFamily="49" charset="-122"/>
                  <a:ea typeface="幼圆" pitchFamily="49" charset="-122"/>
                </a:rPr>
                <a:t>数列</a:t>
              </a:r>
              <a:r>
                <a:rPr lang="zh-CN" altLang="en-US" sz="2800">
                  <a:solidFill>
                    <a:srgbClr val="002C84"/>
                  </a:solidFill>
                </a:rPr>
                <a:t>：  </a:t>
              </a:r>
              <a:r>
                <a:rPr lang="zh-CN" altLang="zh-CN" sz="2800">
                  <a:solidFill>
                    <a:srgbClr val="002C84"/>
                  </a:solidFill>
                </a:rPr>
                <a:t>  ( 25， 12， 78， 34， 100， 88</a:t>
              </a:r>
              <a:r>
                <a:rPr lang="zh-CN" altLang="en-US" sz="2800">
                  <a:solidFill>
                    <a:srgbClr val="002C84"/>
                  </a:solidFill>
                </a:rPr>
                <a:t> </a:t>
              </a:r>
              <a:r>
                <a:rPr lang="zh-CN" altLang="zh-CN" sz="2800">
                  <a:solidFill>
                    <a:srgbClr val="002C84"/>
                  </a:solidFill>
                </a:rPr>
                <a:t>)</a:t>
              </a:r>
              <a:endParaRPr lang="zh-CN" altLang="en-US" sz="2800">
                <a:solidFill>
                  <a:srgbClr val="002C84"/>
                </a:solidFill>
              </a:endParaRPr>
            </a:p>
          </p:txBody>
        </p:sp>
        <p:grpSp>
          <p:nvGrpSpPr>
            <p:cNvPr id="3" name="Group 6"/>
            <p:cNvGrpSpPr/>
            <p:nvPr/>
          </p:nvGrpSpPr>
          <p:grpSpPr bwMode="auto">
            <a:xfrm>
              <a:off x="348" y="1862"/>
              <a:ext cx="288" cy="346"/>
              <a:chOff x="384" y="2986"/>
              <a:chExt cx="288" cy="346"/>
            </a:xfrm>
          </p:grpSpPr>
          <p:sp>
            <p:nvSpPr>
              <p:cNvPr id="51220" name="Oval 7"/>
              <p:cNvSpPr>
                <a:spLocks noChangeArrowheads="1"/>
              </p:cNvSpPr>
              <p:nvPr/>
            </p:nvSpPr>
            <p:spPr bwMode="auto">
              <a:xfrm>
                <a:off x="384" y="3024"/>
                <a:ext cx="288" cy="288"/>
              </a:xfrm>
              <a:prstGeom prst="ellipse">
                <a:avLst/>
              </a:prstGeom>
              <a:solidFill>
                <a:srgbClr val="FF0000"/>
              </a:solidFill>
              <a:ln w="22225" cap="sq">
                <a:solidFill>
                  <a:schemeClr val="accent1"/>
                </a:solidFill>
                <a:round/>
              </a:ln>
            </p:spPr>
            <p:txBody>
              <a:bodyPr wrap="none" anchor="ctr"/>
              <a:lstStyle/>
              <a:p>
                <a:endParaRPr lang="zh-CN" altLang="en-US"/>
              </a:p>
            </p:txBody>
          </p:sp>
          <p:sp>
            <p:nvSpPr>
              <p:cNvPr id="51221" name="Text Box 8"/>
              <p:cNvSpPr txBox="1">
                <a:spLocks noChangeArrowheads="1"/>
              </p:cNvSpPr>
              <p:nvPr/>
            </p:nvSpPr>
            <p:spPr bwMode="auto">
              <a:xfrm>
                <a:off x="396" y="2986"/>
                <a:ext cx="237" cy="346"/>
              </a:xfrm>
              <a:prstGeom prst="rect">
                <a:avLst/>
              </a:prstGeom>
              <a:noFill/>
              <a:ln w="12700" cap="sq">
                <a:noFill/>
                <a:miter lim="800000"/>
              </a:ln>
              <a:effectLst>
                <a:outerShdw dist="45791" dir="2021404" algn="ctr" rotWithShape="0">
                  <a:schemeClr val="bg2"/>
                </a:outerShdw>
              </a:effectLst>
            </p:spPr>
            <p:txBody>
              <a:bodyPr wrap="none">
                <a:spAutoFit/>
              </a:bodyPr>
              <a:lstStyle/>
              <a:p>
                <a:pPr algn="ctr" fontAlgn="base">
                  <a:spcBef>
                    <a:spcPct val="0"/>
                  </a:spcBef>
                </a:pPr>
                <a:r>
                  <a:rPr lang="zh-CN" altLang="en-US" sz="3000">
                    <a:solidFill>
                      <a:srgbClr val="FFFF00"/>
                    </a:solidFill>
                    <a:latin typeface="黑体" panose="02010609060101010101" pitchFamily="2" charset="-122"/>
                    <a:ea typeface="黑体" panose="02010609060101010101" pitchFamily="2" charset="-122"/>
                  </a:rPr>
                  <a:t>1</a:t>
                </a:r>
                <a:endParaRPr lang="zh-CN" altLang="en-US" sz="3000">
                  <a:solidFill>
                    <a:srgbClr val="FFFF00"/>
                  </a:solidFill>
                  <a:latin typeface="黑体" panose="02010609060101010101" pitchFamily="2" charset="-122"/>
                  <a:ea typeface="黑体" panose="02010609060101010101" pitchFamily="2" charset="-122"/>
                </a:endParaRPr>
              </a:p>
            </p:txBody>
          </p:sp>
        </p:grpSp>
      </p:grpSp>
      <p:sp>
        <p:nvSpPr>
          <p:cNvPr id="290825" name="Text Box 9"/>
          <p:cNvSpPr txBox="1">
            <a:spLocks noChangeArrowheads="1"/>
          </p:cNvSpPr>
          <p:nvPr/>
        </p:nvSpPr>
        <p:spPr bwMode="auto">
          <a:xfrm>
            <a:off x="3864546" y="3229821"/>
            <a:ext cx="5105400" cy="457200"/>
          </a:xfrm>
          <a:prstGeom prst="rect">
            <a:avLst/>
          </a:prstGeom>
          <a:noFill/>
          <a:ln w="12700" cap="sq">
            <a:noFill/>
            <a:miter lim="800000"/>
            <a:headEnd type="none" w="sm" len="sm"/>
            <a:tailEnd type="none" w="sm" len="sm"/>
          </a:ln>
        </p:spPr>
        <p:txBody>
          <a:bodyPr>
            <a:spAutoFit/>
          </a:bodyPr>
          <a:lstStyle/>
          <a:p>
            <a:pPr eaLnBrk="1" fontAlgn="base" hangingPunct="1">
              <a:spcBef>
                <a:spcPct val="0"/>
              </a:spcBef>
            </a:pPr>
            <a:r>
              <a:rPr lang="en-US" altLang="zh-CN" sz="2400">
                <a:solidFill>
                  <a:schemeClr val="accent2"/>
                </a:solidFill>
              </a:rPr>
              <a:t>a</a:t>
            </a:r>
            <a:r>
              <a:rPr lang="en-US" altLang="zh-CN" sz="2400" baseline="-25000">
                <a:solidFill>
                  <a:schemeClr val="accent2"/>
                </a:solidFill>
              </a:rPr>
              <a:t>1     </a:t>
            </a:r>
            <a:r>
              <a:rPr lang="en-US" altLang="zh-CN" sz="2400">
                <a:solidFill>
                  <a:schemeClr val="accent2"/>
                </a:solidFill>
              </a:rPr>
              <a:t>   a</a:t>
            </a:r>
            <a:r>
              <a:rPr lang="en-US" altLang="zh-CN" sz="2400" baseline="-25000">
                <a:solidFill>
                  <a:schemeClr val="accent2"/>
                </a:solidFill>
              </a:rPr>
              <a:t>2        </a:t>
            </a:r>
            <a:r>
              <a:rPr lang="en-US" altLang="zh-CN" sz="2400">
                <a:solidFill>
                  <a:schemeClr val="accent2"/>
                </a:solidFill>
              </a:rPr>
              <a:t>  a</a:t>
            </a:r>
            <a:r>
              <a:rPr lang="en-US" altLang="zh-CN" sz="2400" baseline="-25000">
                <a:solidFill>
                  <a:schemeClr val="accent2"/>
                </a:solidFill>
              </a:rPr>
              <a:t>3</a:t>
            </a:r>
            <a:r>
              <a:rPr lang="en-US" altLang="zh-CN" sz="2400">
                <a:solidFill>
                  <a:schemeClr val="accent2"/>
                </a:solidFill>
              </a:rPr>
              <a:t>        a</a:t>
            </a:r>
            <a:r>
              <a:rPr lang="en-US" altLang="zh-CN" sz="2400" baseline="-25000">
                <a:solidFill>
                  <a:schemeClr val="accent2"/>
                </a:solidFill>
              </a:rPr>
              <a:t>4      </a:t>
            </a:r>
            <a:r>
              <a:rPr lang="en-US" altLang="zh-CN" sz="2400">
                <a:solidFill>
                  <a:schemeClr val="accent2"/>
                </a:solidFill>
              </a:rPr>
              <a:t>    a</a:t>
            </a:r>
            <a:r>
              <a:rPr lang="en-US" altLang="zh-CN" sz="2400" baseline="-25000">
                <a:solidFill>
                  <a:schemeClr val="accent2"/>
                </a:solidFill>
              </a:rPr>
              <a:t>5</a:t>
            </a:r>
            <a:r>
              <a:rPr lang="en-US" altLang="zh-CN" sz="2400">
                <a:solidFill>
                  <a:schemeClr val="accent2"/>
                </a:solidFill>
              </a:rPr>
              <a:t>        a</a:t>
            </a:r>
            <a:r>
              <a:rPr lang="en-US" altLang="zh-CN" sz="2400" baseline="-25000">
                <a:solidFill>
                  <a:schemeClr val="accent2"/>
                </a:solidFill>
              </a:rPr>
              <a:t>6</a:t>
            </a:r>
            <a:endParaRPr lang="zh-CN" altLang="en-US" sz="2400">
              <a:solidFill>
                <a:schemeClr val="accent2"/>
              </a:solidFill>
            </a:endParaRPr>
          </a:p>
        </p:txBody>
      </p:sp>
      <p:grpSp>
        <p:nvGrpSpPr>
          <p:cNvPr id="4" name="Group 32"/>
          <p:cNvGrpSpPr/>
          <p:nvPr/>
        </p:nvGrpSpPr>
        <p:grpSpPr bwMode="auto">
          <a:xfrm>
            <a:off x="7736458" y="1782021"/>
            <a:ext cx="1981200" cy="762000"/>
            <a:chOff x="4404" y="1152"/>
            <a:chExt cx="1248" cy="480"/>
          </a:xfrm>
        </p:grpSpPr>
        <p:sp>
          <p:nvSpPr>
            <p:cNvPr id="51216" name="AutoShape 11"/>
            <p:cNvSpPr>
              <a:spLocks noChangeArrowheads="1"/>
            </p:cNvSpPr>
            <p:nvPr/>
          </p:nvSpPr>
          <p:spPr bwMode="auto">
            <a:xfrm>
              <a:off x="4404" y="1152"/>
              <a:ext cx="1248" cy="480"/>
            </a:xfrm>
            <a:prstGeom prst="wedgeRectCallout">
              <a:avLst>
                <a:gd name="adj1" fmla="val -60736"/>
                <a:gd name="adj2" fmla="val 111667"/>
              </a:avLst>
            </a:prstGeom>
            <a:noFill/>
            <a:ln w="53975" cap="sq">
              <a:solidFill>
                <a:srgbClr val="2CB3B0"/>
              </a:solidFill>
              <a:miter lim="800000"/>
            </a:ln>
          </p:spPr>
          <p:txBody>
            <a:bodyPr anchor="ctr"/>
            <a:lstStyle/>
            <a:p>
              <a:pPr algn="ctr" fontAlgn="base">
                <a:spcBef>
                  <a:spcPct val="0"/>
                </a:spcBef>
              </a:pPr>
              <a:endParaRPr lang="zh-CN" altLang="en-US" sz="2400">
                <a:ea typeface="宋体" pitchFamily="2" charset="-122"/>
              </a:endParaRPr>
            </a:p>
          </p:txBody>
        </p:sp>
        <p:sp>
          <p:nvSpPr>
            <p:cNvPr id="51217" name="Rectangle 12"/>
            <p:cNvSpPr>
              <a:spLocks noChangeArrowheads="1"/>
            </p:cNvSpPr>
            <p:nvPr/>
          </p:nvSpPr>
          <p:spPr bwMode="auto">
            <a:xfrm>
              <a:off x="4440" y="1188"/>
              <a:ext cx="1200" cy="396"/>
            </a:xfrm>
            <a:prstGeom prst="rect">
              <a:avLst/>
            </a:prstGeom>
            <a:noFill/>
            <a:ln w="12700" cap="sq">
              <a:noFill/>
              <a:miter lim="800000"/>
            </a:ln>
          </p:spPr>
          <p:txBody>
            <a:bodyPr>
              <a:spAutoFit/>
            </a:bodyPr>
            <a:lstStyle/>
            <a:p>
              <a:pPr>
                <a:lnSpc>
                  <a:spcPct val="80000"/>
                </a:lnSpc>
                <a:spcBef>
                  <a:spcPct val="0"/>
                </a:spcBef>
              </a:pPr>
              <a:r>
                <a:rPr lang="zh-CN" altLang="en-US" sz="2200">
                  <a:solidFill>
                    <a:schemeClr val="accent2"/>
                  </a:solidFill>
                  <a:latin typeface="幼圆" pitchFamily="49" charset="-122"/>
                  <a:ea typeface="幼圆" pitchFamily="49" charset="-122"/>
                </a:rPr>
                <a:t>一个数据元素为一个整数</a:t>
              </a:r>
              <a:endParaRPr lang="zh-CN" altLang="en-US" sz="2200">
                <a:solidFill>
                  <a:schemeClr val="accent2"/>
                </a:solidFill>
                <a:ea typeface="黑体" panose="02010609060101010101" pitchFamily="2" charset="-122"/>
              </a:endParaRPr>
            </a:p>
          </p:txBody>
        </p:sp>
      </p:grpSp>
      <p:grpSp>
        <p:nvGrpSpPr>
          <p:cNvPr id="5" name="Group 13"/>
          <p:cNvGrpSpPr/>
          <p:nvPr/>
        </p:nvGrpSpPr>
        <p:grpSpPr bwMode="auto">
          <a:xfrm>
            <a:off x="1559496" y="4425209"/>
            <a:ext cx="7181850" cy="557212"/>
            <a:chOff x="336" y="2640"/>
            <a:chExt cx="4524" cy="351"/>
          </a:xfrm>
        </p:grpSpPr>
        <p:grpSp>
          <p:nvGrpSpPr>
            <p:cNvPr id="6" name="Group 14"/>
            <p:cNvGrpSpPr/>
            <p:nvPr/>
          </p:nvGrpSpPr>
          <p:grpSpPr bwMode="auto">
            <a:xfrm>
              <a:off x="336" y="2640"/>
              <a:ext cx="288" cy="346"/>
              <a:chOff x="384" y="2986"/>
              <a:chExt cx="288" cy="346"/>
            </a:xfrm>
          </p:grpSpPr>
          <p:sp>
            <p:nvSpPr>
              <p:cNvPr id="51214" name="Oval 15"/>
              <p:cNvSpPr>
                <a:spLocks noChangeArrowheads="1"/>
              </p:cNvSpPr>
              <p:nvPr/>
            </p:nvSpPr>
            <p:spPr bwMode="auto">
              <a:xfrm>
                <a:off x="384" y="3024"/>
                <a:ext cx="288" cy="288"/>
              </a:xfrm>
              <a:prstGeom prst="ellipse">
                <a:avLst/>
              </a:prstGeom>
              <a:solidFill>
                <a:srgbClr val="FF0000"/>
              </a:solidFill>
              <a:ln w="22225" cap="sq">
                <a:solidFill>
                  <a:schemeClr val="accent1"/>
                </a:solidFill>
                <a:round/>
              </a:ln>
            </p:spPr>
            <p:txBody>
              <a:bodyPr wrap="none" anchor="ctr"/>
              <a:lstStyle/>
              <a:p>
                <a:endParaRPr lang="zh-CN" altLang="en-US"/>
              </a:p>
            </p:txBody>
          </p:sp>
          <p:sp>
            <p:nvSpPr>
              <p:cNvPr id="51215" name="Text Box 16"/>
              <p:cNvSpPr txBox="1">
                <a:spLocks noChangeArrowheads="1"/>
              </p:cNvSpPr>
              <p:nvPr/>
            </p:nvSpPr>
            <p:spPr bwMode="auto">
              <a:xfrm>
                <a:off x="396" y="2986"/>
                <a:ext cx="237" cy="346"/>
              </a:xfrm>
              <a:prstGeom prst="rect">
                <a:avLst/>
              </a:prstGeom>
              <a:noFill/>
              <a:ln w="12700" cap="sq">
                <a:noFill/>
                <a:miter lim="800000"/>
              </a:ln>
              <a:effectLst>
                <a:outerShdw dist="45791" dir="2021404" algn="ctr" rotWithShape="0">
                  <a:schemeClr val="bg2"/>
                </a:outerShdw>
              </a:effectLst>
            </p:spPr>
            <p:txBody>
              <a:bodyPr wrap="none">
                <a:spAutoFit/>
              </a:bodyPr>
              <a:lstStyle/>
              <a:p>
                <a:pPr algn="ctr" fontAlgn="base">
                  <a:spcBef>
                    <a:spcPct val="0"/>
                  </a:spcBef>
                </a:pPr>
                <a:r>
                  <a:rPr lang="zh-CN" altLang="en-US" sz="3000">
                    <a:solidFill>
                      <a:srgbClr val="FFFF00"/>
                    </a:solidFill>
                    <a:latin typeface="黑体" panose="02010609060101010101" pitchFamily="2" charset="-122"/>
                    <a:ea typeface="黑体" panose="02010609060101010101" pitchFamily="2" charset="-122"/>
                  </a:rPr>
                  <a:t>2</a:t>
                </a:r>
                <a:endParaRPr lang="zh-CN" altLang="en-US" sz="3000">
                  <a:solidFill>
                    <a:srgbClr val="FFFF00"/>
                  </a:solidFill>
                  <a:latin typeface="黑体" panose="02010609060101010101" pitchFamily="2" charset="-122"/>
                  <a:ea typeface="黑体" panose="02010609060101010101" pitchFamily="2" charset="-122"/>
                </a:endParaRPr>
              </a:p>
            </p:txBody>
          </p:sp>
        </p:grpSp>
        <p:sp>
          <p:nvSpPr>
            <p:cNvPr id="51213" name="Text Box 17"/>
            <p:cNvSpPr txBox="1">
              <a:spLocks noChangeArrowheads="1"/>
            </p:cNvSpPr>
            <p:nvPr/>
          </p:nvSpPr>
          <p:spPr bwMode="auto">
            <a:xfrm>
              <a:off x="636" y="2664"/>
              <a:ext cx="4224" cy="327"/>
            </a:xfrm>
            <a:prstGeom prst="rect">
              <a:avLst/>
            </a:prstGeom>
            <a:noFill/>
            <a:ln w="12700" cap="sq">
              <a:noFill/>
              <a:miter lim="800000"/>
              <a:headEnd type="none" w="sm" len="sm"/>
              <a:tailEnd type="none" w="sm" len="sm"/>
            </a:ln>
          </p:spPr>
          <p:txBody>
            <a:bodyPr>
              <a:spAutoFit/>
            </a:bodyPr>
            <a:lstStyle/>
            <a:p>
              <a:pPr eaLnBrk="1" fontAlgn="base" hangingPunct="1">
                <a:spcBef>
                  <a:spcPct val="0"/>
                </a:spcBef>
              </a:pPr>
              <a:r>
                <a:rPr lang="zh-CN" altLang="en-US" sz="2800">
                  <a:solidFill>
                    <a:srgbClr val="002C84"/>
                  </a:solidFill>
                  <a:ea typeface="幼圆" pitchFamily="49" charset="-122"/>
                </a:rPr>
                <a:t>字母表</a:t>
              </a:r>
              <a:r>
                <a:rPr lang="zh-CN" altLang="en-US" sz="2800">
                  <a:solidFill>
                    <a:srgbClr val="002C84"/>
                  </a:solidFill>
                </a:rPr>
                <a:t>：</a:t>
              </a:r>
              <a:r>
                <a:rPr lang="zh-CN" altLang="zh-CN" sz="2800">
                  <a:solidFill>
                    <a:srgbClr val="002C84"/>
                  </a:solidFill>
                </a:rPr>
                <a:t>  ( ‘</a:t>
              </a:r>
              <a:r>
                <a:rPr lang="en-US" altLang="zh-CN" sz="2800">
                  <a:solidFill>
                    <a:srgbClr val="002C84"/>
                  </a:solidFill>
                </a:rPr>
                <a:t>A’， ‘B’， ‘C’，</a:t>
              </a:r>
              <a:r>
                <a:rPr lang="en-US" altLang="zh-CN" sz="2800">
                  <a:solidFill>
                    <a:srgbClr val="002C84"/>
                  </a:solidFill>
                  <a:ea typeface="宋体" pitchFamily="2" charset="-122"/>
                  <a:cs typeface="Times New Roman" panose="02020503050405090304" pitchFamily="18" charset="0"/>
                </a:rPr>
                <a:t>……</a:t>
              </a:r>
              <a:r>
                <a:rPr lang="en-US" altLang="zh-CN" sz="2800">
                  <a:solidFill>
                    <a:srgbClr val="002C84"/>
                  </a:solidFill>
                </a:rPr>
                <a:t>  , ‘Z’ )</a:t>
              </a:r>
              <a:endParaRPr lang="zh-CN" altLang="en-US" sz="2800">
                <a:solidFill>
                  <a:srgbClr val="002C84"/>
                </a:solidFill>
              </a:endParaRPr>
            </a:p>
          </p:txBody>
        </p:sp>
      </p:grpSp>
      <p:sp>
        <p:nvSpPr>
          <p:cNvPr id="290834" name="Text Box 18"/>
          <p:cNvSpPr txBox="1">
            <a:spLocks noChangeArrowheads="1"/>
          </p:cNvSpPr>
          <p:nvPr/>
        </p:nvSpPr>
        <p:spPr bwMode="auto">
          <a:xfrm>
            <a:off x="4035996" y="4849071"/>
            <a:ext cx="4953000" cy="457200"/>
          </a:xfrm>
          <a:prstGeom prst="rect">
            <a:avLst/>
          </a:prstGeom>
          <a:noFill/>
          <a:ln w="12700" cap="sq">
            <a:noFill/>
            <a:miter lim="800000"/>
            <a:headEnd type="none" w="sm" len="sm"/>
            <a:tailEnd type="none" w="sm" len="sm"/>
          </a:ln>
        </p:spPr>
        <p:txBody>
          <a:bodyPr>
            <a:spAutoFit/>
          </a:bodyPr>
          <a:lstStyle/>
          <a:p>
            <a:pPr eaLnBrk="1" fontAlgn="base" hangingPunct="1">
              <a:spcBef>
                <a:spcPct val="0"/>
              </a:spcBef>
            </a:pPr>
            <a:r>
              <a:rPr lang="en-US" altLang="zh-CN" sz="2400">
                <a:solidFill>
                  <a:schemeClr val="accent2"/>
                </a:solidFill>
              </a:rPr>
              <a:t>a</a:t>
            </a:r>
            <a:r>
              <a:rPr lang="en-US" altLang="zh-CN" sz="2400" baseline="-25000">
                <a:solidFill>
                  <a:schemeClr val="accent2"/>
                </a:solidFill>
              </a:rPr>
              <a:t>1     </a:t>
            </a:r>
            <a:r>
              <a:rPr lang="en-US" altLang="zh-CN" sz="2400">
                <a:solidFill>
                  <a:schemeClr val="accent2"/>
                </a:solidFill>
              </a:rPr>
              <a:t>     a</a:t>
            </a:r>
            <a:r>
              <a:rPr lang="en-US" altLang="zh-CN" sz="2400" baseline="-25000">
                <a:solidFill>
                  <a:schemeClr val="accent2"/>
                </a:solidFill>
              </a:rPr>
              <a:t>2     </a:t>
            </a:r>
            <a:r>
              <a:rPr lang="en-US" altLang="zh-CN" sz="2400">
                <a:solidFill>
                  <a:schemeClr val="accent2"/>
                </a:solidFill>
              </a:rPr>
              <a:t>      a</a:t>
            </a:r>
            <a:r>
              <a:rPr lang="en-US" altLang="zh-CN" sz="2400" baseline="-25000">
                <a:solidFill>
                  <a:schemeClr val="accent2"/>
                </a:solidFill>
              </a:rPr>
              <a:t>3</a:t>
            </a:r>
            <a:r>
              <a:rPr lang="en-US" altLang="zh-CN" sz="2400">
                <a:solidFill>
                  <a:schemeClr val="accent2"/>
                </a:solidFill>
              </a:rPr>
              <a:t>     </a:t>
            </a:r>
            <a:r>
              <a:rPr lang="en-US" altLang="zh-CN" sz="2400">
                <a:solidFill>
                  <a:schemeClr val="accent2"/>
                </a:solidFill>
                <a:ea typeface="宋体" pitchFamily="2" charset="-122"/>
                <a:cs typeface="Times New Roman" panose="02020503050405090304" pitchFamily="18" charset="0"/>
              </a:rPr>
              <a:t>… …      </a:t>
            </a:r>
            <a:r>
              <a:rPr lang="en-US" altLang="zh-CN" sz="2400">
                <a:solidFill>
                  <a:schemeClr val="accent2"/>
                </a:solidFill>
              </a:rPr>
              <a:t>a</a:t>
            </a:r>
            <a:r>
              <a:rPr lang="en-US" altLang="zh-CN" sz="2400" baseline="-25000">
                <a:solidFill>
                  <a:schemeClr val="accent2"/>
                </a:solidFill>
              </a:rPr>
              <a:t>26</a:t>
            </a:r>
            <a:endParaRPr lang="zh-CN" altLang="en-US" sz="2400" baseline="-25000">
              <a:solidFill>
                <a:schemeClr val="accent2"/>
              </a:solidFill>
            </a:endParaRPr>
          </a:p>
        </p:txBody>
      </p:sp>
      <p:grpSp>
        <p:nvGrpSpPr>
          <p:cNvPr id="7" name="Group 33"/>
          <p:cNvGrpSpPr/>
          <p:nvPr/>
        </p:nvGrpSpPr>
        <p:grpSpPr bwMode="auto">
          <a:xfrm>
            <a:off x="2413572" y="5668221"/>
            <a:ext cx="2255837" cy="838200"/>
            <a:chOff x="934" y="3600"/>
            <a:chExt cx="1202" cy="528"/>
          </a:xfrm>
        </p:grpSpPr>
        <p:sp>
          <p:nvSpPr>
            <p:cNvPr id="51210" name="AutoShape 20"/>
            <p:cNvSpPr>
              <a:spLocks noChangeArrowheads="1"/>
            </p:cNvSpPr>
            <p:nvPr/>
          </p:nvSpPr>
          <p:spPr bwMode="auto">
            <a:xfrm>
              <a:off x="934" y="3600"/>
              <a:ext cx="1200" cy="528"/>
            </a:xfrm>
            <a:prstGeom prst="wedgeRectCallout">
              <a:avLst>
                <a:gd name="adj1" fmla="val 64000"/>
                <a:gd name="adj2" fmla="val -96968"/>
              </a:avLst>
            </a:prstGeom>
            <a:noFill/>
            <a:ln w="53975" cap="sq">
              <a:solidFill>
                <a:srgbClr val="2CB3B0"/>
              </a:solidFill>
              <a:miter lim="800000"/>
            </a:ln>
          </p:spPr>
          <p:txBody>
            <a:bodyPr anchor="ctr"/>
            <a:lstStyle/>
            <a:p>
              <a:pPr>
                <a:lnSpc>
                  <a:spcPct val="85000"/>
                </a:lnSpc>
                <a:spcBef>
                  <a:spcPct val="0"/>
                </a:spcBef>
              </a:pPr>
              <a:endParaRPr lang="zh-CN" altLang="en-US" sz="2400">
                <a:ea typeface="宋体" pitchFamily="2" charset="-122"/>
              </a:endParaRPr>
            </a:p>
          </p:txBody>
        </p:sp>
        <p:sp>
          <p:nvSpPr>
            <p:cNvPr id="51211" name="Rectangle 21"/>
            <p:cNvSpPr>
              <a:spLocks noChangeArrowheads="1"/>
            </p:cNvSpPr>
            <p:nvPr/>
          </p:nvSpPr>
          <p:spPr bwMode="auto">
            <a:xfrm>
              <a:off x="958" y="3657"/>
              <a:ext cx="1178" cy="421"/>
            </a:xfrm>
            <a:prstGeom prst="rect">
              <a:avLst/>
            </a:prstGeom>
            <a:noFill/>
            <a:ln w="12700" cap="sq">
              <a:noFill/>
              <a:miter lim="800000"/>
            </a:ln>
          </p:spPr>
          <p:txBody>
            <a:bodyPr>
              <a:spAutoFit/>
            </a:bodyPr>
            <a:lstStyle/>
            <a:p>
              <a:pPr fontAlgn="base">
                <a:lnSpc>
                  <a:spcPct val="85000"/>
                </a:lnSpc>
                <a:spcBef>
                  <a:spcPct val="0"/>
                </a:spcBef>
              </a:pPr>
              <a:r>
                <a:rPr lang="zh-CN" altLang="en-US" sz="2200">
                  <a:solidFill>
                    <a:schemeClr val="accent2"/>
                  </a:solidFill>
                  <a:latin typeface="幼圆" pitchFamily="49" charset="-122"/>
                  <a:ea typeface="幼圆" pitchFamily="49" charset="-122"/>
                </a:rPr>
                <a:t>一个数据元素</a:t>
              </a:r>
              <a:endParaRPr lang="zh-CN" altLang="en-US" sz="2200">
                <a:solidFill>
                  <a:schemeClr val="accent2"/>
                </a:solidFill>
                <a:latin typeface="幼圆" pitchFamily="49" charset="-122"/>
                <a:ea typeface="幼圆" pitchFamily="49" charset="-122"/>
              </a:endParaRPr>
            </a:p>
            <a:p>
              <a:pPr fontAlgn="base">
                <a:lnSpc>
                  <a:spcPct val="85000"/>
                </a:lnSpc>
                <a:spcBef>
                  <a:spcPct val="0"/>
                </a:spcBef>
              </a:pPr>
              <a:r>
                <a:rPr lang="zh-CN" altLang="en-US" sz="2200">
                  <a:solidFill>
                    <a:schemeClr val="accent2"/>
                  </a:solidFill>
                  <a:latin typeface="幼圆" pitchFamily="49" charset="-122"/>
                  <a:ea typeface="幼圆" pitchFamily="49" charset="-122"/>
                </a:rPr>
                <a:t>为一个字母</a:t>
              </a:r>
              <a:endParaRPr lang="zh-CN" altLang="en-US" sz="2200">
                <a:solidFill>
                  <a:schemeClr val="accent2"/>
                </a:solidFill>
                <a:latin typeface="幼圆" pitchFamily="49" charset="-122"/>
                <a:ea typeface="幼圆" pitchFamily="49"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90818"/>
                                        </p:tgtEl>
                                        <p:attrNameLst>
                                          <p:attrName>style.visibility</p:attrName>
                                        </p:attrNameLst>
                                      </p:cBhvr>
                                      <p:to>
                                        <p:strVal val="visible"/>
                                      </p:to>
                                    </p:set>
                                    <p:animEffect transition="in" filter="dissolve">
                                      <p:cBhvr>
                                        <p:cTn id="7" dur="500"/>
                                        <p:tgtEl>
                                          <p:spTgt spid="2908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righ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90825"/>
                                        </p:tgtEl>
                                        <p:attrNameLst>
                                          <p:attrName>style.visibility</p:attrName>
                                        </p:attrNameLst>
                                      </p:cBhvr>
                                      <p:to>
                                        <p:strVal val="visible"/>
                                      </p:to>
                                    </p:set>
                                    <p:animEffect transition="in" filter="dissolve">
                                      <p:cBhvr>
                                        <p:cTn id="17" dur="500"/>
                                        <p:tgtEl>
                                          <p:spTgt spid="29082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right)">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90834"/>
                                        </p:tgtEl>
                                        <p:attrNameLst>
                                          <p:attrName>style.visibility</p:attrName>
                                        </p:attrNameLst>
                                      </p:cBhvr>
                                      <p:to>
                                        <p:strVal val="visible"/>
                                      </p:to>
                                    </p:set>
                                    <p:animEffect transition="in" filter="dissolve">
                                      <p:cBhvr>
                                        <p:cTn id="32" dur="500"/>
                                        <p:tgtEl>
                                          <p:spTgt spid="29083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wipe(left)">
                                      <p:cBhvr>
                                        <p:cTn id="3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0818" grpId="0" autoUpdateAnimBg="0"/>
      <p:bldP spid="290825" grpId="0" autoUpdateAnimBg="0"/>
      <p:bldP spid="290834"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bwMode="auto">
          <a:xfrm>
            <a:off x="1271464" y="1268760"/>
            <a:ext cx="3659188" cy="554038"/>
            <a:chOff x="576" y="813"/>
            <a:chExt cx="2305" cy="349"/>
          </a:xfrm>
        </p:grpSpPr>
        <p:sp>
          <p:nvSpPr>
            <p:cNvPr id="52280" name="Rectangle 3"/>
            <p:cNvSpPr>
              <a:spLocks noChangeArrowheads="1"/>
            </p:cNvSpPr>
            <p:nvPr/>
          </p:nvSpPr>
          <p:spPr bwMode="auto">
            <a:xfrm>
              <a:off x="955" y="813"/>
              <a:ext cx="1926" cy="330"/>
            </a:xfrm>
            <a:prstGeom prst="rect">
              <a:avLst/>
            </a:prstGeom>
            <a:noFill/>
            <a:ln w="9525">
              <a:noFill/>
              <a:miter lim="800000"/>
            </a:ln>
          </p:spPr>
          <p:txBody>
            <a:bodyPr wrap="none">
              <a:spAutoFit/>
            </a:bodyPr>
            <a:lstStyle/>
            <a:p>
              <a:r>
                <a:rPr lang="zh-CN" altLang="en-US" sz="2800" dirty="0">
                  <a:solidFill>
                    <a:srgbClr val="002C84"/>
                  </a:solidFill>
                  <a:ea typeface="幼圆" pitchFamily="49" charset="-122"/>
                </a:rPr>
                <a:t>数据表（文件）：</a:t>
              </a:r>
              <a:endParaRPr lang="zh-CN" altLang="en-US" sz="2800" dirty="0">
                <a:solidFill>
                  <a:srgbClr val="002C84"/>
                </a:solidFill>
                <a:ea typeface="幼圆" pitchFamily="49" charset="-122"/>
              </a:endParaRPr>
            </a:p>
          </p:txBody>
        </p:sp>
        <p:grpSp>
          <p:nvGrpSpPr>
            <p:cNvPr id="3" name="Group 4"/>
            <p:cNvGrpSpPr/>
            <p:nvPr/>
          </p:nvGrpSpPr>
          <p:grpSpPr bwMode="auto">
            <a:xfrm>
              <a:off x="576" y="816"/>
              <a:ext cx="288" cy="346"/>
              <a:chOff x="384" y="2986"/>
              <a:chExt cx="288" cy="346"/>
            </a:xfrm>
          </p:grpSpPr>
          <p:sp>
            <p:nvSpPr>
              <p:cNvPr id="52282" name="Oval 5"/>
              <p:cNvSpPr>
                <a:spLocks noChangeArrowheads="1"/>
              </p:cNvSpPr>
              <p:nvPr/>
            </p:nvSpPr>
            <p:spPr bwMode="auto">
              <a:xfrm>
                <a:off x="384" y="3024"/>
                <a:ext cx="288" cy="288"/>
              </a:xfrm>
              <a:prstGeom prst="ellipse">
                <a:avLst/>
              </a:prstGeom>
              <a:solidFill>
                <a:srgbClr val="FF0000"/>
              </a:solidFill>
              <a:ln w="22225" cap="sq">
                <a:solidFill>
                  <a:schemeClr val="accent1"/>
                </a:solidFill>
                <a:round/>
              </a:ln>
            </p:spPr>
            <p:txBody>
              <a:bodyPr wrap="none" anchor="ctr"/>
              <a:lstStyle/>
              <a:p>
                <a:endParaRPr lang="zh-CN" altLang="en-US"/>
              </a:p>
            </p:txBody>
          </p:sp>
          <p:sp>
            <p:nvSpPr>
              <p:cNvPr id="52283" name="Text Box 6"/>
              <p:cNvSpPr txBox="1">
                <a:spLocks noChangeArrowheads="1"/>
              </p:cNvSpPr>
              <p:nvPr/>
            </p:nvSpPr>
            <p:spPr bwMode="auto">
              <a:xfrm>
                <a:off x="396" y="2986"/>
                <a:ext cx="237" cy="346"/>
              </a:xfrm>
              <a:prstGeom prst="rect">
                <a:avLst/>
              </a:prstGeom>
              <a:noFill/>
              <a:ln w="12700" cap="sq">
                <a:noFill/>
                <a:miter lim="800000"/>
              </a:ln>
              <a:effectLst>
                <a:outerShdw dist="45791" dir="2021404" algn="ctr" rotWithShape="0">
                  <a:schemeClr val="bg2"/>
                </a:outerShdw>
              </a:effectLst>
            </p:spPr>
            <p:txBody>
              <a:bodyPr wrap="none">
                <a:spAutoFit/>
              </a:bodyPr>
              <a:lstStyle/>
              <a:p>
                <a:pPr fontAlgn="base">
                  <a:spcBef>
                    <a:spcPct val="0"/>
                  </a:spcBef>
                </a:pPr>
                <a:r>
                  <a:rPr lang="zh-CN" altLang="en-US" sz="3000">
                    <a:solidFill>
                      <a:srgbClr val="FFFF00"/>
                    </a:solidFill>
                    <a:latin typeface="黑体" panose="02010609060101010101" pitchFamily="2" charset="-122"/>
                    <a:ea typeface="黑体" panose="02010609060101010101" pitchFamily="2" charset="-122"/>
                  </a:rPr>
                  <a:t>3</a:t>
                </a:r>
                <a:endParaRPr lang="zh-CN" altLang="en-US" sz="3000">
                  <a:solidFill>
                    <a:srgbClr val="FFFF00"/>
                  </a:solidFill>
                  <a:latin typeface="黑体" panose="02010609060101010101" pitchFamily="2" charset="-122"/>
                  <a:ea typeface="黑体" panose="02010609060101010101" pitchFamily="2" charset="-122"/>
                </a:endParaRPr>
              </a:p>
            </p:txBody>
          </p:sp>
        </p:grpSp>
      </p:grpSp>
      <p:grpSp>
        <p:nvGrpSpPr>
          <p:cNvPr id="4" name="Group 7"/>
          <p:cNvGrpSpPr/>
          <p:nvPr/>
        </p:nvGrpSpPr>
        <p:grpSpPr bwMode="auto">
          <a:xfrm>
            <a:off x="2220790" y="5181168"/>
            <a:ext cx="2022475" cy="838200"/>
            <a:chOff x="1174" y="3216"/>
            <a:chExt cx="1274" cy="528"/>
          </a:xfrm>
        </p:grpSpPr>
        <p:sp>
          <p:nvSpPr>
            <p:cNvPr id="52278" name="AutoShape 8"/>
            <p:cNvSpPr>
              <a:spLocks noChangeArrowheads="1"/>
            </p:cNvSpPr>
            <p:nvPr/>
          </p:nvSpPr>
          <p:spPr bwMode="auto">
            <a:xfrm>
              <a:off x="1174" y="3216"/>
              <a:ext cx="1274" cy="528"/>
            </a:xfrm>
            <a:prstGeom prst="wedgeRectCallout">
              <a:avLst>
                <a:gd name="adj1" fmla="val 57380"/>
                <a:gd name="adj2" fmla="val -96968"/>
              </a:avLst>
            </a:prstGeom>
            <a:noFill/>
            <a:ln w="53975" cap="sq">
              <a:solidFill>
                <a:srgbClr val="2CB3B0"/>
              </a:solidFill>
              <a:miter lim="800000"/>
            </a:ln>
          </p:spPr>
          <p:txBody>
            <a:bodyPr anchor="ctr"/>
            <a:lstStyle/>
            <a:p>
              <a:pPr>
                <a:lnSpc>
                  <a:spcPct val="85000"/>
                </a:lnSpc>
                <a:spcBef>
                  <a:spcPct val="0"/>
                </a:spcBef>
              </a:pPr>
              <a:endParaRPr lang="zh-CN" altLang="en-US" sz="2400">
                <a:ea typeface="宋体" pitchFamily="2" charset="-122"/>
              </a:endParaRPr>
            </a:p>
          </p:txBody>
        </p:sp>
        <p:sp>
          <p:nvSpPr>
            <p:cNvPr id="52279" name="Rectangle 9"/>
            <p:cNvSpPr>
              <a:spLocks noChangeArrowheads="1"/>
            </p:cNvSpPr>
            <p:nvPr/>
          </p:nvSpPr>
          <p:spPr bwMode="auto">
            <a:xfrm>
              <a:off x="1216" y="3273"/>
              <a:ext cx="1183" cy="421"/>
            </a:xfrm>
            <a:prstGeom prst="rect">
              <a:avLst/>
            </a:prstGeom>
            <a:noFill/>
            <a:ln w="12700" cap="sq">
              <a:noFill/>
              <a:miter lim="800000"/>
            </a:ln>
          </p:spPr>
          <p:txBody>
            <a:bodyPr wrap="none">
              <a:spAutoFit/>
            </a:bodyPr>
            <a:lstStyle/>
            <a:p>
              <a:pPr fontAlgn="base">
                <a:lnSpc>
                  <a:spcPct val="85000"/>
                </a:lnSpc>
                <a:spcBef>
                  <a:spcPct val="0"/>
                </a:spcBef>
              </a:pPr>
              <a:r>
                <a:rPr lang="zh-CN" altLang="en-US" sz="2200">
                  <a:solidFill>
                    <a:schemeClr val="accent2"/>
                  </a:solidFill>
                  <a:latin typeface="幼圆" pitchFamily="49" charset="-122"/>
                  <a:ea typeface="幼圆" pitchFamily="49" charset="-122"/>
                </a:rPr>
                <a:t>一个数据元素</a:t>
              </a:r>
              <a:endParaRPr lang="zh-CN" altLang="en-US" sz="2200">
                <a:solidFill>
                  <a:schemeClr val="accent2"/>
                </a:solidFill>
                <a:latin typeface="幼圆" pitchFamily="49" charset="-122"/>
                <a:ea typeface="幼圆" pitchFamily="49" charset="-122"/>
              </a:endParaRPr>
            </a:p>
            <a:p>
              <a:pPr fontAlgn="base">
                <a:lnSpc>
                  <a:spcPct val="85000"/>
                </a:lnSpc>
                <a:spcBef>
                  <a:spcPct val="0"/>
                </a:spcBef>
              </a:pPr>
              <a:r>
                <a:rPr lang="zh-CN" altLang="en-US" sz="2200">
                  <a:solidFill>
                    <a:schemeClr val="accent2"/>
                  </a:solidFill>
                  <a:latin typeface="幼圆" pitchFamily="49" charset="-122"/>
                  <a:ea typeface="幼圆" pitchFamily="49" charset="-122"/>
                </a:rPr>
                <a:t>为一个记录</a:t>
              </a:r>
              <a:endParaRPr lang="zh-CN" altLang="en-US" sz="2200">
                <a:solidFill>
                  <a:schemeClr val="accent2"/>
                </a:solidFill>
                <a:latin typeface="幼圆" pitchFamily="49" charset="-122"/>
                <a:ea typeface="幼圆" pitchFamily="49" charset="-122"/>
              </a:endParaRPr>
            </a:p>
          </p:txBody>
        </p:sp>
      </p:grpSp>
      <p:grpSp>
        <p:nvGrpSpPr>
          <p:cNvPr id="5" name="Group 10"/>
          <p:cNvGrpSpPr/>
          <p:nvPr/>
        </p:nvGrpSpPr>
        <p:grpSpPr bwMode="auto">
          <a:xfrm>
            <a:off x="2158878" y="1856944"/>
            <a:ext cx="6657975" cy="2797175"/>
            <a:chOff x="1135" y="1122"/>
            <a:chExt cx="4194" cy="1762"/>
          </a:xfrm>
        </p:grpSpPr>
        <p:grpSp>
          <p:nvGrpSpPr>
            <p:cNvPr id="6" name="Group 11"/>
            <p:cNvGrpSpPr/>
            <p:nvPr/>
          </p:nvGrpSpPr>
          <p:grpSpPr bwMode="auto">
            <a:xfrm>
              <a:off x="1440" y="1122"/>
              <a:ext cx="3889" cy="1758"/>
              <a:chOff x="1440" y="1122"/>
              <a:chExt cx="3889" cy="1758"/>
            </a:xfrm>
          </p:grpSpPr>
          <p:grpSp>
            <p:nvGrpSpPr>
              <p:cNvPr id="7" name="Group 12"/>
              <p:cNvGrpSpPr/>
              <p:nvPr/>
            </p:nvGrpSpPr>
            <p:grpSpPr bwMode="auto">
              <a:xfrm>
                <a:off x="1440" y="1368"/>
                <a:ext cx="3216" cy="216"/>
                <a:chOff x="912" y="1248"/>
                <a:chExt cx="3216" cy="240"/>
              </a:xfrm>
            </p:grpSpPr>
            <p:sp>
              <p:nvSpPr>
                <p:cNvPr id="52273" name="Rectangle 13"/>
                <p:cNvSpPr>
                  <a:spLocks noChangeArrowheads="1"/>
                </p:cNvSpPr>
                <p:nvPr/>
              </p:nvSpPr>
              <p:spPr bwMode="auto">
                <a:xfrm>
                  <a:off x="912" y="1248"/>
                  <a:ext cx="576" cy="240"/>
                </a:xfrm>
                <a:prstGeom prst="rect">
                  <a:avLst/>
                </a:prstGeom>
                <a:noFill/>
                <a:ln w="19050" cap="sq">
                  <a:solidFill>
                    <a:srgbClr val="008000"/>
                  </a:solidFill>
                  <a:miter lim="800000"/>
                  <a:headEnd type="none" w="sm" len="sm"/>
                  <a:tailEnd type="none" w="sm" len="sm"/>
                </a:ln>
              </p:spPr>
              <p:txBody>
                <a:bodyPr wrap="none" anchor="ctr"/>
                <a:lstStyle/>
                <a:p>
                  <a:pPr eaLnBrk="1" fontAlgn="base" hangingPunct="1">
                    <a:spcBef>
                      <a:spcPct val="0"/>
                    </a:spcBef>
                  </a:pPr>
                  <a:r>
                    <a:rPr kumimoji="1" lang="zh-CN" altLang="en-US" sz="2200" dirty="0">
                      <a:ea typeface="宋体" pitchFamily="2" charset="-122"/>
                    </a:rPr>
                    <a:t>99001</a:t>
                  </a:r>
                  <a:endParaRPr kumimoji="1" lang="zh-CN" altLang="en-US" sz="2400" dirty="0">
                    <a:ea typeface="宋体" pitchFamily="2" charset="-122"/>
                  </a:endParaRPr>
                </a:p>
              </p:txBody>
            </p:sp>
            <p:sp>
              <p:nvSpPr>
                <p:cNvPr id="52274" name="Rectangle 14"/>
                <p:cNvSpPr>
                  <a:spLocks noChangeArrowheads="1"/>
                </p:cNvSpPr>
                <p:nvPr/>
              </p:nvSpPr>
              <p:spPr bwMode="auto">
                <a:xfrm>
                  <a:off x="1488" y="1248"/>
                  <a:ext cx="672" cy="240"/>
                </a:xfrm>
                <a:prstGeom prst="rect">
                  <a:avLst/>
                </a:prstGeom>
                <a:noFill/>
                <a:ln w="19050" cap="sq">
                  <a:solidFill>
                    <a:srgbClr val="008000"/>
                  </a:solidFill>
                  <a:miter lim="800000"/>
                  <a:headEnd type="none" w="sm" len="sm"/>
                  <a:tailEnd type="none" w="sm" len="sm"/>
                </a:ln>
              </p:spPr>
              <p:txBody>
                <a:bodyPr wrap="none" anchor="ctr"/>
                <a:lstStyle/>
                <a:p>
                  <a:pPr eaLnBrk="1" fontAlgn="base" hangingPunct="1">
                    <a:spcBef>
                      <a:spcPct val="0"/>
                    </a:spcBef>
                  </a:pPr>
                  <a:r>
                    <a:rPr kumimoji="1" lang="zh-CN" altLang="en-US" sz="2200" dirty="0">
                      <a:latin typeface="楷体_GB2312" panose="02010609030101010101" pitchFamily="49" charset="-122"/>
                    </a:rPr>
                    <a:t>张 华</a:t>
                  </a:r>
                  <a:endParaRPr kumimoji="1" lang="zh-CN" altLang="zh-CN" sz="2200" dirty="0">
                    <a:ea typeface="宋体" pitchFamily="2" charset="-122"/>
                  </a:endParaRPr>
                </a:p>
              </p:txBody>
            </p:sp>
            <p:sp>
              <p:nvSpPr>
                <p:cNvPr id="52275" name="Rectangle 15"/>
                <p:cNvSpPr>
                  <a:spLocks noChangeArrowheads="1"/>
                </p:cNvSpPr>
                <p:nvPr/>
              </p:nvSpPr>
              <p:spPr bwMode="auto">
                <a:xfrm>
                  <a:off x="2160" y="1248"/>
                  <a:ext cx="480" cy="240"/>
                </a:xfrm>
                <a:prstGeom prst="rect">
                  <a:avLst/>
                </a:prstGeom>
                <a:noFill/>
                <a:ln w="19050" cap="sq">
                  <a:solidFill>
                    <a:srgbClr val="008000"/>
                  </a:solidFill>
                  <a:miter lim="800000"/>
                  <a:headEnd type="none" w="sm" len="sm"/>
                  <a:tailEnd type="none" w="sm" len="sm"/>
                </a:ln>
              </p:spPr>
              <p:txBody>
                <a:bodyPr wrap="none" anchor="ctr"/>
                <a:lstStyle/>
                <a:p>
                  <a:pPr eaLnBrk="1" fontAlgn="base" hangingPunct="1">
                    <a:spcBef>
                      <a:spcPct val="0"/>
                    </a:spcBef>
                  </a:pPr>
                  <a:r>
                    <a:rPr kumimoji="1" lang="zh-CN" altLang="en-US" sz="2400" dirty="0"/>
                    <a:t> </a:t>
                  </a:r>
                  <a:r>
                    <a:rPr kumimoji="1" lang="zh-CN" altLang="en-US" sz="2200" dirty="0"/>
                    <a:t>女</a:t>
                  </a:r>
                  <a:endParaRPr kumimoji="1" lang="zh-CN" altLang="en-US" sz="2400" dirty="0">
                    <a:ea typeface="宋体" pitchFamily="2" charset="-122"/>
                  </a:endParaRPr>
                </a:p>
              </p:txBody>
            </p:sp>
            <p:sp>
              <p:nvSpPr>
                <p:cNvPr id="52276" name="Rectangle 16"/>
                <p:cNvSpPr>
                  <a:spLocks noChangeArrowheads="1"/>
                </p:cNvSpPr>
                <p:nvPr/>
              </p:nvSpPr>
              <p:spPr bwMode="auto">
                <a:xfrm>
                  <a:off x="2640" y="1248"/>
                  <a:ext cx="384" cy="240"/>
                </a:xfrm>
                <a:prstGeom prst="rect">
                  <a:avLst/>
                </a:prstGeom>
                <a:noFill/>
                <a:ln w="19050" cap="sq">
                  <a:solidFill>
                    <a:srgbClr val="008000"/>
                  </a:solidFill>
                  <a:miter lim="800000"/>
                  <a:headEnd type="none" w="sm" len="sm"/>
                  <a:tailEnd type="none" w="sm" len="sm"/>
                </a:ln>
              </p:spPr>
              <p:txBody>
                <a:bodyPr wrap="none" anchor="ctr"/>
                <a:lstStyle/>
                <a:p>
                  <a:pPr eaLnBrk="1" fontAlgn="base" hangingPunct="1">
                    <a:spcBef>
                      <a:spcPct val="0"/>
                    </a:spcBef>
                  </a:pPr>
                  <a:r>
                    <a:rPr kumimoji="1" lang="zh-CN" altLang="en-US" sz="2200" dirty="0">
                      <a:ea typeface="宋体" pitchFamily="2" charset="-122"/>
                    </a:rPr>
                    <a:t>17</a:t>
                  </a:r>
                  <a:endParaRPr kumimoji="1" lang="zh-CN" altLang="en-US" sz="2400" dirty="0">
                    <a:ea typeface="宋体" pitchFamily="2" charset="-122"/>
                  </a:endParaRPr>
                </a:p>
              </p:txBody>
            </p:sp>
            <p:sp>
              <p:nvSpPr>
                <p:cNvPr id="52277" name="Rectangle 17"/>
                <p:cNvSpPr>
                  <a:spLocks noChangeArrowheads="1"/>
                </p:cNvSpPr>
                <p:nvPr/>
              </p:nvSpPr>
              <p:spPr bwMode="auto">
                <a:xfrm>
                  <a:off x="3024" y="1248"/>
                  <a:ext cx="1104" cy="240"/>
                </a:xfrm>
                <a:prstGeom prst="rect">
                  <a:avLst/>
                </a:prstGeom>
                <a:noFill/>
                <a:ln w="19050" cap="sq">
                  <a:solidFill>
                    <a:srgbClr val="008000"/>
                  </a:solidFill>
                  <a:miter lim="800000"/>
                  <a:headEnd type="none" w="sm" len="sm"/>
                  <a:tailEnd type="none" w="sm" len="sm"/>
                </a:ln>
              </p:spPr>
              <p:txBody>
                <a:bodyPr wrap="none" anchor="ctr"/>
                <a:lstStyle/>
                <a:p>
                  <a:pPr eaLnBrk="1" fontAlgn="base" hangingPunct="1">
                    <a:spcBef>
                      <a:spcPct val="0"/>
                    </a:spcBef>
                  </a:pPr>
                  <a:r>
                    <a:rPr kumimoji="1" lang="zh-CN" altLang="en-US" sz="2400" dirty="0">
                      <a:ea typeface="宋体" pitchFamily="2" charset="-122"/>
                    </a:rPr>
                    <a:t>     ……</a:t>
                  </a:r>
                  <a:endParaRPr kumimoji="1" lang="zh-CN" altLang="en-US" sz="2400" dirty="0">
                    <a:ea typeface="宋体" pitchFamily="2" charset="-122"/>
                  </a:endParaRPr>
                </a:p>
              </p:txBody>
            </p:sp>
          </p:grpSp>
          <p:grpSp>
            <p:nvGrpSpPr>
              <p:cNvPr id="8" name="Group 18"/>
              <p:cNvGrpSpPr/>
              <p:nvPr/>
            </p:nvGrpSpPr>
            <p:grpSpPr bwMode="auto">
              <a:xfrm>
                <a:off x="1440" y="1584"/>
                <a:ext cx="3216" cy="216"/>
                <a:chOff x="912" y="1248"/>
                <a:chExt cx="3216" cy="240"/>
              </a:xfrm>
            </p:grpSpPr>
            <p:sp>
              <p:nvSpPr>
                <p:cNvPr id="52268" name="Rectangle 19"/>
                <p:cNvSpPr>
                  <a:spLocks noChangeArrowheads="1"/>
                </p:cNvSpPr>
                <p:nvPr/>
              </p:nvSpPr>
              <p:spPr bwMode="auto">
                <a:xfrm>
                  <a:off x="912" y="1248"/>
                  <a:ext cx="576" cy="240"/>
                </a:xfrm>
                <a:prstGeom prst="rect">
                  <a:avLst/>
                </a:prstGeom>
                <a:noFill/>
                <a:ln w="22225" cap="sq">
                  <a:solidFill>
                    <a:srgbClr val="008000"/>
                  </a:solidFill>
                  <a:miter lim="800000"/>
                  <a:headEnd type="none" w="sm" len="sm"/>
                  <a:tailEnd type="none" w="sm" len="sm"/>
                </a:ln>
              </p:spPr>
              <p:txBody>
                <a:bodyPr wrap="none" anchor="ctr"/>
                <a:lstStyle/>
                <a:p>
                  <a:pPr eaLnBrk="1" fontAlgn="base" hangingPunct="1">
                    <a:spcBef>
                      <a:spcPct val="0"/>
                    </a:spcBef>
                  </a:pPr>
                  <a:r>
                    <a:rPr kumimoji="1" lang="zh-CN" altLang="en-US" sz="2200" dirty="0">
                      <a:ea typeface="宋体" pitchFamily="2" charset="-122"/>
                    </a:rPr>
                    <a:t>99002</a:t>
                  </a:r>
                  <a:endParaRPr kumimoji="1" lang="zh-CN" altLang="en-US" sz="2400" dirty="0">
                    <a:ea typeface="宋体" pitchFamily="2" charset="-122"/>
                  </a:endParaRPr>
                </a:p>
              </p:txBody>
            </p:sp>
            <p:sp>
              <p:nvSpPr>
                <p:cNvPr id="52269" name="Rectangle 20"/>
                <p:cNvSpPr>
                  <a:spLocks noChangeArrowheads="1"/>
                </p:cNvSpPr>
                <p:nvPr/>
              </p:nvSpPr>
              <p:spPr bwMode="auto">
                <a:xfrm>
                  <a:off x="1488" y="1248"/>
                  <a:ext cx="672" cy="240"/>
                </a:xfrm>
                <a:prstGeom prst="rect">
                  <a:avLst/>
                </a:prstGeom>
                <a:noFill/>
                <a:ln w="22225" cap="sq">
                  <a:solidFill>
                    <a:srgbClr val="008000"/>
                  </a:solidFill>
                  <a:miter lim="800000"/>
                  <a:headEnd type="none" w="sm" len="sm"/>
                  <a:tailEnd type="none" w="sm" len="sm"/>
                </a:ln>
              </p:spPr>
              <p:txBody>
                <a:bodyPr wrap="none" anchor="ctr"/>
                <a:lstStyle/>
                <a:p>
                  <a:pPr eaLnBrk="1" fontAlgn="base" hangingPunct="1">
                    <a:spcBef>
                      <a:spcPct val="0"/>
                    </a:spcBef>
                  </a:pPr>
                  <a:r>
                    <a:rPr kumimoji="1" lang="zh-CN" altLang="en-US" sz="2200" dirty="0">
                      <a:latin typeface="楷体_GB2312" panose="02010609030101010101" pitchFamily="49" charset="-122"/>
                    </a:rPr>
                    <a:t>李 军</a:t>
                  </a:r>
                  <a:endParaRPr kumimoji="1" lang="zh-CN" altLang="en-US" sz="2400" dirty="0">
                    <a:ea typeface="宋体" pitchFamily="2" charset="-122"/>
                  </a:endParaRPr>
                </a:p>
              </p:txBody>
            </p:sp>
            <p:sp>
              <p:nvSpPr>
                <p:cNvPr id="52270" name="Rectangle 21"/>
                <p:cNvSpPr>
                  <a:spLocks noChangeArrowheads="1"/>
                </p:cNvSpPr>
                <p:nvPr/>
              </p:nvSpPr>
              <p:spPr bwMode="auto">
                <a:xfrm>
                  <a:off x="2160" y="1248"/>
                  <a:ext cx="480" cy="240"/>
                </a:xfrm>
                <a:prstGeom prst="rect">
                  <a:avLst/>
                </a:prstGeom>
                <a:noFill/>
                <a:ln w="22225" cap="sq">
                  <a:solidFill>
                    <a:srgbClr val="008000"/>
                  </a:solidFill>
                  <a:miter lim="800000"/>
                  <a:headEnd type="none" w="sm" len="sm"/>
                  <a:tailEnd type="none" w="sm" len="sm"/>
                </a:ln>
              </p:spPr>
              <p:txBody>
                <a:bodyPr wrap="none" anchor="ctr"/>
                <a:lstStyle/>
                <a:p>
                  <a:pPr eaLnBrk="1" fontAlgn="base" hangingPunct="1">
                    <a:spcBef>
                      <a:spcPct val="0"/>
                    </a:spcBef>
                  </a:pPr>
                  <a:r>
                    <a:rPr kumimoji="1" lang="zh-CN" altLang="en-US" sz="2400" dirty="0"/>
                    <a:t> </a:t>
                  </a:r>
                  <a:r>
                    <a:rPr kumimoji="1" lang="zh-CN" altLang="en-US" sz="2200" dirty="0"/>
                    <a:t>男</a:t>
                  </a:r>
                  <a:endParaRPr kumimoji="1" lang="zh-CN" altLang="en-US" sz="2400" dirty="0">
                    <a:ea typeface="宋体" pitchFamily="2" charset="-122"/>
                  </a:endParaRPr>
                </a:p>
              </p:txBody>
            </p:sp>
            <p:sp>
              <p:nvSpPr>
                <p:cNvPr id="52271" name="Rectangle 22"/>
                <p:cNvSpPr>
                  <a:spLocks noChangeArrowheads="1"/>
                </p:cNvSpPr>
                <p:nvPr/>
              </p:nvSpPr>
              <p:spPr bwMode="auto">
                <a:xfrm>
                  <a:off x="2640" y="1248"/>
                  <a:ext cx="384" cy="240"/>
                </a:xfrm>
                <a:prstGeom prst="rect">
                  <a:avLst/>
                </a:prstGeom>
                <a:noFill/>
                <a:ln w="22225" cap="sq">
                  <a:solidFill>
                    <a:srgbClr val="008000"/>
                  </a:solidFill>
                  <a:miter lim="800000"/>
                  <a:headEnd type="none" w="sm" len="sm"/>
                  <a:tailEnd type="none" w="sm" len="sm"/>
                </a:ln>
              </p:spPr>
              <p:txBody>
                <a:bodyPr wrap="none" anchor="ctr"/>
                <a:lstStyle/>
                <a:p>
                  <a:pPr eaLnBrk="1" fontAlgn="base" hangingPunct="1">
                    <a:spcBef>
                      <a:spcPct val="0"/>
                    </a:spcBef>
                  </a:pPr>
                  <a:r>
                    <a:rPr kumimoji="1" lang="zh-CN" altLang="en-US" sz="2200" dirty="0">
                      <a:ea typeface="宋体" pitchFamily="2" charset="-122"/>
                    </a:rPr>
                    <a:t>18</a:t>
                  </a:r>
                  <a:endParaRPr kumimoji="1" lang="zh-CN" altLang="en-US" sz="2400" dirty="0">
                    <a:ea typeface="宋体" pitchFamily="2" charset="-122"/>
                  </a:endParaRPr>
                </a:p>
              </p:txBody>
            </p:sp>
            <p:sp>
              <p:nvSpPr>
                <p:cNvPr id="52272" name="Rectangle 23"/>
                <p:cNvSpPr>
                  <a:spLocks noChangeArrowheads="1"/>
                </p:cNvSpPr>
                <p:nvPr/>
              </p:nvSpPr>
              <p:spPr bwMode="auto">
                <a:xfrm>
                  <a:off x="3024" y="1248"/>
                  <a:ext cx="1104" cy="240"/>
                </a:xfrm>
                <a:prstGeom prst="rect">
                  <a:avLst/>
                </a:prstGeom>
                <a:noFill/>
                <a:ln w="22225" cap="sq">
                  <a:solidFill>
                    <a:srgbClr val="008000"/>
                  </a:solidFill>
                  <a:miter lim="800000"/>
                  <a:headEnd type="none" w="sm" len="sm"/>
                  <a:tailEnd type="none" w="sm" len="sm"/>
                </a:ln>
              </p:spPr>
              <p:txBody>
                <a:bodyPr wrap="none" anchor="ctr"/>
                <a:lstStyle/>
                <a:p>
                  <a:pPr eaLnBrk="1" fontAlgn="base" hangingPunct="1">
                    <a:spcBef>
                      <a:spcPct val="0"/>
                    </a:spcBef>
                  </a:pPr>
                  <a:r>
                    <a:rPr kumimoji="1" lang="zh-CN" altLang="en-US" sz="2400" dirty="0">
                      <a:ea typeface="宋体" pitchFamily="2" charset="-122"/>
                    </a:rPr>
                    <a:t>     ……</a:t>
                  </a:r>
                  <a:endParaRPr kumimoji="1" lang="zh-CN" altLang="en-US" sz="2400" dirty="0">
                    <a:ea typeface="宋体" pitchFamily="2" charset="-122"/>
                  </a:endParaRPr>
                </a:p>
              </p:txBody>
            </p:sp>
          </p:grpSp>
          <p:grpSp>
            <p:nvGrpSpPr>
              <p:cNvPr id="9" name="Group 24"/>
              <p:cNvGrpSpPr/>
              <p:nvPr/>
            </p:nvGrpSpPr>
            <p:grpSpPr bwMode="auto">
              <a:xfrm>
                <a:off x="1440" y="1800"/>
                <a:ext cx="3216" cy="216"/>
                <a:chOff x="912" y="1248"/>
                <a:chExt cx="3216" cy="240"/>
              </a:xfrm>
            </p:grpSpPr>
            <p:sp>
              <p:nvSpPr>
                <p:cNvPr id="52263" name="Rectangle 25"/>
                <p:cNvSpPr>
                  <a:spLocks noChangeArrowheads="1"/>
                </p:cNvSpPr>
                <p:nvPr/>
              </p:nvSpPr>
              <p:spPr bwMode="auto">
                <a:xfrm>
                  <a:off x="912" y="1248"/>
                  <a:ext cx="576" cy="240"/>
                </a:xfrm>
                <a:prstGeom prst="rect">
                  <a:avLst/>
                </a:prstGeom>
                <a:noFill/>
                <a:ln w="22225" cap="sq">
                  <a:solidFill>
                    <a:srgbClr val="008000"/>
                  </a:solidFill>
                  <a:miter lim="800000"/>
                  <a:headEnd type="none" w="sm" len="sm"/>
                  <a:tailEnd type="none" w="sm" len="sm"/>
                </a:ln>
              </p:spPr>
              <p:txBody>
                <a:bodyPr wrap="none" anchor="ctr"/>
                <a:lstStyle/>
                <a:p>
                  <a:pPr eaLnBrk="1" fontAlgn="base" hangingPunct="1">
                    <a:spcBef>
                      <a:spcPct val="0"/>
                    </a:spcBef>
                  </a:pPr>
                  <a:r>
                    <a:rPr kumimoji="1" lang="zh-CN" altLang="en-US" sz="2200" dirty="0">
                      <a:ea typeface="宋体" pitchFamily="2" charset="-122"/>
                    </a:rPr>
                    <a:t>99003</a:t>
                  </a:r>
                  <a:endParaRPr kumimoji="1" lang="zh-CN" altLang="en-US" sz="2400" dirty="0">
                    <a:ea typeface="宋体" pitchFamily="2" charset="-122"/>
                  </a:endParaRPr>
                </a:p>
              </p:txBody>
            </p:sp>
            <p:sp>
              <p:nvSpPr>
                <p:cNvPr id="52264" name="Rectangle 26"/>
                <p:cNvSpPr>
                  <a:spLocks noChangeArrowheads="1"/>
                </p:cNvSpPr>
                <p:nvPr/>
              </p:nvSpPr>
              <p:spPr bwMode="auto">
                <a:xfrm>
                  <a:off x="1488" y="1248"/>
                  <a:ext cx="672" cy="240"/>
                </a:xfrm>
                <a:prstGeom prst="rect">
                  <a:avLst/>
                </a:prstGeom>
                <a:noFill/>
                <a:ln w="22225" cap="sq">
                  <a:solidFill>
                    <a:srgbClr val="008000"/>
                  </a:solidFill>
                  <a:miter lim="800000"/>
                  <a:headEnd type="none" w="sm" len="sm"/>
                  <a:tailEnd type="none" w="sm" len="sm"/>
                </a:ln>
              </p:spPr>
              <p:txBody>
                <a:bodyPr wrap="none" anchor="ctr"/>
                <a:lstStyle/>
                <a:p>
                  <a:pPr eaLnBrk="1" fontAlgn="base" hangingPunct="1">
                    <a:spcBef>
                      <a:spcPct val="0"/>
                    </a:spcBef>
                  </a:pPr>
                  <a:r>
                    <a:rPr kumimoji="1" lang="zh-CN" altLang="en-US" sz="2200" dirty="0">
                      <a:latin typeface="楷体_GB2312" panose="02010609030101010101" pitchFamily="49" charset="-122"/>
                    </a:rPr>
                    <a:t>王 明 </a:t>
                  </a:r>
                  <a:r>
                    <a:rPr kumimoji="1" lang="zh-CN" altLang="en-US" sz="2400" dirty="0">
                      <a:latin typeface="楷体_GB2312" panose="02010609030101010101" pitchFamily="49" charset="-122"/>
                    </a:rPr>
                    <a:t> </a:t>
                  </a:r>
                  <a:endParaRPr kumimoji="1" lang="zh-CN" altLang="en-US" sz="2400" dirty="0">
                    <a:ea typeface="宋体" pitchFamily="2" charset="-122"/>
                  </a:endParaRPr>
                </a:p>
              </p:txBody>
            </p:sp>
            <p:sp>
              <p:nvSpPr>
                <p:cNvPr id="52265" name="Rectangle 27"/>
                <p:cNvSpPr>
                  <a:spLocks noChangeArrowheads="1"/>
                </p:cNvSpPr>
                <p:nvPr/>
              </p:nvSpPr>
              <p:spPr bwMode="auto">
                <a:xfrm>
                  <a:off x="2160" y="1248"/>
                  <a:ext cx="480" cy="240"/>
                </a:xfrm>
                <a:prstGeom prst="rect">
                  <a:avLst/>
                </a:prstGeom>
                <a:noFill/>
                <a:ln w="22225" cap="sq">
                  <a:solidFill>
                    <a:srgbClr val="008000"/>
                  </a:solidFill>
                  <a:miter lim="800000"/>
                  <a:headEnd type="none" w="sm" len="sm"/>
                  <a:tailEnd type="none" w="sm" len="sm"/>
                </a:ln>
              </p:spPr>
              <p:txBody>
                <a:bodyPr wrap="none" anchor="ctr"/>
                <a:lstStyle/>
                <a:p>
                  <a:pPr eaLnBrk="1" fontAlgn="base" hangingPunct="1">
                    <a:spcBef>
                      <a:spcPct val="0"/>
                    </a:spcBef>
                  </a:pPr>
                  <a:r>
                    <a:rPr kumimoji="1" lang="zh-CN" altLang="en-US" sz="2400" dirty="0"/>
                    <a:t> </a:t>
                  </a:r>
                  <a:r>
                    <a:rPr kumimoji="1" lang="zh-CN" altLang="en-US" sz="2200" dirty="0"/>
                    <a:t>男</a:t>
                  </a:r>
                  <a:endParaRPr kumimoji="1" lang="zh-CN" altLang="en-US" sz="2400" dirty="0">
                    <a:ea typeface="宋体" pitchFamily="2" charset="-122"/>
                  </a:endParaRPr>
                </a:p>
              </p:txBody>
            </p:sp>
            <p:sp>
              <p:nvSpPr>
                <p:cNvPr id="52266" name="Rectangle 28"/>
                <p:cNvSpPr>
                  <a:spLocks noChangeArrowheads="1"/>
                </p:cNvSpPr>
                <p:nvPr/>
              </p:nvSpPr>
              <p:spPr bwMode="auto">
                <a:xfrm>
                  <a:off x="2640" y="1248"/>
                  <a:ext cx="384" cy="240"/>
                </a:xfrm>
                <a:prstGeom prst="rect">
                  <a:avLst/>
                </a:prstGeom>
                <a:noFill/>
                <a:ln w="22225" cap="sq">
                  <a:solidFill>
                    <a:srgbClr val="008000"/>
                  </a:solidFill>
                  <a:miter lim="800000"/>
                  <a:headEnd type="none" w="sm" len="sm"/>
                  <a:tailEnd type="none" w="sm" len="sm"/>
                </a:ln>
              </p:spPr>
              <p:txBody>
                <a:bodyPr wrap="none" anchor="ctr"/>
                <a:lstStyle/>
                <a:p>
                  <a:pPr eaLnBrk="1" fontAlgn="base" hangingPunct="1">
                    <a:spcBef>
                      <a:spcPct val="0"/>
                    </a:spcBef>
                  </a:pPr>
                  <a:r>
                    <a:rPr kumimoji="1" lang="zh-CN" altLang="en-US" sz="2200" dirty="0">
                      <a:ea typeface="宋体" pitchFamily="2" charset="-122"/>
                    </a:rPr>
                    <a:t>17</a:t>
                  </a:r>
                  <a:endParaRPr kumimoji="1" lang="zh-CN" altLang="en-US" sz="2400" dirty="0">
                    <a:ea typeface="宋体" pitchFamily="2" charset="-122"/>
                  </a:endParaRPr>
                </a:p>
              </p:txBody>
            </p:sp>
            <p:sp>
              <p:nvSpPr>
                <p:cNvPr id="52267" name="Rectangle 29"/>
                <p:cNvSpPr>
                  <a:spLocks noChangeArrowheads="1"/>
                </p:cNvSpPr>
                <p:nvPr/>
              </p:nvSpPr>
              <p:spPr bwMode="auto">
                <a:xfrm>
                  <a:off x="3024" y="1248"/>
                  <a:ext cx="1104" cy="240"/>
                </a:xfrm>
                <a:prstGeom prst="rect">
                  <a:avLst/>
                </a:prstGeom>
                <a:noFill/>
                <a:ln w="22225" cap="sq">
                  <a:solidFill>
                    <a:srgbClr val="008000"/>
                  </a:solidFill>
                  <a:miter lim="800000"/>
                  <a:headEnd type="none" w="sm" len="sm"/>
                  <a:tailEnd type="none" w="sm" len="sm"/>
                </a:ln>
              </p:spPr>
              <p:txBody>
                <a:bodyPr wrap="none" anchor="ctr"/>
                <a:lstStyle/>
                <a:p>
                  <a:pPr eaLnBrk="1" fontAlgn="base" hangingPunct="1">
                    <a:spcBef>
                      <a:spcPct val="0"/>
                    </a:spcBef>
                  </a:pPr>
                  <a:r>
                    <a:rPr kumimoji="1" lang="zh-CN" altLang="en-US" sz="2400" dirty="0">
                      <a:ea typeface="宋体" pitchFamily="2" charset="-122"/>
                    </a:rPr>
                    <a:t>     ……</a:t>
                  </a:r>
                  <a:endParaRPr kumimoji="1" lang="zh-CN" altLang="en-US" sz="2400" dirty="0">
                    <a:ea typeface="宋体" pitchFamily="2" charset="-122"/>
                  </a:endParaRPr>
                </a:p>
              </p:txBody>
            </p:sp>
          </p:grpSp>
          <p:grpSp>
            <p:nvGrpSpPr>
              <p:cNvPr id="10" name="Group 30"/>
              <p:cNvGrpSpPr/>
              <p:nvPr/>
            </p:nvGrpSpPr>
            <p:grpSpPr bwMode="auto">
              <a:xfrm>
                <a:off x="1440" y="2664"/>
                <a:ext cx="3216" cy="216"/>
                <a:chOff x="912" y="1248"/>
                <a:chExt cx="3216" cy="240"/>
              </a:xfrm>
            </p:grpSpPr>
            <p:sp>
              <p:nvSpPr>
                <p:cNvPr id="52258" name="Rectangle 31"/>
                <p:cNvSpPr>
                  <a:spLocks noChangeArrowheads="1"/>
                </p:cNvSpPr>
                <p:nvPr/>
              </p:nvSpPr>
              <p:spPr bwMode="auto">
                <a:xfrm>
                  <a:off x="912" y="1248"/>
                  <a:ext cx="576" cy="240"/>
                </a:xfrm>
                <a:prstGeom prst="rect">
                  <a:avLst/>
                </a:prstGeom>
                <a:noFill/>
                <a:ln w="22225" cap="sq">
                  <a:solidFill>
                    <a:srgbClr val="008000"/>
                  </a:solidFill>
                  <a:miter lim="800000"/>
                  <a:headEnd type="none" w="sm" len="sm"/>
                  <a:tailEnd type="none" w="sm" len="sm"/>
                </a:ln>
              </p:spPr>
              <p:txBody>
                <a:bodyPr wrap="none" anchor="ctr"/>
                <a:lstStyle/>
                <a:p>
                  <a:pPr eaLnBrk="1" fontAlgn="base" hangingPunct="1">
                    <a:spcBef>
                      <a:spcPct val="0"/>
                    </a:spcBef>
                  </a:pPr>
                  <a:r>
                    <a:rPr kumimoji="1" lang="zh-CN" altLang="en-US" sz="2200" dirty="0">
                      <a:ea typeface="宋体" pitchFamily="2" charset="-122"/>
                    </a:rPr>
                    <a:t>99050</a:t>
                  </a:r>
                  <a:endParaRPr kumimoji="1" lang="zh-CN" altLang="en-US" sz="2400" dirty="0">
                    <a:ea typeface="宋体" pitchFamily="2" charset="-122"/>
                  </a:endParaRPr>
                </a:p>
              </p:txBody>
            </p:sp>
            <p:sp>
              <p:nvSpPr>
                <p:cNvPr id="52259" name="Rectangle 32"/>
                <p:cNvSpPr>
                  <a:spLocks noChangeArrowheads="1"/>
                </p:cNvSpPr>
                <p:nvPr/>
              </p:nvSpPr>
              <p:spPr bwMode="auto">
                <a:xfrm>
                  <a:off x="1488" y="1248"/>
                  <a:ext cx="672" cy="240"/>
                </a:xfrm>
                <a:prstGeom prst="rect">
                  <a:avLst/>
                </a:prstGeom>
                <a:noFill/>
                <a:ln w="22225" cap="sq">
                  <a:solidFill>
                    <a:srgbClr val="008000"/>
                  </a:solidFill>
                  <a:miter lim="800000"/>
                  <a:headEnd type="none" w="sm" len="sm"/>
                  <a:tailEnd type="none" w="sm" len="sm"/>
                </a:ln>
              </p:spPr>
              <p:txBody>
                <a:bodyPr wrap="none" anchor="ctr"/>
                <a:lstStyle/>
                <a:p>
                  <a:pPr eaLnBrk="1" fontAlgn="base" hangingPunct="1">
                    <a:spcBef>
                      <a:spcPct val="0"/>
                    </a:spcBef>
                  </a:pPr>
                  <a:r>
                    <a:rPr kumimoji="1" lang="zh-CN" altLang="en-US" sz="2200" dirty="0">
                      <a:latin typeface="楷体_GB2312" panose="02010609030101010101" pitchFamily="49" charset="-122"/>
                    </a:rPr>
                    <a:t>刘 东</a:t>
                  </a:r>
                  <a:endParaRPr kumimoji="1" lang="zh-CN" altLang="en-US" sz="2400" dirty="0">
                    <a:ea typeface="宋体" pitchFamily="2" charset="-122"/>
                  </a:endParaRPr>
                </a:p>
              </p:txBody>
            </p:sp>
            <p:sp>
              <p:nvSpPr>
                <p:cNvPr id="52260" name="Rectangle 33"/>
                <p:cNvSpPr>
                  <a:spLocks noChangeArrowheads="1"/>
                </p:cNvSpPr>
                <p:nvPr/>
              </p:nvSpPr>
              <p:spPr bwMode="auto">
                <a:xfrm>
                  <a:off x="2160" y="1248"/>
                  <a:ext cx="480" cy="240"/>
                </a:xfrm>
                <a:prstGeom prst="rect">
                  <a:avLst/>
                </a:prstGeom>
                <a:noFill/>
                <a:ln w="22225" cap="sq">
                  <a:solidFill>
                    <a:srgbClr val="008000"/>
                  </a:solidFill>
                  <a:miter lim="800000"/>
                  <a:headEnd type="none" w="sm" len="sm"/>
                  <a:tailEnd type="none" w="sm" len="sm"/>
                </a:ln>
              </p:spPr>
              <p:txBody>
                <a:bodyPr wrap="none" anchor="ctr"/>
                <a:lstStyle/>
                <a:p>
                  <a:pPr eaLnBrk="1" fontAlgn="base" hangingPunct="1">
                    <a:spcBef>
                      <a:spcPct val="0"/>
                    </a:spcBef>
                  </a:pPr>
                  <a:r>
                    <a:rPr kumimoji="1" lang="zh-CN" altLang="en-US" sz="2200" dirty="0"/>
                    <a:t> 女</a:t>
                  </a:r>
                  <a:endParaRPr kumimoji="1" lang="zh-CN" altLang="en-US" sz="2400" dirty="0">
                    <a:ea typeface="宋体" pitchFamily="2" charset="-122"/>
                  </a:endParaRPr>
                </a:p>
              </p:txBody>
            </p:sp>
            <p:sp>
              <p:nvSpPr>
                <p:cNvPr id="52261" name="Rectangle 34"/>
                <p:cNvSpPr>
                  <a:spLocks noChangeArrowheads="1"/>
                </p:cNvSpPr>
                <p:nvPr/>
              </p:nvSpPr>
              <p:spPr bwMode="auto">
                <a:xfrm>
                  <a:off x="2640" y="1248"/>
                  <a:ext cx="384" cy="240"/>
                </a:xfrm>
                <a:prstGeom prst="rect">
                  <a:avLst/>
                </a:prstGeom>
                <a:noFill/>
                <a:ln w="22225" cap="sq">
                  <a:solidFill>
                    <a:srgbClr val="008000"/>
                  </a:solidFill>
                  <a:miter lim="800000"/>
                  <a:headEnd type="none" w="sm" len="sm"/>
                  <a:tailEnd type="none" w="sm" len="sm"/>
                </a:ln>
              </p:spPr>
              <p:txBody>
                <a:bodyPr wrap="none" anchor="ctr"/>
                <a:lstStyle/>
                <a:p>
                  <a:pPr eaLnBrk="1" fontAlgn="base" hangingPunct="1">
                    <a:spcBef>
                      <a:spcPct val="0"/>
                    </a:spcBef>
                  </a:pPr>
                  <a:r>
                    <a:rPr kumimoji="1" lang="zh-CN" altLang="en-US" sz="2200" dirty="0">
                      <a:ea typeface="宋体" pitchFamily="2" charset="-122"/>
                    </a:rPr>
                    <a:t>19</a:t>
                  </a:r>
                  <a:endParaRPr kumimoji="1" lang="zh-CN" altLang="en-US" sz="2400" dirty="0">
                    <a:ea typeface="宋体" pitchFamily="2" charset="-122"/>
                  </a:endParaRPr>
                </a:p>
              </p:txBody>
            </p:sp>
            <p:sp>
              <p:nvSpPr>
                <p:cNvPr id="52262" name="Rectangle 35"/>
                <p:cNvSpPr>
                  <a:spLocks noChangeArrowheads="1"/>
                </p:cNvSpPr>
                <p:nvPr/>
              </p:nvSpPr>
              <p:spPr bwMode="auto">
                <a:xfrm>
                  <a:off x="3024" y="1248"/>
                  <a:ext cx="1104" cy="240"/>
                </a:xfrm>
                <a:prstGeom prst="rect">
                  <a:avLst/>
                </a:prstGeom>
                <a:noFill/>
                <a:ln w="22225" cap="sq">
                  <a:solidFill>
                    <a:srgbClr val="008000"/>
                  </a:solidFill>
                  <a:miter lim="800000"/>
                  <a:headEnd type="none" w="sm" len="sm"/>
                  <a:tailEnd type="none" w="sm" len="sm"/>
                </a:ln>
              </p:spPr>
              <p:txBody>
                <a:bodyPr wrap="none" anchor="ctr"/>
                <a:lstStyle/>
                <a:p>
                  <a:pPr eaLnBrk="1" fontAlgn="base" hangingPunct="1">
                    <a:spcBef>
                      <a:spcPct val="0"/>
                    </a:spcBef>
                  </a:pPr>
                  <a:r>
                    <a:rPr kumimoji="1" lang="zh-CN" altLang="en-US" sz="2400" dirty="0">
                      <a:ea typeface="宋体" pitchFamily="2" charset="-122"/>
                    </a:rPr>
                    <a:t>     ……</a:t>
                  </a:r>
                  <a:endParaRPr kumimoji="1" lang="zh-CN" altLang="en-US" sz="2400" dirty="0">
                    <a:ea typeface="宋体" pitchFamily="2" charset="-122"/>
                  </a:endParaRPr>
                </a:p>
              </p:txBody>
            </p:sp>
          </p:grpSp>
          <p:grpSp>
            <p:nvGrpSpPr>
              <p:cNvPr id="11" name="Group 36"/>
              <p:cNvGrpSpPr/>
              <p:nvPr/>
            </p:nvGrpSpPr>
            <p:grpSpPr bwMode="auto">
              <a:xfrm>
                <a:off x="1440" y="2016"/>
                <a:ext cx="3216" cy="216"/>
                <a:chOff x="912" y="1248"/>
                <a:chExt cx="3216" cy="240"/>
              </a:xfrm>
            </p:grpSpPr>
            <p:sp>
              <p:nvSpPr>
                <p:cNvPr id="52253" name="Rectangle 37"/>
                <p:cNvSpPr>
                  <a:spLocks noChangeArrowheads="1"/>
                </p:cNvSpPr>
                <p:nvPr/>
              </p:nvSpPr>
              <p:spPr bwMode="auto">
                <a:xfrm>
                  <a:off x="912" y="1248"/>
                  <a:ext cx="576" cy="240"/>
                </a:xfrm>
                <a:prstGeom prst="rect">
                  <a:avLst/>
                </a:prstGeom>
                <a:noFill/>
                <a:ln w="22225" cap="sq">
                  <a:solidFill>
                    <a:srgbClr val="008000"/>
                  </a:solidFill>
                  <a:miter lim="800000"/>
                  <a:headEnd type="none" w="sm" len="sm"/>
                  <a:tailEnd type="none" w="sm" len="sm"/>
                </a:ln>
              </p:spPr>
              <p:txBody>
                <a:bodyPr wrap="none" anchor="ctr"/>
                <a:lstStyle/>
                <a:p>
                  <a:pPr eaLnBrk="1" fontAlgn="base" hangingPunct="1">
                    <a:spcBef>
                      <a:spcPct val="0"/>
                    </a:spcBef>
                  </a:pPr>
                  <a:r>
                    <a:rPr kumimoji="1" lang="zh-CN" altLang="en-US" sz="2400" dirty="0">
                      <a:ea typeface="宋体" pitchFamily="2" charset="-122"/>
                      <a:sym typeface="Symbol" pitchFamily="18" charset="2"/>
                    </a:rPr>
                    <a:t>  </a:t>
                  </a:r>
                  <a:endParaRPr kumimoji="1" lang="zh-CN" altLang="en-US" sz="2400" dirty="0">
                    <a:ea typeface="宋体" pitchFamily="2" charset="-122"/>
                    <a:sym typeface="Symbol" pitchFamily="18" charset="2"/>
                  </a:endParaRPr>
                </a:p>
              </p:txBody>
            </p:sp>
            <p:sp>
              <p:nvSpPr>
                <p:cNvPr id="52254" name="Rectangle 38"/>
                <p:cNvSpPr>
                  <a:spLocks noChangeArrowheads="1"/>
                </p:cNvSpPr>
                <p:nvPr/>
              </p:nvSpPr>
              <p:spPr bwMode="auto">
                <a:xfrm>
                  <a:off x="1488" y="1248"/>
                  <a:ext cx="672" cy="240"/>
                </a:xfrm>
                <a:prstGeom prst="rect">
                  <a:avLst/>
                </a:prstGeom>
                <a:noFill/>
                <a:ln w="22225" cap="sq">
                  <a:solidFill>
                    <a:srgbClr val="008000"/>
                  </a:solidFill>
                  <a:miter lim="800000"/>
                  <a:headEnd type="none" w="sm" len="sm"/>
                  <a:tailEnd type="none" w="sm" len="sm"/>
                </a:ln>
              </p:spPr>
              <p:txBody>
                <a:bodyPr wrap="none" anchor="ctr"/>
                <a:lstStyle/>
                <a:p>
                  <a:pPr eaLnBrk="1" fontAlgn="base" hangingPunct="1">
                    <a:spcBef>
                      <a:spcPct val="0"/>
                    </a:spcBef>
                  </a:pPr>
                  <a:r>
                    <a:rPr kumimoji="1" lang="zh-CN" altLang="en-US" sz="2400" dirty="0">
                      <a:ea typeface="宋体" pitchFamily="2" charset="-122"/>
                      <a:sym typeface="Symbol" pitchFamily="18" charset="2"/>
                    </a:rPr>
                    <a:t>  </a:t>
                  </a:r>
                  <a:endParaRPr kumimoji="1" lang="zh-CN" altLang="en-US" sz="2400" dirty="0">
                    <a:ea typeface="宋体" pitchFamily="2" charset="-122"/>
                    <a:sym typeface="Symbol" pitchFamily="18" charset="2"/>
                  </a:endParaRPr>
                </a:p>
              </p:txBody>
            </p:sp>
            <p:sp>
              <p:nvSpPr>
                <p:cNvPr id="52255" name="Rectangle 39"/>
                <p:cNvSpPr>
                  <a:spLocks noChangeArrowheads="1"/>
                </p:cNvSpPr>
                <p:nvPr/>
              </p:nvSpPr>
              <p:spPr bwMode="auto">
                <a:xfrm>
                  <a:off x="2160" y="1248"/>
                  <a:ext cx="480" cy="240"/>
                </a:xfrm>
                <a:prstGeom prst="rect">
                  <a:avLst/>
                </a:prstGeom>
                <a:noFill/>
                <a:ln w="22225" cap="sq">
                  <a:solidFill>
                    <a:srgbClr val="008000"/>
                  </a:solidFill>
                  <a:miter lim="800000"/>
                  <a:headEnd type="none" w="sm" len="sm"/>
                  <a:tailEnd type="none" w="sm" len="sm"/>
                </a:ln>
              </p:spPr>
              <p:txBody>
                <a:bodyPr wrap="none" anchor="ctr"/>
                <a:lstStyle/>
                <a:p>
                  <a:pPr eaLnBrk="1" fontAlgn="base" hangingPunct="1">
                    <a:spcBef>
                      <a:spcPct val="0"/>
                    </a:spcBef>
                  </a:pPr>
                  <a:r>
                    <a:rPr kumimoji="1" lang="zh-CN" altLang="en-US" sz="2400" dirty="0"/>
                    <a:t> </a:t>
                  </a:r>
                  <a:r>
                    <a:rPr kumimoji="1" lang="zh-CN" altLang="en-US" sz="2400" dirty="0">
                      <a:ea typeface="宋体" pitchFamily="2" charset="-122"/>
                      <a:sym typeface="Symbol" pitchFamily="18" charset="2"/>
                    </a:rPr>
                    <a:t></a:t>
                  </a:r>
                  <a:endParaRPr kumimoji="1" lang="zh-CN" altLang="en-US" sz="2400" dirty="0">
                    <a:ea typeface="宋体" pitchFamily="2" charset="-122"/>
                    <a:sym typeface="Symbol" pitchFamily="18" charset="2"/>
                  </a:endParaRPr>
                </a:p>
              </p:txBody>
            </p:sp>
            <p:sp>
              <p:nvSpPr>
                <p:cNvPr id="52256" name="Rectangle 40"/>
                <p:cNvSpPr>
                  <a:spLocks noChangeArrowheads="1"/>
                </p:cNvSpPr>
                <p:nvPr/>
              </p:nvSpPr>
              <p:spPr bwMode="auto">
                <a:xfrm>
                  <a:off x="2640" y="1248"/>
                  <a:ext cx="384" cy="240"/>
                </a:xfrm>
                <a:prstGeom prst="rect">
                  <a:avLst/>
                </a:prstGeom>
                <a:noFill/>
                <a:ln w="22225" cap="sq">
                  <a:solidFill>
                    <a:srgbClr val="008000"/>
                  </a:solidFill>
                  <a:miter lim="800000"/>
                  <a:headEnd type="none" w="sm" len="sm"/>
                  <a:tailEnd type="none" w="sm" len="sm"/>
                </a:ln>
              </p:spPr>
              <p:txBody>
                <a:bodyPr wrap="none" anchor="ctr"/>
                <a:lstStyle/>
                <a:p>
                  <a:pPr eaLnBrk="1" fontAlgn="base" hangingPunct="1">
                    <a:spcBef>
                      <a:spcPct val="0"/>
                    </a:spcBef>
                  </a:pPr>
                  <a:r>
                    <a:rPr kumimoji="1" lang="zh-CN" altLang="en-US" sz="2400" dirty="0">
                      <a:ea typeface="宋体" pitchFamily="2" charset="-122"/>
                      <a:sym typeface="Symbol" pitchFamily="18" charset="2"/>
                    </a:rPr>
                    <a:t> </a:t>
                  </a:r>
                  <a:endParaRPr kumimoji="1" lang="zh-CN" altLang="en-US" sz="2400" dirty="0">
                    <a:ea typeface="宋体" pitchFamily="2" charset="-122"/>
                    <a:sym typeface="Symbol" pitchFamily="18" charset="2"/>
                  </a:endParaRPr>
                </a:p>
              </p:txBody>
            </p:sp>
            <p:sp>
              <p:nvSpPr>
                <p:cNvPr id="52257" name="Rectangle 41"/>
                <p:cNvSpPr>
                  <a:spLocks noChangeArrowheads="1"/>
                </p:cNvSpPr>
                <p:nvPr/>
              </p:nvSpPr>
              <p:spPr bwMode="auto">
                <a:xfrm>
                  <a:off x="3024" y="1248"/>
                  <a:ext cx="1104" cy="240"/>
                </a:xfrm>
                <a:prstGeom prst="rect">
                  <a:avLst/>
                </a:prstGeom>
                <a:noFill/>
                <a:ln w="22225" cap="sq">
                  <a:solidFill>
                    <a:srgbClr val="008000"/>
                  </a:solidFill>
                  <a:miter lim="800000"/>
                  <a:headEnd type="none" w="sm" len="sm"/>
                  <a:tailEnd type="none" w="sm" len="sm"/>
                </a:ln>
              </p:spPr>
              <p:txBody>
                <a:bodyPr wrap="none" anchor="ctr"/>
                <a:lstStyle/>
                <a:p>
                  <a:pPr eaLnBrk="1" fontAlgn="base" hangingPunct="1">
                    <a:spcBef>
                      <a:spcPct val="0"/>
                    </a:spcBef>
                  </a:pPr>
                  <a:r>
                    <a:rPr kumimoji="1" lang="zh-CN" altLang="en-US" sz="2400" dirty="0">
                      <a:ea typeface="宋体" pitchFamily="2" charset="-122"/>
                    </a:rPr>
                    <a:t>     ……</a:t>
                  </a:r>
                  <a:endParaRPr kumimoji="1" lang="zh-CN" altLang="en-US" sz="2400" dirty="0">
                    <a:ea typeface="宋体" pitchFamily="2" charset="-122"/>
                  </a:endParaRPr>
                </a:p>
              </p:txBody>
            </p:sp>
          </p:grpSp>
          <p:sp>
            <p:nvSpPr>
              <p:cNvPr id="52240" name="Rectangle 42"/>
              <p:cNvSpPr>
                <a:spLocks noChangeArrowheads="1"/>
              </p:cNvSpPr>
              <p:nvPr/>
            </p:nvSpPr>
            <p:spPr bwMode="auto">
              <a:xfrm>
                <a:off x="1474" y="1122"/>
                <a:ext cx="3855" cy="216"/>
              </a:xfrm>
              <a:prstGeom prst="rect">
                <a:avLst/>
              </a:prstGeom>
              <a:noFill/>
              <a:ln w="12700" cap="sq">
                <a:noFill/>
                <a:miter lim="800000"/>
                <a:headEnd type="none" w="sm" len="sm"/>
                <a:tailEnd type="none" w="sm" len="sm"/>
              </a:ln>
            </p:spPr>
            <p:txBody>
              <a:bodyPr wrap="none" anchor="ctr"/>
              <a:lstStyle/>
              <a:p>
                <a:pPr eaLnBrk="1" fontAlgn="base" hangingPunct="1">
                  <a:spcBef>
                    <a:spcPct val="0"/>
                  </a:spcBef>
                </a:pPr>
                <a:r>
                  <a:rPr kumimoji="1" lang="zh-CN" altLang="en-US" sz="2000">
                    <a:solidFill>
                      <a:srgbClr val="0000CC"/>
                    </a:solidFill>
                    <a:latin typeface="幼圆" pitchFamily="49" charset="-122"/>
                    <a:ea typeface="幼圆" pitchFamily="49" charset="-122"/>
                  </a:rPr>
                  <a:t>学 号   姓 名  性别 年龄     其  他</a:t>
                </a:r>
                <a:endParaRPr kumimoji="1" lang="zh-CN" altLang="en-US" sz="2400">
                  <a:solidFill>
                    <a:srgbClr val="0000CC"/>
                  </a:solidFill>
                  <a:latin typeface="幼圆" pitchFamily="49" charset="-122"/>
                  <a:ea typeface="幼圆" pitchFamily="49" charset="-122"/>
                </a:endParaRPr>
              </a:p>
            </p:txBody>
          </p:sp>
          <p:grpSp>
            <p:nvGrpSpPr>
              <p:cNvPr id="12" name="Group 43"/>
              <p:cNvGrpSpPr/>
              <p:nvPr/>
            </p:nvGrpSpPr>
            <p:grpSpPr bwMode="auto">
              <a:xfrm>
                <a:off x="1440" y="2448"/>
                <a:ext cx="3216" cy="216"/>
                <a:chOff x="912" y="1248"/>
                <a:chExt cx="3216" cy="240"/>
              </a:xfrm>
            </p:grpSpPr>
            <p:sp>
              <p:nvSpPr>
                <p:cNvPr id="52248" name="Rectangle 44"/>
                <p:cNvSpPr>
                  <a:spLocks noChangeArrowheads="1"/>
                </p:cNvSpPr>
                <p:nvPr/>
              </p:nvSpPr>
              <p:spPr bwMode="auto">
                <a:xfrm>
                  <a:off x="912" y="1248"/>
                  <a:ext cx="576" cy="240"/>
                </a:xfrm>
                <a:prstGeom prst="rect">
                  <a:avLst/>
                </a:prstGeom>
                <a:noFill/>
                <a:ln w="22225" cap="sq">
                  <a:solidFill>
                    <a:srgbClr val="008000"/>
                  </a:solidFill>
                  <a:miter lim="800000"/>
                  <a:headEnd type="none" w="sm" len="sm"/>
                  <a:tailEnd type="none" w="sm" len="sm"/>
                </a:ln>
              </p:spPr>
              <p:txBody>
                <a:bodyPr wrap="none" anchor="ctr"/>
                <a:lstStyle/>
                <a:p>
                  <a:pPr eaLnBrk="1" fontAlgn="base" hangingPunct="1">
                    <a:spcBef>
                      <a:spcPct val="0"/>
                    </a:spcBef>
                  </a:pPr>
                  <a:r>
                    <a:rPr kumimoji="1" lang="zh-CN" altLang="en-US" sz="2400" dirty="0">
                      <a:ea typeface="宋体" pitchFamily="2" charset="-122"/>
                      <a:sym typeface="Symbol" pitchFamily="18" charset="2"/>
                    </a:rPr>
                    <a:t>  </a:t>
                  </a:r>
                  <a:endParaRPr kumimoji="1" lang="zh-CN" altLang="en-US" sz="2400" dirty="0">
                    <a:ea typeface="宋体" pitchFamily="2" charset="-122"/>
                    <a:sym typeface="Symbol" pitchFamily="18" charset="2"/>
                  </a:endParaRPr>
                </a:p>
              </p:txBody>
            </p:sp>
            <p:sp>
              <p:nvSpPr>
                <p:cNvPr id="52249" name="Rectangle 45"/>
                <p:cNvSpPr>
                  <a:spLocks noChangeArrowheads="1"/>
                </p:cNvSpPr>
                <p:nvPr/>
              </p:nvSpPr>
              <p:spPr bwMode="auto">
                <a:xfrm>
                  <a:off x="1488" y="1248"/>
                  <a:ext cx="672" cy="240"/>
                </a:xfrm>
                <a:prstGeom prst="rect">
                  <a:avLst/>
                </a:prstGeom>
                <a:noFill/>
                <a:ln w="22225" cap="sq">
                  <a:solidFill>
                    <a:srgbClr val="008000"/>
                  </a:solidFill>
                  <a:miter lim="800000"/>
                  <a:headEnd type="none" w="sm" len="sm"/>
                  <a:tailEnd type="none" w="sm" len="sm"/>
                </a:ln>
              </p:spPr>
              <p:txBody>
                <a:bodyPr wrap="none" anchor="ctr"/>
                <a:lstStyle/>
                <a:p>
                  <a:pPr eaLnBrk="1" fontAlgn="base" hangingPunct="1">
                    <a:spcBef>
                      <a:spcPct val="0"/>
                    </a:spcBef>
                  </a:pPr>
                  <a:r>
                    <a:rPr kumimoji="1" lang="zh-CN" altLang="en-US" sz="2400">
                      <a:ea typeface="宋体" pitchFamily="2" charset="-122"/>
                      <a:sym typeface="Symbol" pitchFamily="18" charset="2"/>
                    </a:rPr>
                    <a:t>  </a:t>
                  </a:r>
                  <a:endParaRPr kumimoji="1" lang="zh-CN" altLang="en-US" sz="2400">
                    <a:ea typeface="宋体" pitchFamily="2" charset="-122"/>
                    <a:sym typeface="Symbol" pitchFamily="18" charset="2"/>
                  </a:endParaRPr>
                </a:p>
              </p:txBody>
            </p:sp>
            <p:sp>
              <p:nvSpPr>
                <p:cNvPr id="52250" name="Rectangle 46"/>
                <p:cNvSpPr>
                  <a:spLocks noChangeArrowheads="1"/>
                </p:cNvSpPr>
                <p:nvPr/>
              </p:nvSpPr>
              <p:spPr bwMode="auto">
                <a:xfrm>
                  <a:off x="2160" y="1248"/>
                  <a:ext cx="480" cy="240"/>
                </a:xfrm>
                <a:prstGeom prst="rect">
                  <a:avLst/>
                </a:prstGeom>
                <a:noFill/>
                <a:ln w="22225" cap="sq">
                  <a:solidFill>
                    <a:srgbClr val="008000"/>
                  </a:solidFill>
                  <a:miter lim="800000"/>
                  <a:headEnd type="none" w="sm" len="sm"/>
                  <a:tailEnd type="none" w="sm" len="sm"/>
                </a:ln>
              </p:spPr>
              <p:txBody>
                <a:bodyPr wrap="none" anchor="ctr"/>
                <a:lstStyle/>
                <a:p>
                  <a:pPr eaLnBrk="1" fontAlgn="base" hangingPunct="1">
                    <a:spcBef>
                      <a:spcPct val="0"/>
                    </a:spcBef>
                  </a:pPr>
                  <a:r>
                    <a:rPr kumimoji="1" lang="zh-CN" altLang="en-US" sz="2400" dirty="0"/>
                    <a:t> </a:t>
                  </a:r>
                  <a:r>
                    <a:rPr kumimoji="1" lang="zh-CN" altLang="en-US" sz="2400" dirty="0">
                      <a:ea typeface="宋体" pitchFamily="2" charset="-122"/>
                      <a:sym typeface="Symbol" pitchFamily="18" charset="2"/>
                    </a:rPr>
                    <a:t></a:t>
                  </a:r>
                  <a:endParaRPr kumimoji="1" lang="zh-CN" altLang="en-US" sz="2400" dirty="0">
                    <a:ea typeface="宋体" pitchFamily="2" charset="-122"/>
                    <a:sym typeface="Symbol" pitchFamily="18" charset="2"/>
                  </a:endParaRPr>
                </a:p>
              </p:txBody>
            </p:sp>
            <p:sp>
              <p:nvSpPr>
                <p:cNvPr id="52251" name="Rectangle 47"/>
                <p:cNvSpPr>
                  <a:spLocks noChangeArrowheads="1"/>
                </p:cNvSpPr>
                <p:nvPr/>
              </p:nvSpPr>
              <p:spPr bwMode="auto">
                <a:xfrm>
                  <a:off x="2640" y="1248"/>
                  <a:ext cx="384" cy="240"/>
                </a:xfrm>
                <a:prstGeom prst="rect">
                  <a:avLst/>
                </a:prstGeom>
                <a:noFill/>
                <a:ln w="22225" cap="sq">
                  <a:solidFill>
                    <a:srgbClr val="008000"/>
                  </a:solidFill>
                  <a:miter lim="800000"/>
                  <a:headEnd type="none" w="sm" len="sm"/>
                  <a:tailEnd type="none" w="sm" len="sm"/>
                </a:ln>
              </p:spPr>
              <p:txBody>
                <a:bodyPr wrap="none" anchor="ctr"/>
                <a:lstStyle/>
                <a:p>
                  <a:pPr eaLnBrk="1" fontAlgn="base" hangingPunct="1">
                    <a:spcBef>
                      <a:spcPct val="0"/>
                    </a:spcBef>
                  </a:pPr>
                  <a:r>
                    <a:rPr kumimoji="1" lang="zh-CN" altLang="en-US" sz="2400" dirty="0">
                      <a:ea typeface="宋体" pitchFamily="2" charset="-122"/>
                      <a:sym typeface="Symbol" pitchFamily="18" charset="2"/>
                    </a:rPr>
                    <a:t> </a:t>
                  </a:r>
                  <a:endParaRPr kumimoji="1" lang="zh-CN" altLang="en-US" sz="2400" dirty="0">
                    <a:ea typeface="宋体" pitchFamily="2" charset="-122"/>
                    <a:sym typeface="Symbol" pitchFamily="18" charset="2"/>
                  </a:endParaRPr>
                </a:p>
              </p:txBody>
            </p:sp>
            <p:sp>
              <p:nvSpPr>
                <p:cNvPr id="52252" name="Rectangle 48"/>
                <p:cNvSpPr>
                  <a:spLocks noChangeArrowheads="1"/>
                </p:cNvSpPr>
                <p:nvPr/>
              </p:nvSpPr>
              <p:spPr bwMode="auto">
                <a:xfrm>
                  <a:off x="3024" y="1248"/>
                  <a:ext cx="1104" cy="240"/>
                </a:xfrm>
                <a:prstGeom prst="rect">
                  <a:avLst/>
                </a:prstGeom>
                <a:noFill/>
                <a:ln w="22225" cap="sq">
                  <a:solidFill>
                    <a:srgbClr val="008000"/>
                  </a:solidFill>
                  <a:miter lim="800000"/>
                  <a:headEnd type="none" w="sm" len="sm"/>
                  <a:tailEnd type="none" w="sm" len="sm"/>
                </a:ln>
              </p:spPr>
              <p:txBody>
                <a:bodyPr wrap="none" anchor="ctr"/>
                <a:lstStyle/>
                <a:p>
                  <a:pPr eaLnBrk="1" fontAlgn="base" hangingPunct="1">
                    <a:spcBef>
                      <a:spcPct val="0"/>
                    </a:spcBef>
                  </a:pPr>
                  <a:r>
                    <a:rPr kumimoji="1" lang="zh-CN" altLang="en-US" sz="2400" dirty="0">
                      <a:ea typeface="宋体" pitchFamily="2" charset="-122"/>
                    </a:rPr>
                    <a:t>     ……</a:t>
                  </a:r>
                  <a:endParaRPr kumimoji="1" lang="zh-CN" altLang="en-US" sz="2400" dirty="0">
                    <a:ea typeface="宋体" pitchFamily="2" charset="-122"/>
                  </a:endParaRPr>
                </a:p>
              </p:txBody>
            </p:sp>
          </p:grpSp>
          <p:grpSp>
            <p:nvGrpSpPr>
              <p:cNvPr id="13" name="Group 49"/>
              <p:cNvGrpSpPr/>
              <p:nvPr/>
            </p:nvGrpSpPr>
            <p:grpSpPr bwMode="auto">
              <a:xfrm>
                <a:off x="1440" y="2232"/>
                <a:ext cx="3216" cy="216"/>
                <a:chOff x="912" y="1248"/>
                <a:chExt cx="3216" cy="240"/>
              </a:xfrm>
            </p:grpSpPr>
            <p:sp>
              <p:nvSpPr>
                <p:cNvPr id="52243" name="Rectangle 50"/>
                <p:cNvSpPr>
                  <a:spLocks noChangeArrowheads="1"/>
                </p:cNvSpPr>
                <p:nvPr/>
              </p:nvSpPr>
              <p:spPr bwMode="auto">
                <a:xfrm>
                  <a:off x="912" y="1248"/>
                  <a:ext cx="576" cy="240"/>
                </a:xfrm>
                <a:prstGeom prst="rect">
                  <a:avLst/>
                </a:prstGeom>
                <a:noFill/>
                <a:ln w="22225" cap="sq">
                  <a:solidFill>
                    <a:srgbClr val="008080"/>
                  </a:solidFill>
                  <a:miter lim="800000"/>
                  <a:headEnd type="none" w="sm" len="sm"/>
                  <a:tailEnd type="none" w="sm" len="sm"/>
                </a:ln>
              </p:spPr>
              <p:txBody>
                <a:bodyPr wrap="none" anchor="ctr"/>
                <a:lstStyle/>
                <a:p>
                  <a:pPr eaLnBrk="1" fontAlgn="base" hangingPunct="1">
                    <a:spcBef>
                      <a:spcPct val="0"/>
                    </a:spcBef>
                  </a:pPr>
                  <a:r>
                    <a:rPr kumimoji="1" lang="zh-CN" altLang="en-US" sz="2400" dirty="0">
                      <a:ea typeface="宋体" pitchFamily="2" charset="-122"/>
                      <a:sym typeface="Symbol" pitchFamily="18" charset="2"/>
                    </a:rPr>
                    <a:t>  </a:t>
                  </a:r>
                  <a:endParaRPr kumimoji="1" lang="zh-CN" altLang="en-US" sz="2400" dirty="0">
                    <a:ea typeface="宋体" pitchFamily="2" charset="-122"/>
                    <a:sym typeface="Symbol" pitchFamily="18" charset="2"/>
                  </a:endParaRPr>
                </a:p>
              </p:txBody>
            </p:sp>
            <p:sp>
              <p:nvSpPr>
                <p:cNvPr id="52244" name="Rectangle 51"/>
                <p:cNvSpPr>
                  <a:spLocks noChangeArrowheads="1"/>
                </p:cNvSpPr>
                <p:nvPr/>
              </p:nvSpPr>
              <p:spPr bwMode="auto">
                <a:xfrm>
                  <a:off x="1488" y="1248"/>
                  <a:ext cx="672" cy="240"/>
                </a:xfrm>
                <a:prstGeom prst="rect">
                  <a:avLst/>
                </a:prstGeom>
                <a:noFill/>
                <a:ln w="22225" cap="sq">
                  <a:solidFill>
                    <a:srgbClr val="008080"/>
                  </a:solidFill>
                  <a:miter lim="800000"/>
                  <a:headEnd type="none" w="sm" len="sm"/>
                  <a:tailEnd type="none" w="sm" len="sm"/>
                </a:ln>
              </p:spPr>
              <p:txBody>
                <a:bodyPr wrap="none" anchor="ctr"/>
                <a:lstStyle/>
                <a:p>
                  <a:pPr eaLnBrk="1" fontAlgn="base" hangingPunct="1">
                    <a:spcBef>
                      <a:spcPct val="0"/>
                    </a:spcBef>
                  </a:pPr>
                  <a:r>
                    <a:rPr kumimoji="1" lang="zh-CN" altLang="en-US" sz="2400" dirty="0">
                      <a:ea typeface="宋体" pitchFamily="2" charset="-122"/>
                      <a:sym typeface="Symbol" pitchFamily="18" charset="2"/>
                    </a:rPr>
                    <a:t>  </a:t>
                  </a:r>
                  <a:endParaRPr kumimoji="1" lang="zh-CN" altLang="en-US" sz="2400" dirty="0">
                    <a:ea typeface="宋体" pitchFamily="2" charset="-122"/>
                    <a:sym typeface="Symbol" pitchFamily="18" charset="2"/>
                  </a:endParaRPr>
                </a:p>
              </p:txBody>
            </p:sp>
            <p:sp>
              <p:nvSpPr>
                <p:cNvPr id="52245" name="Rectangle 52"/>
                <p:cNvSpPr>
                  <a:spLocks noChangeArrowheads="1"/>
                </p:cNvSpPr>
                <p:nvPr/>
              </p:nvSpPr>
              <p:spPr bwMode="auto">
                <a:xfrm>
                  <a:off x="2160" y="1248"/>
                  <a:ext cx="480" cy="240"/>
                </a:xfrm>
                <a:prstGeom prst="rect">
                  <a:avLst/>
                </a:prstGeom>
                <a:noFill/>
                <a:ln w="22225" cap="sq">
                  <a:solidFill>
                    <a:srgbClr val="008080"/>
                  </a:solidFill>
                  <a:miter lim="800000"/>
                  <a:headEnd type="none" w="sm" len="sm"/>
                  <a:tailEnd type="none" w="sm" len="sm"/>
                </a:ln>
              </p:spPr>
              <p:txBody>
                <a:bodyPr wrap="none" anchor="ctr"/>
                <a:lstStyle/>
                <a:p>
                  <a:pPr eaLnBrk="1" fontAlgn="base" hangingPunct="1">
                    <a:spcBef>
                      <a:spcPct val="0"/>
                    </a:spcBef>
                  </a:pPr>
                  <a:r>
                    <a:rPr kumimoji="1" lang="zh-CN" altLang="en-US" sz="2400" dirty="0"/>
                    <a:t> </a:t>
                  </a:r>
                  <a:r>
                    <a:rPr kumimoji="1" lang="zh-CN" altLang="en-US" sz="2400" dirty="0">
                      <a:ea typeface="宋体" pitchFamily="2" charset="-122"/>
                      <a:sym typeface="Symbol" pitchFamily="18" charset="2"/>
                    </a:rPr>
                    <a:t></a:t>
                  </a:r>
                  <a:endParaRPr kumimoji="1" lang="zh-CN" altLang="en-US" sz="2400" dirty="0">
                    <a:ea typeface="宋体" pitchFamily="2" charset="-122"/>
                    <a:sym typeface="Symbol" pitchFamily="18" charset="2"/>
                  </a:endParaRPr>
                </a:p>
              </p:txBody>
            </p:sp>
            <p:sp>
              <p:nvSpPr>
                <p:cNvPr id="52246" name="Rectangle 53"/>
                <p:cNvSpPr>
                  <a:spLocks noChangeArrowheads="1"/>
                </p:cNvSpPr>
                <p:nvPr/>
              </p:nvSpPr>
              <p:spPr bwMode="auto">
                <a:xfrm>
                  <a:off x="2640" y="1248"/>
                  <a:ext cx="384" cy="240"/>
                </a:xfrm>
                <a:prstGeom prst="rect">
                  <a:avLst/>
                </a:prstGeom>
                <a:noFill/>
                <a:ln w="22225" cap="sq">
                  <a:solidFill>
                    <a:srgbClr val="008080"/>
                  </a:solidFill>
                  <a:miter lim="800000"/>
                  <a:headEnd type="none" w="sm" len="sm"/>
                  <a:tailEnd type="none" w="sm" len="sm"/>
                </a:ln>
              </p:spPr>
              <p:txBody>
                <a:bodyPr wrap="none" anchor="ctr"/>
                <a:lstStyle/>
                <a:p>
                  <a:pPr eaLnBrk="1" fontAlgn="base" hangingPunct="1">
                    <a:spcBef>
                      <a:spcPct val="0"/>
                    </a:spcBef>
                  </a:pPr>
                  <a:r>
                    <a:rPr kumimoji="1" lang="zh-CN" altLang="en-US" sz="2400">
                      <a:ea typeface="宋体" pitchFamily="2" charset="-122"/>
                      <a:sym typeface="Symbol" pitchFamily="18" charset="2"/>
                    </a:rPr>
                    <a:t> </a:t>
                  </a:r>
                  <a:endParaRPr kumimoji="1" lang="zh-CN" altLang="en-US" sz="2400">
                    <a:ea typeface="宋体" pitchFamily="2" charset="-122"/>
                    <a:sym typeface="Symbol" pitchFamily="18" charset="2"/>
                  </a:endParaRPr>
                </a:p>
              </p:txBody>
            </p:sp>
            <p:sp>
              <p:nvSpPr>
                <p:cNvPr id="52247" name="Rectangle 54"/>
                <p:cNvSpPr>
                  <a:spLocks noChangeArrowheads="1"/>
                </p:cNvSpPr>
                <p:nvPr/>
              </p:nvSpPr>
              <p:spPr bwMode="auto">
                <a:xfrm>
                  <a:off x="3024" y="1248"/>
                  <a:ext cx="1104" cy="240"/>
                </a:xfrm>
                <a:prstGeom prst="rect">
                  <a:avLst/>
                </a:prstGeom>
                <a:noFill/>
                <a:ln w="22225" cap="sq">
                  <a:solidFill>
                    <a:srgbClr val="008080"/>
                  </a:solidFill>
                  <a:miter lim="800000"/>
                  <a:headEnd type="none" w="sm" len="sm"/>
                  <a:tailEnd type="none" w="sm" len="sm"/>
                </a:ln>
              </p:spPr>
              <p:txBody>
                <a:bodyPr wrap="none" anchor="ctr"/>
                <a:lstStyle/>
                <a:p>
                  <a:pPr eaLnBrk="1" fontAlgn="base" hangingPunct="1">
                    <a:spcBef>
                      <a:spcPct val="0"/>
                    </a:spcBef>
                  </a:pPr>
                  <a:r>
                    <a:rPr kumimoji="1" lang="zh-CN" altLang="en-US" sz="2400">
                      <a:ea typeface="宋体" pitchFamily="2" charset="-122"/>
                    </a:rPr>
                    <a:t>     ……</a:t>
                  </a:r>
                  <a:endParaRPr kumimoji="1" lang="zh-CN" altLang="en-US" sz="2400">
                    <a:ea typeface="宋体" pitchFamily="2" charset="-122"/>
                  </a:endParaRPr>
                </a:p>
              </p:txBody>
            </p:sp>
          </p:grpSp>
        </p:grpSp>
        <p:grpSp>
          <p:nvGrpSpPr>
            <p:cNvPr id="14" name="Group 55"/>
            <p:cNvGrpSpPr/>
            <p:nvPr/>
          </p:nvGrpSpPr>
          <p:grpSpPr bwMode="auto">
            <a:xfrm>
              <a:off x="1135" y="1290"/>
              <a:ext cx="384" cy="1594"/>
              <a:chOff x="1152" y="1344"/>
              <a:chExt cx="384" cy="1594"/>
            </a:xfrm>
          </p:grpSpPr>
          <p:sp>
            <p:nvSpPr>
              <p:cNvPr id="52231" name="Text Box 56"/>
              <p:cNvSpPr txBox="1">
                <a:spLocks noChangeArrowheads="1"/>
              </p:cNvSpPr>
              <p:nvPr/>
            </p:nvSpPr>
            <p:spPr bwMode="auto">
              <a:xfrm>
                <a:off x="1152" y="1344"/>
                <a:ext cx="384" cy="1594"/>
              </a:xfrm>
              <a:prstGeom prst="rect">
                <a:avLst/>
              </a:prstGeom>
              <a:noFill/>
              <a:ln w="12700" cap="sq">
                <a:noFill/>
                <a:miter lim="800000"/>
                <a:headEnd type="none" w="sm" len="sm"/>
                <a:tailEnd type="none" w="sm" len="sm"/>
              </a:ln>
            </p:spPr>
            <p:txBody>
              <a:bodyPr>
                <a:spAutoFit/>
              </a:bodyPr>
              <a:lstStyle/>
              <a:p>
                <a:pPr eaLnBrk="1" fontAlgn="base" hangingPunct="1">
                  <a:spcBef>
                    <a:spcPct val="0"/>
                  </a:spcBef>
                </a:pPr>
                <a:r>
                  <a:rPr lang="en-US" altLang="zh-CN" sz="2400">
                    <a:solidFill>
                      <a:schemeClr val="accent2"/>
                    </a:solidFill>
                  </a:rPr>
                  <a:t>a</a:t>
                </a:r>
                <a:r>
                  <a:rPr lang="en-US" altLang="zh-CN" sz="2400" baseline="-25000">
                    <a:solidFill>
                      <a:schemeClr val="accent2"/>
                    </a:solidFill>
                  </a:rPr>
                  <a:t>1</a:t>
                </a:r>
                <a:endParaRPr lang="en-US" altLang="zh-CN" sz="2400" baseline="-25000">
                  <a:solidFill>
                    <a:schemeClr val="accent2"/>
                  </a:solidFill>
                </a:endParaRPr>
              </a:p>
              <a:p>
                <a:pPr eaLnBrk="1" fontAlgn="base" hangingPunct="1">
                  <a:spcBef>
                    <a:spcPct val="0"/>
                  </a:spcBef>
                </a:pPr>
                <a:r>
                  <a:rPr lang="en-US" altLang="zh-CN" sz="2400">
                    <a:solidFill>
                      <a:schemeClr val="accent2"/>
                    </a:solidFill>
                  </a:rPr>
                  <a:t>a</a:t>
                </a:r>
                <a:r>
                  <a:rPr lang="en-US" altLang="zh-CN" sz="2400" baseline="-25000">
                    <a:solidFill>
                      <a:schemeClr val="accent2"/>
                    </a:solidFill>
                  </a:rPr>
                  <a:t>2</a:t>
                </a:r>
                <a:endParaRPr lang="en-US" altLang="zh-CN" sz="2400" baseline="-25000">
                  <a:solidFill>
                    <a:schemeClr val="accent2"/>
                  </a:solidFill>
                </a:endParaRPr>
              </a:p>
              <a:p>
                <a:pPr eaLnBrk="1" fontAlgn="base" hangingPunct="1">
                  <a:spcBef>
                    <a:spcPct val="0"/>
                  </a:spcBef>
                </a:pPr>
                <a:r>
                  <a:rPr lang="en-US" altLang="zh-CN" sz="2400">
                    <a:solidFill>
                      <a:schemeClr val="accent2"/>
                    </a:solidFill>
                  </a:rPr>
                  <a:t>a</a:t>
                </a:r>
                <a:r>
                  <a:rPr lang="en-US" altLang="zh-CN" sz="2400" baseline="-25000">
                    <a:solidFill>
                      <a:schemeClr val="accent2"/>
                    </a:solidFill>
                  </a:rPr>
                  <a:t>3  </a:t>
                </a:r>
                <a:endParaRPr lang="en-US" altLang="zh-CN" sz="2400" baseline="-25000">
                  <a:solidFill>
                    <a:schemeClr val="accent2"/>
                  </a:solidFill>
                </a:endParaRPr>
              </a:p>
              <a:p>
                <a:pPr eaLnBrk="1" fontAlgn="base" hangingPunct="1">
                  <a:spcBef>
                    <a:spcPct val="0"/>
                  </a:spcBef>
                </a:pPr>
                <a:endParaRPr lang="en-US" altLang="zh-CN" sz="2400" baseline="-25000">
                  <a:solidFill>
                    <a:schemeClr val="accent2"/>
                  </a:solidFill>
                </a:endParaRPr>
              </a:p>
              <a:p>
                <a:pPr eaLnBrk="1" fontAlgn="base" hangingPunct="1">
                  <a:spcBef>
                    <a:spcPct val="0"/>
                  </a:spcBef>
                </a:pPr>
                <a:endParaRPr lang="en-US" altLang="zh-CN" sz="2400" baseline="-25000">
                  <a:solidFill>
                    <a:schemeClr val="accent2"/>
                  </a:solidFill>
                </a:endParaRPr>
              </a:p>
              <a:p>
                <a:pPr eaLnBrk="1" fontAlgn="base" hangingPunct="1">
                  <a:spcBef>
                    <a:spcPct val="0"/>
                  </a:spcBef>
                </a:pPr>
                <a:endParaRPr lang="en-US" altLang="zh-CN" sz="2400" baseline="-25000">
                  <a:solidFill>
                    <a:schemeClr val="accent2"/>
                  </a:solidFill>
                </a:endParaRPr>
              </a:p>
              <a:p>
                <a:pPr eaLnBrk="1" fontAlgn="base" hangingPunct="1">
                  <a:spcBef>
                    <a:spcPct val="0"/>
                  </a:spcBef>
                </a:pPr>
                <a:endParaRPr lang="en-US" altLang="zh-CN" sz="2400" baseline="-25000">
                  <a:solidFill>
                    <a:schemeClr val="accent2"/>
                  </a:solidFill>
                </a:endParaRPr>
              </a:p>
              <a:p>
                <a:pPr eaLnBrk="1" fontAlgn="base" hangingPunct="1">
                  <a:spcBef>
                    <a:spcPct val="0"/>
                  </a:spcBef>
                </a:pPr>
                <a:r>
                  <a:rPr lang="en-US" altLang="zh-CN" sz="2400">
                    <a:solidFill>
                      <a:schemeClr val="accent2"/>
                    </a:solidFill>
                  </a:rPr>
                  <a:t>a</a:t>
                </a:r>
                <a:r>
                  <a:rPr lang="en-US" altLang="zh-CN" sz="2000" baseline="-25000">
                    <a:solidFill>
                      <a:schemeClr val="accent2"/>
                    </a:solidFill>
                  </a:rPr>
                  <a:t>50</a:t>
                </a:r>
                <a:endParaRPr lang="zh-CN" altLang="en-US" sz="2000">
                  <a:solidFill>
                    <a:schemeClr val="accent2"/>
                  </a:solidFill>
                </a:endParaRPr>
              </a:p>
            </p:txBody>
          </p:sp>
          <p:sp>
            <p:nvSpPr>
              <p:cNvPr id="52232" name="Text Box 57"/>
              <p:cNvSpPr txBox="1">
                <a:spLocks noChangeArrowheads="1"/>
              </p:cNvSpPr>
              <p:nvPr/>
            </p:nvSpPr>
            <p:spPr bwMode="auto">
              <a:xfrm>
                <a:off x="1202" y="2287"/>
                <a:ext cx="183" cy="407"/>
              </a:xfrm>
              <a:prstGeom prst="rect">
                <a:avLst/>
              </a:prstGeom>
              <a:noFill/>
              <a:ln w="12700" cap="sq">
                <a:noFill/>
                <a:miter lim="800000"/>
              </a:ln>
            </p:spPr>
            <p:txBody>
              <a:bodyPr wrap="none">
                <a:spAutoFit/>
              </a:bodyPr>
              <a:lstStyle/>
              <a:p>
                <a:r>
                  <a:rPr lang="zh-CN" altLang="en-US" sz="3600">
                    <a:solidFill>
                      <a:schemeClr val="accent2"/>
                    </a:solidFill>
                  </a:rPr>
                  <a:t>.</a:t>
                </a:r>
                <a:endParaRPr lang="zh-CN" altLang="en-US" sz="3600">
                  <a:solidFill>
                    <a:schemeClr val="accent2"/>
                  </a:solidFill>
                </a:endParaRPr>
              </a:p>
            </p:txBody>
          </p:sp>
          <p:sp>
            <p:nvSpPr>
              <p:cNvPr id="52233" name="Text Box 58"/>
              <p:cNvSpPr txBox="1">
                <a:spLocks noChangeArrowheads="1"/>
              </p:cNvSpPr>
              <p:nvPr/>
            </p:nvSpPr>
            <p:spPr bwMode="auto">
              <a:xfrm>
                <a:off x="1199" y="2175"/>
                <a:ext cx="183" cy="407"/>
              </a:xfrm>
              <a:prstGeom prst="rect">
                <a:avLst/>
              </a:prstGeom>
              <a:noFill/>
              <a:ln w="12700" cap="sq">
                <a:noFill/>
                <a:miter lim="800000"/>
              </a:ln>
            </p:spPr>
            <p:txBody>
              <a:bodyPr wrap="none">
                <a:spAutoFit/>
              </a:bodyPr>
              <a:lstStyle/>
              <a:p>
                <a:r>
                  <a:rPr lang="zh-CN" altLang="en-US" sz="3600">
                    <a:solidFill>
                      <a:schemeClr val="accent2"/>
                    </a:solidFill>
                  </a:rPr>
                  <a:t>.</a:t>
                </a:r>
                <a:endParaRPr lang="zh-CN" altLang="en-US" sz="3600">
                  <a:solidFill>
                    <a:schemeClr val="accent2"/>
                  </a:solidFill>
                </a:endParaRPr>
              </a:p>
            </p:txBody>
          </p:sp>
          <p:sp>
            <p:nvSpPr>
              <p:cNvPr id="52234" name="Text Box 59"/>
              <p:cNvSpPr txBox="1">
                <a:spLocks noChangeArrowheads="1"/>
              </p:cNvSpPr>
              <p:nvPr/>
            </p:nvSpPr>
            <p:spPr bwMode="auto">
              <a:xfrm>
                <a:off x="1199" y="2064"/>
                <a:ext cx="183" cy="407"/>
              </a:xfrm>
              <a:prstGeom prst="rect">
                <a:avLst/>
              </a:prstGeom>
              <a:noFill/>
              <a:ln w="12700" cap="sq">
                <a:noFill/>
                <a:miter lim="800000"/>
              </a:ln>
            </p:spPr>
            <p:txBody>
              <a:bodyPr wrap="none">
                <a:spAutoFit/>
              </a:bodyPr>
              <a:lstStyle/>
              <a:p>
                <a:r>
                  <a:rPr lang="zh-CN" altLang="en-US" sz="3600">
                    <a:solidFill>
                      <a:schemeClr val="accent2"/>
                    </a:solidFill>
                  </a:rPr>
                  <a:t>.</a:t>
                </a:r>
                <a:endParaRPr lang="zh-CN" altLang="en-US" sz="3600">
                  <a:solidFill>
                    <a:schemeClr val="accent2"/>
                  </a:solidFill>
                </a:endParaRPr>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bwMode="auto">
          <a:xfrm>
            <a:off x="1005658" y="101997"/>
            <a:ext cx="5832475" cy="609600"/>
            <a:chOff x="324" y="432"/>
            <a:chExt cx="3356" cy="384"/>
          </a:xfrm>
        </p:grpSpPr>
        <p:sp>
          <p:nvSpPr>
            <p:cNvPr id="53280" name="Rectangle 3"/>
            <p:cNvSpPr>
              <a:spLocks noChangeArrowheads="1"/>
            </p:cNvSpPr>
            <p:nvPr/>
          </p:nvSpPr>
          <p:spPr bwMode="auto">
            <a:xfrm>
              <a:off x="324" y="432"/>
              <a:ext cx="2976" cy="384"/>
            </a:xfrm>
            <a:prstGeom prst="rect">
              <a:avLst/>
            </a:prstGeom>
            <a:solidFill>
              <a:srgbClr val="E1FFE1"/>
            </a:solidFill>
            <a:ln w="12700" cap="sq">
              <a:noFill/>
              <a:miter lim="800000"/>
            </a:ln>
            <a:effectLst>
              <a:outerShdw dist="71842" dir="2700000" algn="ctr" rotWithShape="0">
                <a:srgbClr val="B2B2B2"/>
              </a:outerShdw>
            </a:effectLst>
          </p:spPr>
          <p:txBody>
            <a:bodyPr wrap="none" anchor="ctr"/>
            <a:lstStyle/>
            <a:p>
              <a:endParaRPr lang="zh-CN" altLang="en-US"/>
            </a:p>
          </p:txBody>
        </p:sp>
        <p:sp>
          <p:nvSpPr>
            <p:cNvPr id="53281" name="Text Box 4"/>
            <p:cNvSpPr txBox="1">
              <a:spLocks noChangeArrowheads="1"/>
            </p:cNvSpPr>
            <p:nvPr/>
          </p:nvSpPr>
          <p:spPr bwMode="auto">
            <a:xfrm>
              <a:off x="432" y="432"/>
              <a:ext cx="3248" cy="368"/>
            </a:xfrm>
            <a:prstGeom prst="rect">
              <a:avLst/>
            </a:prstGeom>
            <a:noFill/>
            <a:ln w="12700" cap="sq">
              <a:noFill/>
              <a:miter lim="800000"/>
            </a:ln>
          </p:spPr>
          <p:txBody>
            <a:bodyPr>
              <a:spAutoFit/>
            </a:bodyPr>
            <a:lstStyle/>
            <a:p>
              <a:pPr fontAlgn="base">
                <a:spcBef>
                  <a:spcPct val="0"/>
                </a:spcBef>
              </a:pPr>
              <a:r>
                <a:rPr lang="en-US" altLang="zh-CN" sz="3200" dirty="0">
                  <a:solidFill>
                    <a:srgbClr val="002C84"/>
                  </a:solidFill>
                  <a:latin typeface="幼圆" pitchFamily="49" charset="-122"/>
                  <a:ea typeface="幼圆" pitchFamily="49" charset="-122"/>
                </a:rPr>
                <a:t>2.1.2 </a:t>
              </a:r>
              <a:r>
                <a:rPr lang="zh-CN" altLang="en-US" sz="3200" dirty="0">
                  <a:solidFill>
                    <a:srgbClr val="002C84"/>
                  </a:solidFill>
                  <a:latin typeface="幼圆" pitchFamily="49" charset="-122"/>
                  <a:ea typeface="幼圆" pitchFamily="49" charset="-122"/>
                </a:rPr>
                <a:t>线性表的基本操作 </a:t>
              </a:r>
              <a:endParaRPr lang="zh-CN" altLang="en-US" sz="3200" dirty="0">
                <a:solidFill>
                  <a:srgbClr val="002C84"/>
                </a:solidFill>
                <a:latin typeface="幼圆" pitchFamily="49" charset="-122"/>
                <a:ea typeface="幼圆" pitchFamily="49" charset="-122"/>
              </a:endParaRPr>
            </a:p>
          </p:txBody>
        </p:sp>
      </p:grpSp>
      <p:sp>
        <p:nvSpPr>
          <p:cNvPr id="584709" name="Text Box 5"/>
          <p:cNvSpPr txBox="1">
            <a:spLocks noChangeArrowheads="1"/>
          </p:cNvSpPr>
          <p:nvPr/>
        </p:nvSpPr>
        <p:spPr bwMode="auto">
          <a:xfrm>
            <a:off x="857127" y="1496566"/>
            <a:ext cx="4953000" cy="488950"/>
          </a:xfrm>
          <a:prstGeom prst="rect">
            <a:avLst/>
          </a:prstGeom>
          <a:noFill/>
          <a:ln w="9525">
            <a:noFill/>
            <a:miter lim="800000"/>
          </a:ln>
        </p:spPr>
        <p:txBody>
          <a:bodyPr>
            <a:spAutoFit/>
          </a:bodyPr>
          <a:lstStyle/>
          <a:p>
            <a:pPr fontAlgn="base">
              <a:spcBef>
                <a:spcPct val="0"/>
              </a:spcBef>
            </a:pPr>
            <a:r>
              <a:rPr lang="zh-CN" altLang="en-US" sz="2600">
                <a:solidFill>
                  <a:srgbClr val="000082"/>
                </a:solidFill>
              </a:rPr>
              <a:t>     1.  </a:t>
            </a:r>
            <a:r>
              <a:rPr lang="zh-CN" altLang="en-US" sz="2600">
                <a:solidFill>
                  <a:srgbClr val="FF0000"/>
                </a:solidFill>
                <a:ea typeface="黑体" panose="02010609060101010101" pitchFamily="2" charset="-122"/>
              </a:rPr>
              <a:t>创建</a:t>
            </a:r>
            <a:r>
              <a:rPr lang="zh-CN" altLang="en-US" sz="2600">
                <a:solidFill>
                  <a:srgbClr val="000082"/>
                </a:solidFill>
                <a:ea typeface="幼圆" pitchFamily="49" charset="-122"/>
              </a:rPr>
              <a:t>一个新的线性表</a:t>
            </a:r>
            <a:r>
              <a:rPr lang="zh-CN" altLang="en-US" sz="2600">
                <a:solidFill>
                  <a:srgbClr val="000082"/>
                </a:solidFill>
              </a:rPr>
              <a:t>。</a:t>
            </a:r>
            <a:endParaRPr lang="zh-CN" altLang="en-US" sz="2600">
              <a:solidFill>
                <a:srgbClr val="000082"/>
              </a:solidFill>
            </a:endParaRPr>
          </a:p>
        </p:txBody>
      </p:sp>
      <p:sp>
        <p:nvSpPr>
          <p:cNvPr id="584710" name="Text Box 6"/>
          <p:cNvSpPr txBox="1">
            <a:spLocks noChangeArrowheads="1"/>
          </p:cNvSpPr>
          <p:nvPr/>
        </p:nvSpPr>
        <p:spPr bwMode="auto">
          <a:xfrm>
            <a:off x="863477" y="1896616"/>
            <a:ext cx="4038600" cy="488950"/>
          </a:xfrm>
          <a:prstGeom prst="rect">
            <a:avLst/>
          </a:prstGeom>
          <a:noFill/>
          <a:ln w="12700" cap="sq">
            <a:noFill/>
            <a:miter lim="800000"/>
            <a:headEnd type="none" w="sm" len="sm"/>
            <a:tailEnd type="none" w="sm" len="sm"/>
          </a:ln>
        </p:spPr>
        <p:txBody>
          <a:bodyPr>
            <a:spAutoFit/>
          </a:bodyPr>
          <a:lstStyle/>
          <a:p>
            <a:pPr fontAlgn="base">
              <a:spcBef>
                <a:spcPct val="0"/>
              </a:spcBef>
            </a:pPr>
            <a:r>
              <a:rPr lang="zh-CN" altLang="en-US" sz="2600">
                <a:solidFill>
                  <a:srgbClr val="000082"/>
                </a:solidFill>
              </a:rPr>
              <a:t>     2.  </a:t>
            </a:r>
            <a:r>
              <a:rPr lang="zh-CN" altLang="en-US" sz="2600">
                <a:solidFill>
                  <a:srgbClr val="000082"/>
                </a:solidFill>
                <a:ea typeface="幼圆" pitchFamily="49" charset="-122"/>
              </a:rPr>
              <a:t>求线性表的长度</a:t>
            </a:r>
            <a:r>
              <a:rPr lang="zh-CN" altLang="en-US" sz="2600">
                <a:solidFill>
                  <a:srgbClr val="000082"/>
                </a:solidFill>
              </a:rPr>
              <a:t>。</a:t>
            </a:r>
            <a:endParaRPr kumimoji="1" lang="zh-CN" altLang="en-US" sz="2600">
              <a:solidFill>
                <a:srgbClr val="000082"/>
              </a:solidFill>
            </a:endParaRPr>
          </a:p>
        </p:txBody>
      </p:sp>
      <p:sp>
        <p:nvSpPr>
          <p:cNvPr id="584711" name="Text Box 7"/>
          <p:cNvSpPr txBox="1">
            <a:spLocks noChangeArrowheads="1"/>
          </p:cNvSpPr>
          <p:nvPr/>
        </p:nvSpPr>
        <p:spPr bwMode="auto">
          <a:xfrm>
            <a:off x="852364" y="2334766"/>
            <a:ext cx="5581650" cy="488950"/>
          </a:xfrm>
          <a:prstGeom prst="rect">
            <a:avLst/>
          </a:prstGeom>
          <a:noFill/>
          <a:ln w="12700" cap="sq">
            <a:noFill/>
            <a:miter lim="800000"/>
            <a:headEnd type="none" w="sm" len="sm"/>
            <a:tailEnd type="none" w="sm" len="sm"/>
          </a:ln>
        </p:spPr>
        <p:txBody>
          <a:bodyPr>
            <a:spAutoFit/>
          </a:bodyPr>
          <a:lstStyle/>
          <a:p>
            <a:pPr fontAlgn="base">
              <a:spcBef>
                <a:spcPct val="0"/>
              </a:spcBef>
            </a:pPr>
            <a:r>
              <a:rPr lang="zh-CN" altLang="en-US" sz="2600">
                <a:solidFill>
                  <a:srgbClr val="000082"/>
                </a:solidFill>
              </a:rPr>
              <a:t>     3.  </a:t>
            </a:r>
            <a:r>
              <a:rPr lang="zh-CN" altLang="en-US" sz="2600">
                <a:solidFill>
                  <a:srgbClr val="FF0000"/>
                </a:solidFill>
                <a:ea typeface="黑体" panose="02010609060101010101" pitchFamily="2" charset="-122"/>
              </a:rPr>
              <a:t>检索</a:t>
            </a:r>
            <a:r>
              <a:rPr lang="zh-CN" altLang="en-US" sz="2600">
                <a:solidFill>
                  <a:srgbClr val="000082"/>
                </a:solidFill>
                <a:ea typeface="幼圆" pitchFamily="49" charset="-122"/>
              </a:rPr>
              <a:t>线性表中第</a:t>
            </a:r>
            <a:r>
              <a:rPr lang="en-US" altLang="zh-CN" sz="2600">
                <a:solidFill>
                  <a:srgbClr val="000082"/>
                </a:solidFill>
              </a:rPr>
              <a:t>i</a:t>
            </a:r>
            <a:r>
              <a:rPr lang="zh-CN" altLang="en-US" sz="2600">
                <a:solidFill>
                  <a:srgbClr val="000082"/>
                </a:solidFill>
                <a:ea typeface="幼圆" pitchFamily="49" charset="-122"/>
              </a:rPr>
              <a:t>个数据元素</a:t>
            </a:r>
            <a:r>
              <a:rPr lang="zh-CN" altLang="en-US" sz="2600">
                <a:solidFill>
                  <a:srgbClr val="000082"/>
                </a:solidFill>
              </a:rPr>
              <a:t>。</a:t>
            </a:r>
            <a:endParaRPr kumimoji="1" lang="zh-CN" altLang="en-US" sz="2600">
              <a:solidFill>
                <a:srgbClr val="000082"/>
              </a:solidFill>
            </a:endParaRPr>
          </a:p>
        </p:txBody>
      </p:sp>
      <p:sp>
        <p:nvSpPr>
          <p:cNvPr id="584712" name="Text Box 8"/>
          <p:cNvSpPr txBox="1">
            <a:spLocks noChangeArrowheads="1"/>
          </p:cNvSpPr>
          <p:nvPr/>
        </p:nvSpPr>
        <p:spPr bwMode="auto">
          <a:xfrm>
            <a:off x="771402" y="2791966"/>
            <a:ext cx="7948613" cy="806450"/>
          </a:xfrm>
          <a:prstGeom prst="rect">
            <a:avLst/>
          </a:prstGeom>
          <a:noFill/>
          <a:ln w="12700" cap="sq">
            <a:noFill/>
            <a:miter lim="800000"/>
            <a:headEnd type="none" w="sm" len="sm"/>
            <a:tailEnd type="none" w="sm" len="sm"/>
          </a:ln>
        </p:spPr>
        <p:txBody>
          <a:bodyPr wrap="square">
            <a:spAutoFit/>
          </a:bodyPr>
          <a:lstStyle/>
          <a:p>
            <a:pPr fontAlgn="base">
              <a:lnSpc>
                <a:spcPct val="90000"/>
              </a:lnSpc>
              <a:spcBef>
                <a:spcPct val="0"/>
              </a:spcBef>
            </a:pPr>
            <a:r>
              <a:rPr lang="zh-CN" altLang="en-US" sz="2600" dirty="0">
                <a:solidFill>
                  <a:srgbClr val="FF0000"/>
                </a:solidFill>
              </a:rPr>
              <a:t>      4</a:t>
            </a:r>
            <a:r>
              <a:rPr lang="zh-CN" altLang="en-US" sz="2600" dirty="0">
                <a:solidFill>
                  <a:srgbClr val="7030A0"/>
                </a:solidFill>
              </a:rPr>
              <a:t>.  </a:t>
            </a:r>
            <a:r>
              <a:rPr lang="zh-CN" altLang="en-US" sz="2600" dirty="0">
                <a:solidFill>
                  <a:srgbClr val="7030A0"/>
                </a:solidFill>
                <a:latin typeface="幼圆" pitchFamily="49" charset="-122"/>
                <a:ea typeface="幼圆" pitchFamily="49" charset="-122"/>
              </a:rPr>
              <a:t>根据数据元素的某数据项(通常称为关键字)的 </a:t>
            </a:r>
            <a:endParaRPr lang="zh-CN" altLang="en-US" sz="2600" dirty="0">
              <a:solidFill>
                <a:srgbClr val="7030A0"/>
              </a:solidFill>
              <a:latin typeface="幼圆" pitchFamily="49" charset="-122"/>
              <a:ea typeface="幼圆" pitchFamily="49" charset="-122"/>
            </a:endParaRPr>
          </a:p>
          <a:p>
            <a:pPr fontAlgn="base">
              <a:lnSpc>
                <a:spcPct val="90000"/>
              </a:lnSpc>
              <a:spcBef>
                <a:spcPct val="0"/>
              </a:spcBef>
            </a:pPr>
            <a:r>
              <a:rPr lang="zh-CN" altLang="en-US" sz="2600" dirty="0">
                <a:solidFill>
                  <a:srgbClr val="7030A0"/>
                </a:solidFill>
                <a:latin typeface="幼圆" pitchFamily="49" charset="-122"/>
                <a:ea typeface="幼圆" pitchFamily="49" charset="-122"/>
              </a:rPr>
              <a:t>     值求该数据元素在线性表中的位置</a:t>
            </a:r>
            <a:r>
              <a:rPr lang="zh-CN" altLang="en-US" sz="2600" dirty="0">
                <a:solidFill>
                  <a:srgbClr val="FF0000"/>
                </a:solidFill>
                <a:latin typeface="幼圆" pitchFamily="49" charset="-122"/>
                <a:ea typeface="幼圆" pitchFamily="49" charset="-122"/>
              </a:rPr>
              <a:t>（</a:t>
            </a:r>
            <a:r>
              <a:rPr lang="zh-CN" altLang="en-US" sz="2600" b="1" dirty="0">
                <a:solidFill>
                  <a:srgbClr val="FF0000"/>
                </a:solidFill>
                <a:latin typeface="幼圆" pitchFamily="49" charset="-122"/>
                <a:ea typeface="幼圆" pitchFamily="49" charset="-122"/>
              </a:rPr>
              <a:t>查找</a:t>
            </a:r>
            <a:r>
              <a:rPr lang="zh-CN" altLang="en-US" sz="2600" dirty="0">
                <a:solidFill>
                  <a:srgbClr val="FF0000"/>
                </a:solidFill>
                <a:latin typeface="幼圆" pitchFamily="49" charset="-122"/>
                <a:ea typeface="幼圆" pitchFamily="49" charset="-122"/>
              </a:rPr>
              <a:t>）</a:t>
            </a:r>
            <a:r>
              <a:rPr lang="zh-CN" altLang="en-US" sz="2600" dirty="0">
                <a:solidFill>
                  <a:srgbClr val="FF0000"/>
                </a:solidFill>
              </a:rPr>
              <a:t>。</a:t>
            </a:r>
            <a:endParaRPr kumimoji="1" lang="zh-CN" altLang="en-US" sz="2600" dirty="0">
              <a:solidFill>
                <a:srgbClr val="FF0000"/>
              </a:solidFill>
            </a:endParaRPr>
          </a:p>
        </p:txBody>
      </p:sp>
      <p:sp>
        <p:nvSpPr>
          <p:cNvPr id="584713" name="Text Box 9"/>
          <p:cNvSpPr txBox="1">
            <a:spLocks noChangeArrowheads="1"/>
          </p:cNvSpPr>
          <p:nvPr/>
        </p:nvSpPr>
        <p:spPr bwMode="auto">
          <a:xfrm>
            <a:off x="1271464" y="3573016"/>
            <a:ext cx="8178800" cy="488950"/>
          </a:xfrm>
          <a:prstGeom prst="rect">
            <a:avLst/>
          </a:prstGeom>
          <a:noFill/>
          <a:ln w="12700" cap="sq">
            <a:noFill/>
            <a:miter lim="800000"/>
            <a:headEnd type="none" w="sm" len="sm"/>
            <a:tailEnd type="none" w="sm" len="sm"/>
          </a:ln>
        </p:spPr>
        <p:txBody>
          <a:bodyPr>
            <a:spAutoFit/>
          </a:bodyPr>
          <a:lstStyle/>
          <a:p>
            <a:pPr fontAlgn="base">
              <a:spcBef>
                <a:spcPct val="0"/>
              </a:spcBef>
            </a:pPr>
            <a:r>
              <a:rPr lang="zh-CN" altLang="en-US" sz="2600" dirty="0">
                <a:solidFill>
                  <a:srgbClr val="000082"/>
                </a:solidFill>
              </a:rPr>
              <a:t>5.  </a:t>
            </a:r>
            <a:r>
              <a:rPr lang="zh-CN" altLang="en-US" sz="2600" dirty="0">
                <a:solidFill>
                  <a:srgbClr val="000082"/>
                </a:solidFill>
                <a:ea typeface="幼圆" pitchFamily="49" charset="-122"/>
              </a:rPr>
              <a:t>在线性表的第</a:t>
            </a:r>
            <a:r>
              <a:rPr lang="en-US" altLang="zh-CN" sz="2600" dirty="0" err="1">
                <a:solidFill>
                  <a:srgbClr val="000082"/>
                </a:solidFill>
              </a:rPr>
              <a:t>i</a:t>
            </a:r>
            <a:r>
              <a:rPr lang="zh-CN" altLang="en-US" sz="2600" dirty="0">
                <a:solidFill>
                  <a:srgbClr val="000082"/>
                </a:solidFill>
                <a:ea typeface="幼圆" pitchFamily="49" charset="-122"/>
              </a:rPr>
              <a:t>个位置上存入一个新的数据元素</a:t>
            </a:r>
            <a:r>
              <a:rPr lang="zh-CN" altLang="en-US" sz="2600" dirty="0">
                <a:solidFill>
                  <a:srgbClr val="000082"/>
                </a:solidFill>
              </a:rPr>
              <a:t>。</a:t>
            </a:r>
            <a:endParaRPr kumimoji="1" lang="zh-CN" altLang="en-US" sz="2600" dirty="0">
              <a:solidFill>
                <a:srgbClr val="000082"/>
              </a:solidFill>
            </a:endParaRPr>
          </a:p>
        </p:txBody>
      </p:sp>
      <p:sp>
        <p:nvSpPr>
          <p:cNvPr id="53276" name="Text Box 16"/>
          <p:cNvSpPr txBox="1">
            <a:spLocks noChangeArrowheads="1"/>
          </p:cNvSpPr>
          <p:nvPr/>
        </p:nvSpPr>
        <p:spPr bwMode="auto">
          <a:xfrm>
            <a:off x="1261940" y="3973066"/>
            <a:ext cx="7948613" cy="493148"/>
          </a:xfrm>
          <a:prstGeom prst="rect">
            <a:avLst/>
          </a:prstGeom>
          <a:noFill/>
          <a:ln w="9525">
            <a:noFill/>
            <a:miter lim="800000"/>
          </a:ln>
        </p:spPr>
        <p:txBody>
          <a:bodyPr>
            <a:spAutoFit/>
          </a:bodyPr>
          <a:lstStyle/>
          <a:p>
            <a:pPr fontAlgn="base">
              <a:lnSpc>
                <a:spcPct val="110000"/>
              </a:lnSpc>
              <a:spcBef>
                <a:spcPct val="0"/>
              </a:spcBef>
            </a:pPr>
            <a:r>
              <a:rPr lang="zh-CN" altLang="en-US" sz="2600" dirty="0">
                <a:solidFill>
                  <a:srgbClr val="FF0000"/>
                </a:solidFill>
              </a:rPr>
              <a:t>6.  </a:t>
            </a:r>
            <a:r>
              <a:rPr lang="zh-CN" altLang="en-US" sz="2600" dirty="0">
                <a:solidFill>
                  <a:srgbClr val="7030A0"/>
                </a:solidFill>
                <a:ea typeface="幼圆" pitchFamily="49" charset="-122"/>
              </a:rPr>
              <a:t>在线性表的第</a:t>
            </a:r>
            <a:r>
              <a:rPr lang="en-US" altLang="zh-CN" sz="2600" dirty="0" err="1">
                <a:solidFill>
                  <a:srgbClr val="7030A0"/>
                </a:solidFill>
              </a:rPr>
              <a:t>i</a:t>
            </a:r>
            <a:r>
              <a:rPr lang="zh-CN" altLang="en-US" sz="2600" dirty="0">
                <a:solidFill>
                  <a:srgbClr val="7030A0"/>
                </a:solidFill>
                <a:ea typeface="幼圆" pitchFamily="49" charset="-122"/>
              </a:rPr>
              <a:t>个位置上</a:t>
            </a:r>
            <a:r>
              <a:rPr lang="zh-CN" altLang="en-US" sz="2600" b="1" dirty="0">
                <a:solidFill>
                  <a:srgbClr val="FF0000"/>
                </a:solidFill>
                <a:ea typeface="幼圆" pitchFamily="49" charset="-122"/>
              </a:rPr>
              <a:t>插入</a:t>
            </a:r>
            <a:r>
              <a:rPr lang="zh-CN" altLang="en-US" sz="2600" dirty="0">
                <a:solidFill>
                  <a:srgbClr val="7030A0"/>
                </a:solidFill>
                <a:ea typeface="幼圆" pitchFamily="49" charset="-122"/>
              </a:rPr>
              <a:t>一个新的数据元素</a:t>
            </a:r>
            <a:r>
              <a:rPr lang="zh-CN" altLang="en-US" sz="2600" dirty="0">
                <a:solidFill>
                  <a:srgbClr val="7030A0"/>
                </a:solidFill>
              </a:rPr>
              <a:t>。</a:t>
            </a:r>
            <a:endParaRPr lang="zh-CN" altLang="en-US" sz="2600" dirty="0">
              <a:solidFill>
                <a:srgbClr val="7030A0"/>
              </a:solidFill>
            </a:endParaRPr>
          </a:p>
        </p:txBody>
      </p:sp>
      <p:sp>
        <p:nvSpPr>
          <p:cNvPr id="584725" name="Freeform 21"/>
          <p:cNvSpPr/>
          <p:nvPr/>
        </p:nvSpPr>
        <p:spPr bwMode="auto">
          <a:xfrm>
            <a:off x="5075114" y="3619054"/>
            <a:ext cx="996950" cy="431800"/>
          </a:xfrm>
          <a:custGeom>
            <a:avLst/>
            <a:gdLst>
              <a:gd name="T0" fmla="*/ 2147483647 w 456"/>
              <a:gd name="T1" fmla="*/ 2147483647 h 223"/>
              <a:gd name="T2" fmla="*/ 2147483647 w 456"/>
              <a:gd name="T3" fmla="*/ 2147483647 h 223"/>
              <a:gd name="T4" fmla="*/ 2147483647 w 456"/>
              <a:gd name="T5" fmla="*/ 2147483647 h 223"/>
              <a:gd name="T6" fmla="*/ 2147483647 w 456"/>
              <a:gd name="T7" fmla="*/ 2147483647 h 223"/>
              <a:gd name="T8" fmla="*/ 2147483647 w 456"/>
              <a:gd name="T9" fmla="*/ 2147483647 h 223"/>
              <a:gd name="T10" fmla="*/ 2147483647 w 456"/>
              <a:gd name="T11" fmla="*/ 2147483647 h 223"/>
              <a:gd name="T12" fmla="*/ 2147483647 w 456"/>
              <a:gd name="T13" fmla="*/ 2147483647 h 223"/>
              <a:gd name="T14" fmla="*/ 2147483647 w 456"/>
              <a:gd name="T15" fmla="*/ 2147483647 h 223"/>
              <a:gd name="T16" fmla="*/ 2147483647 w 456"/>
              <a:gd name="T17" fmla="*/ 2147483647 h 22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56"/>
              <a:gd name="T28" fmla="*/ 0 h 223"/>
              <a:gd name="T29" fmla="*/ 456 w 456"/>
              <a:gd name="T30" fmla="*/ 223 h 22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56" h="223">
                <a:moveTo>
                  <a:pt x="241" y="2"/>
                </a:moveTo>
                <a:cubicBezTo>
                  <a:pt x="170" y="26"/>
                  <a:pt x="91" y="13"/>
                  <a:pt x="16" y="23"/>
                </a:cubicBezTo>
                <a:cubicBezTo>
                  <a:pt x="11" y="42"/>
                  <a:pt x="0" y="61"/>
                  <a:pt x="2" y="80"/>
                </a:cubicBezTo>
                <a:cubicBezTo>
                  <a:pt x="4" y="106"/>
                  <a:pt x="4" y="132"/>
                  <a:pt x="9" y="157"/>
                </a:cubicBezTo>
                <a:cubicBezTo>
                  <a:pt x="18" y="200"/>
                  <a:pt x="117" y="207"/>
                  <a:pt x="157" y="220"/>
                </a:cubicBezTo>
                <a:cubicBezTo>
                  <a:pt x="223" y="218"/>
                  <a:pt x="289" y="223"/>
                  <a:pt x="354" y="213"/>
                </a:cubicBezTo>
                <a:cubicBezTo>
                  <a:pt x="371" y="211"/>
                  <a:pt x="396" y="185"/>
                  <a:pt x="396" y="185"/>
                </a:cubicBezTo>
                <a:cubicBezTo>
                  <a:pt x="456" y="95"/>
                  <a:pt x="395" y="40"/>
                  <a:pt x="311" y="23"/>
                </a:cubicBezTo>
                <a:cubicBezTo>
                  <a:pt x="276" y="0"/>
                  <a:pt x="298" y="10"/>
                  <a:pt x="241" y="2"/>
                </a:cubicBezTo>
                <a:close/>
              </a:path>
            </a:pathLst>
          </a:custGeom>
          <a:noFill/>
          <a:ln w="53975" cap="sq" cmpd="sng">
            <a:solidFill>
              <a:srgbClr val="00A6A2"/>
            </a:solidFill>
            <a:prstDash val="solid"/>
            <a:round/>
          </a:ln>
        </p:spPr>
        <p:txBody>
          <a:bodyPr wrap="none" anchor="ctr"/>
          <a:lstStyle/>
          <a:p>
            <a:endParaRPr lang="zh-CN" altLang="en-US"/>
          </a:p>
        </p:txBody>
      </p:sp>
      <p:sp>
        <p:nvSpPr>
          <p:cNvPr id="584726" name="Freeform 22"/>
          <p:cNvSpPr/>
          <p:nvPr/>
        </p:nvSpPr>
        <p:spPr bwMode="auto">
          <a:xfrm>
            <a:off x="5090989" y="4061966"/>
            <a:ext cx="996950" cy="431800"/>
          </a:xfrm>
          <a:custGeom>
            <a:avLst/>
            <a:gdLst>
              <a:gd name="T0" fmla="*/ 2147483647 w 456"/>
              <a:gd name="T1" fmla="*/ 2147483647 h 223"/>
              <a:gd name="T2" fmla="*/ 2147483647 w 456"/>
              <a:gd name="T3" fmla="*/ 2147483647 h 223"/>
              <a:gd name="T4" fmla="*/ 2147483647 w 456"/>
              <a:gd name="T5" fmla="*/ 2147483647 h 223"/>
              <a:gd name="T6" fmla="*/ 2147483647 w 456"/>
              <a:gd name="T7" fmla="*/ 2147483647 h 223"/>
              <a:gd name="T8" fmla="*/ 2147483647 w 456"/>
              <a:gd name="T9" fmla="*/ 2147483647 h 223"/>
              <a:gd name="T10" fmla="*/ 2147483647 w 456"/>
              <a:gd name="T11" fmla="*/ 2147483647 h 223"/>
              <a:gd name="T12" fmla="*/ 2147483647 w 456"/>
              <a:gd name="T13" fmla="*/ 2147483647 h 223"/>
              <a:gd name="T14" fmla="*/ 2147483647 w 456"/>
              <a:gd name="T15" fmla="*/ 2147483647 h 223"/>
              <a:gd name="T16" fmla="*/ 2147483647 w 456"/>
              <a:gd name="T17" fmla="*/ 2147483647 h 22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56"/>
              <a:gd name="T28" fmla="*/ 0 h 223"/>
              <a:gd name="T29" fmla="*/ 456 w 456"/>
              <a:gd name="T30" fmla="*/ 223 h 22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56" h="223">
                <a:moveTo>
                  <a:pt x="241" y="2"/>
                </a:moveTo>
                <a:cubicBezTo>
                  <a:pt x="170" y="26"/>
                  <a:pt x="91" y="13"/>
                  <a:pt x="16" y="23"/>
                </a:cubicBezTo>
                <a:cubicBezTo>
                  <a:pt x="11" y="42"/>
                  <a:pt x="0" y="61"/>
                  <a:pt x="2" y="80"/>
                </a:cubicBezTo>
                <a:cubicBezTo>
                  <a:pt x="4" y="106"/>
                  <a:pt x="4" y="132"/>
                  <a:pt x="9" y="157"/>
                </a:cubicBezTo>
                <a:cubicBezTo>
                  <a:pt x="18" y="200"/>
                  <a:pt x="117" y="207"/>
                  <a:pt x="157" y="220"/>
                </a:cubicBezTo>
                <a:cubicBezTo>
                  <a:pt x="223" y="218"/>
                  <a:pt x="289" y="223"/>
                  <a:pt x="354" y="213"/>
                </a:cubicBezTo>
                <a:cubicBezTo>
                  <a:pt x="371" y="211"/>
                  <a:pt x="396" y="185"/>
                  <a:pt x="396" y="185"/>
                </a:cubicBezTo>
                <a:cubicBezTo>
                  <a:pt x="456" y="95"/>
                  <a:pt x="395" y="40"/>
                  <a:pt x="311" y="23"/>
                </a:cubicBezTo>
                <a:cubicBezTo>
                  <a:pt x="276" y="0"/>
                  <a:pt x="298" y="10"/>
                  <a:pt x="241" y="2"/>
                </a:cubicBezTo>
                <a:close/>
              </a:path>
            </a:pathLst>
          </a:custGeom>
          <a:noFill/>
          <a:ln w="53975" cap="sq" cmpd="sng">
            <a:solidFill>
              <a:srgbClr val="FF0000"/>
            </a:solidFill>
            <a:prstDash val="solid"/>
            <a:round/>
          </a:ln>
        </p:spPr>
        <p:txBody>
          <a:bodyPr wrap="none" anchor="ctr"/>
          <a:lstStyle/>
          <a:p>
            <a:endParaRPr lang="zh-CN" altLang="en-US"/>
          </a:p>
        </p:txBody>
      </p:sp>
      <p:sp>
        <p:nvSpPr>
          <p:cNvPr id="53271" name="Text Box 25"/>
          <p:cNvSpPr txBox="1">
            <a:spLocks noChangeArrowheads="1"/>
          </p:cNvSpPr>
          <p:nvPr/>
        </p:nvSpPr>
        <p:spPr bwMode="auto">
          <a:xfrm>
            <a:off x="1085728" y="4390579"/>
            <a:ext cx="5616575" cy="497444"/>
          </a:xfrm>
          <a:prstGeom prst="rect">
            <a:avLst/>
          </a:prstGeom>
          <a:noFill/>
          <a:ln w="12700" cap="sq">
            <a:noFill/>
            <a:miter lim="800000"/>
            <a:headEnd type="none" w="sm" len="sm"/>
            <a:tailEnd type="none" w="sm" len="sm"/>
          </a:ln>
        </p:spPr>
        <p:txBody>
          <a:bodyPr>
            <a:spAutoFit/>
          </a:bodyPr>
          <a:lstStyle/>
          <a:p>
            <a:pPr fontAlgn="base">
              <a:lnSpc>
                <a:spcPct val="110000"/>
              </a:lnSpc>
              <a:spcBef>
                <a:spcPct val="0"/>
              </a:spcBef>
            </a:pPr>
            <a:r>
              <a:rPr lang="zh-CN" altLang="en-US" sz="2600" dirty="0">
                <a:solidFill>
                  <a:srgbClr val="FF0000"/>
                </a:solidFill>
              </a:rPr>
              <a:t>  7.  </a:t>
            </a:r>
            <a:r>
              <a:rPr lang="zh-CN" altLang="en-US" sz="2600" b="1" dirty="0">
                <a:solidFill>
                  <a:srgbClr val="FF0000"/>
                </a:solidFill>
                <a:ea typeface="幼圆" pitchFamily="49" charset="-122"/>
              </a:rPr>
              <a:t>删除</a:t>
            </a:r>
            <a:r>
              <a:rPr lang="zh-CN" altLang="en-US" sz="2600" dirty="0">
                <a:solidFill>
                  <a:srgbClr val="7030A0"/>
                </a:solidFill>
                <a:ea typeface="幼圆" pitchFamily="49" charset="-122"/>
              </a:rPr>
              <a:t>线性表中第</a:t>
            </a:r>
            <a:r>
              <a:rPr lang="en-US" altLang="zh-CN" sz="2600" dirty="0" err="1">
                <a:solidFill>
                  <a:srgbClr val="7030A0"/>
                </a:solidFill>
              </a:rPr>
              <a:t>i</a:t>
            </a:r>
            <a:r>
              <a:rPr lang="zh-CN" altLang="en-US" sz="2600" dirty="0">
                <a:solidFill>
                  <a:srgbClr val="7030A0"/>
                </a:solidFill>
                <a:ea typeface="幼圆" pitchFamily="49" charset="-122"/>
              </a:rPr>
              <a:t>个数据元素</a:t>
            </a:r>
            <a:r>
              <a:rPr lang="zh-CN" altLang="en-US" sz="2600" dirty="0">
                <a:solidFill>
                  <a:srgbClr val="7030A0"/>
                </a:solidFill>
              </a:rPr>
              <a:t>。</a:t>
            </a:r>
            <a:endParaRPr kumimoji="1" lang="zh-CN" altLang="en-US" sz="2600" dirty="0">
              <a:solidFill>
                <a:srgbClr val="7030A0"/>
              </a:solidFill>
            </a:endParaRPr>
          </a:p>
        </p:txBody>
      </p:sp>
      <p:sp>
        <p:nvSpPr>
          <p:cNvPr id="584730" name="Rectangle 26"/>
          <p:cNvSpPr>
            <a:spLocks noChangeArrowheads="1"/>
          </p:cNvSpPr>
          <p:nvPr/>
        </p:nvSpPr>
        <p:spPr bwMode="auto">
          <a:xfrm>
            <a:off x="6049839" y="2322066"/>
            <a:ext cx="2108200" cy="488950"/>
          </a:xfrm>
          <a:prstGeom prst="rect">
            <a:avLst/>
          </a:prstGeom>
          <a:noFill/>
          <a:ln w="12700" cap="sq">
            <a:noFill/>
            <a:miter lim="800000"/>
          </a:ln>
        </p:spPr>
        <p:txBody>
          <a:bodyPr>
            <a:spAutoFit/>
          </a:bodyPr>
          <a:lstStyle/>
          <a:p>
            <a:r>
              <a:rPr lang="en-US" altLang="zh-CN" sz="2600">
                <a:solidFill>
                  <a:schemeClr val="accent2"/>
                </a:solidFill>
                <a:ea typeface="Dotum" pitchFamily="34" charset="-127"/>
              </a:rPr>
              <a:t>(1</a:t>
            </a:r>
            <a:r>
              <a:rPr lang="en-US" altLang="zh-CN" sz="2600">
                <a:solidFill>
                  <a:schemeClr val="accent2"/>
                </a:solidFill>
                <a:ea typeface="Dotum" pitchFamily="34" charset="-127"/>
                <a:cs typeface="Times New Roman" panose="02020503050405090304" pitchFamily="18" charset="0"/>
              </a:rPr>
              <a:t>≤i≤n)</a:t>
            </a:r>
            <a:endParaRPr lang="zh-CN" altLang="en-US" sz="2600">
              <a:solidFill>
                <a:schemeClr val="accent2"/>
              </a:solidFill>
              <a:ea typeface="Dotum" pitchFamily="34" charset="-127"/>
              <a:cs typeface="Times New Roman" panose="02020503050405090304" pitchFamily="18" charset="0"/>
            </a:endParaRPr>
          </a:p>
        </p:txBody>
      </p:sp>
      <p:sp>
        <p:nvSpPr>
          <p:cNvPr id="53266" name="Rectangle 33"/>
          <p:cNvSpPr>
            <a:spLocks noChangeArrowheads="1"/>
          </p:cNvSpPr>
          <p:nvPr/>
        </p:nvSpPr>
        <p:spPr bwMode="auto">
          <a:xfrm>
            <a:off x="1296915" y="4970884"/>
            <a:ext cx="7661275" cy="806450"/>
          </a:xfrm>
          <a:prstGeom prst="rect">
            <a:avLst/>
          </a:prstGeom>
          <a:noFill/>
          <a:ln w="9525">
            <a:noFill/>
            <a:miter lim="800000"/>
          </a:ln>
        </p:spPr>
        <p:txBody>
          <a:bodyPr>
            <a:spAutoFit/>
          </a:bodyPr>
          <a:lstStyle/>
          <a:p>
            <a:pPr fontAlgn="base">
              <a:lnSpc>
                <a:spcPct val="90000"/>
              </a:lnSpc>
              <a:spcBef>
                <a:spcPct val="0"/>
              </a:spcBef>
            </a:pPr>
            <a:r>
              <a:rPr lang="zh-CN" altLang="en-US" sz="2600" dirty="0">
                <a:solidFill>
                  <a:srgbClr val="000082"/>
                </a:solidFill>
              </a:rPr>
              <a:t>8.  </a:t>
            </a:r>
            <a:r>
              <a:rPr lang="zh-CN" altLang="en-US" sz="2600" dirty="0">
                <a:solidFill>
                  <a:srgbClr val="000082"/>
                </a:solidFill>
                <a:latin typeface="幼圆" pitchFamily="49" charset="-122"/>
                <a:ea typeface="幼圆" pitchFamily="49" charset="-122"/>
              </a:rPr>
              <a:t>对线性表中的数据元素按照某一个数据项的值的</a:t>
            </a:r>
            <a:endParaRPr lang="zh-CN" altLang="en-US" sz="2600" dirty="0">
              <a:solidFill>
                <a:srgbClr val="000082"/>
              </a:solidFill>
              <a:latin typeface="幼圆" pitchFamily="49" charset="-122"/>
              <a:ea typeface="幼圆" pitchFamily="49" charset="-122"/>
            </a:endParaRPr>
          </a:p>
          <a:p>
            <a:pPr fontAlgn="base">
              <a:lnSpc>
                <a:spcPct val="90000"/>
              </a:lnSpc>
              <a:spcBef>
                <a:spcPct val="0"/>
              </a:spcBef>
            </a:pPr>
            <a:r>
              <a:rPr lang="zh-CN" altLang="en-US" sz="2600" dirty="0">
                <a:solidFill>
                  <a:srgbClr val="000082"/>
                </a:solidFill>
                <a:latin typeface="幼圆" pitchFamily="49" charset="-122"/>
                <a:ea typeface="幼圆" pitchFamily="49" charset="-122"/>
              </a:rPr>
              <a:t>  大小做升序或者降序</a:t>
            </a:r>
            <a:r>
              <a:rPr lang="zh-CN" altLang="en-US" sz="2600" dirty="0">
                <a:solidFill>
                  <a:srgbClr val="FF0000"/>
                </a:solidFill>
                <a:latin typeface="黑体" panose="02010609060101010101" pitchFamily="2" charset="-122"/>
                <a:ea typeface="黑体" panose="02010609060101010101" pitchFamily="2" charset="-122"/>
              </a:rPr>
              <a:t>排序</a:t>
            </a:r>
            <a:r>
              <a:rPr lang="zh-CN" altLang="en-US" sz="2600" dirty="0">
                <a:solidFill>
                  <a:srgbClr val="000082"/>
                </a:solidFill>
              </a:rPr>
              <a:t>。</a:t>
            </a:r>
            <a:endParaRPr lang="zh-CN" altLang="en-US" sz="2600" dirty="0">
              <a:solidFill>
                <a:srgbClr val="000082"/>
              </a:solidFill>
            </a:endParaRP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5730" name="Text Box 2"/>
          <p:cNvSpPr txBox="1">
            <a:spLocks noChangeArrowheads="1"/>
          </p:cNvSpPr>
          <p:nvPr/>
        </p:nvSpPr>
        <p:spPr bwMode="auto">
          <a:xfrm>
            <a:off x="1678236" y="2444997"/>
            <a:ext cx="4419600" cy="497444"/>
          </a:xfrm>
          <a:prstGeom prst="rect">
            <a:avLst/>
          </a:prstGeom>
          <a:noFill/>
          <a:ln w="12700" cap="sq">
            <a:noFill/>
            <a:miter lim="800000"/>
            <a:headEnd type="none" w="sm" len="sm"/>
            <a:tailEnd type="none" w="sm" len="sm"/>
          </a:ln>
        </p:spPr>
        <p:txBody>
          <a:bodyPr>
            <a:spAutoFit/>
          </a:bodyPr>
          <a:lstStyle/>
          <a:p>
            <a:pPr fontAlgn="base">
              <a:lnSpc>
                <a:spcPct val="110000"/>
              </a:lnSpc>
              <a:spcBef>
                <a:spcPct val="0"/>
              </a:spcBef>
            </a:pPr>
            <a:r>
              <a:rPr lang="zh-CN" altLang="en-US" sz="2600" dirty="0">
                <a:solidFill>
                  <a:srgbClr val="000082"/>
                </a:solidFill>
              </a:rPr>
              <a:t>   10.  </a:t>
            </a:r>
            <a:r>
              <a:rPr lang="zh-CN" altLang="en-US" sz="2600" dirty="0">
                <a:solidFill>
                  <a:srgbClr val="FF0000"/>
                </a:solidFill>
                <a:ea typeface="黑体" panose="02010609060101010101" pitchFamily="2" charset="-122"/>
              </a:rPr>
              <a:t>复制</a:t>
            </a:r>
            <a:r>
              <a:rPr lang="zh-CN" altLang="en-US" sz="2600" dirty="0">
                <a:solidFill>
                  <a:srgbClr val="000082"/>
                </a:solidFill>
                <a:ea typeface="幼圆" pitchFamily="49" charset="-122"/>
              </a:rPr>
              <a:t>一个线性表</a:t>
            </a:r>
            <a:r>
              <a:rPr lang="zh-CN" altLang="en-US" sz="2600" dirty="0">
                <a:solidFill>
                  <a:srgbClr val="000082"/>
                </a:solidFill>
              </a:rPr>
              <a:t>。</a:t>
            </a:r>
            <a:endParaRPr kumimoji="1" lang="zh-CN" altLang="en-US" sz="2600" dirty="0">
              <a:solidFill>
                <a:srgbClr val="000082"/>
              </a:solidFill>
            </a:endParaRPr>
          </a:p>
        </p:txBody>
      </p:sp>
      <p:sp>
        <p:nvSpPr>
          <p:cNvPr id="585731" name="Text Box 3"/>
          <p:cNvSpPr txBox="1">
            <a:spLocks noChangeArrowheads="1"/>
          </p:cNvSpPr>
          <p:nvPr/>
        </p:nvSpPr>
        <p:spPr bwMode="auto">
          <a:xfrm>
            <a:off x="1917948" y="2960934"/>
            <a:ext cx="7861300" cy="806450"/>
          </a:xfrm>
          <a:prstGeom prst="rect">
            <a:avLst/>
          </a:prstGeom>
          <a:noFill/>
          <a:ln w="12700" cap="sq">
            <a:noFill/>
            <a:miter lim="800000"/>
            <a:headEnd type="none" w="sm" len="sm"/>
            <a:tailEnd type="none" w="sm" len="sm"/>
          </a:ln>
        </p:spPr>
        <p:txBody>
          <a:bodyPr>
            <a:spAutoFit/>
          </a:bodyPr>
          <a:lstStyle/>
          <a:p>
            <a:pPr fontAlgn="base">
              <a:lnSpc>
                <a:spcPct val="90000"/>
              </a:lnSpc>
              <a:spcBef>
                <a:spcPct val="0"/>
              </a:spcBef>
            </a:pPr>
            <a:r>
              <a:rPr lang="zh-CN" altLang="en-US" sz="2600">
                <a:solidFill>
                  <a:srgbClr val="000082"/>
                </a:solidFill>
              </a:rPr>
              <a:t>11.  </a:t>
            </a:r>
            <a:r>
              <a:rPr lang="zh-CN" altLang="en-US" sz="2600">
                <a:solidFill>
                  <a:srgbClr val="000082"/>
                </a:solidFill>
                <a:latin typeface="幼圆" pitchFamily="49" charset="-122"/>
                <a:ea typeface="幼圆" pitchFamily="49" charset="-122"/>
              </a:rPr>
              <a:t>按照一定的原则，将两个或两个以上的线性表</a:t>
            </a:r>
            <a:endParaRPr lang="zh-CN" altLang="en-US" sz="2600">
              <a:solidFill>
                <a:srgbClr val="000082"/>
              </a:solidFill>
              <a:latin typeface="幼圆" pitchFamily="49" charset="-122"/>
              <a:ea typeface="幼圆" pitchFamily="49" charset="-122"/>
            </a:endParaRPr>
          </a:p>
          <a:p>
            <a:pPr fontAlgn="base">
              <a:lnSpc>
                <a:spcPct val="90000"/>
              </a:lnSpc>
              <a:spcBef>
                <a:spcPct val="0"/>
              </a:spcBef>
            </a:pPr>
            <a:r>
              <a:rPr lang="zh-CN" altLang="en-US" sz="2600">
                <a:solidFill>
                  <a:srgbClr val="000082"/>
                </a:solidFill>
                <a:latin typeface="幼圆" pitchFamily="49" charset="-122"/>
                <a:ea typeface="幼圆" pitchFamily="49" charset="-122"/>
              </a:rPr>
              <a:t>   </a:t>
            </a:r>
            <a:r>
              <a:rPr lang="en-US" altLang="zh-CN" sz="2600">
                <a:solidFill>
                  <a:srgbClr val="000082"/>
                </a:solidFill>
                <a:latin typeface="幼圆" pitchFamily="49" charset="-122"/>
                <a:ea typeface="幼圆" pitchFamily="49" charset="-122"/>
              </a:rPr>
              <a:t> </a:t>
            </a:r>
            <a:r>
              <a:rPr lang="zh-CN" altLang="en-US" sz="2600">
                <a:solidFill>
                  <a:srgbClr val="FF0000"/>
                </a:solidFill>
                <a:latin typeface="黑体" panose="02010609060101010101" pitchFamily="2" charset="-122"/>
                <a:ea typeface="黑体" panose="02010609060101010101" pitchFamily="2" charset="-122"/>
              </a:rPr>
              <a:t>合并</a:t>
            </a:r>
            <a:r>
              <a:rPr lang="zh-CN" altLang="en-US" sz="2600">
                <a:solidFill>
                  <a:srgbClr val="000082"/>
                </a:solidFill>
                <a:latin typeface="幼圆" pitchFamily="49" charset="-122"/>
                <a:ea typeface="幼圆" pitchFamily="49" charset="-122"/>
              </a:rPr>
              <a:t>成为一个线性表</a:t>
            </a:r>
            <a:r>
              <a:rPr lang="zh-CN" altLang="en-US" sz="2600">
                <a:solidFill>
                  <a:srgbClr val="000082"/>
                </a:solidFill>
              </a:rPr>
              <a:t>。</a:t>
            </a:r>
            <a:endParaRPr kumimoji="1" lang="zh-CN" altLang="en-US" sz="2600">
              <a:solidFill>
                <a:srgbClr val="000082"/>
              </a:solidFill>
            </a:endParaRPr>
          </a:p>
        </p:txBody>
      </p:sp>
      <p:sp>
        <p:nvSpPr>
          <p:cNvPr id="585732" name="Text Box 4"/>
          <p:cNvSpPr txBox="1">
            <a:spLocks noChangeArrowheads="1"/>
          </p:cNvSpPr>
          <p:nvPr/>
        </p:nvSpPr>
        <p:spPr bwMode="auto">
          <a:xfrm>
            <a:off x="1919536" y="3861048"/>
            <a:ext cx="8001000" cy="1203325"/>
          </a:xfrm>
          <a:prstGeom prst="rect">
            <a:avLst/>
          </a:prstGeom>
          <a:noFill/>
          <a:ln w="9525">
            <a:noFill/>
            <a:miter lim="800000"/>
          </a:ln>
        </p:spPr>
        <p:txBody>
          <a:bodyPr>
            <a:spAutoFit/>
          </a:bodyPr>
          <a:lstStyle/>
          <a:p>
            <a:pPr algn="just" fontAlgn="base">
              <a:lnSpc>
                <a:spcPct val="90000"/>
              </a:lnSpc>
              <a:spcBef>
                <a:spcPct val="0"/>
              </a:spcBef>
            </a:pPr>
            <a:r>
              <a:rPr lang="zh-CN" altLang="en-US" sz="2600">
                <a:solidFill>
                  <a:srgbClr val="000082"/>
                </a:solidFill>
              </a:rPr>
              <a:t>12.  </a:t>
            </a:r>
            <a:r>
              <a:rPr lang="zh-CN" altLang="en-US" sz="2600">
                <a:solidFill>
                  <a:srgbClr val="000082"/>
                </a:solidFill>
                <a:latin typeface="幼圆" pitchFamily="49" charset="-122"/>
                <a:ea typeface="幼圆" pitchFamily="49" charset="-122"/>
              </a:rPr>
              <a:t>按照一定的原则，将一个线性表</a:t>
            </a:r>
            <a:r>
              <a:rPr lang="zh-CN" altLang="en-US" sz="2600">
                <a:solidFill>
                  <a:srgbClr val="FF0000"/>
                </a:solidFill>
                <a:latin typeface="黑体" panose="02010609060101010101" pitchFamily="2" charset="-122"/>
                <a:ea typeface="黑体" panose="02010609060101010101" pitchFamily="2" charset="-122"/>
              </a:rPr>
              <a:t>分解</a:t>
            </a:r>
            <a:r>
              <a:rPr lang="zh-CN" altLang="en-US" sz="2600">
                <a:solidFill>
                  <a:srgbClr val="000082"/>
                </a:solidFill>
                <a:latin typeface="幼圆" pitchFamily="49" charset="-122"/>
                <a:ea typeface="幼圆" pitchFamily="49" charset="-122"/>
              </a:rPr>
              <a:t>为两个或 </a:t>
            </a:r>
            <a:endParaRPr lang="zh-CN" altLang="en-US" sz="2600">
              <a:solidFill>
                <a:srgbClr val="000082"/>
              </a:solidFill>
              <a:latin typeface="幼圆" pitchFamily="49" charset="-122"/>
              <a:ea typeface="幼圆" pitchFamily="49" charset="-122"/>
            </a:endParaRPr>
          </a:p>
          <a:p>
            <a:pPr algn="just" fontAlgn="base">
              <a:lnSpc>
                <a:spcPct val="90000"/>
              </a:lnSpc>
              <a:spcBef>
                <a:spcPct val="0"/>
              </a:spcBef>
            </a:pPr>
            <a:r>
              <a:rPr lang="zh-CN" altLang="en-US" sz="2600">
                <a:solidFill>
                  <a:srgbClr val="000082"/>
                </a:solidFill>
                <a:latin typeface="幼圆" pitchFamily="49" charset="-122"/>
                <a:ea typeface="幼圆" pitchFamily="49" charset="-122"/>
              </a:rPr>
              <a:t>    两个以上的线性表</a:t>
            </a:r>
            <a:r>
              <a:rPr lang="zh-CN" altLang="en-US" sz="2600">
                <a:solidFill>
                  <a:srgbClr val="000082"/>
                </a:solidFill>
              </a:rPr>
              <a:t>。</a:t>
            </a:r>
            <a:endParaRPr lang="zh-CN" altLang="en-US" sz="2600">
              <a:solidFill>
                <a:srgbClr val="000082"/>
              </a:solidFill>
              <a:ea typeface="宋体" pitchFamily="2" charset="-122"/>
            </a:endParaRPr>
          </a:p>
          <a:p>
            <a:pPr algn="just" fontAlgn="base">
              <a:spcBef>
                <a:spcPct val="0"/>
              </a:spcBef>
            </a:pPr>
            <a:r>
              <a:rPr lang="zh-CN" altLang="en-US" sz="2600">
                <a:solidFill>
                  <a:srgbClr val="000082"/>
                </a:solidFill>
                <a:latin typeface="宋体" pitchFamily="2" charset="-122"/>
              </a:rPr>
              <a:t>     </a:t>
            </a:r>
            <a:r>
              <a:rPr lang="zh-CN" altLang="en-US" sz="2600">
                <a:solidFill>
                  <a:srgbClr val="000082"/>
                </a:solidFill>
              </a:rPr>
              <a:t>……</a:t>
            </a:r>
            <a:endParaRPr lang="zh-CN" altLang="en-US" sz="2600">
              <a:solidFill>
                <a:srgbClr val="000082"/>
              </a:solidFill>
            </a:endParaRPr>
          </a:p>
        </p:txBody>
      </p:sp>
      <p:sp>
        <p:nvSpPr>
          <p:cNvPr id="585733" name="Text Box 5"/>
          <p:cNvSpPr txBox="1">
            <a:spLocks noChangeArrowheads="1"/>
          </p:cNvSpPr>
          <p:nvPr/>
        </p:nvSpPr>
        <p:spPr bwMode="auto">
          <a:xfrm>
            <a:off x="1762373" y="1975097"/>
            <a:ext cx="4419600" cy="497444"/>
          </a:xfrm>
          <a:prstGeom prst="rect">
            <a:avLst/>
          </a:prstGeom>
          <a:noFill/>
          <a:ln w="12700" cap="sq">
            <a:noFill/>
            <a:miter lim="800000"/>
            <a:headEnd type="none" w="sm" len="sm"/>
            <a:tailEnd type="none" w="sm" len="sm"/>
          </a:ln>
        </p:spPr>
        <p:txBody>
          <a:bodyPr>
            <a:spAutoFit/>
          </a:bodyPr>
          <a:lstStyle/>
          <a:p>
            <a:pPr fontAlgn="base">
              <a:lnSpc>
                <a:spcPct val="110000"/>
              </a:lnSpc>
              <a:spcBef>
                <a:spcPct val="0"/>
              </a:spcBef>
            </a:pPr>
            <a:r>
              <a:rPr lang="zh-CN" altLang="en-US" sz="2600">
                <a:solidFill>
                  <a:srgbClr val="000082"/>
                </a:solidFill>
              </a:rPr>
              <a:t>    9.  </a:t>
            </a:r>
            <a:r>
              <a:rPr lang="zh-CN" altLang="en-US" sz="2600">
                <a:solidFill>
                  <a:srgbClr val="FF0000"/>
                </a:solidFill>
                <a:ea typeface="黑体" panose="02010609060101010101" pitchFamily="2" charset="-122"/>
              </a:rPr>
              <a:t>销毁</a:t>
            </a:r>
            <a:r>
              <a:rPr lang="zh-CN" altLang="en-US" sz="2600">
                <a:solidFill>
                  <a:srgbClr val="000082"/>
                </a:solidFill>
                <a:ea typeface="幼圆" pitchFamily="49" charset="-122"/>
              </a:rPr>
              <a:t>一个线性表</a:t>
            </a:r>
            <a:r>
              <a:rPr lang="zh-CN" altLang="en-US" sz="2600">
                <a:solidFill>
                  <a:srgbClr val="000082"/>
                </a:solidFill>
              </a:rPr>
              <a:t>。</a:t>
            </a:r>
            <a:endParaRPr kumimoji="1" lang="zh-CN" altLang="en-US" sz="2600">
              <a:solidFill>
                <a:srgbClr val="000082"/>
              </a:solidFill>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51384" y="1556792"/>
            <a:ext cx="10515600" cy="4351338"/>
          </a:xfrm>
        </p:spPr>
        <p:txBody>
          <a:bodyPr/>
          <a:lstStyle/>
          <a:p>
            <a:r>
              <a:rPr lang="en-US" altLang="zh-CN" sz="2000" b="0" dirty="0" err="1"/>
              <a:t>initList</a:t>
            </a:r>
            <a:r>
              <a:rPr lang="en-US" altLang="zh-CN" sz="2000" b="0" dirty="0"/>
              <a:t>(</a:t>
            </a:r>
            <a:r>
              <a:rPr lang="en-US" altLang="zh-CN" sz="2000" b="0" dirty="0" err="1"/>
              <a:t>nodeType</a:t>
            </a:r>
            <a:r>
              <a:rPr lang="en-US" altLang="zh-CN" sz="2000" b="0" dirty="0"/>
              <a:t> *list, </a:t>
            </a:r>
            <a:r>
              <a:rPr lang="en-US" altLang="zh-CN" sz="2000" b="0" dirty="0" err="1"/>
              <a:t>int</a:t>
            </a:r>
            <a:r>
              <a:rPr lang="en-US" altLang="zh-CN" sz="2000" b="0" dirty="0"/>
              <a:t> length);	 	//</a:t>
            </a:r>
            <a:r>
              <a:rPr lang="zh-CN" altLang="en-US" sz="2000" b="0" dirty="0"/>
              <a:t>创建一个空表</a:t>
            </a:r>
            <a:endParaRPr lang="en-US" altLang="zh-CN" sz="2000" b="0" dirty="0"/>
          </a:p>
          <a:p>
            <a:r>
              <a:rPr lang="en-US" altLang="zh-CN" sz="2000" b="0" dirty="0" err="1"/>
              <a:t>destroyList</a:t>
            </a:r>
            <a:r>
              <a:rPr lang="en-US" altLang="zh-CN" sz="2000" b="0" dirty="0"/>
              <a:t> (</a:t>
            </a:r>
            <a:r>
              <a:rPr lang="en-US" altLang="zh-CN" sz="2000" b="0" dirty="0" err="1"/>
              <a:t>nodeType</a:t>
            </a:r>
            <a:r>
              <a:rPr lang="en-US" altLang="zh-CN" sz="2000" b="0" dirty="0"/>
              <a:t> *list, </a:t>
            </a:r>
            <a:r>
              <a:rPr lang="en-US" altLang="zh-CN" sz="2000" b="0" dirty="0" err="1"/>
              <a:t>int</a:t>
            </a:r>
            <a:r>
              <a:rPr lang="en-US" altLang="zh-CN" sz="2000" b="0" dirty="0"/>
              <a:t> length);	//</a:t>
            </a:r>
            <a:r>
              <a:rPr lang="zh-CN" altLang="en-US" sz="2000" b="0" dirty="0"/>
              <a:t>销毁一个表</a:t>
            </a:r>
            <a:endParaRPr lang="en-US" altLang="zh-CN" sz="2000" b="0" dirty="0"/>
          </a:p>
          <a:p>
            <a:r>
              <a:rPr lang="en-US" altLang="zh-CN" sz="2000" b="0" dirty="0" err="1"/>
              <a:t>printList</a:t>
            </a:r>
            <a:r>
              <a:rPr lang="en-US" altLang="zh-CN" sz="2000" b="0" dirty="0"/>
              <a:t>(</a:t>
            </a:r>
            <a:r>
              <a:rPr lang="en-US" altLang="zh-CN" sz="2000" b="0" dirty="0" err="1"/>
              <a:t>nodeType</a:t>
            </a:r>
            <a:r>
              <a:rPr lang="en-US" altLang="zh-CN" sz="2000" b="0" dirty="0"/>
              <a:t> *list, </a:t>
            </a:r>
            <a:r>
              <a:rPr lang="en-US" altLang="zh-CN" sz="2000" b="0" dirty="0" err="1"/>
              <a:t>int</a:t>
            </a:r>
            <a:r>
              <a:rPr lang="en-US" altLang="zh-CN" sz="2000" b="0" dirty="0"/>
              <a:t> length);	 	//</a:t>
            </a:r>
            <a:r>
              <a:rPr lang="zh-CN" altLang="en-US" sz="2000" b="0" dirty="0"/>
              <a:t>输出一个表</a:t>
            </a:r>
            <a:endParaRPr lang="en-US" altLang="zh-CN" sz="2000" b="0" dirty="0"/>
          </a:p>
          <a:p>
            <a:r>
              <a:rPr lang="en-US" altLang="zh-CN" sz="2000" b="0" dirty="0" err="1"/>
              <a:t>getNode</a:t>
            </a:r>
            <a:r>
              <a:rPr lang="en-US" altLang="zh-CN" sz="2000" b="0" dirty="0"/>
              <a:t> (</a:t>
            </a:r>
            <a:r>
              <a:rPr lang="en-US" altLang="zh-CN" sz="2000" b="0" dirty="0" err="1"/>
              <a:t>nodeType</a:t>
            </a:r>
            <a:r>
              <a:rPr lang="en-US" altLang="zh-CN" sz="2000" b="0" dirty="0"/>
              <a:t> *list, </a:t>
            </a:r>
            <a:r>
              <a:rPr lang="en-US" altLang="zh-CN" sz="2000" b="0" dirty="0" err="1"/>
              <a:t>int</a:t>
            </a:r>
            <a:r>
              <a:rPr lang="en-US" altLang="zh-CN" sz="2000" b="0" dirty="0"/>
              <a:t> pos); 		//</a:t>
            </a:r>
            <a:r>
              <a:rPr lang="zh-CN" altLang="en-US" sz="2000" b="0" dirty="0"/>
              <a:t>获取表中指定位置元素</a:t>
            </a:r>
            <a:endParaRPr lang="en-US" altLang="zh-CN" sz="2000" b="0" dirty="0"/>
          </a:p>
          <a:p>
            <a:r>
              <a:rPr lang="en-US" altLang="zh-CN" sz="2000" b="0" dirty="0" err="1"/>
              <a:t>searchNode</a:t>
            </a:r>
            <a:r>
              <a:rPr lang="en-US" altLang="zh-CN" sz="2000" b="0" dirty="0"/>
              <a:t>(</a:t>
            </a:r>
            <a:r>
              <a:rPr lang="en-US" altLang="zh-CN" sz="2000" b="0" dirty="0" err="1"/>
              <a:t>nodeType</a:t>
            </a:r>
            <a:r>
              <a:rPr lang="en-US" altLang="zh-CN" sz="2000" b="0" dirty="0"/>
              <a:t> *list, Type node); 	//</a:t>
            </a:r>
            <a:r>
              <a:rPr lang="zh-CN" altLang="en-US" sz="2000" b="0" dirty="0"/>
              <a:t>在表中查找某一元素</a:t>
            </a:r>
            <a:endParaRPr lang="en-US" altLang="zh-CN" sz="2000" b="0" dirty="0"/>
          </a:p>
          <a:p>
            <a:r>
              <a:rPr lang="en-US" altLang="zh-CN" sz="2000" b="0" dirty="0" err="1"/>
              <a:t>insertNode</a:t>
            </a:r>
            <a:r>
              <a:rPr lang="en-US" altLang="zh-CN" sz="2000" b="0" dirty="0"/>
              <a:t>(</a:t>
            </a:r>
            <a:r>
              <a:rPr lang="en-US" altLang="zh-CN" sz="2000" b="0" dirty="0" err="1"/>
              <a:t>nodeType</a:t>
            </a:r>
            <a:r>
              <a:rPr lang="en-US" altLang="zh-CN" sz="2000" b="0" dirty="0"/>
              <a:t> *list, </a:t>
            </a:r>
            <a:r>
              <a:rPr lang="en-US" altLang="zh-CN" sz="2000" b="0" dirty="0" err="1"/>
              <a:t>int</a:t>
            </a:r>
            <a:r>
              <a:rPr lang="en-US" altLang="zh-CN" sz="2000" b="0" dirty="0"/>
              <a:t> pos, </a:t>
            </a:r>
            <a:r>
              <a:rPr lang="en-US" altLang="zh-CN" sz="2000" b="0" dirty="0" err="1"/>
              <a:t>nodeType</a:t>
            </a:r>
            <a:r>
              <a:rPr lang="en-US" altLang="zh-CN" sz="2000" b="0" dirty="0"/>
              <a:t> node); //</a:t>
            </a:r>
            <a:r>
              <a:rPr lang="zh-CN" altLang="en-US" sz="2000" b="0" dirty="0"/>
              <a:t>在表中指定位置插入一个结点</a:t>
            </a:r>
            <a:endParaRPr lang="en-US" altLang="zh-CN" sz="2000" b="0" dirty="0"/>
          </a:p>
          <a:p>
            <a:r>
              <a:rPr lang="en-US" altLang="zh-CN" sz="2000" b="0" dirty="0" err="1"/>
              <a:t>deleteNode</a:t>
            </a:r>
            <a:r>
              <a:rPr lang="en-US" altLang="zh-CN" sz="2000" b="0" dirty="0"/>
              <a:t>(</a:t>
            </a:r>
            <a:r>
              <a:rPr lang="en-US" altLang="zh-CN" sz="2000" b="0" dirty="0" err="1"/>
              <a:t>nodeType</a:t>
            </a:r>
            <a:r>
              <a:rPr lang="en-US" altLang="zh-CN" sz="2000" b="0" dirty="0"/>
              <a:t> *list, </a:t>
            </a:r>
            <a:r>
              <a:rPr lang="en-US" altLang="zh-CN" sz="2000" b="0" dirty="0" err="1"/>
              <a:t>int</a:t>
            </a:r>
            <a:r>
              <a:rPr lang="en-US" altLang="zh-CN" sz="2000" b="0" dirty="0"/>
              <a:t> pos); 		//</a:t>
            </a:r>
            <a:r>
              <a:rPr lang="zh-CN" altLang="en-US" sz="2000" b="0" dirty="0"/>
              <a:t>在表中指定位置删除一个结点</a:t>
            </a:r>
            <a:endParaRPr lang="en-US" altLang="zh-CN" sz="2000" b="0" dirty="0"/>
          </a:p>
          <a:p>
            <a:endParaRPr lang="zh-CN" altLang="en-US" sz="2000" b="0" dirty="0"/>
          </a:p>
        </p:txBody>
      </p:sp>
      <p:sp>
        <p:nvSpPr>
          <p:cNvPr id="4" name="灯片编号占位符 3"/>
          <p:cNvSpPr>
            <a:spLocks noGrp="1"/>
          </p:cNvSpPr>
          <p:nvPr>
            <p:ph type="sldNum" sz="quarter" idx="12"/>
          </p:nvPr>
        </p:nvSpPr>
        <p:spPr/>
        <p:txBody>
          <a:bodyPr/>
          <a:lstStyle/>
          <a:p>
            <a:pPr>
              <a:defRPr/>
            </a:pPr>
            <a:fld id="{116D1347-07F4-4751-9C03-6E7F30E2E01E}" type="slidenum">
              <a:rPr lang="zh-CN" altLang="en-US" smtClean="0"/>
            </a:fld>
            <a:endParaRPr lang="en-US" altLang="zh-CN"/>
          </a:p>
        </p:txBody>
      </p:sp>
      <p:grpSp>
        <p:nvGrpSpPr>
          <p:cNvPr id="5" name="Group 2"/>
          <p:cNvGrpSpPr/>
          <p:nvPr/>
        </p:nvGrpSpPr>
        <p:grpSpPr bwMode="auto">
          <a:xfrm>
            <a:off x="839416" y="116632"/>
            <a:ext cx="5832475" cy="609600"/>
            <a:chOff x="324" y="432"/>
            <a:chExt cx="3356" cy="384"/>
          </a:xfrm>
        </p:grpSpPr>
        <p:sp>
          <p:nvSpPr>
            <p:cNvPr id="6" name="Rectangle 3"/>
            <p:cNvSpPr>
              <a:spLocks noChangeArrowheads="1"/>
            </p:cNvSpPr>
            <p:nvPr/>
          </p:nvSpPr>
          <p:spPr bwMode="auto">
            <a:xfrm>
              <a:off x="324" y="432"/>
              <a:ext cx="2976" cy="384"/>
            </a:xfrm>
            <a:prstGeom prst="rect">
              <a:avLst/>
            </a:prstGeom>
            <a:solidFill>
              <a:srgbClr val="E1FFE1"/>
            </a:solidFill>
            <a:ln w="12700" cap="sq">
              <a:noFill/>
              <a:miter lim="800000"/>
            </a:ln>
            <a:effectLst>
              <a:outerShdw dist="71842" dir="2700000" algn="ctr" rotWithShape="0">
                <a:srgbClr val="B2B2B2"/>
              </a:outerShdw>
            </a:effectLst>
          </p:spPr>
          <p:txBody>
            <a:bodyPr wrap="none" anchor="ctr"/>
            <a:lstStyle/>
            <a:p>
              <a:endParaRPr lang="zh-CN" altLang="en-US"/>
            </a:p>
          </p:txBody>
        </p:sp>
        <p:sp>
          <p:nvSpPr>
            <p:cNvPr id="7" name="Text Box 4"/>
            <p:cNvSpPr txBox="1">
              <a:spLocks noChangeArrowheads="1"/>
            </p:cNvSpPr>
            <p:nvPr/>
          </p:nvSpPr>
          <p:spPr bwMode="auto">
            <a:xfrm>
              <a:off x="432" y="432"/>
              <a:ext cx="3248" cy="368"/>
            </a:xfrm>
            <a:prstGeom prst="rect">
              <a:avLst/>
            </a:prstGeom>
            <a:noFill/>
            <a:ln w="12700" cap="sq">
              <a:noFill/>
              <a:miter lim="800000"/>
            </a:ln>
          </p:spPr>
          <p:txBody>
            <a:bodyPr>
              <a:spAutoFit/>
            </a:bodyPr>
            <a:lstStyle/>
            <a:p>
              <a:pPr fontAlgn="base">
                <a:spcBef>
                  <a:spcPct val="0"/>
                </a:spcBef>
              </a:pPr>
              <a:r>
                <a:rPr lang="en-US" altLang="zh-CN" sz="3200" dirty="0">
                  <a:solidFill>
                    <a:srgbClr val="002C84"/>
                  </a:solidFill>
                  <a:latin typeface="幼圆" pitchFamily="49" charset="-122"/>
                  <a:ea typeface="幼圆" pitchFamily="49" charset="-122"/>
                </a:rPr>
                <a:t>2.1.2 </a:t>
              </a:r>
              <a:r>
                <a:rPr lang="zh-CN" altLang="en-US" sz="3200" dirty="0">
                  <a:solidFill>
                    <a:srgbClr val="002C84"/>
                  </a:solidFill>
                  <a:latin typeface="幼圆" pitchFamily="49" charset="-122"/>
                  <a:ea typeface="幼圆" pitchFamily="49" charset="-122"/>
                </a:rPr>
                <a:t>线性表的基本操作 </a:t>
              </a:r>
              <a:endParaRPr lang="zh-CN" altLang="en-US" sz="3200" dirty="0">
                <a:solidFill>
                  <a:srgbClr val="002C84"/>
                </a:solidFill>
                <a:latin typeface="幼圆" pitchFamily="49" charset="-122"/>
                <a:ea typeface="幼圆" pitchFamily="49" charset="-122"/>
              </a:endParaRPr>
            </a:p>
          </p:txBody>
        </p:sp>
      </p:gr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51"/>
          <p:cNvGrpSpPr/>
          <p:nvPr/>
        </p:nvGrpSpPr>
        <p:grpSpPr bwMode="auto">
          <a:xfrm>
            <a:off x="1221160" y="1684784"/>
            <a:ext cx="8001000" cy="1447800"/>
            <a:chOff x="384" y="1200"/>
            <a:chExt cx="5040" cy="912"/>
          </a:xfrm>
        </p:grpSpPr>
        <p:sp>
          <p:nvSpPr>
            <p:cNvPr id="55334" name="Rectangle 4"/>
            <p:cNvSpPr>
              <a:spLocks noChangeArrowheads="1"/>
            </p:cNvSpPr>
            <p:nvPr/>
          </p:nvSpPr>
          <p:spPr bwMode="auto">
            <a:xfrm>
              <a:off x="384" y="1200"/>
              <a:ext cx="5040" cy="912"/>
            </a:xfrm>
            <a:prstGeom prst="rect">
              <a:avLst/>
            </a:prstGeom>
            <a:solidFill>
              <a:srgbClr val="D1FFD1"/>
            </a:solidFill>
            <a:ln w="9525">
              <a:noFill/>
              <a:miter lim="800000"/>
            </a:ln>
            <a:effectLst>
              <a:outerShdw dist="179605" dir="2700000" algn="ctr" rotWithShape="0">
                <a:srgbClr val="B0B0B0"/>
              </a:outerShdw>
            </a:effectLst>
          </p:spPr>
          <p:txBody>
            <a:bodyPr wrap="none" anchor="ctr"/>
            <a:lstStyle/>
            <a:p>
              <a:endParaRPr lang="zh-CN" altLang="en-US"/>
            </a:p>
          </p:txBody>
        </p:sp>
        <p:sp>
          <p:nvSpPr>
            <p:cNvPr id="55335" name="Text Box 5"/>
            <p:cNvSpPr txBox="1">
              <a:spLocks noChangeArrowheads="1"/>
            </p:cNvSpPr>
            <p:nvPr/>
          </p:nvSpPr>
          <p:spPr bwMode="auto">
            <a:xfrm>
              <a:off x="624" y="1260"/>
              <a:ext cx="4800" cy="804"/>
            </a:xfrm>
            <a:prstGeom prst="rect">
              <a:avLst/>
            </a:prstGeom>
            <a:noFill/>
            <a:ln w="9525">
              <a:noFill/>
              <a:miter lim="800000"/>
            </a:ln>
          </p:spPr>
          <p:txBody>
            <a:bodyPr>
              <a:spAutoFit/>
            </a:bodyPr>
            <a:lstStyle/>
            <a:p>
              <a:pPr algn="just" fontAlgn="base">
                <a:lnSpc>
                  <a:spcPct val="95000"/>
                </a:lnSpc>
                <a:spcBef>
                  <a:spcPct val="0"/>
                </a:spcBef>
              </a:pPr>
              <a:r>
                <a:rPr lang="zh-CN" altLang="en-US" sz="2700">
                  <a:solidFill>
                    <a:srgbClr val="000099"/>
                  </a:solidFill>
                  <a:latin typeface="幼圆" pitchFamily="49" charset="-122"/>
                  <a:ea typeface="幼圆" pitchFamily="49" charset="-122"/>
                </a:rPr>
                <a:t>    用一组</a:t>
              </a:r>
              <a:r>
                <a:rPr lang="zh-CN" altLang="en-US" sz="2700">
                  <a:solidFill>
                    <a:schemeClr val="accent2"/>
                  </a:solidFill>
                  <a:latin typeface="幼圆" pitchFamily="49" charset="-122"/>
                  <a:ea typeface="幼圆" pitchFamily="49" charset="-122"/>
                </a:rPr>
                <a:t>地址连续</a:t>
              </a:r>
              <a:r>
                <a:rPr lang="zh-CN" altLang="en-US" sz="2700">
                  <a:solidFill>
                    <a:srgbClr val="000099"/>
                  </a:solidFill>
                  <a:latin typeface="幼圆" pitchFamily="49" charset="-122"/>
                  <a:ea typeface="幼圆" pitchFamily="49" charset="-122"/>
                </a:rPr>
                <a:t>的存储单元依次存储线性</a:t>
              </a:r>
              <a:endParaRPr lang="zh-CN" altLang="en-US" sz="2700">
                <a:solidFill>
                  <a:srgbClr val="000099"/>
                </a:solidFill>
                <a:latin typeface="幼圆" pitchFamily="49" charset="-122"/>
                <a:ea typeface="幼圆" pitchFamily="49" charset="-122"/>
              </a:endParaRPr>
            </a:p>
            <a:p>
              <a:pPr algn="just" fontAlgn="base">
                <a:lnSpc>
                  <a:spcPct val="95000"/>
                </a:lnSpc>
                <a:spcBef>
                  <a:spcPct val="0"/>
                </a:spcBef>
              </a:pPr>
              <a:r>
                <a:rPr lang="zh-CN" altLang="en-US" sz="2700">
                  <a:solidFill>
                    <a:srgbClr val="000099"/>
                  </a:solidFill>
                  <a:latin typeface="幼圆" pitchFamily="49" charset="-122"/>
                  <a:ea typeface="幼圆" pitchFamily="49" charset="-122"/>
                </a:rPr>
                <a:t>表的数据元素，数据元素之间的逻辑关系通过</a:t>
              </a:r>
              <a:endParaRPr lang="zh-CN" altLang="en-US" sz="2700">
                <a:solidFill>
                  <a:srgbClr val="000099"/>
                </a:solidFill>
                <a:latin typeface="幼圆" pitchFamily="49" charset="-122"/>
                <a:ea typeface="幼圆" pitchFamily="49" charset="-122"/>
              </a:endParaRPr>
            </a:p>
            <a:p>
              <a:pPr algn="just" fontAlgn="base">
                <a:lnSpc>
                  <a:spcPct val="95000"/>
                </a:lnSpc>
                <a:spcBef>
                  <a:spcPct val="0"/>
                </a:spcBef>
              </a:pPr>
              <a:r>
                <a:rPr lang="zh-CN" altLang="en-US" sz="2700">
                  <a:solidFill>
                    <a:srgbClr val="000099"/>
                  </a:solidFill>
                  <a:latin typeface="幼圆" pitchFamily="49" charset="-122"/>
                  <a:ea typeface="幼圆" pitchFamily="49" charset="-122"/>
                </a:rPr>
                <a:t>数据元素的存储位置直接反映</a:t>
              </a:r>
              <a:r>
                <a:rPr lang="zh-CN" altLang="en-US" sz="2700">
                  <a:solidFill>
                    <a:srgbClr val="000099"/>
                  </a:solidFill>
                </a:rPr>
                <a:t>。   </a:t>
              </a:r>
              <a:endParaRPr lang="zh-CN" altLang="en-US" sz="2700">
                <a:solidFill>
                  <a:srgbClr val="000099"/>
                </a:solidFill>
                <a:ea typeface="宋体" pitchFamily="2" charset="-122"/>
              </a:endParaRPr>
            </a:p>
          </p:txBody>
        </p:sp>
      </p:grpSp>
      <p:sp>
        <p:nvSpPr>
          <p:cNvPr id="424975" name="Text Box 15"/>
          <p:cNvSpPr txBox="1">
            <a:spLocks noChangeArrowheads="1"/>
          </p:cNvSpPr>
          <p:nvPr/>
        </p:nvSpPr>
        <p:spPr bwMode="auto">
          <a:xfrm>
            <a:off x="2135560" y="3284984"/>
            <a:ext cx="5257800" cy="533400"/>
          </a:xfrm>
          <a:prstGeom prst="rect">
            <a:avLst/>
          </a:prstGeom>
          <a:noFill/>
          <a:ln w="12700" cap="sq">
            <a:noFill/>
            <a:miter lim="800000"/>
            <a:headEnd type="none" w="sm" len="sm"/>
            <a:tailEnd type="none" w="sm" len="sm"/>
          </a:ln>
        </p:spPr>
        <p:txBody>
          <a:bodyPr>
            <a:spAutoFit/>
          </a:bodyPr>
          <a:lstStyle/>
          <a:p>
            <a:pPr eaLnBrk="1" fontAlgn="base" hangingPunct="1">
              <a:spcBef>
                <a:spcPct val="0"/>
              </a:spcBef>
            </a:pPr>
            <a:r>
              <a:rPr lang="zh-CN" altLang="zh-CN" sz="2900">
                <a:solidFill>
                  <a:srgbClr val="002F8C"/>
                </a:solidFill>
              </a:rPr>
              <a:t>    </a:t>
            </a:r>
            <a:r>
              <a:rPr lang="zh-CN" altLang="en-US" sz="2900">
                <a:solidFill>
                  <a:srgbClr val="002F8C"/>
                </a:solidFill>
              </a:rPr>
              <a:t>   </a:t>
            </a:r>
            <a:r>
              <a:rPr lang="zh-CN" altLang="zh-CN" sz="2900">
                <a:solidFill>
                  <a:srgbClr val="002F8C"/>
                </a:solidFill>
              </a:rPr>
              <a:t>( </a:t>
            </a:r>
            <a:r>
              <a:rPr lang="zh-CN" altLang="en-US" sz="2900">
                <a:solidFill>
                  <a:srgbClr val="002F8C"/>
                </a:solidFill>
              </a:rPr>
              <a:t> </a:t>
            </a:r>
            <a:r>
              <a:rPr lang="en-US" altLang="zh-CN" sz="2900">
                <a:solidFill>
                  <a:srgbClr val="002F8C"/>
                </a:solidFill>
              </a:rPr>
              <a:t>a</a:t>
            </a:r>
            <a:r>
              <a:rPr lang="en-US" altLang="zh-CN" sz="2900" baseline="-25000">
                <a:solidFill>
                  <a:srgbClr val="002F8C"/>
                </a:solidFill>
              </a:rPr>
              <a:t>1</a:t>
            </a:r>
            <a:r>
              <a:rPr lang="en-US" altLang="zh-CN" sz="2900">
                <a:solidFill>
                  <a:srgbClr val="002F8C"/>
                </a:solidFill>
              </a:rPr>
              <a:t>，a</a:t>
            </a:r>
            <a:r>
              <a:rPr lang="en-US" altLang="zh-CN" sz="2900" baseline="-25000">
                <a:solidFill>
                  <a:srgbClr val="002F8C"/>
                </a:solidFill>
              </a:rPr>
              <a:t>2</a:t>
            </a:r>
            <a:r>
              <a:rPr lang="en-US" altLang="zh-CN" sz="2900">
                <a:solidFill>
                  <a:srgbClr val="002F8C"/>
                </a:solidFill>
              </a:rPr>
              <a:t>，a</a:t>
            </a:r>
            <a:r>
              <a:rPr lang="en-US" altLang="zh-CN" sz="2900" baseline="-25000">
                <a:solidFill>
                  <a:srgbClr val="002F8C"/>
                </a:solidFill>
              </a:rPr>
              <a:t>3</a:t>
            </a:r>
            <a:r>
              <a:rPr lang="en-US" altLang="zh-CN" sz="2900">
                <a:solidFill>
                  <a:srgbClr val="002F8C"/>
                </a:solidFill>
              </a:rPr>
              <a:t>， ... ... ,  a</a:t>
            </a:r>
            <a:r>
              <a:rPr lang="en-US" altLang="zh-CN" sz="2900" baseline="-25000">
                <a:solidFill>
                  <a:srgbClr val="002F8C"/>
                </a:solidFill>
              </a:rPr>
              <a:t>n  </a:t>
            </a:r>
            <a:r>
              <a:rPr lang="en-US" altLang="zh-CN" sz="2900">
                <a:solidFill>
                  <a:srgbClr val="002F8C"/>
                </a:solidFill>
              </a:rPr>
              <a:t>)</a:t>
            </a:r>
            <a:endParaRPr lang="zh-CN" altLang="en-US" sz="2900">
              <a:solidFill>
                <a:srgbClr val="002F8C"/>
              </a:solidFill>
            </a:endParaRPr>
          </a:p>
        </p:txBody>
      </p:sp>
      <p:grpSp>
        <p:nvGrpSpPr>
          <p:cNvPr id="3" name="Group 58"/>
          <p:cNvGrpSpPr/>
          <p:nvPr/>
        </p:nvGrpSpPr>
        <p:grpSpPr bwMode="auto">
          <a:xfrm>
            <a:off x="1456110" y="4961384"/>
            <a:ext cx="6464300" cy="1441450"/>
            <a:chOff x="260" y="3264"/>
            <a:chExt cx="4072" cy="908"/>
          </a:xfrm>
        </p:grpSpPr>
        <p:sp>
          <p:nvSpPr>
            <p:cNvPr id="55331" name="Freeform 17"/>
            <p:cNvSpPr/>
            <p:nvPr/>
          </p:nvSpPr>
          <p:spPr bwMode="auto">
            <a:xfrm>
              <a:off x="260" y="3264"/>
              <a:ext cx="4072" cy="908"/>
            </a:xfrm>
            <a:custGeom>
              <a:avLst/>
              <a:gdLst>
                <a:gd name="T0" fmla="*/ 154 w 4223"/>
                <a:gd name="T1" fmla="*/ 104 h 908"/>
                <a:gd name="T2" fmla="*/ 440 w 4223"/>
                <a:gd name="T3" fmla="*/ 127 h 908"/>
                <a:gd name="T4" fmla="*/ 583 w 4223"/>
                <a:gd name="T5" fmla="*/ 150 h 908"/>
                <a:gd name="T6" fmla="*/ 1815 w 4223"/>
                <a:gd name="T7" fmla="*/ 162 h 908"/>
                <a:gd name="T8" fmla="*/ 3163 w 4223"/>
                <a:gd name="T9" fmla="*/ 150 h 908"/>
                <a:gd name="T10" fmla="*/ 3207 w 4223"/>
                <a:gd name="T11" fmla="*/ 173 h 908"/>
                <a:gd name="T12" fmla="*/ 3199 w 4223"/>
                <a:gd name="T13" fmla="*/ 311 h 908"/>
                <a:gd name="T14" fmla="*/ 3172 w 4223"/>
                <a:gd name="T15" fmla="*/ 323 h 908"/>
                <a:gd name="T16" fmla="*/ 3207 w 4223"/>
                <a:gd name="T17" fmla="*/ 334 h 908"/>
                <a:gd name="T18" fmla="*/ 3235 w 4223"/>
                <a:gd name="T19" fmla="*/ 346 h 908"/>
                <a:gd name="T20" fmla="*/ 3244 w 4223"/>
                <a:gd name="T21" fmla="*/ 599 h 908"/>
                <a:gd name="T22" fmla="*/ 3226 w 4223"/>
                <a:gd name="T23" fmla="*/ 795 h 908"/>
                <a:gd name="T24" fmla="*/ 2832 w 4223"/>
                <a:gd name="T25" fmla="*/ 807 h 908"/>
                <a:gd name="T26" fmla="*/ 2655 w 4223"/>
                <a:gd name="T27" fmla="*/ 830 h 908"/>
                <a:gd name="T28" fmla="*/ 2691 w 4223"/>
                <a:gd name="T29" fmla="*/ 818 h 908"/>
                <a:gd name="T30" fmla="*/ 2369 w 4223"/>
                <a:gd name="T31" fmla="*/ 830 h 908"/>
                <a:gd name="T32" fmla="*/ 2325 w 4223"/>
                <a:gd name="T33" fmla="*/ 841 h 908"/>
                <a:gd name="T34" fmla="*/ 2271 w 4223"/>
                <a:gd name="T35" fmla="*/ 864 h 908"/>
                <a:gd name="T36" fmla="*/ 245 w 4223"/>
                <a:gd name="T37" fmla="*/ 853 h 908"/>
                <a:gd name="T38" fmla="*/ 47 w 4223"/>
                <a:gd name="T39" fmla="*/ 738 h 908"/>
                <a:gd name="T40" fmla="*/ 20 w 4223"/>
                <a:gd name="T41" fmla="*/ 438 h 908"/>
                <a:gd name="T42" fmla="*/ 65 w 4223"/>
                <a:gd name="T43" fmla="*/ 219 h 908"/>
                <a:gd name="T44" fmla="*/ 110 w 4223"/>
                <a:gd name="T45" fmla="*/ 104 h 908"/>
                <a:gd name="T46" fmla="*/ 154 w 4223"/>
                <a:gd name="T47" fmla="*/ 104 h 90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4223" h="908">
                  <a:moveTo>
                    <a:pt x="199" y="104"/>
                  </a:moveTo>
                  <a:cubicBezTo>
                    <a:pt x="620" y="120"/>
                    <a:pt x="362" y="100"/>
                    <a:pt x="568" y="127"/>
                  </a:cubicBezTo>
                  <a:cubicBezTo>
                    <a:pt x="629" y="135"/>
                    <a:pt x="752" y="150"/>
                    <a:pt x="752" y="150"/>
                  </a:cubicBezTo>
                  <a:cubicBezTo>
                    <a:pt x="1281" y="131"/>
                    <a:pt x="1814" y="155"/>
                    <a:pt x="2342" y="162"/>
                  </a:cubicBezTo>
                  <a:cubicBezTo>
                    <a:pt x="2922" y="158"/>
                    <a:pt x="3502" y="158"/>
                    <a:pt x="4082" y="150"/>
                  </a:cubicBezTo>
                  <a:cubicBezTo>
                    <a:pt x="4139" y="149"/>
                    <a:pt x="4098" y="113"/>
                    <a:pt x="4139" y="173"/>
                  </a:cubicBezTo>
                  <a:cubicBezTo>
                    <a:pt x="4135" y="219"/>
                    <a:pt x="4142" y="267"/>
                    <a:pt x="4128" y="311"/>
                  </a:cubicBezTo>
                  <a:cubicBezTo>
                    <a:pt x="4124" y="323"/>
                    <a:pt x="4088" y="312"/>
                    <a:pt x="4093" y="323"/>
                  </a:cubicBezTo>
                  <a:cubicBezTo>
                    <a:pt x="4100" y="337"/>
                    <a:pt x="4124" y="330"/>
                    <a:pt x="4139" y="334"/>
                  </a:cubicBezTo>
                  <a:cubicBezTo>
                    <a:pt x="4151" y="337"/>
                    <a:pt x="4162" y="342"/>
                    <a:pt x="4174" y="346"/>
                  </a:cubicBezTo>
                  <a:cubicBezTo>
                    <a:pt x="4178" y="430"/>
                    <a:pt x="4187" y="515"/>
                    <a:pt x="4185" y="599"/>
                  </a:cubicBezTo>
                  <a:cubicBezTo>
                    <a:pt x="4183" y="665"/>
                    <a:pt x="4223" y="771"/>
                    <a:pt x="4162" y="795"/>
                  </a:cubicBezTo>
                  <a:cubicBezTo>
                    <a:pt x="4005" y="857"/>
                    <a:pt x="3824" y="803"/>
                    <a:pt x="3655" y="807"/>
                  </a:cubicBezTo>
                  <a:cubicBezTo>
                    <a:pt x="3570" y="821"/>
                    <a:pt x="3523" y="830"/>
                    <a:pt x="3425" y="830"/>
                  </a:cubicBezTo>
                  <a:cubicBezTo>
                    <a:pt x="3409" y="830"/>
                    <a:pt x="3487" y="818"/>
                    <a:pt x="3471" y="818"/>
                  </a:cubicBezTo>
                  <a:cubicBezTo>
                    <a:pt x="3333" y="818"/>
                    <a:pt x="3194" y="826"/>
                    <a:pt x="3056" y="830"/>
                  </a:cubicBezTo>
                  <a:cubicBezTo>
                    <a:pt x="3037" y="834"/>
                    <a:pt x="3018" y="836"/>
                    <a:pt x="2999" y="841"/>
                  </a:cubicBezTo>
                  <a:cubicBezTo>
                    <a:pt x="2976" y="847"/>
                    <a:pt x="2930" y="864"/>
                    <a:pt x="2930" y="864"/>
                  </a:cubicBezTo>
                  <a:cubicBezTo>
                    <a:pt x="2037" y="859"/>
                    <a:pt x="1192" y="834"/>
                    <a:pt x="315" y="853"/>
                  </a:cubicBezTo>
                  <a:cubicBezTo>
                    <a:pt x="39" y="830"/>
                    <a:pt x="6" y="908"/>
                    <a:pt x="61" y="738"/>
                  </a:cubicBezTo>
                  <a:cubicBezTo>
                    <a:pt x="53" y="574"/>
                    <a:pt x="55" y="556"/>
                    <a:pt x="27" y="438"/>
                  </a:cubicBezTo>
                  <a:cubicBezTo>
                    <a:pt x="32" y="359"/>
                    <a:pt x="0" y="249"/>
                    <a:pt x="84" y="219"/>
                  </a:cubicBezTo>
                  <a:cubicBezTo>
                    <a:pt x="103" y="0"/>
                    <a:pt x="53" y="84"/>
                    <a:pt x="142" y="104"/>
                  </a:cubicBezTo>
                  <a:cubicBezTo>
                    <a:pt x="161" y="108"/>
                    <a:pt x="180" y="104"/>
                    <a:pt x="199" y="104"/>
                  </a:cubicBezTo>
                  <a:close/>
                </a:path>
              </a:pathLst>
            </a:custGeom>
            <a:solidFill>
              <a:srgbClr val="CCFFFF"/>
            </a:solidFill>
            <a:ln w="12700" cap="sq" cmpd="sng">
              <a:noFill/>
              <a:prstDash val="solid"/>
              <a:round/>
            </a:ln>
            <a:effectLst>
              <a:outerShdw dist="117088" dir="2436078" algn="ctr" rotWithShape="0">
                <a:srgbClr val="B0B0B0"/>
              </a:outerShdw>
            </a:effectLst>
          </p:spPr>
          <p:txBody>
            <a:bodyPr wrap="none" anchor="ctr"/>
            <a:lstStyle/>
            <a:p>
              <a:endParaRPr lang="zh-CN" altLang="en-US"/>
            </a:p>
          </p:txBody>
        </p:sp>
        <p:sp>
          <p:nvSpPr>
            <p:cNvPr id="55332" name="Text Box 18"/>
            <p:cNvSpPr txBox="1">
              <a:spLocks noChangeArrowheads="1"/>
            </p:cNvSpPr>
            <p:nvPr/>
          </p:nvSpPr>
          <p:spPr bwMode="auto">
            <a:xfrm>
              <a:off x="404" y="3476"/>
              <a:ext cx="3770" cy="587"/>
            </a:xfrm>
            <a:prstGeom prst="rect">
              <a:avLst/>
            </a:prstGeom>
            <a:noFill/>
            <a:ln w="12700" cap="sq">
              <a:noFill/>
              <a:miter lim="800000"/>
            </a:ln>
          </p:spPr>
          <p:txBody>
            <a:bodyPr wrap="none">
              <a:spAutoFit/>
            </a:bodyPr>
            <a:lstStyle/>
            <a:p>
              <a:pPr fontAlgn="base">
                <a:lnSpc>
                  <a:spcPct val="125000"/>
                </a:lnSpc>
                <a:spcBef>
                  <a:spcPct val="0"/>
                </a:spcBef>
              </a:pPr>
              <a:r>
                <a:rPr lang="zh-CN" altLang="en-US" sz="2300">
                  <a:solidFill>
                    <a:srgbClr val="000099"/>
                  </a:solidFill>
                  <a:latin typeface="幼圆" pitchFamily="49" charset="-122"/>
                  <a:ea typeface="幼圆" pitchFamily="49" charset="-122"/>
                </a:rPr>
                <a:t>    所谓一个元素的     是指该元素占用的</a:t>
              </a:r>
              <a:endParaRPr lang="zh-CN" altLang="en-US" sz="2300">
                <a:solidFill>
                  <a:srgbClr val="000099"/>
                </a:solidFill>
                <a:latin typeface="幼圆" pitchFamily="49" charset="-122"/>
                <a:ea typeface="幼圆" pitchFamily="49" charset="-122"/>
              </a:endParaRPr>
            </a:p>
            <a:p>
              <a:pPr fontAlgn="base">
                <a:lnSpc>
                  <a:spcPct val="125000"/>
                </a:lnSpc>
                <a:spcBef>
                  <a:spcPct val="0"/>
                </a:spcBef>
              </a:pPr>
              <a:r>
                <a:rPr lang="en-US" altLang="zh-CN" sz="2300">
                  <a:solidFill>
                    <a:srgbClr val="000099"/>
                  </a:solidFill>
                  <a:ea typeface="幼圆" pitchFamily="49" charset="-122"/>
                </a:rPr>
                <a:t>k</a:t>
              </a:r>
              <a:r>
                <a:rPr lang="zh-CN" altLang="en-US" sz="2300">
                  <a:solidFill>
                    <a:srgbClr val="000099"/>
                  </a:solidFill>
                  <a:latin typeface="幼圆" pitchFamily="49" charset="-122"/>
                  <a:ea typeface="幼圆" pitchFamily="49" charset="-122"/>
                </a:rPr>
                <a:t>个</a:t>
              </a:r>
              <a:r>
                <a:rPr lang="en-US" altLang="zh-CN" sz="2300">
                  <a:solidFill>
                    <a:srgbClr val="000099"/>
                  </a:solidFill>
                  <a:latin typeface="幼圆" pitchFamily="49" charset="-122"/>
                  <a:ea typeface="幼圆" pitchFamily="49" charset="-122"/>
                </a:rPr>
                <a:t>(</a:t>
              </a:r>
              <a:r>
                <a:rPr lang="zh-CN" altLang="en-US" sz="2300">
                  <a:solidFill>
                    <a:srgbClr val="000099"/>
                  </a:solidFill>
                  <a:latin typeface="幼圆" pitchFamily="49" charset="-122"/>
                  <a:ea typeface="幼圆" pitchFamily="49" charset="-122"/>
                </a:rPr>
                <a:t>连续的)存储单元的第一个单元的地址。</a:t>
              </a:r>
              <a:endParaRPr lang="zh-CN" altLang="en-US" sz="2300">
                <a:solidFill>
                  <a:srgbClr val="000099"/>
                </a:solidFill>
                <a:latin typeface="幼圆" pitchFamily="49" charset="-122"/>
                <a:ea typeface="幼圆" pitchFamily="49" charset="-122"/>
              </a:endParaRPr>
            </a:p>
          </p:txBody>
        </p:sp>
        <p:sp>
          <p:nvSpPr>
            <p:cNvPr id="55333" name="Rectangle 19"/>
            <p:cNvSpPr>
              <a:spLocks noChangeArrowheads="1"/>
            </p:cNvSpPr>
            <p:nvPr/>
          </p:nvSpPr>
          <p:spPr bwMode="auto">
            <a:xfrm>
              <a:off x="2064" y="3437"/>
              <a:ext cx="917" cy="336"/>
            </a:xfrm>
            <a:prstGeom prst="rect">
              <a:avLst/>
            </a:prstGeom>
            <a:noFill/>
            <a:ln w="12700" cap="sq">
              <a:noFill/>
              <a:miter lim="800000"/>
            </a:ln>
            <a:effectLst>
              <a:outerShdw dist="17961" dir="2700000" algn="ctr" rotWithShape="0">
                <a:schemeClr val="bg1"/>
              </a:outerShdw>
            </a:effectLst>
          </p:spPr>
          <p:txBody>
            <a:bodyPr>
              <a:spAutoFit/>
            </a:bodyPr>
            <a:lstStyle/>
            <a:p>
              <a:pPr fontAlgn="base">
                <a:spcBef>
                  <a:spcPct val="0"/>
                </a:spcBef>
              </a:pPr>
              <a:r>
                <a:rPr lang="zh-CN" altLang="en-US" sz="2900" i="1">
                  <a:solidFill>
                    <a:srgbClr val="FF3300"/>
                  </a:solidFill>
                  <a:latin typeface="黑体" panose="02010609060101010101" pitchFamily="2" charset="-122"/>
                  <a:ea typeface="黑体" panose="02010609060101010101" pitchFamily="2" charset="-122"/>
                </a:rPr>
                <a:t>地址</a:t>
              </a:r>
              <a:endParaRPr lang="zh-CN" altLang="en-US" sz="2900" i="1">
                <a:solidFill>
                  <a:srgbClr val="FF3300"/>
                </a:solidFill>
                <a:latin typeface="黑体" panose="02010609060101010101" pitchFamily="2" charset="-122"/>
                <a:ea typeface="黑体" panose="02010609060101010101" pitchFamily="2" charset="-122"/>
              </a:endParaRPr>
            </a:p>
          </p:txBody>
        </p:sp>
      </p:grpSp>
      <p:grpSp>
        <p:nvGrpSpPr>
          <p:cNvPr id="4" name="Group 57"/>
          <p:cNvGrpSpPr/>
          <p:nvPr/>
        </p:nvGrpSpPr>
        <p:grpSpPr bwMode="auto">
          <a:xfrm>
            <a:off x="7631485" y="4178747"/>
            <a:ext cx="1600200" cy="685800"/>
            <a:chOff x="4558" y="2614"/>
            <a:chExt cx="1008" cy="432"/>
          </a:xfrm>
        </p:grpSpPr>
        <p:sp>
          <p:nvSpPr>
            <p:cNvPr id="55329" name="AutoShape 21"/>
            <p:cNvSpPr>
              <a:spLocks noChangeArrowheads="1"/>
            </p:cNvSpPr>
            <p:nvPr/>
          </p:nvSpPr>
          <p:spPr bwMode="auto">
            <a:xfrm>
              <a:off x="4558" y="2614"/>
              <a:ext cx="1008" cy="432"/>
            </a:xfrm>
            <a:prstGeom prst="wedgeEllipseCallout">
              <a:avLst>
                <a:gd name="adj1" fmla="val -63194"/>
                <a:gd name="adj2" fmla="val 96759"/>
              </a:avLst>
            </a:prstGeom>
            <a:noFill/>
            <a:ln w="63500" cap="sq">
              <a:solidFill>
                <a:srgbClr val="33CCCC"/>
              </a:solidFill>
              <a:miter lim="800000"/>
            </a:ln>
          </p:spPr>
          <p:txBody>
            <a:bodyPr anchor="ctr"/>
            <a:lstStyle/>
            <a:p>
              <a:pPr algn="ctr" fontAlgn="base">
                <a:spcBef>
                  <a:spcPct val="0"/>
                </a:spcBef>
              </a:pPr>
              <a:endParaRPr lang="zh-CN" altLang="en-US" sz="2400">
                <a:ea typeface="宋体" pitchFamily="2" charset="-122"/>
              </a:endParaRPr>
            </a:p>
          </p:txBody>
        </p:sp>
        <p:sp>
          <p:nvSpPr>
            <p:cNvPr id="55330" name="Text Box 22"/>
            <p:cNvSpPr txBox="1">
              <a:spLocks noChangeArrowheads="1"/>
            </p:cNvSpPr>
            <p:nvPr/>
          </p:nvSpPr>
          <p:spPr bwMode="auto">
            <a:xfrm>
              <a:off x="4609" y="2663"/>
              <a:ext cx="957" cy="317"/>
            </a:xfrm>
            <a:prstGeom prst="rect">
              <a:avLst/>
            </a:prstGeom>
            <a:noFill/>
            <a:ln w="12700" cap="sq">
              <a:noFill/>
              <a:miter lim="800000"/>
            </a:ln>
            <a:effectLst>
              <a:outerShdw dist="12700" algn="ctr" rotWithShape="0">
                <a:schemeClr val="bg1"/>
              </a:outerShdw>
            </a:effectLst>
          </p:spPr>
          <p:txBody>
            <a:bodyPr>
              <a:spAutoFit/>
            </a:bodyPr>
            <a:lstStyle/>
            <a:p>
              <a:pPr fontAlgn="base">
                <a:spcBef>
                  <a:spcPct val="0"/>
                </a:spcBef>
              </a:pPr>
              <a:r>
                <a:rPr lang="en-US" altLang="zh-CN" sz="2700">
                  <a:solidFill>
                    <a:srgbClr val="FF3300"/>
                  </a:solidFill>
                  <a:ea typeface="宋体" pitchFamily="2" charset="-122"/>
                </a:rPr>
                <a:t>LOC(a</a:t>
              </a:r>
              <a:r>
                <a:rPr lang="en-US" altLang="zh-CN" sz="2700" baseline="-25000">
                  <a:solidFill>
                    <a:srgbClr val="FF3300"/>
                  </a:solidFill>
                  <a:ea typeface="宋体" pitchFamily="2" charset="-122"/>
                </a:rPr>
                <a:t>i</a:t>
              </a:r>
              <a:r>
                <a:rPr lang="en-US" altLang="zh-CN" sz="2700">
                  <a:solidFill>
                    <a:srgbClr val="FF3300"/>
                  </a:solidFill>
                  <a:ea typeface="宋体" pitchFamily="2" charset="-122"/>
                </a:rPr>
                <a:t>)</a:t>
              </a:r>
              <a:endParaRPr lang="en-US" altLang="zh-CN" sz="2700">
                <a:solidFill>
                  <a:srgbClr val="FF3300"/>
                </a:solidFill>
                <a:ea typeface="宋体" pitchFamily="2" charset="-122"/>
              </a:endParaRPr>
            </a:p>
          </p:txBody>
        </p:sp>
      </p:grpSp>
      <p:grpSp>
        <p:nvGrpSpPr>
          <p:cNvPr id="5" name="Group 50"/>
          <p:cNvGrpSpPr/>
          <p:nvPr/>
        </p:nvGrpSpPr>
        <p:grpSpPr bwMode="auto">
          <a:xfrm>
            <a:off x="954460" y="46484"/>
            <a:ext cx="6134100" cy="742950"/>
            <a:chOff x="216" y="168"/>
            <a:chExt cx="3864" cy="468"/>
          </a:xfrm>
        </p:grpSpPr>
        <p:sp>
          <p:nvSpPr>
            <p:cNvPr id="55327" name="Rectangle 24"/>
            <p:cNvSpPr>
              <a:spLocks noChangeArrowheads="1"/>
            </p:cNvSpPr>
            <p:nvPr/>
          </p:nvSpPr>
          <p:spPr bwMode="auto">
            <a:xfrm>
              <a:off x="216" y="168"/>
              <a:ext cx="3780" cy="468"/>
            </a:xfrm>
            <a:prstGeom prst="rect">
              <a:avLst/>
            </a:prstGeom>
            <a:solidFill>
              <a:srgbClr val="C9E4FF"/>
            </a:solidFill>
            <a:ln w="12700" cap="sq">
              <a:noFill/>
              <a:miter lim="800000"/>
            </a:ln>
            <a:effectLst>
              <a:outerShdw dist="125724" dir="2700000" algn="ctr" rotWithShape="0">
                <a:srgbClr val="C0C0C0"/>
              </a:outerShdw>
            </a:effectLst>
          </p:spPr>
          <p:txBody>
            <a:bodyPr wrap="none" anchor="ctr"/>
            <a:lstStyle/>
            <a:p>
              <a:endParaRPr lang="zh-CN" altLang="en-US"/>
            </a:p>
          </p:txBody>
        </p:sp>
        <p:sp>
          <p:nvSpPr>
            <p:cNvPr id="55328" name="Rectangle 25"/>
            <p:cNvSpPr>
              <a:spLocks noChangeArrowheads="1"/>
            </p:cNvSpPr>
            <p:nvPr/>
          </p:nvSpPr>
          <p:spPr bwMode="auto">
            <a:xfrm>
              <a:off x="264" y="216"/>
              <a:ext cx="3816" cy="404"/>
            </a:xfrm>
            <a:prstGeom prst="rect">
              <a:avLst/>
            </a:prstGeom>
            <a:noFill/>
            <a:ln w="12700" cap="sq">
              <a:noFill/>
              <a:miter lim="800000"/>
            </a:ln>
            <a:effectLst>
              <a:outerShdw dist="17961" dir="2700000" algn="ctr" rotWithShape="0">
                <a:srgbClr val="000000"/>
              </a:outerShdw>
            </a:effectLst>
          </p:spPr>
          <p:txBody>
            <a:bodyPr>
              <a:spAutoFit/>
            </a:bodyPr>
            <a:lstStyle/>
            <a:p>
              <a:r>
                <a:rPr kumimoji="1" lang="zh-CN" altLang="en-US" sz="3600" dirty="0">
                  <a:solidFill>
                    <a:srgbClr val="FF3300"/>
                  </a:solidFill>
                </a:rPr>
                <a:t> 2.2  线性表</a:t>
              </a:r>
              <a:r>
                <a:rPr kumimoji="1" lang="zh-CN" altLang="en-US" sz="3600">
                  <a:solidFill>
                    <a:srgbClr val="FF3300"/>
                  </a:solidFill>
                </a:rPr>
                <a:t>的顺序存储</a:t>
              </a:r>
              <a:r>
                <a:rPr kumimoji="1" lang="zh-CN" altLang="en-US" sz="3600" dirty="0">
                  <a:solidFill>
                    <a:srgbClr val="FF3300"/>
                  </a:solidFill>
                </a:rPr>
                <a:t>结构</a:t>
              </a:r>
              <a:endParaRPr kumimoji="1" lang="zh-CN" altLang="en-US" sz="3600" dirty="0">
                <a:solidFill>
                  <a:srgbClr val="FF3300"/>
                </a:solidFill>
              </a:endParaRPr>
            </a:p>
          </p:txBody>
        </p:sp>
      </p:grpSp>
      <p:grpSp>
        <p:nvGrpSpPr>
          <p:cNvPr id="6" name="Group 52"/>
          <p:cNvGrpSpPr/>
          <p:nvPr/>
        </p:nvGrpSpPr>
        <p:grpSpPr bwMode="auto">
          <a:xfrm>
            <a:off x="973511" y="922784"/>
            <a:ext cx="4138613" cy="666750"/>
            <a:chOff x="228" y="804"/>
            <a:chExt cx="1776" cy="420"/>
          </a:xfrm>
        </p:grpSpPr>
        <p:sp>
          <p:nvSpPr>
            <p:cNvPr id="55325" name="Oval 27"/>
            <p:cNvSpPr>
              <a:spLocks noChangeArrowheads="1"/>
            </p:cNvSpPr>
            <p:nvPr/>
          </p:nvSpPr>
          <p:spPr bwMode="auto">
            <a:xfrm>
              <a:off x="228" y="804"/>
              <a:ext cx="1776" cy="420"/>
            </a:xfrm>
            <a:prstGeom prst="ellipse">
              <a:avLst/>
            </a:prstGeom>
            <a:solidFill>
              <a:srgbClr val="FFFFCD"/>
            </a:solidFill>
            <a:ln w="12700" cap="sq">
              <a:noFill/>
              <a:round/>
            </a:ln>
            <a:effectLst>
              <a:outerShdw dist="85194" dir="1593903" algn="ctr" rotWithShape="0">
                <a:srgbClr val="B0B0B0"/>
              </a:outerShdw>
            </a:effectLst>
          </p:spPr>
          <p:txBody>
            <a:bodyPr wrap="none" anchor="ctr"/>
            <a:lstStyle/>
            <a:p>
              <a:pPr algn="ctr"/>
              <a:endParaRPr lang="zh-CN" altLang="en-US" sz="2600"/>
            </a:p>
          </p:txBody>
        </p:sp>
        <p:sp>
          <p:nvSpPr>
            <p:cNvPr id="55326" name="Text Box 28"/>
            <p:cNvSpPr txBox="1">
              <a:spLocks noChangeArrowheads="1"/>
            </p:cNvSpPr>
            <p:nvPr/>
          </p:nvSpPr>
          <p:spPr bwMode="auto">
            <a:xfrm>
              <a:off x="494" y="813"/>
              <a:ext cx="1317" cy="349"/>
            </a:xfrm>
            <a:prstGeom prst="rect">
              <a:avLst/>
            </a:prstGeom>
            <a:noFill/>
            <a:ln w="12700" cap="sq">
              <a:noFill/>
              <a:miter lim="800000"/>
            </a:ln>
          </p:spPr>
          <p:txBody>
            <a:bodyPr wrap="none">
              <a:spAutoFit/>
            </a:bodyPr>
            <a:lstStyle/>
            <a:p>
              <a:pPr fontAlgn="base">
                <a:spcBef>
                  <a:spcPct val="0"/>
                </a:spcBef>
              </a:pPr>
              <a:r>
                <a:rPr lang="en-US" altLang="zh-CN" sz="3000">
                  <a:solidFill>
                    <a:srgbClr val="000099"/>
                  </a:solidFill>
                  <a:latin typeface="幼圆" pitchFamily="49" charset="-122"/>
                  <a:ea typeface="幼圆" pitchFamily="49" charset="-122"/>
                </a:rPr>
                <a:t>2.2.1 </a:t>
              </a:r>
              <a:r>
                <a:rPr lang="zh-CN" altLang="en-US" sz="3000">
                  <a:solidFill>
                    <a:srgbClr val="000099"/>
                  </a:solidFill>
                  <a:latin typeface="幼圆" pitchFamily="49" charset="-122"/>
                  <a:ea typeface="幼圆" pitchFamily="49" charset="-122"/>
                </a:rPr>
                <a:t>构造原理 </a:t>
              </a:r>
              <a:endParaRPr lang="zh-CN" altLang="en-US" sz="3000">
                <a:solidFill>
                  <a:srgbClr val="000099"/>
                </a:solidFill>
                <a:latin typeface="幼圆" pitchFamily="49" charset="-122"/>
                <a:ea typeface="幼圆" pitchFamily="49" charset="-122"/>
              </a:endParaRPr>
            </a:p>
          </p:txBody>
        </p:sp>
      </p:grpSp>
      <p:grpSp>
        <p:nvGrpSpPr>
          <p:cNvPr id="7" name="Group 55"/>
          <p:cNvGrpSpPr/>
          <p:nvPr/>
        </p:nvGrpSpPr>
        <p:grpSpPr bwMode="auto">
          <a:xfrm>
            <a:off x="2243510" y="3894585"/>
            <a:ext cx="4768850" cy="1279525"/>
            <a:chOff x="1028" y="2592"/>
            <a:chExt cx="3004" cy="806"/>
          </a:xfrm>
        </p:grpSpPr>
        <p:grpSp>
          <p:nvGrpSpPr>
            <p:cNvPr id="8" name="Group 30"/>
            <p:cNvGrpSpPr/>
            <p:nvPr/>
          </p:nvGrpSpPr>
          <p:grpSpPr bwMode="auto">
            <a:xfrm>
              <a:off x="1044" y="2865"/>
              <a:ext cx="2988" cy="533"/>
              <a:chOff x="1044" y="2736"/>
              <a:chExt cx="2988" cy="533"/>
            </a:xfrm>
          </p:grpSpPr>
          <p:grpSp>
            <p:nvGrpSpPr>
              <p:cNvPr id="9" name="Group 31"/>
              <p:cNvGrpSpPr/>
              <p:nvPr/>
            </p:nvGrpSpPr>
            <p:grpSpPr bwMode="auto">
              <a:xfrm>
                <a:off x="1104" y="2736"/>
                <a:ext cx="2928" cy="339"/>
                <a:chOff x="576" y="3168"/>
                <a:chExt cx="2928" cy="339"/>
              </a:xfrm>
            </p:grpSpPr>
            <p:grpSp>
              <p:nvGrpSpPr>
                <p:cNvPr id="10" name="Group 32"/>
                <p:cNvGrpSpPr/>
                <p:nvPr/>
              </p:nvGrpSpPr>
              <p:grpSpPr bwMode="auto">
                <a:xfrm>
                  <a:off x="576" y="3168"/>
                  <a:ext cx="384" cy="339"/>
                  <a:chOff x="576" y="3213"/>
                  <a:chExt cx="384" cy="339"/>
                </a:xfrm>
              </p:grpSpPr>
              <p:sp>
                <p:nvSpPr>
                  <p:cNvPr id="55323" name="Rectangle 33"/>
                  <p:cNvSpPr>
                    <a:spLocks noChangeArrowheads="1"/>
                  </p:cNvSpPr>
                  <p:nvPr/>
                </p:nvSpPr>
                <p:spPr bwMode="auto">
                  <a:xfrm>
                    <a:off x="576" y="3264"/>
                    <a:ext cx="384" cy="288"/>
                  </a:xfrm>
                  <a:prstGeom prst="rect">
                    <a:avLst/>
                  </a:prstGeom>
                  <a:noFill/>
                  <a:ln w="22225" cap="sq">
                    <a:solidFill>
                      <a:srgbClr val="008000"/>
                    </a:solidFill>
                    <a:miter lim="800000"/>
                  </a:ln>
                </p:spPr>
                <p:txBody>
                  <a:bodyPr wrap="none" anchor="ctr"/>
                  <a:lstStyle/>
                  <a:p>
                    <a:endParaRPr lang="zh-CN" altLang="en-US"/>
                  </a:p>
                </p:txBody>
              </p:sp>
              <p:sp>
                <p:nvSpPr>
                  <p:cNvPr id="55324" name="Rectangle 34"/>
                  <p:cNvSpPr>
                    <a:spLocks noChangeArrowheads="1"/>
                  </p:cNvSpPr>
                  <p:nvPr/>
                </p:nvSpPr>
                <p:spPr bwMode="auto">
                  <a:xfrm>
                    <a:off x="644" y="3213"/>
                    <a:ext cx="288" cy="330"/>
                  </a:xfrm>
                  <a:prstGeom prst="rect">
                    <a:avLst/>
                  </a:prstGeom>
                  <a:noFill/>
                  <a:ln w="12700" cap="sq">
                    <a:noFill/>
                    <a:miter lim="800000"/>
                  </a:ln>
                </p:spPr>
                <p:txBody>
                  <a:bodyPr wrap="none">
                    <a:spAutoFit/>
                  </a:bodyPr>
                  <a:lstStyle/>
                  <a:p>
                    <a:pPr algn="ctr" fontAlgn="base">
                      <a:spcBef>
                        <a:spcPct val="0"/>
                      </a:spcBef>
                    </a:pPr>
                    <a:r>
                      <a:rPr lang="en-US" altLang="zh-CN" sz="2800" dirty="0">
                        <a:solidFill>
                          <a:schemeClr val="bg1"/>
                        </a:solidFill>
                      </a:rPr>
                      <a:t>a</a:t>
                    </a:r>
                    <a:r>
                      <a:rPr lang="en-US" altLang="zh-CN" sz="2800" baseline="-25000" dirty="0">
                        <a:solidFill>
                          <a:schemeClr val="bg1"/>
                        </a:solidFill>
                      </a:rPr>
                      <a:t>1</a:t>
                    </a:r>
                    <a:endParaRPr lang="en-US" altLang="zh-CN" sz="2800" baseline="-25000" dirty="0">
                      <a:solidFill>
                        <a:schemeClr val="bg1"/>
                      </a:solidFill>
                    </a:endParaRPr>
                  </a:p>
                </p:txBody>
              </p:sp>
            </p:grpSp>
            <p:grpSp>
              <p:nvGrpSpPr>
                <p:cNvPr id="11" name="Group 35"/>
                <p:cNvGrpSpPr/>
                <p:nvPr/>
              </p:nvGrpSpPr>
              <p:grpSpPr bwMode="auto">
                <a:xfrm>
                  <a:off x="960" y="3168"/>
                  <a:ext cx="384" cy="339"/>
                  <a:chOff x="576" y="3213"/>
                  <a:chExt cx="384" cy="339"/>
                </a:xfrm>
              </p:grpSpPr>
              <p:sp>
                <p:nvSpPr>
                  <p:cNvPr id="55321" name="Rectangle 36"/>
                  <p:cNvSpPr>
                    <a:spLocks noChangeArrowheads="1"/>
                  </p:cNvSpPr>
                  <p:nvPr/>
                </p:nvSpPr>
                <p:spPr bwMode="auto">
                  <a:xfrm>
                    <a:off x="576" y="3264"/>
                    <a:ext cx="384" cy="288"/>
                  </a:xfrm>
                  <a:prstGeom prst="rect">
                    <a:avLst/>
                  </a:prstGeom>
                  <a:noFill/>
                  <a:ln w="22225" cap="sq">
                    <a:solidFill>
                      <a:srgbClr val="008000"/>
                    </a:solidFill>
                    <a:miter lim="800000"/>
                  </a:ln>
                </p:spPr>
                <p:txBody>
                  <a:bodyPr wrap="none" anchor="ctr"/>
                  <a:lstStyle/>
                  <a:p>
                    <a:endParaRPr lang="zh-CN" altLang="en-US"/>
                  </a:p>
                </p:txBody>
              </p:sp>
              <p:sp>
                <p:nvSpPr>
                  <p:cNvPr id="55322" name="Rectangle 37"/>
                  <p:cNvSpPr>
                    <a:spLocks noChangeArrowheads="1"/>
                  </p:cNvSpPr>
                  <p:nvPr/>
                </p:nvSpPr>
                <p:spPr bwMode="auto">
                  <a:xfrm>
                    <a:off x="644" y="3213"/>
                    <a:ext cx="288" cy="330"/>
                  </a:xfrm>
                  <a:prstGeom prst="rect">
                    <a:avLst/>
                  </a:prstGeom>
                  <a:noFill/>
                  <a:ln w="12700" cap="sq">
                    <a:noFill/>
                    <a:miter lim="800000"/>
                  </a:ln>
                </p:spPr>
                <p:txBody>
                  <a:bodyPr wrap="none">
                    <a:spAutoFit/>
                  </a:bodyPr>
                  <a:lstStyle/>
                  <a:p>
                    <a:pPr algn="ctr" fontAlgn="base">
                      <a:spcBef>
                        <a:spcPct val="0"/>
                      </a:spcBef>
                    </a:pPr>
                    <a:r>
                      <a:rPr lang="en-US" altLang="zh-CN" sz="2800">
                        <a:solidFill>
                          <a:schemeClr val="bg1"/>
                        </a:solidFill>
                      </a:rPr>
                      <a:t>a</a:t>
                    </a:r>
                    <a:r>
                      <a:rPr lang="en-US" altLang="zh-CN" sz="2800" baseline="-25000">
                        <a:solidFill>
                          <a:schemeClr val="bg1"/>
                        </a:solidFill>
                      </a:rPr>
                      <a:t>2</a:t>
                    </a:r>
                    <a:endParaRPr lang="en-US" altLang="zh-CN" sz="2800" baseline="-25000">
                      <a:solidFill>
                        <a:schemeClr val="bg1"/>
                      </a:solidFill>
                    </a:endParaRPr>
                  </a:p>
                </p:txBody>
              </p:sp>
            </p:grpSp>
            <p:grpSp>
              <p:nvGrpSpPr>
                <p:cNvPr id="12" name="Group 38"/>
                <p:cNvGrpSpPr/>
                <p:nvPr/>
              </p:nvGrpSpPr>
              <p:grpSpPr bwMode="auto">
                <a:xfrm>
                  <a:off x="1344" y="3168"/>
                  <a:ext cx="384" cy="339"/>
                  <a:chOff x="576" y="3213"/>
                  <a:chExt cx="384" cy="339"/>
                </a:xfrm>
              </p:grpSpPr>
              <p:sp>
                <p:nvSpPr>
                  <p:cNvPr id="55319" name="Rectangle 39"/>
                  <p:cNvSpPr>
                    <a:spLocks noChangeArrowheads="1"/>
                  </p:cNvSpPr>
                  <p:nvPr/>
                </p:nvSpPr>
                <p:spPr bwMode="auto">
                  <a:xfrm>
                    <a:off x="576" y="3264"/>
                    <a:ext cx="384" cy="288"/>
                  </a:xfrm>
                  <a:prstGeom prst="rect">
                    <a:avLst/>
                  </a:prstGeom>
                  <a:noFill/>
                  <a:ln w="22225" cap="sq">
                    <a:solidFill>
                      <a:srgbClr val="008000"/>
                    </a:solidFill>
                    <a:miter lim="800000"/>
                  </a:ln>
                </p:spPr>
                <p:txBody>
                  <a:bodyPr wrap="none" anchor="ctr"/>
                  <a:lstStyle/>
                  <a:p>
                    <a:endParaRPr lang="zh-CN" altLang="en-US"/>
                  </a:p>
                </p:txBody>
              </p:sp>
              <p:sp>
                <p:nvSpPr>
                  <p:cNvPr id="55320" name="Rectangle 40"/>
                  <p:cNvSpPr>
                    <a:spLocks noChangeArrowheads="1"/>
                  </p:cNvSpPr>
                  <p:nvPr/>
                </p:nvSpPr>
                <p:spPr bwMode="auto">
                  <a:xfrm>
                    <a:off x="644" y="3213"/>
                    <a:ext cx="288" cy="330"/>
                  </a:xfrm>
                  <a:prstGeom prst="rect">
                    <a:avLst/>
                  </a:prstGeom>
                  <a:noFill/>
                  <a:ln w="12700" cap="sq">
                    <a:noFill/>
                    <a:miter lim="800000"/>
                  </a:ln>
                </p:spPr>
                <p:txBody>
                  <a:bodyPr wrap="none">
                    <a:spAutoFit/>
                  </a:bodyPr>
                  <a:lstStyle/>
                  <a:p>
                    <a:pPr algn="ctr" fontAlgn="base">
                      <a:spcBef>
                        <a:spcPct val="0"/>
                      </a:spcBef>
                    </a:pPr>
                    <a:r>
                      <a:rPr lang="en-US" altLang="zh-CN" sz="2800">
                        <a:solidFill>
                          <a:schemeClr val="bg1"/>
                        </a:solidFill>
                      </a:rPr>
                      <a:t>a</a:t>
                    </a:r>
                    <a:r>
                      <a:rPr lang="en-US" altLang="zh-CN" sz="2800" baseline="-25000">
                        <a:solidFill>
                          <a:schemeClr val="bg1"/>
                        </a:solidFill>
                      </a:rPr>
                      <a:t>3</a:t>
                    </a:r>
                    <a:endParaRPr lang="en-US" altLang="zh-CN" sz="2800" baseline="-25000">
                      <a:solidFill>
                        <a:schemeClr val="bg1"/>
                      </a:solidFill>
                    </a:endParaRPr>
                  </a:p>
                </p:txBody>
              </p:sp>
            </p:grpSp>
            <p:grpSp>
              <p:nvGrpSpPr>
                <p:cNvPr id="13" name="Group 41"/>
                <p:cNvGrpSpPr/>
                <p:nvPr/>
              </p:nvGrpSpPr>
              <p:grpSpPr bwMode="auto">
                <a:xfrm>
                  <a:off x="3120" y="3168"/>
                  <a:ext cx="384" cy="339"/>
                  <a:chOff x="576" y="3213"/>
                  <a:chExt cx="384" cy="339"/>
                </a:xfrm>
              </p:grpSpPr>
              <p:sp>
                <p:nvSpPr>
                  <p:cNvPr id="55317" name="Rectangle 42"/>
                  <p:cNvSpPr>
                    <a:spLocks noChangeArrowheads="1"/>
                  </p:cNvSpPr>
                  <p:nvPr/>
                </p:nvSpPr>
                <p:spPr bwMode="auto">
                  <a:xfrm>
                    <a:off x="576" y="3264"/>
                    <a:ext cx="384" cy="288"/>
                  </a:xfrm>
                  <a:prstGeom prst="rect">
                    <a:avLst/>
                  </a:prstGeom>
                  <a:noFill/>
                  <a:ln w="22225" cap="sq">
                    <a:solidFill>
                      <a:srgbClr val="008000"/>
                    </a:solidFill>
                    <a:miter lim="800000"/>
                  </a:ln>
                </p:spPr>
                <p:txBody>
                  <a:bodyPr wrap="none" anchor="ctr"/>
                  <a:lstStyle/>
                  <a:p>
                    <a:endParaRPr lang="zh-CN" altLang="en-US"/>
                  </a:p>
                </p:txBody>
              </p:sp>
              <p:sp>
                <p:nvSpPr>
                  <p:cNvPr id="55318" name="Rectangle 43"/>
                  <p:cNvSpPr>
                    <a:spLocks noChangeArrowheads="1"/>
                  </p:cNvSpPr>
                  <p:nvPr/>
                </p:nvSpPr>
                <p:spPr bwMode="auto">
                  <a:xfrm>
                    <a:off x="645" y="3213"/>
                    <a:ext cx="288" cy="330"/>
                  </a:xfrm>
                  <a:prstGeom prst="rect">
                    <a:avLst/>
                  </a:prstGeom>
                  <a:noFill/>
                  <a:ln w="12700" cap="sq">
                    <a:noFill/>
                    <a:miter lim="800000"/>
                  </a:ln>
                </p:spPr>
                <p:txBody>
                  <a:bodyPr wrap="none">
                    <a:spAutoFit/>
                  </a:bodyPr>
                  <a:lstStyle/>
                  <a:p>
                    <a:pPr algn="ctr" fontAlgn="base">
                      <a:spcBef>
                        <a:spcPct val="0"/>
                      </a:spcBef>
                    </a:pPr>
                    <a:r>
                      <a:rPr lang="en-US" altLang="zh-CN" sz="2800">
                        <a:solidFill>
                          <a:schemeClr val="bg1"/>
                        </a:solidFill>
                      </a:rPr>
                      <a:t>a</a:t>
                    </a:r>
                    <a:r>
                      <a:rPr lang="en-US" altLang="zh-CN" sz="2800" baseline="-25000">
                        <a:solidFill>
                          <a:schemeClr val="bg1"/>
                        </a:solidFill>
                      </a:rPr>
                      <a:t>n</a:t>
                    </a:r>
                    <a:endParaRPr lang="en-US" altLang="zh-CN" sz="2800" baseline="-25000">
                      <a:solidFill>
                        <a:schemeClr val="bg1"/>
                      </a:solidFill>
                    </a:endParaRPr>
                  </a:p>
                </p:txBody>
              </p:sp>
            </p:grpSp>
            <p:sp>
              <p:nvSpPr>
                <p:cNvPr id="55314" name="Line 44"/>
                <p:cNvSpPr>
                  <a:spLocks noChangeShapeType="1"/>
                </p:cNvSpPr>
                <p:nvPr/>
              </p:nvSpPr>
              <p:spPr bwMode="auto">
                <a:xfrm>
                  <a:off x="1728" y="3504"/>
                  <a:ext cx="1392" cy="0"/>
                </a:xfrm>
                <a:prstGeom prst="line">
                  <a:avLst/>
                </a:prstGeom>
                <a:noFill/>
                <a:ln w="22225" cap="sq">
                  <a:solidFill>
                    <a:srgbClr val="008000"/>
                  </a:solidFill>
                  <a:round/>
                </a:ln>
              </p:spPr>
              <p:txBody>
                <a:bodyPr wrap="none" anchor="ctr"/>
                <a:lstStyle/>
                <a:p>
                  <a:endParaRPr lang="zh-CN" altLang="en-US"/>
                </a:p>
              </p:txBody>
            </p:sp>
            <p:sp>
              <p:nvSpPr>
                <p:cNvPr id="55315" name="Line 45"/>
                <p:cNvSpPr>
                  <a:spLocks noChangeShapeType="1"/>
                </p:cNvSpPr>
                <p:nvPr/>
              </p:nvSpPr>
              <p:spPr bwMode="auto">
                <a:xfrm>
                  <a:off x="1728" y="3216"/>
                  <a:ext cx="1392" cy="0"/>
                </a:xfrm>
                <a:prstGeom prst="line">
                  <a:avLst/>
                </a:prstGeom>
                <a:noFill/>
                <a:ln w="22225" cap="sq">
                  <a:solidFill>
                    <a:srgbClr val="008000"/>
                  </a:solidFill>
                  <a:round/>
                </a:ln>
              </p:spPr>
              <p:txBody>
                <a:bodyPr wrap="none" anchor="ctr"/>
                <a:lstStyle/>
                <a:p>
                  <a:endParaRPr lang="zh-CN" altLang="en-US"/>
                </a:p>
              </p:txBody>
            </p:sp>
            <p:sp>
              <p:nvSpPr>
                <p:cNvPr id="55316" name="Rectangle 46"/>
                <p:cNvSpPr>
                  <a:spLocks noChangeArrowheads="1"/>
                </p:cNvSpPr>
                <p:nvPr/>
              </p:nvSpPr>
              <p:spPr bwMode="auto">
                <a:xfrm>
                  <a:off x="2333" y="3206"/>
                  <a:ext cx="417" cy="252"/>
                </a:xfrm>
                <a:prstGeom prst="rect">
                  <a:avLst/>
                </a:prstGeom>
                <a:noFill/>
                <a:ln w="12700" cap="sq">
                  <a:noFill/>
                  <a:miter lim="800000"/>
                </a:ln>
              </p:spPr>
              <p:txBody>
                <a:bodyPr wrap="none">
                  <a:spAutoFit/>
                </a:bodyPr>
                <a:lstStyle/>
                <a:p>
                  <a:pPr algn="ctr" fontAlgn="base">
                    <a:spcBef>
                      <a:spcPct val="0"/>
                    </a:spcBef>
                  </a:pPr>
                  <a:r>
                    <a:rPr kumimoji="1" lang="zh-CN" altLang="en-US" sz="2000">
                      <a:solidFill>
                        <a:schemeClr val="bg1"/>
                      </a:solidFill>
                      <a:ea typeface="宋体" pitchFamily="2" charset="-122"/>
                    </a:rPr>
                    <a:t>… …</a:t>
                  </a:r>
                  <a:endParaRPr kumimoji="1" lang="zh-CN" altLang="en-US" sz="2000">
                    <a:solidFill>
                      <a:schemeClr val="bg1"/>
                    </a:solidFill>
                    <a:ea typeface="宋体" pitchFamily="2" charset="-122"/>
                  </a:endParaRPr>
                </a:p>
              </p:txBody>
            </p:sp>
          </p:grpSp>
          <p:sp>
            <p:nvSpPr>
              <p:cNvPr id="55309" name="Text Box 47"/>
              <p:cNvSpPr txBox="1">
                <a:spLocks noChangeArrowheads="1"/>
              </p:cNvSpPr>
              <p:nvPr/>
            </p:nvSpPr>
            <p:spPr bwMode="auto">
              <a:xfrm>
                <a:off x="1044" y="3036"/>
                <a:ext cx="2587" cy="233"/>
              </a:xfrm>
              <a:prstGeom prst="rect">
                <a:avLst/>
              </a:prstGeom>
              <a:noFill/>
              <a:ln w="12700" cap="sq">
                <a:noFill/>
                <a:miter lim="800000"/>
              </a:ln>
            </p:spPr>
            <p:txBody>
              <a:bodyPr wrap="none">
                <a:spAutoFit/>
              </a:bodyPr>
              <a:lstStyle/>
              <a:p>
                <a:pPr fontAlgn="base">
                  <a:spcBef>
                    <a:spcPct val="0"/>
                  </a:spcBef>
                </a:pPr>
                <a:r>
                  <a:rPr lang="en-US" altLang="zh-CN">
                    <a:solidFill>
                      <a:schemeClr val="bg2"/>
                    </a:solidFill>
                    <a:ea typeface="宋体" pitchFamily="2" charset="-122"/>
                  </a:rPr>
                  <a:t>d</a:t>
                </a:r>
                <a:r>
                  <a:rPr lang="en-US" altLang="zh-CN" baseline="-25000">
                    <a:solidFill>
                      <a:schemeClr val="bg2"/>
                    </a:solidFill>
                    <a:ea typeface="宋体" pitchFamily="2" charset="-122"/>
                  </a:rPr>
                  <a:t>1</a:t>
                </a:r>
                <a:r>
                  <a:rPr lang="en-US" altLang="zh-CN">
                    <a:solidFill>
                      <a:schemeClr val="bg2"/>
                    </a:solidFill>
                    <a:ea typeface="宋体" pitchFamily="2" charset="-122"/>
                  </a:rPr>
                  <a:t>       d</a:t>
                </a:r>
                <a:r>
                  <a:rPr lang="en-US" altLang="zh-CN" baseline="-25000">
                    <a:solidFill>
                      <a:schemeClr val="bg2"/>
                    </a:solidFill>
                    <a:ea typeface="宋体" pitchFamily="2" charset="-122"/>
                  </a:rPr>
                  <a:t>2       </a:t>
                </a:r>
                <a:r>
                  <a:rPr lang="en-US" altLang="zh-CN">
                    <a:solidFill>
                      <a:schemeClr val="bg2"/>
                    </a:solidFill>
                    <a:ea typeface="宋体" pitchFamily="2" charset="-122"/>
                  </a:rPr>
                  <a:t>   d</a:t>
                </a:r>
                <a:r>
                  <a:rPr lang="en-US" altLang="zh-CN" baseline="-25000">
                    <a:solidFill>
                      <a:schemeClr val="bg2"/>
                    </a:solidFill>
                    <a:ea typeface="宋体" pitchFamily="2" charset="-122"/>
                  </a:rPr>
                  <a:t>3</a:t>
                </a:r>
                <a:r>
                  <a:rPr lang="en-US" altLang="zh-CN">
                    <a:solidFill>
                      <a:schemeClr val="bg2"/>
                    </a:solidFill>
                    <a:ea typeface="宋体" pitchFamily="2" charset="-122"/>
                  </a:rPr>
                  <a:t>                         </a:t>
                </a:r>
                <a:r>
                  <a:rPr kumimoji="1" lang="zh-CN" altLang="en-US">
                    <a:solidFill>
                      <a:schemeClr val="bg2"/>
                    </a:solidFill>
                    <a:ea typeface="宋体" pitchFamily="2" charset="-122"/>
                  </a:rPr>
                  <a:t>… …            </a:t>
                </a:r>
                <a:r>
                  <a:rPr kumimoji="1" lang="en-US" altLang="zh-CN">
                    <a:solidFill>
                      <a:schemeClr val="bg2"/>
                    </a:solidFill>
                    <a:ea typeface="宋体" pitchFamily="2" charset="-122"/>
                  </a:rPr>
                  <a:t>d</a:t>
                </a:r>
                <a:r>
                  <a:rPr kumimoji="1" lang="en-US" altLang="zh-CN" baseline="-25000">
                    <a:solidFill>
                      <a:schemeClr val="bg2"/>
                    </a:solidFill>
                    <a:ea typeface="宋体" pitchFamily="2" charset="-122"/>
                  </a:rPr>
                  <a:t>n</a:t>
                </a:r>
                <a:r>
                  <a:rPr lang="en-US" altLang="zh-CN">
                    <a:solidFill>
                      <a:schemeClr val="bg2"/>
                    </a:solidFill>
                    <a:ea typeface="宋体" pitchFamily="2" charset="-122"/>
                  </a:rPr>
                  <a:t> </a:t>
                </a:r>
                <a:endParaRPr lang="en-US" altLang="zh-CN">
                  <a:solidFill>
                    <a:schemeClr val="bg2"/>
                  </a:solidFill>
                  <a:ea typeface="宋体" pitchFamily="2" charset="-122"/>
                </a:endParaRPr>
              </a:p>
            </p:txBody>
          </p:sp>
        </p:grpSp>
        <p:sp>
          <p:nvSpPr>
            <p:cNvPr id="55306" name="AutoShape 48"/>
            <p:cNvSpPr/>
            <p:nvPr/>
          </p:nvSpPr>
          <p:spPr bwMode="auto">
            <a:xfrm rot="5400000">
              <a:off x="1248" y="2628"/>
              <a:ext cx="96" cy="384"/>
            </a:xfrm>
            <a:prstGeom prst="leftBrace">
              <a:avLst>
                <a:gd name="adj1" fmla="val 33333"/>
                <a:gd name="adj2" fmla="val 50000"/>
              </a:avLst>
            </a:prstGeom>
            <a:noFill/>
            <a:ln w="15875" cap="sq">
              <a:solidFill>
                <a:schemeClr val="accent2"/>
              </a:solidFill>
              <a:round/>
            </a:ln>
          </p:spPr>
          <p:txBody>
            <a:bodyPr wrap="none" anchor="ctr"/>
            <a:lstStyle/>
            <a:p>
              <a:endParaRPr lang="zh-CN" altLang="en-US"/>
            </a:p>
          </p:txBody>
        </p:sp>
        <p:sp>
          <p:nvSpPr>
            <p:cNvPr id="55307" name="Text Box 49"/>
            <p:cNvSpPr txBox="1">
              <a:spLocks noChangeArrowheads="1"/>
            </p:cNvSpPr>
            <p:nvPr/>
          </p:nvSpPr>
          <p:spPr bwMode="auto">
            <a:xfrm>
              <a:off x="1028" y="2592"/>
              <a:ext cx="945" cy="291"/>
            </a:xfrm>
            <a:prstGeom prst="rect">
              <a:avLst/>
            </a:prstGeom>
            <a:noFill/>
            <a:ln w="12700" cap="sq">
              <a:noFill/>
              <a:miter lim="800000"/>
            </a:ln>
          </p:spPr>
          <p:txBody>
            <a:bodyPr wrap="square">
              <a:spAutoFit/>
            </a:bodyPr>
            <a:lstStyle/>
            <a:p>
              <a:r>
                <a:rPr lang="en-US" altLang="zh-CN" sz="2400" dirty="0">
                  <a:solidFill>
                    <a:schemeClr val="accent2"/>
                  </a:solidFill>
                  <a:ea typeface="黑体" panose="02010609060101010101" pitchFamily="2" charset="-122"/>
                </a:rPr>
                <a:t>k</a:t>
              </a:r>
              <a:r>
                <a:rPr lang="zh-CN" altLang="en-US" sz="2400" dirty="0">
                  <a:solidFill>
                    <a:schemeClr val="accent2"/>
                  </a:solidFill>
                  <a:latin typeface="黑体" panose="02010609060101010101" pitchFamily="2" charset="-122"/>
                  <a:ea typeface="黑体" panose="02010609060101010101" pitchFamily="2" charset="-122"/>
                </a:rPr>
                <a:t>个单元</a:t>
              </a:r>
              <a:endParaRPr lang="zh-CN" altLang="en-US" sz="2400" dirty="0">
                <a:solidFill>
                  <a:schemeClr val="accent2"/>
                </a:solidFill>
                <a:latin typeface="黑体" panose="02010609060101010101" pitchFamily="2" charset="-122"/>
                <a:ea typeface="黑体" panose="0201060906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righ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24975"/>
                                        </p:tgtEl>
                                        <p:attrNameLst>
                                          <p:attrName>style.visibility</p:attrName>
                                        </p:attrNameLst>
                                      </p:cBhvr>
                                      <p:to>
                                        <p:strVal val="visible"/>
                                      </p:to>
                                    </p:set>
                                    <p:animEffect transition="in" filter="blinds(horizontal)">
                                      <p:cBhvr>
                                        <p:cTn id="12" dur="500"/>
                                        <p:tgtEl>
                                          <p:spTgt spid="424975"/>
                                        </p:tgtEl>
                                      </p:cBhvr>
                                    </p:animEffect>
                                  </p:childTnLst>
                                </p:cTn>
                              </p:par>
                              <p:par>
                                <p:cTn id="13" presetID="3" presetClass="entr" presetSubtype="1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blinds(horizontal)">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dissolve">
                                      <p:cBhvr>
                                        <p:cTn id="20" dur="5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ipe(up)">
                                      <p:cBhvr>
                                        <p:cTn id="2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497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8" name="Text Box 2"/>
          <p:cNvSpPr txBox="1">
            <a:spLocks noChangeArrowheads="1"/>
          </p:cNvSpPr>
          <p:nvPr/>
        </p:nvSpPr>
        <p:spPr bwMode="auto">
          <a:xfrm>
            <a:off x="1533576" y="1367210"/>
            <a:ext cx="8666880" cy="1041400"/>
          </a:xfrm>
          <a:prstGeom prst="rect">
            <a:avLst/>
          </a:prstGeom>
          <a:noFill/>
          <a:ln w="9525">
            <a:noFill/>
            <a:miter lim="800000"/>
          </a:ln>
        </p:spPr>
        <p:txBody>
          <a:bodyPr wrap="square">
            <a:spAutoFit/>
          </a:bodyPr>
          <a:lstStyle/>
          <a:p>
            <a:pPr fontAlgn="base">
              <a:lnSpc>
                <a:spcPct val="125000"/>
              </a:lnSpc>
              <a:spcBef>
                <a:spcPct val="0"/>
              </a:spcBef>
            </a:pPr>
            <a:r>
              <a:rPr lang="zh-CN" altLang="en-US" sz="2600" dirty="0">
                <a:solidFill>
                  <a:srgbClr val="000099"/>
                </a:solidFill>
                <a:latin typeface="幼圆" pitchFamily="49" charset="-122"/>
                <a:ea typeface="幼圆" pitchFamily="49" charset="-122"/>
              </a:rPr>
              <a:t>    若假设每个数据元素占用</a:t>
            </a:r>
            <a:r>
              <a:rPr lang="en-US" altLang="zh-CN" sz="2600" dirty="0">
                <a:solidFill>
                  <a:srgbClr val="000099"/>
                </a:solidFill>
                <a:ea typeface="幼圆" pitchFamily="49" charset="-122"/>
              </a:rPr>
              <a:t>k</a:t>
            </a:r>
            <a:r>
              <a:rPr lang="zh-CN" altLang="en-US" sz="2600" dirty="0">
                <a:solidFill>
                  <a:srgbClr val="000099"/>
                </a:solidFill>
                <a:latin typeface="幼圆" pitchFamily="49" charset="-122"/>
                <a:ea typeface="幼圆" pitchFamily="49" charset="-122"/>
              </a:rPr>
              <a:t>个存储单元，并且已知第一个元素的存储位置</a:t>
            </a:r>
            <a:r>
              <a:rPr lang="en-US" altLang="zh-CN" sz="2600" dirty="0">
                <a:solidFill>
                  <a:srgbClr val="000099"/>
                </a:solidFill>
                <a:ea typeface="幼圆" pitchFamily="49" charset="-122"/>
              </a:rPr>
              <a:t>LOC(a</a:t>
            </a:r>
            <a:r>
              <a:rPr lang="en-US" altLang="zh-CN" sz="2600" baseline="-25000" dirty="0">
                <a:solidFill>
                  <a:srgbClr val="000099"/>
                </a:solidFill>
                <a:ea typeface="幼圆" pitchFamily="49" charset="-122"/>
              </a:rPr>
              <a:t>1</a:t>
            </a:r>
            <a:r>
              <a:rPr lang="en-US" altLang="zh-CN" sz="2600" dirty="0">
                <a:solidFill>
                  <a:srgbClr val="000099"/>
                </a:solidFill>
                <a:ea typeface="幼圆" pitchFamily="49" charset="-122"/>
              </a:rPr>
              <a:t>)</a:t>
            </a:r>
            <a:r>
              <a:rPr lang="zh-CN" altLang="en-US" sz="2600" dirty="0">
                <a:solidFill>
                  <a:srgbClr val="000099"/>
                </a:solidFill>
                <a:latin typeface="幼圆" pitchFamily="49" charset="-122"/>
                <a:ea typeface="幼圆" pitchFamily="49" charset="-122"/>
              </a:rPr>
              <a:t>，则有</a:t>
            </a:r>
            <a:r>
              <a:rPr lang="zh-CN" altLang="zh-CN" sz="2600" dirty="0">
                <a:solidFill>
                  <a:srgbClr val="000099"/>
                </a:solidFill>
                <a:latin typeface="幼圆" pitchFamily="49" charset="-122"/>
                <a:ea typeface="幼圆" pitchFamily="49" charset="-122"/>
              </a:rPr>
              <a:t>                          </a:t>
            </a:r>
            <a:r>
              <a:rPr lang="zh-CN" altLang="en-US" sz="2600" dirty="0">
                <a:solidFill>
                  <a:srgbClr val="000099"/>
                </a:solidFill>
                <a:latin typeface="幼圆" pitchFamily="49" charset="-122"/>
                <a:ea typeface="幼圆" pitchFamily="49" charset="-122"/>
              </a:rPr>
              <a:t>  </a:t>
            </a:r>
            <a:endParaRPr lang="zh-CN" altLang="en-US" sz="2600" dirty="0">
              <a:solidFill>
                <a:srgbClr val="000099"/>
              </a:solidFill>
              <a:latin typeface="幼圆" pitchFamily="49" charset="-122"/>
              <a:ea typeface="幼圆" pitchFamily="49" charset="-122"/>
            </a:endParaRPr>
          </a:p>
        </p:txBody>
      </p:sp>
      <p:sp>
        <p:nvSpPr>
          <p:cNvPr id="418837" name="Text Box 21"/>
          <p:cNvSpPr txBox="1">
            <a:spLocks noChangeArrowheads="1"/>
          </p:cNvSpPr>
          <p:nvPr/>
        </p:nvSpPr>
        <p:spPr bwMode="auto">
          <a:xfrm rot="18873">
            <a:off x="944613" y="3772272"/>
            <a:ext cx="1511300" cy="884238"/>
          </a:xfrm>
          <a:prstGeom prst="rect">
            <a:avLst/>
          </a:prstGeom>
          <a:noFill/>
          <a:ln w="12700" cap="sq">
            <a:noFill/>
            <a:miter lim="800000"/>
          </a:ln>
          <a:effectLst>
            <a:outerShdw dist="17961" dir="2700000" algn="ctr" rotWithShape="0">
              <a:schemeClr val="bg2"/>
            </a:outerShdw>
          </a:effectLst>
        </p:spPr>
        <p:txBody>
          <a:bodyPr wrap="none">
            <a:spAutoFit/>
          </a:bodyPr>
          <a:lstStyle/>
          <a:p>
            <a:pPr algn="ctr" fontAlgn="base">
              <a:spcBef>
                <a:spcPct val="0"/>
              </a:spcBef>
            </a:pPr>
            <a:r>
              <a:rPr lang="zh-CN" altLang="en-US" sz="5200">
                <a:solidFill>
                  <a:schemeClr val="folHlink"/>
                </a:solidFill>
                <a:ea typeface="方正舒体" pitchFamily="2" charset="-122"/>
              </a:rPr>
              <a:t>例：</a:t>
            </a:r>
            <a:endParaRPr lang="zh-CN" altLang="en-US" sz="5200">
              <a:solidFill>
                <a:schemeClr val="folHlink"/>
              </a:solidFill>
              <a:ea typeface="方正舒体" pitchFamily="2" charset="-122"/>
            </a:endParaRPr>
          </a:p>
        </p:txBody>
      </p:sp>
      <p:sp>
        <p:nvSpPr>
          <p:cNvPr id="418838" name="Text Box 22"/>
          <p:cNvSpPr txBox="1">
            <a:spLocks noChangeArrowheads="1"/>
          </p:cNvSpPr>
          <p:nvPr/>
        </p:nvSpPr>
        <p:spPr bwMode="auto">
          <a:xfrm>
            <a:off x="2495600" y="4077072"/>
            <a:ext cx="6553200" cy="488950"/>
          </a:xfrm>
          <a:prstGeom prst="rect">
            <a:avLst/>
          </a:prstGeom>
          <a:noFill/>
          <a:ln w="12700" cap="sq">
            <a:noFill/>
            <a:miter lim="800000"/>
          </a:ln>
        </p:spPr>
        <p:txBody>
          <a:bodyPr>
            <a:spAutoFit/>
          </a:bodyPr>
          <a:lstStyle/>
          <a:p>
            <a:pPr fontAlgn="base">
              <a:spcBef>
                <a:spcPct val="0"/>
              </a:spcBef>
            </a:pPr>
            <a:r>
              <a:rPr lang="en-US" altLang="zh-CN" sz="2600" dirty="0">
                <a:solidFill>
                  <a:srgbClr val="7030A0"/>
                </a:solidFill>
                <a:ea typeface="宋体" pitchFamily="2" charset="-122"/>
              </a:rPr>
              <a:t>LOC(a</a:t>
            </a:r>
            <a:r>
              <a:rPr lang="en-US" altLang="zh-CN" sz="2600" baseline="-25000" dirty="0">
                <a:solidFill>
                  <a:srgbClr val="7030A0"/>
                </a:solidFill>
                <a:ea typeface="宋体" pitchFamily="2" charset="-122"/>
              </a:rPr>
              <a:t>1</a:t>
            </a:r>
            <a:r>
              <a:rPr lang="en-US" altLang="zh-CN" sz="2600" dirty="0">
                <a:solidFill>
                  <a:srgbClr val="7030A0"/>
                </a:solidFill>
                <a:ea typeface="宋体" pitchFamily="2" charset="-122"/>
              </a:rPr>
              <a:t>)=100     k=4      </a:t>
            </a:r>
            <a:r>
              <a:rPr lang="zh-CN" altLang="en-US" sz="2600" dirty="0">
                <a:solidFill>
                  <a:srgbClr val="7030A0"/>
                </a:solidFill>
                <a:ea typeface="宋体" pitchFamily="2" charset="-122"/>
              </a:rPr>
              <a:t>求</a:t>
            </a:r>
            <a:r>
              <a:rPr lang="en-US" altLang="zh-CN" sz="2600" dirty="0">
                <a:solidFill>
                  <a:srgbClr val="7030A0"/>
                </a:solidFill>
                <a:ea typeface="宋体" pitchFamily="2" charset="-122"/>
              </a:rPr>
              <a:t>LOC(a</a:t>
            </a:r>
            <a:r>
              <a:rPr lang="en-US" altLang="zh-CN" sz="2600" baseline="-25000" dirty="0">
                <a:solidFill>
                  <a:srgbClr val="7030A0"/>
                </a:solidFill>
                <a:ea typeface="宋体" pitchFamily="2" charset="-122"/>
              </a:rPr>
              <a:t>5</a:t>
            </a:r>
            <a:r>
              <a:rPr lang="en-US" altLang="zh-CN" sz="2600" dirty="0">
                <a:solidFill>
                  <a:srgbClr val="7030A0"/>
                </a:solidFill>
                <a:ea typeface="宋体" pitchFamily="2" charset="-122"/>
              </a:rPr>
              <a:t>)=?</a:t>
            </a:r>
            <a:endParaRPr lang="zh-CN" altLang="en-US" sz="2600" dirty="0">
              <a:solidFill>
                <a:srgbClr val="7030A0"/>
              </a:solidFill>
              <a:ea typeface="宋体" pitchFamily="2" charset="-122"/>
            </a:endParaRPr>
          </a:p>
        </p:txBody>
      </p:sp>
      <p:grpSp>
        <p:nvGrpSpPr>
          <p:cNvPr id="2" name="Group 23"/>
          <p:cNvGrpSpPr/>
          <p:nvPr/>
        </p:nvGrpSpPr>
        <p:grpSpPr bwMode="auto">
          <a:xfrm>
            <a:off x="2438450" y="4686676"/>
            <a:ext cx="5448300" cy="823913"/>
            <a:chOff x="1260" y="3273"/>
            <a:chExt cx="3432" cy="519"/>
          </a:xfrm>
        </p:grpSpPr>
        <p:grpSp>
          <p:nvGrpSpPr>
            <p:cNvPr id="4" name="Group 24"/>
            <p:cNvGrpSpPr/>
            <p:nvPr/>
          </p:nvGrpSpPr>
          <p:grpSpPr bwMode="auto">
            <a:xfrm>
              <a:off x="1344" y="3273"/>
              <a:ext cx="384" cy="339"/>
              <a:chOff x="576" y="3213"/>
              <a:chExt cx="384" cy="339"/>
            </a:xfrm>
          </p:grpSpPr>
          <p:sp>
            <p:nvSpPr>
              <p:cNvPr id="56374" name="Rectangle 25"/>
              <p:cNvSpPr>
                <a:spLocks noChangeArrowheads="1"/>
              </p:cNvSpPr>
              <p:nvPr/>
            </p:nvSpPr>
            <p:spPr bwMode="auto">
              <a:xfrm>
                <a:off x="576" y="3264"/>
                <a:ext cx="384" cy="288"/>
              </a:xfrm>
              <a:prstGeom prst="rect">
                <a:avLst/>
              </a:prstGeom>
              <a:noFill/>
              <a:ln w="22225" cap="sq">
                <a:solidFill>
                  <a:srgbClr val="008000"/>
                </a:solidFill>
                <a:miter lim="800000"/>
              </a:ln>
            </p:spPr>
            <p:txBody>
              <a:bodyPr wrap="none" anchor="ctr"/>
              <a:lstStyle/>
              <a:p>
                <a:endParaRPr lang="zh-CN" altLang="en-US"/>
              </a:p>
            </p:txBody>
          </p:sp>
          <p:sp>
            <p:nvSpPr>
              <p:cNvPr id="56375" name="Rectangle 26"/>
              <p:cNvSpPr>
                <a:spLocks noChangeArrowheads="1"/>
              </p:cNvSpPr>
              <p:nvPr/>
            </p:nvSpPr>
            <p:spPr bwMode="auto">
              <a:xfrm>
                <a:off x="644" y="3213"/>
                <a:ext cx="288" cy="330"/>
              </a:xfrm>
              <a:prstGeom prst="rect">
                <a:avLst/>
              </a:prstGeom>
              <a:noFill/>
              <a:ln w="12700" cap="sq">
                <a:noFill/>
                <a:miter lim="800000"/>
              </a:ln>
            </p:spPr>
            <p:txBody>
              <a:bodyPr wrap="none">
                <a:spAutoFit/>
              </a:bodyPr>
              <a:lstStyle/>
              <a:p>
                <a:pPr algn="ctr" fontAlgn="base">
                  <a:spcBef>
                    <a:spcPct val="0"/>
                  </a:spcBef>
                </a:pPr>
                <a:r>
                  <a:rPr lang="en-US" altLang="zh-CN" sz="2800" dirty="0">
                    <a:solidFill>
                      <a:schemeClr val="bg1"/>
                    </a:solidFill>
                  </a:rPr>
                  <a:t>a</a:t>
                </a:r>
                <a:r>
                  <a:rPr lang="en-US" altLang="zh-CN" sz="2800" baseline="-25000" dirty="0">
                    <a:solidFill>
                      <a:schemeClr val="bg1"/>
                    </a:solidFill>
                  </a:rPr>
                  <a:t>1</a:t>
                </a:r>
                <a:endParaRPr lang="en-US" altLang="zh-CN" sz="2800" baseline="-25000" dirty="0">
                  <a:solidFill>
                    <a:schemeClr val="bg1"/>
                  </a:solidFill>
                </a:endParaRPr>
              </a:p>
            </p:txBody>
          </p:sp>
        </p:grpSp>
        <p:grpSp>
          <p:nvGrpSpPr>
            <p:cNvPr id="5" name="Group 27"/>
            <p:cNvGrpSpPr/>
            <p:nvPr/>
          </p:nvGrpSpPr>
          <p:grpSpPr bwMode="auto">
            <a:xfrm>
              <a:off x="1728" y="3273"/>
              <a:ext cx="384" cy="339"/>
              <a:chOff x="576" y="3213"/>
              <a:chExt cx="384" cy="339"/>
            </a:xfrm>
          </p:grpSpPr>
          <p:sp>
            <p:nvSpPr>
              <p:cNvPr id="56372" name="Rectangle 28"/>
              <p:cNvSpPr>
                <a:spLocks noChangeArrowheads="1"/>
              </p:cNvSpPr>
              <p:nvPr/>
            </p:nvSpPr>
            <p:spPr bwMode="auto">
              <a:xfrm>
                <a:off x="576" y="3264"/>
                <a:ext cx="384" cy="288"/>
              </a:xfrm>
              <a:prstGeom prst="rect">
                <a:avLst/>
              </a:prstGeom>
              <a:noFill/>
              <a:ln w="22225" cap="sq">
                <a:solidFill>
                  <a:srgbClr val="008000"/>
                </a:solidFill>
                <a:miter lim="800000"/>
              </a:ln>
            </p:spPr>
            <p:txBody>
              <a:bodyPr wrap="none" anchor="ctr"/>
              <a:lstStyle/>
              <a:p>
                <a:endParaRPr lang="zh-CN" altLang="en-US"/>
              </a:p>
            </p:txBody>
          </p:sp>
          <p:sp>
            <p:nvSpPr>
              <p:cNvPr id="56373" name="Rectangle 29"/>
              <p:cNvSpPr>
                <a:spLocks noChangeArrowheads="1"/>
              </p:cNvSpPr>
              <p:nvPr/>
            </p:nvSpPr>
            <p:spPr bwMode="auto">
              <a:xfrm>
                <a:off x="644" y="3213"/>
                <a:ext cx="288" cy="330"/>
              </a:xfrm>
              <a:prstGeom prst="rect">
                <a:avLst/>
              </a:prstGeom>
              <a:noFill/>
              <a:ln w="12700" cap="sq">
                <a:noFill/>
                <a:miter lim="800000"/>
              </a:ln>
            </p:spPr>
            <p:txBody>
              <a:bodyPr wrap="none">
                <a:spAutoFit/>
              </a:bodyPr>
              <a:lstStyle/>
              <a:p>
                <a:pPr algn="ctr" fontAlgn="base">
                  <a:spcBef>
                    <a:spcPct val="0"/>
                  </a:spcBef>
                </a:pPr>
                <a:r>
                  <a:rPr lang="en-US" altLang="zh-CN" sz="2800">
                    <a:solidFill>
                      <a:schemeClr val="bg1"/>
                    </a:solidFill>
                  </a:rPr>
                  <a:t>a</a:t>
                </a:r>
                <a:r>
                  <a:rPr lang="en-US" altLang="zh-CN" sz="2800" baseline="-25000">
                    <a:solidFill>
                      <a:schemeClr val="bg1"/>
                    </a:solidFill>
                  </a:rPr>
                  <a:t>2</a:t>
                </a:r>
                <a:endParaRPr lang="en-US" altLang="zh-CN" sz="2800" baseline="-25000">
                  <a:solidFill>
                    <a:schemeClr val="bg1"/>
                  </a:solidFill>
                </a:endParaRPr>
              </a:p>
            </p:txBody>
          </p:sp>
        </p:grpSp>
        <p:grpSp>
          <p:nvGrpSpPr>
            <p:cNvPr id="6" name="Group 30"/>
            <p:cNvGrpSpPr/>
            <p:nvPr/>
          </p:nvGrpSpPr>
          <p:grpSpPr bwMode="auto">
            <a:xfrm>
              <a:off x="2112" y="3273"/>
              <a:ext cx="384" cy="339"/>
              <a:chOff x="576" y="3213"/>
              <a:chExt cx="384" cy="339"/>
            </a:xfrm>
          </p:grpSpPr>
          <p:sp>
            <p:nvSpPr>
              <p:cNvPr id="56370" name="Rectangle 31"/>
              <p:cNvSpPr>
                <a:spLocks noChangeArrowheads="1"/>
              </p:cNvSpPr>
              <p:nvPr/>
            </p:nvSpPr>
            <p:spPr bwMode="auto">
              <a:xfrm>
                <a:off x="576" y="3264"/>
                <a:ext cx="384" cy="288"/>
              </a:xfrm>
              <a:prstGeom prst="rect">
                <a:avLst/>
              </a:prstGeom>
              <a:noFill/>
              <a:ln w="22225" cap="sq">
                <a:solidFill>
                  <a:srgbClr val="008000"/>
                </a:solidFill>
                <a:miter lim="800000"/>
              </a:ln>
            </p:spPr>
            <p:txBody>
              <a:bodyPr wrap="none" anchor="ctr"/>
              <a:lstStyle/>
              <a:p>
                <a:endParaRPr lang="zh-CN" altLang="en-US"/>
              </a:p>
            </p:txBody>
          </p:sp>
          <p:sp>
            <p:nvSpPr>
              <p:cNvPr id="56371" name="Rectangle 32"/>
              <p:cNvSpPr>
                <a:spLocks noChangeArrowheads="1"/>
              </p:cNvSpPr>
              <p:nvPr/>
            </p:nvSpPr>
            <p:spPr bwMode="auto">
              <a:xfrm>
                <a:off x="644" y="3213"/>
                <a:ext cx="288" cy="330"/>
              </a:xfrm>
              <a:prstGeom prst="rect">
                <a:avLst/>
              </a:prstGeom>
              <a:noFill/>
              <a:ln w="12700" cap="sq">
                <a:noFill/>
                <a:miter lim="800000"/>
              </a:ln>
            </p:spPr>
            <p:txBody>
              <a:bodyPr wrap="none">
                <a:spAutoFit/>
              </a:bodyPr>
              <a:lstStyle/>
              <a:p>
                <a:pPr algn="ctr" fontAlgn="base">
                  <a:spcBef>
                    <a:spcPct val="0"/>
                  </a:spcBef>
                </a:pPr>
                <a:r>
                  <a:rPr lang="en-US" altLang="zh-CN" sz="2800">
                    <a:solidFill>
                      <a:schemeClr val="bg1"/>
                    </a:solidFill>
                  </a:rPr>
                  <a:t>a</a:t>
                </a:r>
                <a:r>
                  <a:rPr lang="en-US" altLang="zh-CN" sz="2800" baseline="-25000">
                    <a:solidFill>
                      <a:schemeClr val="bg1"/>
                    </a:solidFill>
                  </a:rPr>
                  <a:t>3</a:t>
                </a:r>
                <a:endParaRPr lang="en-US" altLang="zh-CN" sz="2800" baseline="-25000">
                  <a:solidFill>
                    <a:schemeClr val="bg1"/>
                  </a:solidFill>
                </a:endParaRPr>
              </a:p>
            </p:txBody>
          </p:sp>
        </p:grpSp>
        <p:grpSp>
          <p:nvGrpSpPr>
            <p:cNvPr id="7" name="Group 33"/>
            <p:cNvGrpSpPr/>
            <p:nvPr/>
          </p:nvGrpSpPr>
          <p:grpSpPr bwMode="auto">
            <a:xfrm>
              <a:off x="4308" y="3273"/>
              <a:ext cx="384" cy="339"/>
              <a:chOff x="576" y="3213"/>
              <a:chExt cx="384" cy="339"/>
            </a:xfrm>
          </p:grpSpPr>
          <p:sp>
            <p:nvSpPr>
              <p:cNvPr id="56368" name="Rectangle 34"/>
              <p:cNvSpPr>
                <a:spLocks noChangeArrowheads="1"/>
              </p:cNvSpPr>
              <p:nvPr/>
            </p:nvSpPr>
            <p:spPr bwMode="auto">
              <a:xfrm>
                <a:off x="576" y="3264"/>
                <a:ext cx="384" cy="288"/>
              </a:xfrm>
              <a:prstGeom prst="rect">
                <a:avLst/>
              </a:prstGeom>
              <a:noFill/>
              <a:ln w="22225" cap="sq">
                <a:solidFill>
                  <a:srgbClr val="008000"/>
                </a:solidFill>
                <a:miter lim="800000"/>
              </a:ln>
            </p:spPr>
            <p:txBody>
              <a:bodyPr wrap="none" anchor="ctr"/>
              <a:lstStyle/>
              <a:p>
                <a:endParaRPr lang="zh-CN" altLang="en-US"/>
              </a:p>
            </p:txBody>
          </p:sp>
          <p:sp>
            <p:nvSpPr>
              <p:cNvPr id="56369" name="Rectangle 35"/>
              <p:cNvSpPr>
                <a:spLocks noChangeArrowheads="1"/>
              </p:cNvSpPr>
              <p:nvPr/>
            </p:nvSpPr>
            <p:spPr bwMode="auto">
              <a:xfrm>
                <a:off x="645" y="3213"/>
                <a:ext cx="288" cy="330"/>
              </a:xfrm>
              <a:prstGeom prst="rect">
                <a:avLst/>
              </a:prstGeom>
              <a:noFill/>
              <a:ln w="12700" cap="sq">
                <a:noFill/>
                <a:miter lim="800000"/>
              </a:ln>
            </p:spPr>
            <p:txBody>
              <a:bodyPr wrap="none">
                <a:spAutoFit/>
              </a:bodyPr>
              <a:lstStyle/>
              <a:p>
                <a:pPr algn="ctr" fontAlgn="base">
                  <a:spcBef>
                    <a:spcPct val="0"/>
                  </a:spcBef>
                </a:pPr>
                <a:r>
                  <a:rPr lang="en-US" altLang="zh-CN" sz="2800">
                    <a:solidFill>
                      <a:schemeClr val="bg1"/>
                    </a:solidFill>
                  </a:rPr>
                  <a:t>a</a:t>
                </a:r>
                <a:r>
                  <a:rPr lang="en-US" altLang="zh-CN" sz="2800" baseline="-25000">
                    <a:solidFill>
                      <a:schemeClr val="bg1"/>
                    </a:solidFill>
                  </a:rPr>
                  <a:t>n</a:t>
                </a:r>
                <a:endParaRPr lang="en-US" altLang="zh-CN" sz="2800" baseline="-25000">
                  <a:solidFill>
                    <a:schemeClr val="bg1"/>
                  </a:solidFill>
                </a:endParaRPr>
              </a:p>
            </p:txBody>
          </p:sp>
        </p:grpSp>
        <p:sp>
          <p:nvSpPr>
            <p:cNvPr id="56358" name="Line 36"/>
            <p:cNvSpPr>
              <a:spLocks noChangeShapeType="1"/>
            </p:cNvSpPr>
            <p:nvPr/>
          </p:nvSpPr>
          <p:spPr bwMode="auto">
            <a:xfrm>
              <a:off x="3264" y="3612"/>
              <a:ext cx="1056" cy="0"/>
            </a:xfrm>
            <a:prstGeom prst="line">
              <a:avLst/>
            </a:prstGeom>
            <a:noFill/>
            <a:ln w="22225" cap="sq">
              <a:solidFill>
                <a:srgbClr val="008000"/>
              </a:solidFill>
              <a:round/>
            </a:ln>
          </p:spPr>
          <p:txBody>
            <a:bodyPr wrap="none" anchor="ctr"/>
            <a:lstStyle/>
            <a:p>
              <a:endParaRPr lang="zh-CN" altLang="en-US"/>
            </a:p>
          </p:txBody>
        </p:sp>
        <p:sp>
          <p:nvSpPr>
            <p:cNvPr id="56359" name="Rectangle 37"/>
            <p:cNvSpPr>
              <a:spLocks noChangeArrowheads="1"/>
            </p:cNvSpPr>
            <p:nvPr/>
          </p:nvSpPr>
          <p:spPr bwMode="auto">
            <a:xfrm>
              <a:off x="3533" y="3312"/>
              <a:ext cx="417" cy="252"/>
            </a:xfrm>
            <a:prstGeom prst="rect">
              <a:avLst/>
            </a:prstGeom>
            <a:noFill/>
            <a:ln w="12700" cap="sq">
              <a:noFill/>
              <a:miter lim="800000"/>
            </a:ln>
          </p:spPr>
          <p:txBody>
            <a:bodyPr wrap="none">
              <a:spAutoFit/>
            </a:bodyPr>
            <a:lstStyle/>
            <a:p>
              <a:pPr algn="ctr" fontAlgn="base">
                <a:spcBef>
                  <a:spcPct val="0"/>
                </a:spcBef>
              </a:pPr>
              <a:r>
                <a:rPr kumimoji="1" lang="zh-CN" altLang="en-US" sz="2000">
                  <a:solidFill>
                    <a:schemeClr val="bg1"/>
                  </a:solidFill>
                  <a:ea typeface="宋体" pitchFamily="2" charset="-122"/>
                </a:rPr>
                <a:t>… …</a:t>
              </a:r>
              <a:endParaRPr kumimoji="1" lang="zh-CN" altLang="en-US" sz="2000">
                <a:solidFill>
                  <a:schemeClr val="bg1"/>
                </a:solidFill>
                <a:ea typeface="宋体" pitchFamily="2" charset="-122"/>
              </a:endParaRPr>
            </a:p>
          </p:txBody>
        </p:sp>
        <p:grpSp>
          <p:nvGrpSpPr>
            <p:cNvPr id="8" name="Group 38"/>
            <p:cNvGrpSpPr/>
            <p:nvPr/>
          </p:nvGrpSpPr>
          <p:grpSpPr bwMode="auto">
            <a:xfrm>
              <a:off x="2496" y="3273"/>
              <a:ext cx="384" cy="339"/>
              <a:chOff x="576" y="3213"/>
              <a:chExt cx="384" cy="339"/>
            </a:xfrm>
          </p:grpSpPr>
          <p:sp>
            <p:nvSpPr>
              <p:cNvPr id="56366" name="Rectangle 39"/>
              <p:cNvSpPr>
                <a:spLocks noChangeArrowheads="1"/>
              </p:cNvSpPr>
              <p:nvPr/>
            </p:nvSpPr>
            <p:spPr bwMode="auto">
              <a:xfrm>
                <a:off x="576" y="3264"/>
                <a:ext cx="384" cy="288"/>
              </a:xfrm>
              <a:prstGeom prst="rect">
                <a:avLst/>
              </a:prstGeom>
              <a:noFill/>
              <a:ln w="22225" cap="sq">
                <a:solidFill>
                  <a:srgbClr val="008000"/>
                </a:solidFill>
                <a:miter lim="800000"/>
              </a:ln>
            </p:spPr>
            <p:txBody>
              <a:bodyPr wrap="none" anchor="ctr"/>
              <a:lstStyle/>
              <a:p>
                <a:endParaRPr lang="zh-CN" altLang="en-US"/>
              </a:p>
            </p:txBody>
          </p:sp>
          <p:sp>
            <p:nvSpPr>
              <p:cNvPr id="56367" name="Rectangle 40"/>
              <p:cNvSpPr>
                <a:spLocks noChangeArrowheads="1"/>
              </p:cNvSpPr>
              <p:nvPr/>
            </p:nvSpPr>
            <p:spPr bwMode="auto">
              <a:xfrm>
                <a:off x="644" y="3213"/>
                <a:ext cx="288" cy="330"/>
              </a:xfrm>
              <a:prstGeom prst="rect">
                <a:avLst/>
              </a:prstGeom>
              <a:noFill/>
              <a:ln w="12700" cap="sq">
                <a:noFill/>
                <a:miter lim="800000"/>
              </a:ln>
            </p:spPr>
            <p:txBody>
              <a:bodyPr wrap="none">
                <a:spAutoFit/>
              </a:bodyPr>
              <a:lstStyle/>
              <a:p>
                <a:pPr algn="ctr" fontAlgn="base">
                  <a:spcBef>
                    <a:spcPct val="0"/>
                  </a:spcBef>
                </a:pPr>
                <a:r>
                  <a:rPr lang="en-US" altLang="zh-CN" sz="2800">
                    <a:solidFill>
                      <a:schemeClr val="bg1"/>
                    </a:solidFill>
                  </a:rPr>
                  <a:t>a</a:t>
                </a:r>
                <a:r>
                  <a:rPr lang="en-US" altLang="zh-CN" sz="2800" baseline="-25000">
                    <a:solidFill>
                      <a:schemeClr val="bg1"/>
                    </a:solidFill>
                  </a:rPr>
                  <a:t>4</a:t>
                </a:r>
                <a:endParaRPr lang="en-US" altLang="zh-CN" sz="2800" baseline="-25000">
                  <a:solidFill>
                    <a:schemeClr val="bg1"/>
                  </a:solidFill>
                </a:endParaRPr>
              </a:p>
            </p:txBody>
          </p:sp>
        </p:grpSp>
        <p:grpSp>
          <p:nvGrpSpPr>
            <p:cNvPr id="9" name="Group 41"/>
            <p:cNvGrpSpPr/>
            <p:nvPr/>
          </p:nvGrpSpPr>
          <p:grpSpPr bwMode="auto">
            <a:xfrm>
              <a:off x="2880" y="3273"/>
              <a:ext cx="384" cy="339"/>
              <a:chOff x="576" y="3213"/>
              <a:chExt cx="384" cy="339"/>
            </a:xfrm>
          </p:grpSpPr>
          <p:sp>
            <p:nvSpPr>
              <p:cNvPr id="56364" name="Rectangle 42"/>
              <p:cNvSpPr>
                <a:spLocks noChangeArrowheads="1"/>
              </p:cNvSpPr>
              <p:nvPr/>
            </p:nvSpPr>
            <p:spPr bwMode="auto">
              <a:xfrm>
                <a:off x="576" y="3264"/>
                <a:ext cx="384" cy="288"/>
              </a:xfrm>
              <a:prstGeom prst="rect">
                <a:avLst/>
              </a:prstGeom>
              <a:noFill/>
              <a:ln w="22225" cap="sq">
                <a:solidFill>
                  <a:srgbClr val="008000"/>
                </a:solidFill>
                <a:miter lim="800000"/>
              </a:ln>
            </p:spPr>
            <p:txBody>
              <a:bodyPr wrap="none" anchor="ctr"/>
              <a:lstStyle/>
              <a:p>
                <a:endParaRPr lang="zh-CN" altLang="en-US"/>
              </a:p>
            </p:txBody>
          </p:sp>
          <p:sp>
            <p:nvSpPr>
              <p:cNvPr id="56365" name="Rectangle 43"/>
              <p:cNvSpPr>
                <a:spLocks noChangeArrowheads="1"/>
              </p:cNvSpPr>
              <p:nvPr/>
            </p:nvSpPr>
            <p:spPr bwMode="auto">
              <a:xfrm>
                <a:off x="644" y="3213"/>
                <a:ext cx="288" cy="330"/>
              </a:xfrm>
              <a:prstGeom prst="rect">
                <a:avLst/>
              </a:prstGeom>
              <a:noFill/>
              <a:ln w="12700" cap="sq">
                <a:noFill/>
                <a:miter lim="800000"/>
              </a:ln>
            </p:spPr>
            <p:txBody>
              <a:bodyPr wrap="none">
                <a:spAutoFit/>
              </a:bodyPr>
              <a:lstStyle/>
              <a:p>
                <a:pPr algn="ctr" fontAlgn="base">
                  <a:spcBef>
                    <a:spcPct val="0"/>
                  </a:spcBef>
                </a:pPr>
                <a:r>
                  <a:rPr lang="en-US" altLang="zh-CN" sz="2800">
                    <a:solidFill>
                      <a:schemeClr val="bg1"/>
                    </a:solidFill>
                  </a:rPr>
                  <a:t>a</a:t>
                </a:r>
                <a:r>
                  <a:rPr lang="en-US" altLang="zh-CN" sz="2800" baseline="-25000">
                    <a:solidFill>
                      <a:schemeClr val="bg1"/>
                    </a:solidFill>
                  </a:rPr>
                  <a:t>5</a:t>
                </a:r>
                <a:endParaRPr lang="en-US" altLang="zh-CN" sz="2800" baseline="-25000">
                  <a:solidFill>
                    <a:schemeClr val="bg1"/>
                  </a:solidFill>
                </a:endParaRPr>
              </a:p>
            </p:txBody>
          </p:sp>
        </p:grpSp>
        <p:sp>
          <p:nvSpPr>
            <p:cNvPr id="56362" name="Line 44"/>
            <p:cNvSpPr>
              <a:spLocks noChangeShapeType="1"/>
            </p:cNvSpPr>
            <p:nvPr/>
          </p:nvSpPr>
          <p:spPr bwMode="auto">
            <a:xfrm>
              <a:off x="3264" y="3324"/>
              <a:ext cx="1056" cy="0"/>
            </a:xfrm>
            <a:prstGeom prst="line">
              <a:avLst/>
            </a:prstGeom>
            <a:noFill/>
            <a:ln w="22225" cap="sq">
              <a:solidFill>
                <a:srgbClr val="008080"/>
              </a:solidFill>
              <a:round/>
            </a:ln>
          </p:spPr>
          <p:txBody>
            <a:bodyPr wrap="none" anchor="ctr"/>
            <a:lstStyle/>
            <a:p>
              <a:endParaRPr lang="zh-CN" altLang="en-US"/>
            </a:p>
          </p:txBody>
        </p:sp>
        <p:sp>
          <p:nvSpPr>
            <p:cNvPr id="56363" name="Text Box 45"/>
            <p:cNvSpPr txBox="1">
              <a:spLocks noChangeArrowheads="1"/>
            </p:cNvSpPr>
            <p:nvPr/>
          </p:nvSpPr>
          <p:spPr bwMode="auto">
            <a:xfrm>
              <a:off x="1260" y="3579"/>
              <a:ext cx="2004" cy="213"/>
            </a:xfrm>
            <a:prstGeom prst="rect">
              <a:avLst/>
            </a:prstGeom>
            <a:noFill/>
            <a:ln w="12700" cap="sq">
              <a:noFill/>
              <a:miter lim="800000"/>
            </a:ln>
          </p:spPr>
          <p:txBody>
            <a:bodyPr wrap="square">
              <a:spAutoFit/>
            </a:bodyPr>
            <a:lstStyle/>
            <a:p>
              <a:pPr fontAlgn="base">
                <a:spcBef>
                  <a:spcPct val="0"/>
                </a:spcBef>
              </a:pPr>
              <a:r>
                <a:rPr lang="zh-CN" altLang="en-US" sz="1600" dirty="0">
                  <a:solidFill>
                    <a:srgbClr val="7030A0"/>
                  </a:solidFill>
                  <a:ea typeface="宋体" pitchFamily="2" charset="-122"/>
                </a:rPr>
                <a:t>100         104       108       112       116 </a:t>
              </a:r>
              <a:endParaRPr lang="zh-CN" altLang="en-US" sz="1600" dirty="0">
                <a:solidFill>
                  <a:srgbClr val="7030A0"/>
                </a:solidFill>
                <a:ea typeface="宋体" pitchFamily="2" charset="-122"/>
              </a:endParaRPr>
            </a:p>
          </p:txBody>
        </p:sp>
      </p:grpSp>
      <p:sp>
        <p:nvSpPr>
          <p:cNvPr id="418862" name="Rectangle 46"/>
          <p:cNvSpPr>
            <a:spLocks noChangeArrowheads="1"/>
          </p:cNvSpPr>
          <p:nvPr/>
        </p:nvSpPr>
        <p:spPr bwMode="auto">
          <a:xfrm>
            <a:off x="2440038" y="5688386"/>
            <a:ext cx="5091112" cy="503237"/>
          </a:xfrm>
          <a:prstGeom prst="rect">
            <a:avLst/>
          </a:prstGeom>
          <a:noFill/>
          <a:ln w="12700" cap="sq">
            <a:noFill/>
            <a:miter lim="800000"/>
          </a:ln>
          <a:effectLst>
            <a:outerShdw dist="12700" algn="ctr" rotWithShape="0">
              <a:schemeClr val="bg2"/>
            </a:outerShdw>
          </a:effectLst>
        </p:spPr>
        <p:txBody>
          <a:bodyPr>
            <a:spAutoFit/>
          </a:bodyPr>
          <a:lstStyle/>
          <a:p>
            <a:pPr fontAlgn="base">
              <a:spcBef>
                <a:spcPct val="25000"/>
              </a:spcBef>
            </a:pPr>
            <a:r>
              <a:rPr lang="zh-CN" altLang="zh-CN" sz="2700">
                <a:solidFill>
                  <a:srgbClr val="FF3300"/>
                </a:solidFill>
                <a:ea typeface="幼圆" pitchFamily="49" charset="-122"/>
              </a:rPr>
              <a:t> </a:t>
            </a:r>
            <a:r>
              <a:rPr lang="en-US" altLang="zh-CN" sz="2700">
                <a:solidFill>
                  <a:srgbClr val="FF3300"/>
                </a:solidFill>
                <a:ea typeface="幼圆" pitchFamily="49" charset="-122"/>
              </a:rPr>
              <a:t>LOC(a</a:t>
            </a:r>
            <a:r>
              <a:rPr lang="en-US" altLang="zh-CN" sz="2700" baseline="-25000">
                <a:solidFill>
                  <a:srgbClr val="FF3300"/>
                </a:solidFill>
                <a:ea typeface="幼圆" pitchFamily="49" charset="-122"/>
              </a:rPr>
              <a:t>5</a:t>
            </a:r>
            <a:r>
              <a:rPr lang="en-US" altLang="zh-CN" sz="2700">
                <a:solidFill>
                  <a:srgbClr val="FF3300"/>
                </a:solidFill>
                <a:ea typeface="幼圆" pitchFamily="49" charset="-122"/>
              </a:rPr>
              <a:t>) = 100+(5 </a:t>
            </a:r>
            <a:r>
              <a:rPr lang="en-US" altLang="zh-CN" sz="2700">
                <a:solidFill>
                  <a:srgbClr val="FF3300"/>
                </a:solidFill>
                <a:ea typeface="幼圆" pitchFamily="49" charset="-122"/>
                <a:sym typeface="Symbol" pitchFamily="18" charset="2"/>
              </a:rPr>
              <a:t></a:t>
            </a:r>
            <a:r>
              <a:rPr lang="en-US" altLang="zh-CN" sz="2700">
                <a:solidFill>
                  <a:srgbClr val="FF3300"/>
                </a:solidFill>
                <a:ea typeface="幼圆" pitchFamily="49" charset="-122"/>
              </a:rPr>
              <a:t>1)</a:t>
            </a:r>
            <a:r>
              <a:rPr lang="en-US" altLang="zh-CN" sz="2700">
                <a:solidFill>
                  <a:srgbClr val="FF3300"/>
                </a:solidFill>
                <a:ea typeface="幼圆" pitchFamily="49" charset="-122"/>
                <a:sym typeface="Symbol" pitchFamily="18" charset="2"/>
              </a:rPr>
              <a:t>4=116</a:t>
            </a:r>
            <a:endParaRPr lang="zh-CN" altLang="en-US" sz="2700">
              <a:solidFill>
                <a:srgbClr val="FF3300"/>
              </a:solidFill>
              <a:ea typeface="幼圆" pitchFamily="49" charset="-122"/>
            </a:endParaRPr>
          </a:p>
        </p:txBody>
      </p:sp>
      <p:sp>
        <p:nvSpPr>
          <p:cNvPr id="418873" name="Oval 57"/>
          <p:cNvSpPr>
            <a:spLocks noChangeArrowheads="1"/>
          </p:cNvSpPr>
          <p:nvPr/>
        </p:nvSpPr>
        <p:spPr bwMode="auto">
          <a:xfrm>
            <a:off x="5061119" y="5180256"/>
            <a:ext cx="457200" cy="381000"/>
          </a:xfrm>
          <a:prstGeom prst="ellipse">
            <a:avLst/>
          </a:prstGeom>
          <a:noFill/>
          <a:ln w="41275">
            <a:solidFill>
              <a:srgbClr val="FF0000"/>
            </a:solidFill>
            <a:prstDash val="lgDash"/>
            <a:round/>
          </a:ln>
        </p:spPr>
        <p:txBody>
          <a:bodyPr wrap="none" anchor="ctr"/>
          <a:lstStyle/>
          <a:p>
            <a:endParaRPr lang="zh-CN" altLang="en-US"/>
          </a:p>
        </p:txBody>
      </p:sp>
      <p:grpSp>
        <p:nvGrpSpPr>
          <p:cNvPr id="10" name="Group 59"/>
          <p:cNvGrpSpPr/>
          <p:nvPr/>
        </p:nvGrpSpPr>
        <p:grpSpPr bwMode="auto">
          <a:xfrm>
            <a:off x="2114600" y="2568947"/>
            <a:ext cx="5886450" cy="838200"/>
            <a:chOff x="1056" y="1944"/>
            <a:chExt cx="3708" cy="528"/>
          </a:xfrm>
        </p:grpSpPr>
        <p:sp>
          <p:nvSpPr>
            <p:cNvPr id="56352" name="Rectangle 3"/>
            <p:cNvSpPr>
              <a:spLocks noChangeArrowheads="1"/>
            </p:cNvSpPr>
            <p:nvPr/>
          </p:nvSpPr>
          <p:spPr bwMode="auto">
            <a:xfrm>
              <a:off x="1056" y="2016"/>
              <a:ext cx="3696" cy="365"/>
            </a:xfrm>
            <a:prstGeom prst="rect">
              <a:avLst/>
            </a:prstGeom>
            <a:noFill/>
            <a:ln w="34925" cap="sq">
              <a:noFill/>
              <a:miter lim="800000"/>
            </a:ln>
            <a:effectLst>
              <a:outerShdw dist="12700" dir="5400000" algn="ctr" rotWithShape="0">
                <a:srgbClr val="000000"/>
              </a:outerShdw>
            </a:effectLst>
          </p:spPr>
          <p:txBody>
            <a:bodyPr>
              <a:spAutoFit/>
            </a:bodyPr>
            <a:lstStyle/>
            <a:p>
              <a:pPr algn="ctr" fontAlgn="base">
                <a:spcBef>
                  <a:spcPct val="25000"/>
                </a:spcBef>
              </a:pPr>
              <a:r>
                <a:rPr lang="zh-CN" altLang="zh-CN" sz="3200">
                  <a:solidFill>
                    <a:srgbClr val="FF3300"/>
                  </a:solidFill>
                  <a:ea typeface="幼圆" pitchFamily="49" charset="-122"/>
                </a:rPr>
                <a:t> </a:t>
              </a:r>
              <a:r>
                <a:rPr lang="en-US" altLang="zh-CN" sz="3200">
                  <a:solidFill>
                    <a:srgbClr val="FF3300"/>
                  </a:solidFill>
                  <a:ea typeface="幼圆" pitchFamily="49" charset="-122"/>
                </a:rPr>
                <a:t>LOC(a</a:t>
              </a:r>
              <a:r>
                <a:rPr lang="en-US" altLang="zh-CN" sz="3200" baseline="-25000">
                  <a:solidFill>
                    <a:srgbClr val="FF3300"/>
                  </a:solidFill>
                  <a:ea typeface="幼圆" pitchFamily="49" charset="-122"/>
                </a:rPr>
                <a:t>i</a:t>
              </a:r>
              <a:r>
                <a:rPr lang="en-US" altLang="zh-CN" sz="3200">
                  <a:solidFill>
                    <a:srgbClr val="FF3300"/>
                  </a:solidFill>
                  <a:ea typeface="幼圆" pitchFamily="49" charset="-122"/>
                </a:rPr>
                <a:t>) = LOC(a</a:t>
              </a:r>
              <a:r>
                <a:rPr lang="en-US" altLang="zh-CN" sz="3200" baseline="-25000">
                  <a:solidFill>
                    <a:srgbClr val="FF3300"/>
                  </a:solidFill>
                  <a:ea typeface="幼圆" pitchFamily="49" charset="-122"/>
                </a:rPr>
                <a:t>1</a:t>
              </a:r>
              <a:r>
                <a:rPr lang="en-US" altLang="zh-CN" sz="3200">
                  <a:solidFill>
                    <a:srgbClr val="FF3300"/>
                  </a:solidFill>
                  <a:ea typeface="幼圆" pitchFamily="49" charset="-122"/>
                </a:rPr>
                <a:t>)+(i</a:t>
              </a:r>
              <a:r>
                <a:rPr lang="en-US" altLang="zh-CN" sz="3200">
                  <a:solidFill>
                    <a:srgbClr val="FF3300"/>
                  </a:solidFill>
                  <a:ea typeface="幼圆" pitchFamily="49" charset="-122"/>
                  <a:sym typeface="Symbol" pitchFamily="18" charset="2"/>
                </a:rPr>
                <a:t></a:t>
              </a:r>
              <a:r>
                <a:rPr lang="en-US" altLang="zh-CN" sz="3200">
                  <a:solidFill>
                    <a:srgbClr val="FF3300"/>
                  </a:solidFill>
                  <a:ea typeface="幼圆" pitchFamily="49" charset="-122"/>
                </a:rPr>
                <a:t>1)</a:t>
              </a:r>
              <a:r>
                <a:rPr lang="en-US" altLang="zh-CN" sz="3200">
                  <a:solidFill>
                    <a:srgbClr val="FF3300"/>
                  </a:solidFill>
                  <a:ea typeface="幼圆" pitchFamily="49" charset="-122"/>
                  <a:sym typeface="Symbol" pitchFamily="18" charset="2"/>
                </a:rPr>
                <a:t></a:t>
              </a:r>
              <a:r>
                <a:rPr lang="en-US" altLang="zh-CN" sz="3200">
                  <a:solidFill>
                    <a:srgbClr val="FF3300"/>
                  </a:solidFill>
                  <a:ea typeface="幼圆" pitchFamily="49" charset="-122"/>
                </a:rPr>
                <a:t>k   </a:t>
              </a:r>
              <a:endParaRPr lang="zh-CN" altLang="en-US" sz="3200">
                <a:solidFill>
                  <a:srgbClr val="FF3300"/>
                </a:solidFill>
                <a:ea typeface="幼圆" pitchFamily="49" charset="-122"/>
              </a:endParaRPr>
            </a:p>
          </p:txBody>
        </p:sp>
        <p:sp>
          <p:nvSpPr>
            <p:cNvPr id="56353" name="Rectangle 58"/>
            <p:cNvSpPr>
              <a:spLocks noChangeArrowheads="1"/>
            </p:cNvSpPr>
            <p:nvPr/>
          </p:nvSpPr>
          <p:spPr bwMode="auto">
            <a:xfrm>
              <a:off x="1116" y="1944"/>
              <a:ext cx="3648" cy="528"/>
            </a:xfrm>
            <a:prstGeom prst="rect">
              <a:avLst/>
            </a:prstGeom>
            <a:noFill/>
            <a:ln w="66675" cap="sq">
              <a:solidFill>
                <a:srgbClr val="00CCFF"/>
              </a:solidFill>
              <a:miter lim="800000"/>
            </a:ln>
          </p:spPr>
          <p:txBody>
            <a:bodyPr wrap="none" anchor="ctr"/>
            <a:lstStyle/>
            <a:p>
              <a:endParaRPr lang="zh-CN" altLang="en-US"/>
            </a:p>
          </p:txBody>
        </p:sp>
      </p:grpSp>
      <p:grpSp>
        <p:nvGrpSpPr>
          <p:cNvPr id="11" name="Group 67"/>
          <p:cNvGrpSpPr/>
          <p:nvPr/>
        </p:nvGrpSpPr>
        <p:grpSpPr bwMode="auto">
          <a:xfrm rot="-699391">
            <a:off x="833488" y="790948"/>
            <a:ext cx="1447800" cy="777875"/>
            <a:chOff x="360" y="3486"/>
            <a:chExt cx="912" cy="490"/>
          </a:xfrm>
        </p:grpSpPr>
        <p:sp>
          <p:nvSpPr>
            <p:cNvPr id="56350" name="Oval 68"/>
            <p:cNvSpPr>
              <a:spLocks noChangeArrowheads="1"/>
            </p:cNvSpPr>
            <p:nvPr/>
          </p:nvSpPr>
          <p:spPr bwMode="auto">
            <a:xfrm>
              <a:off x="359" y="3535"/>
              <a:ext cx="912" cy="420"/>
            </a:xfrm>
            <a:prstGeom prst="ellipse">
              <a:avLst/>
            </a:prstGeom>
            <a:solidFill>
              <a:srgbClr val="CCFFFF"/>
            </a:solidFill>
            <a:ln w="12700" cap="sq">
              <a:noFill/>
              <a:round/>
            </a:ln>
            <a:effectLst>
              <a:outerShdw dist="45791" dir="2021404" algn="ctr" rotWithShape="0">
                <a:srgbClr val="B0B0B0"/>
              </a:outerShdw>
            </a:effectLst>
          </p:spPr>
          <p:txBody>
            <a:bodyPr wrap="none" anchor="ctr"/>
            <a:lstStyle/>
            <a:p>
              <a:endParaRPr lang="zh-CN" altLang="en-US"/>
            </a:p>
          </p:txBody>
        </p:sp>
        <p:sp>
          <p:nvSpPr>
            <p:cNvPr id="56351" name="Text Box 69"/>
            <p:cNvSpPr txBox="1">
              <a:spLocks noChangeArrowheads="1"/>
            </p:cNvSpPr>
            <p:nvPr/>
          </p:nvSpPr>
          <p:spPr bwMode="auto">
            <a:xfrm rot="-40312">
              <a:off x="377" y="3486"/>
              <a:ext cx="836" cy="490"/>
            </a:xfrm>
            <a:prstGeom prst="rect">
              <a:avLst/>
            </a:prstGeom>
            <a:noFill/>
            <a:ln w="12700" cap="sq">
              <a:noFill/>
              <a:miter lim="800000"/>
            </a:ln>
            <a:effectLst>
              <a:outerShdw dist="28398" dir="1593903" algn="ctr" rotWithShape="0">
                <a:schemeClr val="bg2"/>
              </a:outerShdw>
            </a:effectLst>
          </p:spPr>
          <p:txBody>
            <a:bodyPr wrap="none">
              <a:spAutoFit/>
            </a:bodyPr>
            <a:lstStyle/>
            <a:p>
              <a:pPr algn="ctr" fontAlgn="base">
                <a:spcBef>
                  <a:spcPct val="0"/>
                </a:spcBef>
              </a:pPr>
              <a:r>
                <a:rPr lang="zh-CN" altLang="en-US" sz="4500">
                  <a:solidFill>
                    <a:srgbClr val="FF3300"/>
                  </a:solidFill>
                  <a:ea typeface="华文新魏" pitchFamily="2" charset="-122"/>
                </a:rPr>
                <a:t>结论</a:t>
              </a:r>
              <a:endParaRPr lang="zh-CN" altLang="en-US" sz="4500">
                <a:solidFill>
                  <a:srgbClr val="FF3300"/>
                </a:solidFill>
                <a:ea typeface="华文新魏" pitchFamily="2" charset="-122"/>
              </a:endParaRPr>
            </a:p>
          </p:txBody>
        </p:sp>
      </p:grpSp>
      <p:grpSp>
        <p:nvGrpSpPr>
          <p:cNvPr id="12" name="Group 70"/>
          <p:cNvGrpSpPr/>
          <p:nvPr/>
        </p:nvGrpSpPr>
        <p:grpSpPr bwMode="auto">
          <a:xfrm>
            <a:off x="2633714" y="265485"/>
            <a:ext cx="4968875" cy="525462"/>
            <a:chOff x="1383" y="287"/>
            <a:chExt cx="3130" cy="331"/>
          </a:xfrm>
        </p:grpSpPr>
        <p:sp>
          <p:nvSpPr>
            <p:cNvPr id="56335" name="Rectangle 71"/>
            <p:cNvSpPr>
              <a:spLocks noChangeArrowheads="1"/>
            </p:cNvSpPr>
            <p:nvPr/>
          </p:nvSpPr>
          <p:spPr bwMode="auto">
            <a:xfrm>
              <a:off x="1388" y="302"/>
              <a:ext cx="288" cy="310"/>
            </a:xfrm>
            <a:prstGeom prst="rect">
              <a:avLst/>
            </a:prstGeom>
            <a:noFill/>
            <a:ln w="12700" cap="sq">
              <a:noFill/>
              <a:miter lim="800000"/>
            </a:ln>
          </p:spPr>
          <p:txBody>
            <a:bodyPr wrap="none">
              <a:spAutoFit/>
            </a:bodyPr>
            <a:lstStyle/>
            <a:p>
              <a:pPr algn="ctr" fontAlgn="base">
                <a:spcBef>
                  <a:spcPct val="0"/>
                </a:spcBef>
              </a:pPr>
              <a:r>
                <a:rPr lang="en-US" altLang="zh-CN" sz="2600"/>
                <a:t>a</a:t>
              </a:r>
              <a:r>
                <a:rPr lang="en-US" altLang="zh-CN" sz="2600" baseline="-25000"/>
                <a:t>1</a:t>
              </a:r>
              <a:endParaRPr lang="en-US" altLang="zh-CN" sz="2600" baseline="-25000"/>
            </a:p>
          </p:txBody>
        </p:sp>
        <p:sp>
          <p:nvSpPr>
            <p:cNvPr id="56336" name="Rectangle 72"/>
            <p:cNvSpPr>
              <a:spLocks noChangeArrowheads="1"/>
            </p:cNvSpPr>
            <p:nvPr/>
          </p:nvSpPr>
          <p:spPr bwMode="auto">
            <a:xfrm>
              <a:off x="1699" y="306"/>
              <a:ext cx="288" cy="310"/>
            </a:xfrm>
            <a:prstGeom prst="rect">
              <a:avLst/>
            </a:prstGeom>
            <a:noFill/>
            <a:ln w="12700" cap="sq">
              <a:noFill/>
              <a:miter lim="800000"/>
            </a:ln>
          </p:spPr>
          <p:txBody>
            <a:bodyPr wrap="none">
              <a:spAutoFit/>
            </a:bodyPr>
            <a:lstStyle/>
            <a:p>
              <a:pPr algn="ctr" fontAlgn="base">
                <a:spcBef>
                  <a:spcPct val="0"/>
                </a:spcBef>
              </a:pPr>
              <a:r>
                <a:rPr lang="en-US" altLang="zh-CN" sz="2600"/>
                <a:t>a</a:t>
              </a:r>
              <a:r>
                <a:rPr lang="en-US" altLang="zh-CN" sz="2600" baseline="-25000"/>
                <a:t>2</a:t>
              </a:r>
              <a:endParaRPr lang="en-US" altLang="zh-CN" sz="2600" baseline="-25000"/>
            </a:p>
          </p:txBody>
        </p:sp>
        <p:sp>
          <p:nvSpPr>
            <p:cNvPr id="56337" name="Rectangle 73"/>
            <p:cNvSpPr>
              <a:spLocks noChangeArrowheads="1"/>
            </p:cNvSpPr>
            <p:nvPr/>
          </p:nvSpPr>
          <p:spPr bwMode="auto">
            <a:xfrm>
              <a:off x="2040" y="302"/>
              <a:ext cx="288" cy="310"/>
            </a:xfrm>
            <a:prstGeom prst="rect">
              <a:avLst/>
            </a:prstGeom>
            <a:noFill/>
            <a:ln w="12700" cap="sq">
              <a:noFill/>
              <a:miter lim="800000"/>
            </a:ln>
          </p:spPr>
          <p:txBody>
            <a:bodyPr wrap="none">
              <a:spAutoFit/>
            </a:bodyPr>
            <a:lstStyle/>
            <a:p>
              <a:pPr algn="ctr" fontAlgn="base">
                <a:spcBef>
                  <a:spcPct val="0"/>
                </a:spcBef>
              </a:pPr>
              <a:r>
                <a:rPr lang="en-US" altLang="zh-CN" sz="2600"/>
                <a:t>a</a:t>
              </a:r>
              <a:r>
                <a:rPr lang="en-US" altLang="zh-CN" sz="2600" baseline="-25000"/>
                <a:t>3</a:t>
              </a:r>
              <a:endParaRPr lang="en-US" altLang="zh-CN" sz="2600" baseline="-25000"/>
            </a:p>
          </p:txBody>
        </p:sp>
        <p:sp>
          <p:nvSpPr>
            <p:cNvPr id="56338" name="Rectangle 74"/>
            <p:cNvSpPr>
              <a:spLocks noChangeArrowheads="1"/>
            </p:cNvSpPr>
            <p:nvPr/>
          </p:nvSpPr>
          <p:spPr bwMode="auto">
            <a:xfrm>
              <a:off x="3863" y="300"/>
              <a:ext cx="404" cy="310"/>
            </a:xfrm>
            <a:prstGeom prst="rect">
              <a:avLst/>
            </a:prstGeom>
            <a:noFill/>
            <a:ln w="12700" cap="sq">
              <a:noFill/>
              <a:miter lim="800000"/>
            </a:ln>
          </p:spPr>
          <p:txBody>
            <a:bodyPr wrap="none">
              <a:spAutoFit/>
            </a:bodyPr>
            <a:lstStyle/>
            <a:p>
              <a:pPr algn="ctr" fontAlgn="base">
                <a:spcBef>
                  <a:spcPct val="0"/>
                </a:spcBef>
              </a:pPr>
              <a:r>
                <a:rPr lang="en-US" altLang="zh-CN" sz="2600"/>
                <a:t>a</a:t>
              </a:r>
              <a:r>
                <a:rPr lang="en-US" altLang="zh-CN" sz="2600" baseline="-25000"/>
                <a:t>n-1</a:t>
              </a:r>
              <a:endParaRPr lang="en-US" altLang="zh-CN" sz="2600" baseline="-25000"/>
            </a:p>
          </p:txBody>
        </p:sp>
        <p:sp>
          <p:nvSpPr>
            <p:cNvPr id="56339" name="Rectangle 75"/>
            <p:cNvSpPr>
              <a:spLocks noChangeArrowheads="1"/>
            </p:cNvSpPr>
            <p:nvPr/>
          </p:nvSpPr>
          <p:spPr bwMode="auto">
            <a:xfrm>
              <a:off x="2859" y="287"/>
              <a:ext cx="428" cy="291"/>
            </a:xfrm>
            <a:prstGeom prst="rect">
              <a:avLst/>
            </a:prstGeom>
            <a:noFill/>
            <a:ln w="12700" cap="sq">
              <a:noFill/>
              <a:miter lim="800000"/>
            </a:ln>
          </p:spPr>
          <p:txBody>
            <a:bodyPr wrap="none">
              <a:spAutoFit/>
            </a:bodyPr>
            <a:lstStyle/>
            <a:p>
              <a:pPr algn="ctr" fontAlgn="base">
                <a:spcBef>
                  <a:spcPct val="0"/>
                </a:spcBef>
              </a:pPr>
              <a:r>
                <a:rPr kumimoji="1" lang="zh-CN" altLang="en-US" sz="2400">
                  <a:ea typeface="宋体" pitchFamily="2" charset="-122"/>
                </a:rPr>
                <a:t>… …</a:t>
              </a:r>
              <a:endParaRPr kumimoji="1" lang="zh-CN" altLang="en-US" sz="2400">
                <a:ea typeface="宋体" pitchFamily="2" charset="-122"/>
              </a:endParaRPr>
            </a:p>
          </p:txBody>
        </p:sp>
        <p:sp>
          <p:nvSpPr>
            <p:cNvPr id="56340" name="Line 76"/>
            <p:cNvSpPr>
              <a:spLocks noChangeShapeType="1"/>
            </p:cNvSpPr>
            <p:nvPr/>
          </p:nvSpPr>
          <p:spPr bwMode="auto">
            <a:xfrm>
              <a:off x="1383" y="346"/>
              <a:ext cx="3130" cy="0"/>
            </a:xfrm>
            <a:prstGeom prst="line">
              <a:avLst/>
            </a:prstGeom>
            <a:noFill/>
            <a:ln w="25400">
              <a:solidFill>
                <a:srgbClr val="000070"/>
              </a:solidFill>
              <a:round/>
            </a:ln>
          </p:spPr>
          <p:txBody>
            <a:bodyPr wrap="none" anchor="ctr"/>
            <a:lstStyle/>
            <a:p>
              <a:endParaRPr lang="zh-CN" altLang="en-US"/>
            </a:p>
          </p:txBody>
        </p:sp>
        <p:sp>
          <p:nvSpPr>
            <p:cNvPr id="56341" name="Line 77"/>
            <p:cNvSpPr>
              <a:spLocks noChangeShapeType="1"/>
            </p:cNvSpPr>
            <p:nvPr/>
          </p:nvSpPr>
          <p:spPr bwMode="auto">
            <a:xfrm rot="5400000" flipV="1">
              <a:off x="1575" y="482"/>
              <a:ext cx="272" cy="0"/>
            </a:xfrm>
            <a:prstGeom prst="line">
              <a:avLst/>
            </a:prstGeom>
            <a:noFill/>
            <a:ln w="25400">
              <a:solidFill>
                <a:srgbClr val="000070"/>
              </a:solidFill>
              <a:round/>
            </a:ln>
          </p:spPr>
          <p:txBody>
            <a:bodyPr wrap="none" anchor="ctr"/>
            <a:lstStyle/>
            <a:p>
              <a:endParaRPr lang="zh-CN" altLang="en-US"/>
            </a:p>
          </p:txBody>
        </p:sp>
        <p:sp>
          <p:nvSpPr>
            <p:cNvPr id="56342" name="Line 78"/>
            <p:cNvSpPr>
              <a:spLocks noChangeShapeType="1"/>
            </p:cNvSpPr>
            <p:nvPr/>
          </p:nvSpPr>
          <p:spPr bwMode="auto">
            <a:xfrm rot="5400000" flipV="1">
              <a:off x="1254" y="482"/>
              <a:ext cx="272" cy="0"/>
            </a:xfrm>
            <a:prstGeom prst="line">
              <a:avLst/>
            </a:prstGeom>
            <a:noFill/>
            <a:ln w="25400">
              <a:solidFill>
                <a:srgbClr val="000070"/>
              </a:solidFill>
              <a:round/>
            </a:ln>
          </p:spPr>
          <p:txBody>
            <a:bodyPr wrap="none" anchor="ctr"/>
            <a:lstStyle/>
            <a:p>
              <a:endParaRPr lang="zh-CN" altLang="en-US"/>
            </a:p>
          </p:txBody>
        </p:sp>
        <p:sp>
          <p:nvSpPr>
            <p:cNvPr id="56343" name="Line 79"/>
            <p:cNvSpPr>
              <a:spLocks noChangeShapeType="1"/>
            </p:cNvSpPr>
            <p:nvPr/>
          </p:nvSpPr>
          <p:spPr bwMode="auto">
            <a:xfrm rot="5400000" flipV="1">
              <a:off x="1882" y="482"/>
              <a:ext cx="272" cy="0"/>
            </a:xfrm>
            <a:prstGeom prst="line">
              <a:avLst/>
            </a:prstGeom>
            <a:noFill/>
            <a:ln w="25400">
              <a:solidFill>
                <a:srgbClr val="000070"/>
              </a:solidFill>
              <a:round/>
            </a:ln>
          </p:spPr>
          <p:txBody>
            <a:bodyPr wrap="none" anchor="ctr"/>
            <a:lstStyle/>
            <a:p>
              <a:endParaRPr lang="zh-CN" altLang="en-US"/>
            </a:p>
          </p:txBody>
        </p:sp>
        <p:sp>
          <p:nvSpPr>
            <p:cNvPr id="56344" name="Line 80"/>
            <p:cNvSpPr>
              <a:spLocks noChangeShapeType="1"/>
            </p:cNvSpPr>
            <p:nvPr/>
          </p:nvSpPr>
          <p:spPr bwMode="auto">
            <a:xfrm rot="5400000" flipV="1">
              <a:off x="2207" y="482"/>
              <a:ext cx="272" cy="0"/>
            </a:xfrm>
            <a:prstGeom prst="line">
              <a:avLst/>
            </a:prstGeom>
            <a:noFill/>
            <a:ln w="25400">
              <a:solidFill>
                <a:srgbClr val="000070"/>
              </a:solidFill>
              <a:round/>
            </a:ln>
          </p:spPr>
          <p:txBody>
            <a:bodyPr wrap="none" anchor="ctr"/>
            <a:lstStyle/>
            <a:p>
              <a:endParaRPr lang="zh-CN" altLang="en-US"/>
            </a:p>
          </p:txBody>
        </p:sp>
        <p:sp>
          <p:nvSpPr>
            <p:cNvPr id="56345" name="Line 81"/>
            <p:cNvSpPr>
              <a:spLocks noChangeShapeType="1"/>
            </p:cNvSpPr>
            <p:nvPr/>
          </p:nvSpPr>
          <p:spPr bwMode="auto">
            <a:xfrm rot="5400000" flipV="1">
              <a:off x="4070" y="482"/>
              <a:ext cx="272" cy="0"/>
            </a:xfrm>
            <a:prstGeom prst="line">
              <a:avLst/>
            </a:prstGeom>
            <a:noFill/>
            <a:ln w="25400">
              <a:solidFill>
                <a:srgbClr val="000070"/>
              </a:solidFill>
              <a:round/>
            </a:ln>
          </p:spPr>
          <p:txBody>
            <a:bodyPr wrap="none" anchor="ctr"/>
            <a:lstStyle/>
            <a:p>
              <a:endParaRPr lang="zh-CN" altLang="en-US"/>
            </a:p>
          </p:txBody>
        </p:sp>
        <p:sp>
          <p:nvSpPr>
            <p:cNvPr id="56346" name="Line 82"/>
            <p:cNvSpPr>
              <a:spLocks noChangeShapeType="1"/>
            </p:cNvSpPr>
            <p:nvPr/>
          </p:nvSpPr>
          <p:spPr bwMode="auto">
            <a:xfrm>
              <a:off x="1383" y="618"/>
              <a:ext cx="3130" cy="0"/>
            </a:xfrm>
            <a:prstGeom prst="line">
              <a:avLst/>
            </a:prstGeom>
            <a:noFill/>
            <a:ln w="25400">
              <a:solidFill>
                <a:srgbClr val="000070"/>
              </a:solidFill>
              <a:round/>
            </a:ln>
          </p:spPr>
          <p:txBody>
            <a:bodyPr wrap="none" anchor="ctr"/>
            <a:lstStyle/>
            <a:p>
              <a:endParaRPr lang="zh-CN" altLang="en-US"/>
            </a:p>
          </p:txBody>
        </p:sp>
        <p:sp>
          <p:nvSpPr>
            <p:cNvPr id="56347" name="Line 83"/>
            <p:cNvSpPr>
              <a:spLocks noChangeShapeType="1"/>
            </p:cNvSpPr>
            <p:nvPr/>
          </p:nvSpPr>
          <p:spPr bwMode="auto">
            <a:xfrm rot="5400000" flipV="1">
              <a:off x="4370" y="482"/>
              <a:ext cx="272" cy="0"/>
            </a:xfrm>
            <a:prstGeom prst="line">
              <a:avLst/>
            </a:prstGeom>
            <a:noFill/>
            <a:ln w="25400">
              <a:solidFill>
                <a:srgbClr val="000070"/>
              </a:solidFill>
              <a:round/>
            </a:ln>
          </p:spPr>
          <p:txBody>
            <a:bodyPr wrap="none" anchor="ctr"/>
            <a:lstStyle/>
            <a:p>
              <a:endParaRPr lang="zh-CN" altLang="en-US"/>
            </a:p>
          </p:txBody>
        </p:sp>
        <p:sp>
          <p:nvSpPr>
            <p:cNvPr id="56348" name="Line 84"/>
            <p:cNvSpPr>
              <a:spLocks noChangeShapeType="1"/>
            </p:cNvSpPr>
            <p:nvPr/>
          </p:nvSpPr>
          <p:spPr bwMode="auto">
            <a:xfrm rot="5400000" flipV="1">
              <a:off x="3766" y="482"/>
              <a:ext cx="272" cy="0"/>
            </a:xfrm>
            <a:prstGeom prst="line">
              <a:avLst/>
            </a:prstGeom>
            <a:noFill/>
            <a:ln w="25400">
              <a:solidFill>
                <a:srgbClr val="000070"/>
              </a:solidFill>
              <a:round/>
            </a:ln>
          </p:spPr>
          <p:txBody>
            <a:bodyPr wrap="none" anchor="ctr"/>
            <a:lstStyle/>
            <a:p>
              <a:endParaRPr lang="zh-CN" altLang="en-US"/>
            </a:p>
          </p:txBody>
        </p:sp>
        <p:sp>
          <p:nvSpPr>
            <p:cNvPr id="56349" name="Rectangle 85"/>
            <p:cNvSpPr>
              <a:spLocks noChangeArrowheads="1"/>
            </p:cNvSpPr>
            <p:nvPr/>
          </p:nvSpPr>
          <p:spPr bwMode="auto">
            <a:xfrm>
              <a:off x="4204" y="297"/>
              <a:ext cx="291" cy="310"/>
            </a:xfrm>
            <a:prstGeom prst="rect">
              <a:avLst/>
            </a:prstGeom>
            <a:noFill/>
            <a:ln w="12700" cap="sq">
              <a:noFill/>
              <a:miter lim="800000"/>
            </a:ln>
          </p:spPr>
          <p:txBody>
            <a:bodyPr wrap="none">
              <a:spAutoFit/>
            </a:bodyPr>
            <a:lstStyle/>
            <a:p>
              <a:pPr algn="ctr" fontAlgn="base">
                <a:spcBef>
                  <a:spcPct val="0"/>
                </a:spcBef>
              </a:pPr>
              <a:r>
                <a:rPr lang="en-US" altLang="zh-CN" sz="2600"/>
                <a:t>a</a:t>
              </a:r>
              <a:r>
                <a:rPr lang="en-US" altLang="zh-CN" sz="2600" baseline="-25000"/>
                <a:t>n</a:t>
              </a:r>
              <a:endParaRPr lang="en-US" altLang="zh-CN" sz="2600" baseline="-25000"/>
            </a:p>
          </p:txBody>
        </p:sp>
      </p:grpSp>
      <p:grpSp>
        <p:nvGrpSpPr>
          <p:cNvPr id="13" name="Group 137"/>
          <p:cNvGrpSpPr/>
          <p:nvPr/>
        </p:nvGrpSpPr>
        <p:grpSpPr bwMode="auto">
          <a:xfrm>
            <a:off x="906514" y="3132511"/>
            <a:ext cx="1931987" cy="898525"/>
            <a:chOff x="3742" y="3202"/>
            <a:chExt cx="1859" cy="726"/>
          </a:xfrm>
        </p:grpSpPr>
        <p:sp>
          <p:nvSpPr>
            <p:cNvPr id="56333" name="AutoShape 138"/>
            <p:cNvSpPr>
              <a:spLocks noChangeArrowheads="1"/>
            </p:cNvSpPr>
            <p:nvPr/>
          </p:nvSpPr>
          <p:spPr bwMode="auto">
            <a:xfrm rot="473854">
              <a:off x="3742" y="3202"/>
              <a:ext cx="1859" cy="726"/>
            </a:xfrm>
            <a:prstGeom prst="irregularSeal2">
              <a:avLst/>
            </a:prstGeom>
            <a:solidFill>
              <a:srgbClr val="FF0000"/>
            </a:solidFill>
            <a:ln w="53975">
              <a:solidFill>
                <a:srgbClr val="FFFF00"/>
              </a:solidFill>
              <a:miter lim="800000"/>
            </a:ln>
            <a:effectLst>
              <a:outerShdw dist="45791" dir="2021404" algn="ctr" rotWithShape="0">
                <a:schemeClr val="bg2"/>
              </a:outerShdw>
            </a:effectLst>
          </p:spPr>
          <p:txBody>
            <a:bodyPr wrap="none" anchor="ctr"/>
            <a:lstStyle/>
            <a:p>
              <a:endParaRPr lang="zh-CN" altLang="en-US"/>
            </a:p>
          </p:txBody>
        </p:sp>
        <p:sp>
          <p:nvSpPr>
            <p:cNvPr id="56334" name="Rectangle 139"/>
            <p:cNvSpPr>
              <a:spLocks noChangeArrowheads="1"/>
            </p:cNvSpPr>
            <p:nvPr/>
          </p:nvSpPr>
          <p:spPr bwMode="auto">
            <a:xfrm>
              <a:off x="4057" y="3414"/>
              <a:ext cx="1062" cy="373"/>
            </a:xfrm>
            <a:prstGeom prst="rect">
              <a:avLst/>
            </a:prstGeom>
            <a:noFill/>
            <a:ln w="12700" cap="sq">
              <a:noFill/>
              <a:miter lim="800000"/>
            </a:ln>
            <a:effectLst>
              <a:outerShdw dist="17961" dir="2700000" algn="ctr" rotWithShape="0">
                <a:srgbClr val="000000"/>
              </a:outerShdw>
            </a:effectLst>
          </p:spPr>
          <p:txBody>
            <a:bodyPr>
              <a:spAutoFit/>
            </a:bodyPr>
            <a:lstStyle/>
            <a:p>
              <a:pPr algn="ctr"/>
              <a:r>
                <a:rPr lang="zh-CN" altLang="en-US" sz="2400">
                  <a:latin typeface="黑体" panose="02010609060101010101" pitchFamily="2" charset="-122"/>
                  <a:ea typeface="黑体" panose="02010609060101010101" pitchFamily="2" charset="-122"/>
                  <a:cs typeface="Times New Roman" panose="02020503050405090304" pitchFamily="18" charset="0"/>
                </a:rPr>
                <a:t>提问</a:t>
              </a:r>
              <a:endParaRPr lang="zh-CN" altLang="en-US" sz="2400">
                <a:latin typeface="黑体" panose="02010609060101010101" pitchFamily="2" charset="-122"/>
                <a:ea typeface="黑体" panose="02010609060101010101" pitchFamily="2" charset="-122"/>
                <a:cs typeface="Times New Roman" panose="02020503050405090304" pitchFamily="18" charset="0"/>
              </a:endParaRPr>
            </a:p>
          </p:txBody>
        </p:sp>
      </p:grpSp>
      <p:sp>
        <p:nvSpPr>
          <p:cNvPr id="3" name="TextBox 2"/>
          <p:cNvSpPr txBox="1">
            <a:spLocks noChangeArrowheads="1"/>
          </p:cNvSpPr>
          <p:nvPr/>
        </p:nvSpPr>
        <p:spPr bwMode="auto">
          <a:xfrm>
            <a:off x="2588647" y="3556224"/>
            <a:ext cx="7328618" cy="954107"/>
          </a:xfrm>
          <a:prstGeom prst="rect">
            <a:avLst/>
          </a:prstGeom>
          <a:solidFill>
            <a:schemeClr val="bg2">
              <a:lumMod val="20000"/>
              <a:lumOff val="80000"/>
            </a:schemeClr>
          </a:solidFill>
          <a:ln w="9525">
            <a:noFill/>
            <a:miter lim="800000"/>
          </a:ln>
        </p:spPr>
        <p:txBody>
          <a:bodyPr wrap="square">
            <a:spAutoFit/>
          </a:bodyPr>
          <a:lstStyle/>
          <a:p>
            <a:r>
              <a:rPr lang="zh-CN" altLang="en-US" sz="2800" dirty="0">
                <a:latin typeface="黑体" panose="02010609060101010101" pitchFamily="2" charset="-122"/>
                <a:ea typeface="黑体" panose="02010609060101010101" pitchFamily="2" charset="-122"/>
              </a:rPr>
              <a:t>这个如此简单的公式，说明了顺序存储的线性表具有一个什么样的巨大优势呢？</a:t>
            </a:r>
            <a:endParaRPr lang="zh-CN" altLang="en-US" sz="2800" dirty="0">
              <a:latin typeface="黑体" panose="02010609060101010101" pitchFamily="2" charset="-122"/>
              <a:ea typeface="黑体" panose="0201060906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18818"/>
                                        </p:tgtEl>
                                        <p:attrNameLst>
                                          <p:attrName>style.visibility</p:attrName>
                                        </p:attrNameLst>
                                      </p:cBhvr>
                                      <p:to>
                                        <p:strVal val="visible"/>
                                      </p:to>
                                    </p:set>
                                    <p:animEffect transition="in" filter="wipe(left)">
                                      <p:cBhvr>
                                        <p:cTn id="7" dur="500"/>
                                        <p:tgtEl>
                                          <p:spTgt spid="418818"/>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528"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fltVal val="0"/>
                                          </p:val>
                                        </p:tav>
                                        <p:tav tm="100000">
                                          <p:val>
                                            <p:strVal val="#ppt_h"/>
                                          </p:val>
                                        </p:tav>
                                      </p:tavLst>
                                    </p:anim>
                                    <p:anim calcmode="lin" valueType="num">
                                      <p:cBhvr>
                                        <p:cTn id="14" dur="500" fill="hold"/>
                                        <p:tgtEl>
                                          <p:spTgt spid="10"/>
                                        </p:tgtEl>
                                        <p:attrNameLst>
                                          <p:attrName>ppt_x</p:attrName>
                                        </p:attrNameLst>
                                      </p:cBhvr>
                                      <p:tavLst>
                                        <p:tav tm="0">
                                          <p:val>
                                            <p:fltVal val="0.5"/>
                                          </p:val>
                                        </p:tav>
                                        <p:tav tm="100000">
                                          <p:val>
                                            <p:strVal val="#ppt_x"/>
                                          </p:val>
                                        </p:tav>
                                      </p:tavLst>
                                    </p:anim>
                                    <p:anim calcmode="lin" valueType="num">
                                      <p:cBhvr>
                                        <p:cTn id="15" dur="500" fill="hold"/>
                                        <p:tgtEl>
                                          <p:spTgt spid="10"/>
                                        </p:tgtEl>
                                        <p:attrNameLst>
                                          <p:attrName>ppt_y</p:attrName>
                                        </p:attrNameLst>
                                      </p:cBhvr>
                                      <p:tavLst>
                                        <p:tav tm="0">
                                          <p:val>
                                            <p:fltVal val="0.5"/>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418837"/>
                                        </p:tgtEl>
                                        <p:attrNameLst>
                                          <p:attrName>style.visibility</p:attrName>
                                        </p:attrNameLst>
                                      </p:cBhvr>
                                      <p:to>
                                        <p:strVal val="visible"/>
                                      </p:to>
                                    </p:set>
                                    <p:animEffect transition="in" filter="blinds(horizontal)">
                                      <p:cBhvr>
                                        <p:cTn id="20" dur="500"/>
                                        <p:tgtEl>
                                          <p:spTgt spid="418837"/>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418838"/>
                                        </p:tgtEl>
                                        <p:attrNameLst>
                                          <p:attrName>style.visibility</p:attrName>
                                        </p:attrNameLst>
                                      </p:cBhvr>
                                      <p:to>
                                        <p:strVal val="visible"/>
                                      </p:to>
                                    </p:set>
                                    <p:animEffect transition="in" filter="blinds(horizontal)">
                                      <p:cBhvr>
                                        <p:cTn id="23" dur="500"/>
                                        <p:tgtEl>
                                          <p:spTgt spid="418838"/>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blinds(horizontal)">
                                      <p:cBhvr>
                                        <p:cTn id="28" dur="500"/>
                                        <p:tgtEl>
                                          <p:spTgt spid="2"/>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418862"/>
                                        </p:tgtEl>
                                        <p:attrNameLst>
                                          <p:attrName>style.visibility</p:attrName>
                                        </p:attrNameLst>
                                      </p:cBhvr>
                                      <p:to>
                                        <p:strVal val="visible"/>
                                      </p:to>
                                    </p:set>
                                    <p:animEffect transition="in" filter="blinds(horizontal)">
                                      <p:cBhvr>
                                        <p:cTn id="31" dur="500"/>
                                        <p:tgtEl>
                                          <p:spTgt spid="418862"/>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418873"/>
                                        </p:tgtEl>
                                        <p:attrNameLst>
                                          <p:attrName>style.visibility</p:attrName>
                                        </p:attrNameLst>
                                      </p:cBhvr>
                                      <p:to>
                                        <p:strVal val="visible"/>
                                      </p:to>
                                    </p:set>
                                    <p:animEffect transition="in" filter="blinds(horizontal)">
                                      <p:cBhvr>
                                        <p:cTn id="34" dur="500"/>
                                        <p:tgtEl>
                                          <p:spTgt spid="418873"/>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fade">
                                      <p:cBhvr>
                                        <p:cTn id="4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8818" grpId="0" autoUpdateAnimBg="0"/>
      <p:bldP spid="418837" grpId="0"/>
      <p:bldP spid="418838" grpId="0"/>
      <p:bldP spid="418862" grpId="0"/>
      <p:bldP spid="418873" grpId="0" animBg="1"/>
      <p:bldP spid="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2"/>
          <p:cNvSpPr txBox="1">
            <a:spLocks noChangeArrowheads="1"/>
          </p:cNvSpPr>
          <p:nvPr/>
        </p:nvSpPr>
        <p:spPr bwMode="auto">
          <a:xfrm>
            <a:off x="1114426" y="126423"/>
            <a:ext cx="5592762" cy="671513"/>
          </a:xfrm>
          <a:prstGeom prst="rect">
            <a:avLst/>
          </a:prstGeom>
          <a:noFill/>
          <a:ln w="12700" cap="sq">
            <a:noFill/>
            <a:miter lim="800000"/>
          </a:ln>
          <a:effectLst>
            <a:outerShdw dist="28398" dir="3806097" algn="ctr" rotWithShape="0">
              <a:schemeClr val="bg1"/>
            </a:outerShdw>
          </a:effectLst>
        </p:spPr>
        <p:txBody>
          <a:bodyPr>
            <a:spAutoFit/>
          </a:bodyPr>
          <a:lstStyle/>
          <a:p>
            <a:r>
              <a:rPr lang="zh-CN" altLang="en-US" sz="3800" i="1" dirty="0">
                <a:solidFill>
                  <a:srgbClr val="FF3300"/>
                </a:solidFill>
                <a:ea typeface="黑体" panose="02010609060101010101" pitchFamily="2" charset="-122"/>
              </a:rPr>
              <a:t>顺序存储结构示意图</a:t>
            </a:r>
            <a:endParaRPr lang="zh-CN" altLang="en-US" sz="3800" i="1" dirty="0">
              <a:solidFill>
                <a:srgbClr val="FF3300"/>
              </a:solidFill>
              <a:ea typeface="黑体" panose="02010609060101010101" pitchFamily="2" charset="-122"/>
            </a:endParaRPr>
          </a:p>
        </p:txBody>
      </p:sp>
      <p:grpSp>
        <p:nvGrpSpPr>
          <p:cNvPr id="2" name="Group 116"/>
          <p:cNvGrpSpPr/>
          <p:nvPr/>
        </p:nvGrpSpPr>
        <p:grpSpPr bwMode="auto">
          <a:xfrm>
            <a:off x="2135560" y="1358960"/>
            <a:ext cx="5524500" cy="685800"/>
            <a:chOff x="1164" y="876"/>
            <a:chExt cx="3480" cy="432"/>
          </a:xfrm>
        </p:grpSpPr>
        <p:sp>
          <p:nvSpPr>
            <p:cNvPr id="57392" name="Rectangle 4"/>
            <p:cNvSpPr>
              <a:spLocks noChangeArrowheads="1"/>
            </p:cNvSpPr>
            <p:nvPr/>
          </p:nvSpPr>
          <p:spPr bwMode="auto">
            <a:xfrm>
              <a:off x="1164" y="876"/>
              <a:ext cx="3132" cy="432"/>
            </a:xfrm>
            <a:prstGeom prst="rect">
              <a:avLst/>
            </a:prstGeom>
            <a:solidFill>
              <a:srgbClr val="DDFFDD"/>
            </a:solidFill>
            <a:ln w="12700" cap="sq">
              <a:noFill/>
              <a:miter lim="800000"/>
            </a:ln>
            <a:effectLst>
              <a:outerShdw dist="125724" dir="2700000" algn="ctr" rotWithShape="0">
                <a:srgbClr val="B0B0B0"/>
              </a:outerShdw>
            </a:effectLst>
          </p:spPr>
          <p:txBody>
            <a:bodyPr wrap="none" anchor="ctr"/>
            <a:lstStyle/>
            <a:p>
              <a:endParaRPr lang="zh-CN" altLang="en-US"/>
            </a:p>
          </p:txBody>
        </p:sp>
        <p:sp>
          <p:nvSpPr>
            <p:cNvPr id="57393" name="Text Box 5"/>
            <p:cNvSpPr txBox="1">
              <a:spLocks noChangeArrowheads="1"/>
            </p:cNvSpPr>
            <p:nvPr/>
          </p:nvSpPr>
          <p:spPr bwMode="auto">
            <a:xfrm>
              <a:off x="1332" y="912"/>
              <a:ext cx="3312" cy="346"/>
            </a:xfrm>
            <a:prstGeom prst="rect">
              <a:avLst/>
            </a:prstGeom>
            <a:noFill/>
            <a:ln w="12700" cap="sq">
              <a:noFill/>
              <a:miter lim="800000"/>
              <a:headEnd type="none" w="sm" len="sm"/>
              <a:tailEnd type="none" w="sm" len="sm"/>
            </a:ln>
          </p:spPr>
          <p:txBody>
            <a:bodyPr>
              <a:spAutoFit/>
            </a:bodyPr>
            <a:lstStyle/>
            <a:p>
              <a:pPr eaLnBrk="1" fontAlgn="base" hangingPunct="1">
                <a:spcBef>
                  <a:spcPct val="0"/>
                </a:spcBef>
              </a:pPr>
              <a:r>
                <a:rPr lang="zh-CN" altLang="en-US" sz="3000">
                  <a:solidFill>
                    <a:srgbClr val="000080"/>
                  </a:solidFill>
                </a:rPr>
                <a:t> </a:t>
              </a:r>
              <a:r>
                <a:rPr lang="zh-CN" altLang="zh-CN" sz="3000">
                  <a:solidFill>
                    <a:srgbClr val="000080"/>
                  </a:solidFill>
                </a:rPr>
                <a:t>(</a:t>
              </a:r>
              <a:r>
                <a:rPr lang="zh-CN" altLang="en-US" sz="3000">
                  <a:solidFill>
                    <a:srgbClr val="000080"/>
                  </a:solidFill>
                </a:rPr>
                <a:t> </a:t>
              </a:r>
              <a:r>
                <a:rPr lang="en-US" altLang="zh-CN" sz="3000">
                  <a:solidFill>
                    <a:srgbClr val="000080"/>
                  </a:solidFill>
                </a:rPr>
                <a:t>a</a:t>
              </a:r>
              <a:r>
                <a:rPr lang="en-US" altLang="zh-CN" sz="3000" baseline="-25000">
                  <a:solidFill>
                    <a:srgbClr val="000080"/>
                  </a:solidFill>
                </a:rPr>
                <a:t>1</a:t>
              </a:r>
              <a:r>
                <a:rPr lang="en-US" altLang="zh-CN" sz="3000">
                  <a:solidFill>
                    <a:srgbClr val="000080"/>
                  </a:solidFill>
                </a:rPr>
                <a:t>, a</a:t>
              </a:r>
              <a:r>
                <a:rPr lang="en-US" altLang="zh-CN" sz="3000" baseline="-25000">
                  <a:solidFill>
                    <a:srgbClr val="000080"/>
                  </a:solidFill>
                </a:rPr>
                <a:t>2</a:t>
              </a:r>
              <a:r>
                <a:rPr lang="en-US" altLang="zh-CN" sz="3000">
                  <a:solidFill>
                    <a:srgbClr val="000080"/>
                  </a:solidFill>
                </a:rPr>
                <a:t>, a</a:t>
              </a:r>
              <a:r>
                <a:rPr lang="en-US" altLang="zh-CN" sz="3000" baseline="-25000">
                  <a:solidFill>
                    <a:srgbClr val="000080"/>
                  </a:solidFill>
                </a:rPr>
                <a:t>3</a:t>
              </a:r>
              <a:r>
                <a:rPr lang="en-US" altLang="zh-CN" sz="3000">
                  <a:solidFill>
                    <a:srgbClr val="000080"/>
                  </a:solidFill>
                </a:rPr>
                <a:t>, ... ... , a</a:t>
              </a:r>
              <a:r>
                <a:rPr lang="en-US" altLang="zh-CN" sz="3000" baseline="-25000">
                  <a:solidFill>
                    <a:srgbClr val="000080"/>
                  </a:solidFill>
                </a:rPr>
                <a:t>n</a:t>
              </a:r>
              <a:r>
                <a:rPr lang="en-US" altLang="zh-CN" sz="3000" baseline="-25000">
                  <a:solidFill>
                    <a:srgbClr val="000080"/>
                  </a:solidFill>
                  <a:latin typeface="宋体" pitchFamily="2" charset="-122"/>
                  <a:ea typeface="宋体" pitchFamily="2" charset="-122"/>
                </a:rPr>
                <a:t>-</a:t>
              </a:r>
              <a:r>
                <a:rPr lang="en-US" altLang="zh-CN" sz="3000" baseline="-25000">
                  <a:solidFill>
                    <a:srgbClr val="000080"/>
                  </a:solidFill>
                </a:rPr>
                <a:t>1</a:t>
              </a:r>
              <a:r>
                <a:rPr lang="en-US" altLang="zh-CN" sz="3000">
                  <a:solidFill>
                    <a:srgbClr val="000080"/>
                  </a:solidFill>
                </a:rPr>
                <a:t>, a</a:t>
              </a:r>
              <a:r>
                <a:rPr lang="en-US" altLang="zh-CN" sz="3000" baseline="-25000">
                  <a:solidFill>
                    <a:srgbClr val="000080"/>
                  </a:solidFill>
                </a:rPr>
                <a:t>n </a:t>
              </a:r>
              <a:r>
                <a:rPr lang="en-US" altLang="zh-CN" sz="3000">
                  <a:solidFill>
                    <a:srgbClr val="000080"/>
                  </a:solidFill>
                </a:rPr>
                <a:t>)</a:t>
              </a:r>
              <a:endParaRPr lang="zh-CN" altLang="en-US" sz="3000">
                <a:solidFill>
                  <a:srgbClr val="000080"/>
                </a:solidFill>
              </a:endParaRPr>
            </a:p>
          </p:txBody>
        </p:sp>
      </p:grpSp>
      <p:grpSp>
        <p:nvGrpSpPr>
          <p:cNvPr id="3" name="Group 96"/>
          <p:cNvGrpSpPr/>
          <p:nvPr/>
        </p:nvGrpSpPr>
        <p:grpSpPr bwMode="auto">
          <a:xfrm>
            <a:off x="2327648" y="4926073"/>
            <a:ext cx="5638800" cy="1184275"/>
            <a:chOff x="960" y="2573"/>
            <a:chExt cx="3552" cy="746"/>
          </a:xfrm>
        </p:grpSpPr>
        <p:sp>
          <p:nvSpPr>
            <p:cNvPr id="57390" name="AutoShape 97"/>
            <p:cNvSpPr/>
            <p:nvPr/>
          </p:nvSpPr>
          <p:spPr bwMode="auto">
            <a:xfrm rot="5400000" flipH="1" flipV="1">
              <a:off x="2544" y="989"/>
              <a:ext cx="384" cy="3552"/>
            </a:xfrm>
            <a:prstGeom prst="leftBrace">
              <a:avLst>
                <a:gd name="adj1" fmla="val 77083"/>
                <a:gd name="adj2" fmla="val 50778"/>
              </a:avLst>
            </a:prstGeom>
            <a:noFill/>
            <a:ln w="31750" cap="sq">
              <a:solidFill>
                <a:schemeClr val="accent2"/>
              </a:solidFill>
              <a:round/>
            </a:ln>
          </p:spPr>
          <p:txBody>
            <a:bodyPr wrap="none" anchor="ctr"/>
            <a:lstStyle/>
            <a:p>
              <a:endParaRPr lang="zh-CN" altLang="en-US"/>
            </a:p>
          </p:txBody>
        </p:sp>
        <p:sp>
          <p:nvSpPr>
            <p:cNvPr id="57391" name="Rectangle 98"/>
            <p:cNvSpPr>
              <a:spLocks noChangeArrowheads="1"/>
            </p:cNvSpPr>
            <p:nvPr/>
          </p:nvSpPr>
          <p:spPr bwMode="auto">
            <a:xfrm>
              <a:off x="1524" y="3002"/>
              <a:ext cx="2736" cy="317"/>
            </a:xfrm>
            <a:prstGeom prst="rect">
              <a:avLst/>
            </a:prstGeom>
            <a:noFill/>
            <a:ln w="12700" cap="sq">
              <a:noFill/>
              <a:miter lim="800000"/>
            </a:ln>
            <a:effectLst>
              <a:outerShdw dist="12700" algn="ctr" rotWithShape="0">
                <a:schemeClr val="bg1"/>
              </a:outerShdw>
            </a:effectLst>
          </p:spPr>
          <p:txBody>
            <a:bodyPr>
              <a:spAutoFit/>
            </a:bodyPr>
            <a:lstStyle/>
            <a:p>
              <a:r>
                <a:rPr lang="zh-CN" altLang="en-US" sz="2700" i="1">
                  <a:solidFill>
                    <a:srgbClr val="FF3300"/>
                  </a:solidFill>
                  <a:ea typeface="黑体" panose="02010609060101010101" pitchFamily="2" charset="-122"/>
                </a:rPr>
                <a:t>事先分配给线性表的空间</a:t>
              </a:r>
              <a:endParaRPr lang="zh-CN" altLang="en-US" sz="2700" i="1">
                <a:solidFill>
                  <a:srgbClr val="FF3300"/>
                </a:solidFill>
                <a:ea typeface="黑体" panose="02010609060101010101" pitchFamily="2" charset="-122"/>
              </a:endParaRPr>
            </a:p>
          </p:txBody>
        </p:sp>
      </p:grpSp>
      <p:grpSp>
        <p:nvGrpSpPr>
          <p:cNvPr id="4" name="Group 99"/>
          <p:cNvGrpSpPr/>
          <p:nvPr/>
        </p:nvGrpSpPr>
        <p:grpSpPr bwMode="auto">
          <a:xfrm>
            <a:off x="2256210" y="2906773"/>
            <a:ext cx="3709988" cy="811213"/>
            <a:chOff x="915" y="1361"/>
            <a:chExt cx="2337" cy="511"/>
          </a:xfrm>
        </p:grpSpPr>
        <p:sp>
          <p:nvSpPr>
            <p:cNvPr id="57388" name="AutoShape 100"/>
            <p:cNvSpPr/>
            <p:nvPr/>
          </p:nvSpPr>
          <p:spPr bwMode="auto">
            <a:xfrm rot="16200000" flipH="1">
              <a:off x="1892" y="655"/>
              <a:ext cx="240" cy="2193"/>
            </a:xfrm>
            <a:prstGeom prst="leftBrace">
              <a:avLst>
                <a:gd name="adj1" fmla="val 76146"/>
                <a:gd name="adj2" fmla="val 50796"/>
              </a:avLst>
            </a:prstGeom>
            <a:noFill/>
            <a:ln w="31750" cap="sq">
              <a:solidFill>
                <a:srgbClr val="FF3300"/>
              </a:solidFill>
              <a:round/>
            </a:ln>
          </p:spPr>
          <p:txBody>
            <a:bodyPr wrap="none" anchor="ctr"/>
            <a:lstStyle/>
            <a:p>
              <a:endParaRPr lang="zh-CN" altLang="en-US"/>
            </a:p>
          </p:txBody>
        </p:sp>
        <p:sp>
          <p:nvSpPr>
            <p:cNvPr id="57389" name="Rectangle 101"/>
            <p:cNvSpPr>
              <a:spLocks noChangeArrowheads="1"/>
            </p:cNvSpPr>
            <p:nvPr/>
          </p:nvSpPr>
          <p:spPr bwMode="auto">
            <a:xfrm>
              <a:off x="1044" y="1361"/>
              <a:ext cx="2208" cy="308"/>
            </a:xfrm>
            <a:prstGeom prst="rect">
              <a:avLst/>
            </a:prstGeom>
            <a:noFill/>
            <a:ln w="12700" cap="sq">
              <a:noFill/>
              <a:miter lim="800000"/>
            </a:ln>
          </p:spPr>
          <p:txBody>
            <a:bodyPr>
              <a:spAutoFit/>
            </a:bodyPr>
            <a:lstStyle/>
            <a:p>
              <a:r>
                <a:rPr lang="zh-CN" altLang="en-US" sz="2600" i="1">
                  <a:solidFill>
                    <a:srgbClr val="000099"/>
                  </a:solidFill>
                  <a:ea typeface="黑体" panose="02010609060101010101" pitchFamily="2" charset="-122"/>
                </a:rPr>
                <a:t>当前已经占用的空间</a:t>
              </a:r>
              <a:endParaRPr lang="zh-CN" altLang="en-US" sz="2600" i="1">
                <a:solidFill>
                  <a:srgbClr val="000099"/>
                </a:solidFill>
                <a:ea typeface="黑体" panose="02010609060101010101" pitchFamily="2" charset="-122"/>
              </a:endParaRPr>
            </a:p>
          </p:txBody>
        </p:sp>
      </p:grpSp>
      <p:grpSp>
        <p:nvGrpSpPr>
          <p:cNvPr id="5" name="Group 102"/>
          <p:cNvGrpSpPr/>
          <p:nvPr/>
        </p:nvGrpSpPr>
        <p:grpSpPr bwMode="auto">
          <a:xfrm>
            <a:off x="5721724" y="2898835"/>
            <a:ext cx="2778125" cy="819150"/>
            <a:chOff x="3098" y="1356"/>
            <a:chExt cx="1750" cy="516"/>
          </a:xfrm>
        </p:grpSpPr>
        <p:sp>
          <p:nvSpPr>
            <p:cNvPr id="57386" name="AutoShape 103"/>
            <p:cNvSpPr/>
            <p:nvPr/>
          </p:nvSpPr>
          <p:spPr bwMode="auto">
            <a:xfrm rot="-5400000" flipH="1" flipV="1">
              <a:off x="3742" y="1110"/>
              <a:ext cx="199" cy="1325"/>
            </a:xfrm>
            <a:prstGeom prst="leftBrace">
              <a:avLst>
                <a:gd name="adj1" fmla="val 55486"/>
                <a:gd name="adj2" fmla="val 50000"/>
              </a:avLst>
            </a:prstGeom>
            <a:noFill/>
            <a:ln w="31750" cap="sq">
              <a:solidFill>
                <a:srgbClr val="0000FF"/>
              </a:solidFill>
              <a:round/>
            </a:ln>
          </p:spPr>
          <p:txBody>
            <a:bodyPr wrap="none" anchor="ctr"/>
            <a:lstStyle/>
            <a:p>
              <a:endParaRPr lang="zh-CN" altLang="en-US"/>
            </a:p>
          </p:txBody>
        </p:sp>
        <p:sp>
          <p:nvSpPr>
            <p:cNvPr id="57387" name="Rectangle 104"/>
            <p:cNvSpPr>
              <a:spLocks noChangeArrowheads="1"/>
            </p:cNvSpPr>
            <p:nvPr/>
          </p:nvSpPr>
          <p:spPr bwMode="auto">
            <a:xfrm>
              <a:off x="3098" y="1356"/>
              <a:ext cx="1750" cy="308"/>
            </a:xfrm>
            <a:prstGeom prst="rect">
              <a:avLst/>
            </a:prstGeom>
            <a:noFill/>
            <a:ln w="12700" cap="sq">
              <a:noFill/>
              <a:miter lim="800000"/>
            </a:ln>
          </p:spPr>
          <p:txBody>
            <a:bodyPr>
              <a:spAutoFit/>
            </a:bodyPr>
            <a:lstStyle/>
            <a:p>
              <a:r>
                <a:rPr lang="zh-CN" altLang="en-US" sz="2600" i="1">
                  <a:solidFill>
                    <a:srgbClr val="0000FF"/>
                  </a:solidFill>
                  <a:ea typeface="黑体" panose="02010609060101010101" pitchFamily="2" charset="-122"/>
                </a:rPr>
                <a:t>尚未使用的空间</a:t>
              </a:r>
              <a:endParaRPr lang="zh-CN" altLang="en-US" sz="2600" i="1">
                <a:solidFill>
                  <a:srgbClr val="0000FF"/>
                </a:solidFill>
                <a:ea typeface="黑体" panose="02010609060101010101" pitchFamily="2" charset="-122"/>
              </a:endParaRPr>
            </a:p>
          </p:txBody>
        </p:sp>
      </p:grpSp>
      <p:grpSp>
        <p:nvGrpSpPr>
          <p:cNvPr id="6" name="Group 121"/>
          <p:cNvGrpSpPr/>
          <p:nvPr/>
        </p:nvGrpSpPr>
        <p:grpSpPr bwMode="auto">
          <a:xfrm>
            <a:off x="2251449" y="3914835"/>
            <a:ext cx="7216775" cy="912812"/>
            <a:chOff x="912" y="2409"/>
            <a:chExt cx="4546" cy="575"/>
          </a:xfrm>
        </p:grpSpPr>
        <p:sp>
          <p:nvSpPr>
            <p:cNvPr id="57370" name="Text Box 60"/>
            <p:cNvSpPr txBox="1">
              <a:spLocks noChangeArrowheads="1"/>
            </p:cNvSpPr>
            <p:nvPr/>
          </p:nvSpPr>
          <p:spPr bwMode="auto">
            <a:xfrm>
              <a:off x="965" y="2753"/>
              <a:ext cx="4493" cy="231"/>
            </a:xfrm>
            <a:prstGeom prst="rect">
              <a:avLst/>
            </a:prstGeom>
            <a:noFill/>
            <a:ln w="9525">
              <a:noFill/>
              <a:miter lim="800000"/>
            </a:ln>
          </p:spPr>
          <p:txBody>
            <a:bodyPr>
              <a:spAutoFit/>
            </a:bodyPr>
            <a:lstStyle/>
            <a:p>
              <a:r>
                <a:rPr lang="en-US" altLang="zh-CN">
                  <a:solidFill>
                    <a:srgbClr val="000000"/>
                  </a:solidFill>
                  <a:ea typeface="宋体" pitchFamily="2" charset="-122"/>
                </a:rPr>
                <a:t>0       1      2      3     </a:t>
              </a:r>
              <a:r>
                <a:rPr lang="en-US" altLang="zh-CN">
                  <a:solidFill>
                    <a:srgbClr val="000000"/>
                  </a:solidFill>
                  <a:ea typeface="宋体" pitchFamily="2" charset="-122"/>
                  <a:cs typeface="Times New Roman" panose="02020503050405090304" pitchFamily="18" charset="0"/>
                </a:rPr>
                <a:t>…</a:t>
              </a:r>
              <a:r>
                <a:rPr lang="en-US" altLang="zh-CN">
                  <a:solidFill>
                    <a:srgbClr val="000000"/>
                  </a:solidFill>
                  <a:ea typeface="宋体" pitchFamily="2" charset="-122"/>
                </a:rPr>
                <a:t>      n-2    n-1    n    n+1      …   MaxSize-1</a:t>
              </a:r>
              <a:endParaRPr lang="en-US" altLang="zh-CN" baseline="-44000">
                <a:solidFill>
                  <a:srgbClr val="000000"/>
                </a:solidFill>
                <a:ea typeface="宋体" pitchFamily="2" charset="-122"/>
              </a:endParaRPr>
            </a:p>
          </p:txBody>
        </p:sp>
        <p:sp>
          <p:nvSpPr>
            <p:cNvPr id="57371" name="Line 61"/>
            <p:cNvSpPr>
              <a:spLocks noChangeShapeType="1"/>
            </p:cNvSpPr>
            <p:nvPr/>
          </p:nvSpPr>
          <p:spPr bwMode="auto">
            <a:xfrm flipV="1">
              <a:off x="4279" y="2439"/>
              <a:ext cx="544" cy="0"/>
            </a:xfrm>
            <a:prstGeom prst="line">
              <a:avLst/>
            </a:prstGeom>
            <a:noFill/>
            <a:ln w="28575" cap="sq">
              <a:solidFill>
                <a:srgbClr val="333399"/>
              </a:solidFill>
              <a:round/>
            </a:ln>
          </p:spPr>
          <p:txBody>
            <a:bodyPr wrap="none" anchor="ctr"/>
            <a:lstStyle/>
            <a:p>
              <a:endParaRPr lang="zh-CN" altLang="en-US"/>
            </a:p>
          </p:txBody>
        </p:sp>
        <p:sp>
          <p:nvSpPr>
            <p:cNvPr id="57372" name="Line 62"/>
            <p:cNvSpPr>
              <a:spLocks noChangeShapeType="1"/>
            </p:cNvSpPr>
            <p:nvPr/>
          </p:nvSpPr>
          <p:spPr bwMode="auto">
            <a:xfrm>
              <a:off x="4202" y="2774"/>
              <a:ext cx="726" cy="0"/>
            </a:xfrm>
            <a:prstGeom prst="line">
              <a:avLst/>
            </a:prstGeom>
            <a:noFill/>
            <a:ln w="28575" cap="sq">
              <a:solidFill>
                <a:srgbClr val="333399"/>
              </a:solidFill>
              <a:round/>
            </a:ln>
          </p:spPr>
          <p:txBody>
            <a:bodyPr wrap="none" anchor="ctr"/>
            <a:lstStyle/>
            <a:p>
              <a:endParaRPr lang="zh-CN" altLang="en-US"/>
            </a:p>
          </p:txBody>
        </p:sp>
        <p:sp>
          <p:nvSpPr>
            <p:cNvPr id="57373" name="Rectangle 63"/>
            <p:cNvSpPr>
              <a:spLocks noChangeArrowheads="1"/>
            </p:cNvSpPr>
            <p:nvPr/>
          </p:nvSpPr>
          <p:spPr bwMode="auto">
            <a:xfrm>
              <a:off x="912" y="2441"/>
              <a:ext cx="2208" cy="336"/>
            </a:xfrm>
            <a:prstGeom prst="rect">
              <a:avLst/>
            </a:prstGeom>
            <a:solidFill>
              <a:srgbClr val="FFFFFF"/>
            </a:solidFill>
            <a:ln w="28575" cap="sq">
              <a:solidFill>
                <a:srgbClr val="000080"/>
              </a:solidFill>
              <a:miter lim="800000"/>
            </a:ln>
          </p:spPr>
          <p:txBody>
            <a:bodyPr wrap="none" anchor="ctr"/>
            <a:lstStyle/>
            <a:p>
              <a:endParaRPr lang="zh-CN" altLang="en-US"/>
            </a:p>
          </p:txBody>
        </p:sp>
        <p:sp>
          <p:nvSpPr>
            <p:cNvPr id="57374" name="Line 64"/>
            <p:cNvSpPr>
              <a:spLocks noChangeShapeType="1"/>
            </p:cNvSpPr>
            <p:nvPr/>
          </p:nvSpPr>
          <p:spPr bwMode="auto">
            <a:xfrm>
              <a:off x="1224" y="2441"/>
              <a:ext cx="0" cy="336"/>
            </a:xfrm>
            <a:prstGeom prst="line">
              <a:avLst/>
            </a:prstGeom>
            <a:noFill/>
            <a:ln w="25400" cap="sq">
              <a:solidFill>
                <a:srgbClr val="333399"/>
              </a:solidFill>
              <a:round/>
            </a:ln>
          </p:spPr>
          <p:txBody>
            <a:bodyPr wrap="none" anchor="ctr"/>
            <a:lstStyle/>
            <a:p>
              <a:endParaRPr lang="zh-CN" altLang="en-US"/>
            </a:p>
          </p:txBody>
        </p:sp>
        <p:sp>
          <p:nvSpPr>
            <p:cNvPr id="57375" name="Line 65"/>
            <p:cNvSpPr>
              <a:spLocks noChangeShapeType="1"/>
            </p:cNvSpPr>
            <p:nvPr/>
          </p:nvSpPr>
          <p:spPr bwMode="auto">
            <a:xfrm>
              <a:off x="1524" y="2441"/>
              <a:ext cx="0" cy="336"/>
            </a:xfrm>
            <a:prstGeom prst="line">
              <a:avLst/>
            </a:prstGeom>
            <a:noFill/>
            <a:ln w="25400" cap="sq">
              <a:solidFill>
                <a:srgbClr val="333399"/>
              </a:solidFill>
              <a:round/>
            </a:ln>
          </p:spPr>
          <p:txBody>
            <a:bodyPr wrap="none" anchor="ctr"/>
            <a:lstStyle/>
            <a:p>
              <a:endParaRPr lang="zh-CN" altLang="en-US"/>
            </a:p>
          </p:txBody>
        </p:sp>
        <p:sp>
          <p:nvSpPr>
            <p:cNvPr id="57376" name="Line 66"/>
            <p:cNvSpPr>
              <a:spLocks noChangeShapeType="1"/>
            </p:cNvSpPr>
            <p:nvPr/>
          </p:nvSpPr>
          <p:spPr bwMode="auto">
            <a:xfrm>
              <a:off x="1836" y="2441"/>
              <a:ext cx="0" cy="336"/>
            </a:xfrm>
            <a:prstGeom prst="line">
              <a:avLst/>
            </a:prstGeom>
            <a:noFill/>
            <a:ln w="25400" cap="sq">
              <a:solidFill>
                <a:srgbClr val="333399"/>
              </a:solidFill>
              <a:round/>
            </a:ln>
          </p:spPr>
          <p:txBody>
            <a:bodyPr wrap="none" anchor="ctr"/>
            <a:lstStyle/>
            <a:p>
              <a:endParaRPr lang="zh-CN" altLang="en-US"/>
            </a:p>
          </p:txBody>
        </p:sp>
        <p:sp>
          <p:nvSpPr>
            <p:cNvPr id="57377" name="Line 67"/>
            <p:cNvSpPr>
              <a:spLocks noChangeShapeType="1"/>
            </p:cNvSpPr>
            <p:nvPr/>
          </p:nvSpPr>
          <p:spPr bwMode="auto">
            <a:xfrm>
              <a:off x="2808" y="2441"/>
              <a:ext cx="0" cy="336"/>
            </a:xfrm>
            <a:prstGeom prst="line">
              <a:avLst/>
            </a:prstGeom>
            <a:noFill/>
            <a:ln w="25400" cap="sq">
              <a:solidFill>
                <a:srgbClr val="333399"/>
              </a:solidFill>
              <a:round/>
            </a:ln>
          </p:spPr>
          <p:txBody>
            <a:bodyPr wrap="none" anchor="ctr"/>
            <a:lstStyle/>
            <a:p>
              <a:endParaRPr lang="zh-CN" altLang="en-US"/>
            </a:p>
          </p:txBody>
        </p:sp>
        <p:sp>
          <p:nvSpPr>
            <p:cNvPr id="57378" name="Line 68"/>
            <p:cNvSpPr>
              <a:spLocks noChangeShapeType="1"/>
            </p:cNvSpPr>
            <p:nvPr/>
          </p:nvSpPr>
          <p:spPr bwMode="auto">
            <a:xfrm>
              <a:off x="2496" y="2441"/>
              <a:ext cx="0" cy="336"/>
            </a:xfrm>
            <a:prstGeom prst="line">
              <a:avLst/>
            </a:prstGeom>
            <a:noFill/>
            <a:ln w="25400" cap="sq">
              <a:solidFill>
                <a:srgbClr val="333399"/>
              </a:solidFill>
              <a:round/>
            </a:ln>
          </p:spPr>
          <p:txBody>
            <a:bodyPr wrap="none" anchor="ctr"/>
            <a:lstStyle/>
            <a:p>
              <a:endParaRPr lang="zh-CN" altLang="en-US"/>
            </a:p>
          </p:txBody>
        </p:sp>
        <p:sp>
          <p:nvSpPr>
            <p:cNvPr id="57379" name="Rectangle 69"/>
            <p:cNvSpPr>
              <a:spLocks noChangeArrowheads="1"/>
            </p:cNvSpPr>
            <p:nvPr/>
          </p:nvSpPr>
          <p:spPr bwMode="auto">
            <a:xfrm>
              <a:off x="1921" y="2409"/>
              <a:ext cx="509" cy="310"/>
            </a:xfrm>
            <a:prstGeom prst="rect">
              <a:avLst/>
            </a:prstGeom>
            <a:noFill/>
            <a:ln w="12700" cap="sq">
              <a:noFill/>
              <a:miter lim="800000"/>
            </a:ln>
          </p:spPr>
          <p:txBody>
            <a:bodyPr wrap="none">
              <a:spAutoFit/>
            </a:bodyPr>
            <a:lstStyle/>
            <a:p>
              <a:pPr algn="ctr"/>
              <a:r>
                <a:rPr kumimoji="1" lang="zh-CN" altLang="en-US" sz="2600">
                  <a:solidFill>
                    <a:srgbClr val="000099"/>
                  </a:solidFill>
                  <a:ea typeface="宋体" pitchFamily="2" charset="-122"/>
                </a:rPr>
                <a:t>… …</a:t>
              </a:r>
              <a:endParaRPr kumimoji="1" lang="zh-CN" altLang="en-US" sz="2600">
                <a:solidFill>
                  <a:srgbClr val="000099"/>
                </a:solidFill>
                <a:ea typeface="宋体" pitchFamily="2" charset="-122"/>
              </a:endParaRPr>
            </a:p>
          </p:txBody>
        </p:sp>
        <p:sp>
          <p:nvSpPr>
            <p:cNvPr id="57380" name="Rectangle 75"/>
            <p:cNvSpPr>
              <a:spLocks noChangeArrowheads="1"/>
            </p:cNvSpPr>
            <p:nvPr/>
          </p:nvSpPr>
          <p:spPr bwMode="auto">
            <a:xfrm>
              <a:off x="3120" y="2441"/>
              <a:ext cx="1152" cy="336"/>
            </a:xfrm>
            <a:prstGeom prst="rect">
              <a:avLst/>
            </a:prstGeom>
            <a:solidFill>
              <a:srgbClr val="FFFFFF"/>
            </a:solidFill>
            <a:ln w="28575" cap="sq">
              <a:solidFill>
                <a:srgbClr val="000080"/>
              </a:solidFill>
              <a:miter lim="800000"/>
            </a:ln>
          </p:spPr>
          <p:txBody>
            <a:bodyPr wrap="none" anchor="ctr"/>
            <a:lstStyle/>
            <a:p>
              <a:endParaRPr lang="zh-CN" altLang="en-US"/>
            </a:p>
          </p:txBody>
        </p:sp>
        <p:sp>
          <p:nvSpPr>
            <p:cNvPr id="57381" name="Line 76"/>
            <p:cNvSpPr>
              <a:spLocks noChangeShapeType="1"/>
            </p:cNvSpPr>
            <p:nvPr/>
          </p:nvSpPr>
          <p:spPr bwMode="auto">
            <a:xfrm>
              <a:off x="3420" y="2441"/>
              <a:ext cx="0" cy="336"/>
            </a:xfrm>
            <a:prstGeom prst="line">
              <a:avLst/>
            </a:prstGeom>
            <a:noFill/>
            <a:ln w="25400" cap="sq">
              <a:solidFill>
                <a:srgbClr val="333399"/>
              </a:solidFill>
              <a:round/>
            </a:ln>
          </p:spPr>
          <p:txBody>
            <a:bodyPr wrap="none" anchor="ctr"/>
            <a:lstStyle/>
            <a:p>
              <a:endParaRPr lang="zh-CN" altLang="en-US"/>
            </a:p>
          </p:txBody>
        </p:sp>
        <p:sp>
          <p:nvSpPr>
            <p:cNvPr id="57382" name="Line 77"/>
            <p:cNvSpPr>
              <a:spLocks noChangeShapeType="1"/>
            </p:cNvSpPr>
            <p:nvPr/>
          </p:nvSpPr>
          <p:spPr bwMode="auto">
            <a:xfrm>
              <a:off x="3720" y="2441"/>
              <a:ext cx="0" cy="336"/>
            </a:xfrm>
            <a:prstGeom prst="line">
              <a:avLst/>
            </a:prstGeom>
            <a:noFill/>
            <a:ln w="25400" cap="sq">
              <a:solidFill>
                <a:srgbClr val="333399"/>
              </a:solidFill>
              <a:round/>
            </a:ln>
          </p:spPr>
          <p:txBody>
            <a:bodyPr wrap="none" anchor="ctr"/>
            <a:lstStyle/>
            <a:p>
              <a:endParaRPr lang="zh-CN" altLang="en-US"/>
            </a:p>
          </p:txBody>
        </p:sp>
        <p:sp>
          <p:nvSpPr>
            <p:cNvPr id="57383" name="Rectangle 78"/>
            <p:cNvSpPr>
              <a:spLocks noChangeArrowheads="1"/>
            </p:cNvSpPr>
            <p:nvPr/>
          </p:nvSpPr>
          <p:spPr bwMode="auto">
            <a:xfrm>
              <a:off x="3780" y="2421"/>
              <a:ext cx="372" cy="308"/>
            </a:xfrm>
            <a:prstGeom prst="rect">
              <a:avLst/>
            </a:prstGeom>
            <a:noFill/>
            <a:ln w="12700" cap="sq">
              <a:noFill/>
              <a:miter lim="800000"/>
            </a:ln>
          </p:spPr>
          <p:txBody>
            <a:bodyPr>
              <a:spAutoFit/>
            </a:bodyPr>
            <a:lstStyle/>
            <a:p>
              <a:r>
                <a:rPr kumimoji="1" lang="zh-CN" altLang="en-US" sz="2600">
                  <a:solidFill>
                    <a:srgbClr val="000099"/>
                  </a:solidFill>
                  <a:ea typeface="宋体" pitchFamily="2" charset="-122"/>
                </a:rPr>
                <a:t>…</a:t>
              </a:r>
              <a:endParaRPr kumimoji="1" lang="zh-CN" altLang="en-US" sz="2600">
                <a:solidFill>
                  <a:srgbClr val="000099"/>
                </a:solidFill>
                <a:ea typeface="宋体" pitchFamily="2" charset="-122"/>
              </a:endParaRPr>
            </a:p>
          </p:txBody>
        </p:sp>
        <p:sp>
          <p:nvSpPr>
            <p:cNvPr id="57384" name="Line 79"/>
            <p:cNvSpPr>
              <a:spLocks noChangeShapeType="1"/>
            </p:cNvSpPr>
            <p:nvPr/>
          </p:nvSpPr>
          <p:spPr bwMode="auto">
            <a:xfrm>
              <a:off x="4548" y="2441"/>
              <a:ext cx="0" cy="336"/>
            </a:xfrm>
            <a:prstGeom prst="line">
              <a:avLst/>
            </a:prstGeom>
            <a:noFill/>
            <a:ln w="25400" cap="sq">
              <a:solidFill>
                <a:srgbClr val="333399"/>
              </a:solidFill>
              <a:round/>
            </a:ln>
          </p:spPr>
          <p:txBody>
            <a:bodyPr wrap="none" anchor="ctr"/>
            <a:lstStyle/>
            <a:p>
              <a:endParaRPr lang="zh-CN" altLang="en-US"/>
            </a:p>
          </p:txBody>
        </p:sp>
        <p:sp>
          <p:nvSpPr>
            <p:cNvPr id="57385" name="Freeform 120"/>
            <p:cNvSpPr/>
            <p:nvPr/>
          </p:nvSpPr>
          <p:spPr bwMode="auto">
            <a:xfrm rot="-284740">
              <a:off x="4830" y="2443"/>
              <a:ext cx="91" cy="317"/>
            </a:xfrm>
            <a:custGeom>
              <a:avLst/>
              <a:gdLst>
                <a:gd name="T0" fmla="*/ 3 w 106"/>
                <a:gd name="T1" fmla="*/ 0 h 363"/>
                <a:gd name="T2" fmla="*/ 3 w 106"/>
                <a:gd name="T3" fmla="*/ 17 h 363"/>
                <a:gd name="T4" fmla="*/ 3 w 106"/>
                <a:gd name="T5" fmla="*/ 26 h 363"/>
                <a:gd name="T6" fmla="*/ 8 w 106"/>
                <a:gd name="T7" fmla="*/ 36 h 363"/>
                <a:gd name="T8" fmla="*/ 8 w 106"/>
                <a:gd name="T9" fmla="*/ 45 h 363"/>
                <a:gd name="T10" fmla="*/ 15 w 106"/>
                <a:gd name="T11" fmla="*/ 54 h 363"/>
                <a:gd name="T12" fmla="*/ 15 w 106"/>
                <a:gd name="T13" fmla="*/ 71 h 363"/>
                <a:gd name="T14" fmla="*/ 0 60000 65536"/>
                <a:gd name="T15" fmla="*/ 0 60000 65536"/>
                <a:gd name="T16" fmla="*/ 0 60000 65536"/>
                <a:gd name="T17" fmla="*/ 0 60000 65536"/>
                <a:gd name="T18" fmla="*/ 0 60000 65536"/>
                <a:gd name="T19" fmla="*/ 0 60000 65536"/>
                <a:gd name="T20" fmla="*/ 0 60000 65536"/>
                <a:gd name="T21" fmla="*/ 0 w 106"/>
                <a:gd name="T22" fmla="*/ 0 h 363"/>
                <a:gd name="T23" fmla="*/ 106 w 106"/>
                <a:gd name="T24" fmla="*/ 363 h 3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6" h="363">
                  <a:moveTo>
                    <a:pt x="8" y="0"/>
                  </a:moveTo>
                  <a:cubicBezTo>
                    <a:pt x="8" y="34"/>
                    <a:pt x="8" y="68"/>
                    <a:pt x="8" y="91"/>
                  </a:cubicBezTo>
                  <a:cubicBezTo>
                    <a:pt x="8" y="114"/>
                    <a:pt x="0" y="121"/>
                    <a:pt x="8" y="136"/>
                  </a:cubicBezTo>
                  <a:cubicBezTo>
                    <a:pt x="16" y="151"/>
                    <a:pt x="46" y="167"/>
                    <a:pt x="54" y="182"/>
                  </a:cubicBezTo>
                  <a:cubicBezTo>
                    <a:pt x="62" y="197"/>
                    <a:pt x="47" y="212"/>
                    <a:pt x="54" y="227"/>
                  </a:cubicBezTo>
                  <a:cubicBezTo>
                    <a:pt x="61" y="242"/>
                    <a:pt x="92" y="249"/>
                    <a:pt x="99" y="272"/>
                  </a:cubicBezTo>
                  <a:cubicBezTo>
                    <a:pt x="106" y="295"/>
                    <a:pt x="99" y="348"/>
                    <a:pt x="99" y="363"/>
                  </a:cubicBezTo>
                </a:path>
              </a:pathLst>
            </a:custGeom>
            <a:noFill/>
            <a:ln w="28575" cap="sq" cmpd="sng">
              <a:solidFill>
                <a:srgbClr val="1D53FF"/>
              </a:solidFill>
              <a:prstDash val="solid"/>
              <a:round/>
            </a:ln>
          </p:spPr>
          <p:txBody>
            <a:bodyPr wrap="none" anchor="ctr"/>
            <a:lstStyle/>
            <a:p>
              <a:endParaRPr lang="zh-CN" altLang="en-US"/>
            </a:p>
          </p:txBody>
        </p:sp>
      </p:grpSp>
      <p:grpSp>
        <p:nvGrpSpPr>
          <p:cNvPr id="7" name="Group 122"/>
          <p:cNvGrpSpPr/>
          <p:nvPr/>
        </p:nvGrpSpPr>
        <p:grpSpPr bwMode="auto">
          <a:xfrm>
            <a:off x="2233985" y="3906898"/>
            <a:ext cx="3524250" cy="595313"/>
            <a:chOff x="996" y="3513"/>
            <a:chExt cx="2220" cy="375"/>
          </a:xfrm>
        </p:grpSpPr>
        <p:grpSp>
          <p:nvGrpSpPr>
            <p:cNvPr id="8" name="Group 123"/>
            <p:cNvGrpSpPr/>
            <p:nvPr/>
          </p:nvGrpSpPr>
          <p:grpSpPr bwMode="auto">
            <a:xfrm>
              <a:off x="1008" y="3545"/>
              <a:ext cx="2208" cy="343"/>
              <a:chOff x="912" y="2345"/>
              <a:chExt cx="2208" cy="343"/>
            </a:xfrm>
          </p:grpSpPr>
          <p:sp>
            <p:nvSpPr>
              <p:cNvPr id="57364" name="Rectangle 124"/>
              <p:cNvSpPr>
                <a:spLocks noChangeArrowheads="1"/>
              </p:cNvSpPr>
              <p:nvPr/>
            </p:nvSpPr>
            <p:spPr bwMode="auto">
              <a:xfrm>
                <a:off x="912" y="2352"/>
                <a:ext cx="2208" cy="336"/>
              </a:xfrm>
              <a:prstGeom prst="rect">
                <a:avLst/>
              </a:prstGeom>
              <a:solidFill>
                <a:srgbClr val="DDDDDD"/>
              </a:solidFill>
              <a:ln w="28575" cap="sq">
                <a:solidFill>
                  <a:srgbClr val="000080"/>
                </a:solidFill>
                <a:miter lim="800000"/>
              </a:ln>
            </p:spPr>
            <p:txBody>
              <a:bodyPr wrap="none" anchor="ctr"/>
              <a:lstStyle/>
              <a:p>
                <a:endParaRPr lang="zh-CN" altLang="en-US"/>
              </a:p>
            </p:txBody>
          </p:sp>
          <p:sp>
            <p:nvSpPr>
              <p:cNvPr id="57365" name="Line 125"/>
              <p:cNvSpPr>
                <a:spLocks noChangeShapeType="1"/>
              </p:cNvSpPr>
              <p:nvPr/>
            </p:nvSpPr>
            <p:spPr bwMode="auto">
              <a:xfrm>
                <a:off x="1224" y="2345"/>
                <a:ext cx="0" cy="336"/>
              </a:xfrm>
              <a:prstGeom prst="line">
                <a:avLst/>
              </a:prstGeom>
              <a:noFill/>
              <a:ln w="25400" cap="sq">
                <a:solidFill>
                  <a:srgbClr val="333399"/>
                </a:solidFill>
                <a:round/>
              </a:ln>
            </p:spPr>
            <p:txBody>
              <a:bodyPr wrap="none" anchor="ctr"/>
              <a:lstStyle/>
              <a:p>
                <a:endParaRPr lang="zh-CN" altLang="en-US"/>
              </a:p>
            </p:txBody>
          </p:sp>
          <p:sp>
            <p:nvSpPr>
              <p:cNvPr id="57366" name="Line 126"/>
              <p:cNvSpPr>
                <a:spLocks noChangeShapeType="1"/>
              </p:cNvSpPr>
              <p:nvPr/>
            </p:nvSpPr>
            <p:spPr bwMode="auto">
              <a:xfrm>
                <a:off x="1524" y="2345"/>
                <a:ext cx="0" cy="336"/>
              </a:xfrm>
              <a:prstGeom prst="line">
                <a:avLst/>
              </a:prstGeom>
              <a:noFill/>
              <a:ln w="25400" cap="sq">
                <a:solidFill>
                  <a:srgbClr val="333399"/>
                </a:solidFill>
                <a:round/>
              </a:ln>
            </p:spPr>
            <p:txBody>
              <a:bodyPr wrap="none" anchor="ctr"/>
              <a:lstStyle/>
              <a:p>
                <a:endParaRPr lang="zh-CN" altLang="en-US"/>
              </a:p>
            </p:txBody>
          </p:sp>
          <p:sp>
            <p:nvSpPr>
              <p:cNvPr id="57367" name="Line 127"/>
              <p:cNvSpPr>
                <a:spLocks noChangeShapeType="1"/>
              </p:cNvSpPr>
              <p:nvPr/>
            </p:nvSpPr>
            <p:spPr bwMode="auto">
              <a:xfrm>
                <a:off x="1836" y="2345"/>
                <a:ext cx="0" cy="336"/>
              </a:xfrm>
              <a:prstGeom prst="line">
                <a:avLst/>
              </a:prstGeom>
              <a:noFill/>
              <a:ln w="25400" cap="sq">
                <a:solidFill>
                  <a:srgbClr val="333399"/>
                </a:solidFill>
                <a:round/>
              </a:ln>
            </p:spPr>
            <p:txBody>
              <a:bodyPr wrap="none" anchor="ctr"/>
              <a:lstStyle/>
              <a:p>
                <a:endParaRPr lang="zh-CN" altLang="en-US"/>
              </a:p>
            </p:txBody>
          </p:sp>
          <p:sp>
            <p:nvSpPr>
              <p:cNvPr id="57368" name="Line 128"/>
              <p:cNvSpPr>
                <a:spLocks noChangeShapeType="1"/>
              </p:cNvSpPr>
              <p:nvPr/>
            </p:nvSpPr>
            <p:spPr bwMode="auto">
              <a:xfrm>
                <a:off x="2808" y="2345"/>
                <a:ext cx="0" cy="336"/>
              </a:xfrm>
              <a:prstGeom prst="line">
                <a:avLst/>
              </a:prstGeom>
              <a:noFill/>
              <a:ln w="25400" cap="sq">
                <a:solidFill>
                  <a:srgbClr val="333399"/>
                </a:solidFill>
                <a:round/>
              </a:ln>
            </p:spPr>
            <p:txBody>
              <a:bodyPr wrap="none" anchor="ctr"/>
              <a:lstStyle/>
              <a:p>
                <a:endParaRPr lang="zh-CN" altLang="en-US"/>
              </a:p>
            </p:txBody>
          </p:sp>
          <p:sp>
            <p:nvSpPr>
              <p:cNvPr id="57369" name="Line 129"/>
              <p:cNvSpPr>
                <a:spLocks noChangeShapeType="1"/>
              </p:cNvSpPr>
              <p:nvPr/>
            </p:nvSpPr>
            <p:spPr bwMode="auto">
              <a:xfrm>
                <a:off x="2496" y="2345"/>
                <a:ext cx="0" cy="336"/>
              </a:xfrm>
              <a:prstGeom prst="line">
                <a:avLst/>
              </a:prstGeom>
              <a:noFill/>
              <a:ln w="25400" cap="sq">
                <a:solidFill>
                  <a:srgbClr val="333399"/>
                </a:solidFill>
                <a:round/>
              </a:ln>
            </p:spPr>
            <p:txBody>
              <a:bodyPr wrap="none" anchor="ctr"/>
              <a:lstStyle/>
              <a:p>
                <a:endParaRPr lang="zh-CN" altLang="en-US"/>
              </a:p>
            </p:txBody>
          </p:sp>
        </p:grpSp>
        <p:grpSp>
          <p:nvGrpSpPr>
            <p:cNvPr id="9" name="Group 130"/>
            <p:cNvGrpSpPr/>
            <p:nvPr/>
          </p:nvGrpSpPr>
          <p:grpSpPr bwMode="auto">
            <a:xfrm>
              <a:off x="996" y="3513"/>
              <a:ext cx="2183" cy="342"/>
              <a:chOff x="924" y="1680"/>
              <a:chExt cx="2183" cy="342"/>
            </a:xfrm>
          </p:grpSpPr>
          <p:sp>
            <p:nvSpPr>
              <p:cNvPr id="57358" name="Rectangle 131"/>
              <p:cNvSpPr>
                <a:spLocks noChangeArrowheads="1"/>
              </p:cNvSpPr>
              <p:nvPr/>
            </p:nvSpPr>
            <p:spPr bwMode="auto">
              <a:xfrm>
                <a:off x="1921" y="1696"/>
                <a:ext cx="509" cy="310"/>
              </a:xfrm>
              <a:prstGeom prst="rect">
                <a:avLst/>
              </a:prstGeom>
              <a:noFill/>
              <a:ln w="12700" cap="sq">
                <a:noFill/>
                <a:miter lim="800000"/>
              </a:ln>
            </p:spPr>
            <p:txBody>
              <a:bodyPr wrap="none">
                <a:spAutoFit/>
              </a:bodyPr>
              <a:lstStyle/>
              <a:p>
                <a:pPr algn="ctr"/>
                <a:r>
                  <a:rPr kumimoji="1" lang="zh-CN" altLang="en-US" sz="2600">
                    <a:solidFill>
                      <a:srgbClr val="000099"/>
                    </a:solidFill>
                    <a:ea typeface="宋体" pitchFamily="2" charset="-122"/>
                  </a:rPr>
                  <a:t>… …</a:t>
                </a:r>
                <a:endParaRPr kumimoji="1" lang="zh-CN" altLang="en-US" sz="2600">
                  <a:solidFill>
                    <a:srgbClr val="000099"/>
                  </a:solidFill>
                  <a:ea typeface="宋体" pitchFamily="2" charset="-122"/>
                </a:endParaRPr>
              </a:p>
            </p:txBody>
          </p:sp>
          <p:sp>
            <p:nvSpPr>
              <p:cNvPr id="57359" name="Rectangle 132"/>
              <p:cNvSpPr>
                <a:spLocks noChangeArrowheads="1"/>
              </p:cNvSpPr>
              <p:nvPr/>
            </p:nvSpPr>
            <p:spPr bwMode="auto">
              <a:xfrm>
                <a:off x="1224" y="1692"/>
                <a:ext cx="288" cy="330"/>
              </a:xfrm>
              <a:prstGeom prst="rect">
                <a:avLst/>
              </a:prstGeom>
              <a:noFill/>
              <a:ln w="12700" cap="sq">
                <a:noFill/>
                <a:miter lim="800000"/>
              </a:ln>
            </p:spPr>
            <p:txBody>
              <a:bodyPr wrap="none">
                <a:spAutoFit/>
              </a:bodyPr>
              <a:lstStyle/>
              <a:p>
                <a:r>
                  <a:rPr kumimoji="1" lang="en-US" altLang="zh-CN" sz="2800">
                    <a:solidFill>
                      <a:srgbClr val="000099"/>
                    </a:solidFill>
                    <a:ea typeface="宋体" pitchFamily="2" charset="-122"/>
                  </a:rPr>
                  <a:t>a</a:t>
                </a:r>
                <a:r>
                  <a:rPr kumimoji="1" lang="en-US" altLang="zh-CN" sz="2800" baseline="-52000">
                    <a:solidFill>
                      <a:srgbClr val="000099"/>
                    </a:solidFill>
                    <a:ea typeface="宋体" pitchFamily="2" charset="-122"/>
                  </a:rPr>
                  <a:t>2</a:t>
                </a:r>
                <a:endParaRPr kumimoji="1" lang="en-US" altLang="zh-CN" sz="2800" baseline="-52000">
                  <a:solidFill>
                    <a:srgbClr val="000099"/>
                  </a:solidFill>
                  <a:ea typeface="宋体" pitchFamily="2" charset="-122"/>
                </a:endParaRPr>
              </a:p>
            </p:txBody>
          </p:sp>
          <p:sp>
            <p:nvSpPr>
              <p:cNvPr id="57360" name="Rectangle 133"/>
              <p:cNvSpPr>
                <a:spLocks noChangeArrowheads="1"/>
              </p:cNvSpPr>
              <p:nvPr/>
            </p:nvSpPr>
            <p:spPr bwMode="auto">
              <a:xfrm>
                <a:off x="924" y="1692"/>
                <a:ext cx="288" cy="330"/>
              </a:xfrm>
              <a:prstGeom prst="rect">
                <a:avLst/>
              </a:prstGeom>
              <a:noFill/>
              <a:ln w="12700" cap="sq">
                <a:noFill/>
                <a:miter lim="800000"/>
              </a:ln>
            </p:spPr>
            <p:txBody>
              <a:bodyPr wrap="none">
                <a:spAutoFit/>
              </a:bodyPr>
              <a:lstStyle/>
              <a:p>
                <a:r>
                  <a:rPr kumimoji="1" lang="en-US" altLang="zh-CN" sz="2800">
                    <a:solidFill>
                      <a:srgbClr val="000099"/>
                    </a:solidFill>
                    <a:ea typeface="宋体" pitchFamily="2" charset="-122"/>
                  </a:rPr>
                  <a:t>a</a:t>
                </a:r>
                <a:r>
                  <a:rPr kumimoji="1" lang="en-US" altLang="zh-CN" sz="2800" baseline="-52000">
                    <a:solidFill>
                      <a:srgbClr val="000099"/>
                    </a:solidFill>
                    <a:ea typeface="宋体" pitchFamily="2" charset="-122"/>
                  </a:rPr>
                  <a:t>1</a:t>
                </a:r>
                <a:endParaRPr kumimoji="1" lang="en-US" altLang="zh-CN" sz="2800" baseline="-52000">
                  <a:solidFill>
                    <a:srgbClr val="000099"/>
                  </a:solidFill>
                  <a:ea typeface="宋体" pitchFamily="2" charset="-122"/>
                </a:endParaRPr>
              </a:p>
            </p:txBody>
          </p:sp>
          <p:sp>
            <p:nvSpPr>
              <p:cNvPr id="57361" name="Rectangle 134"/>
              <p:cNvSpPr>
                <a:spLocks noChangeArrowheads="1"/>
              </p:cNvSpPr>
              <p:nvPr/>
            </p:nvSpPr>
            <p:spPr bwMode="auto">
              <a:xfrm>
                <a:off x="1524" y="1692"/>
                <a:ext cx="288" cy="330"/>
              </a:xfrm>
              <a:prstGeom prst="rect">
                <a:avLst/>
              </a:prstGeom>
              <a:noFill/>
              <a:ln w="12700" cap="sq">
                <a:noFill/>
                <a:miter lim="800000"/>
              </a:ln>
            </p:spPr>
            <p:txBody>
              <a:bodyPr wrap="none">
                <a:spAutoFit/>
              </a:bodyPr>
              <a:lstStyle/>
              <a:p>
                <a:r>
                  <a:rPr kumimoji="1" lang="en-US" altLang="zh-CN" sz="2800">
                    <a:solidFill>
                      <a:srgbClr val="000099"/>
                    </a:solidFill>
                    <a:ea typeface="宋体" pitchFamily="2" charset="-122"/>
                  </a:rPr>
                  <a:t>a</a:t>
                </a:r>
                <a:r>
                  <a:rPr kumimoji="1" lang="en-US" altLang="zh-CN" sz="2800" baseline="-52000">
                    <a:solidFill>
                      <a:srgbClr val="000099"/>
                    </a:solidFill>
                    <a:ea typeface="宋体" pitchFamily="2" charset="-122"/>
                  </a:rPr>
                  <a:t>3</a:t>
                </a:r>
                <a:endParaRPr kumimoji="1" lang="en-US" altLang="zh-CN" sz="2800" baseline="-52000">
                  <a:solidFill>
                    <a:srgbClr val="000099"/>
                  </a:solidFill>
                  <a:ea typeface="宋体" pitchFamily="2" charset="-122"/>
                </a:endParaRPr>
              </a:p>
            </p:txBody>
          </p:sp>
          <p:sp>
            <p:nvSpPr>
              <p:cNvPr id="57362" name="Rectangle 135"/>
              <p:cNvSpPr>
                <a:spLocks noChangeArrowheads="1"/>
              </p:cNvSpPr>
              <p:nvPr/>
            </p:nvSpPr>
            <p:spPr bwMode="auto">
              <a:xfrm>
                <a:off x="2469" y="1680"/>
                <a:ext cx="398" cy="330"/>
              </a:xfrm>
              <a:prstGeom prst="rect">
                <a:avLst/>
              </a:prstGeom>
              <a:noFill/>
              <a:ln w="12700" cap="sq">
                <a:noFill/>
                <a:miter lim="800000"/>
              </a:ln>
            </p:spPr>
            <p:txBody>
              <a:bodyPr wrap="none">
                <a:spAutoFit/>
              </a:bodyPr>
              <a:lstStyle/>
              <a:p>
                <a:pPr algn="ctr"/>
                <a:r>
                  <a:rPr kumimoji="1" lang="en-US" altLang="zh-CN" sz="2800">
                    <a:solidFill>
                      <a:srgbClr val="000099"/>
                    </a:solidFill>
                    <a:ea typeface="宋体" pitchFamily="2" charset="-122"/>
                  </a:rPr>
                  <a:t>a</a:t>
                </a:r>
                <a:r>
                  <a:rPr kumimoji="1" lang="en-US" altLang="zh-CN" sz="2800" baseline="-52000">
                    <a:solidFill>
                      <a:srgbClr val="000099"/>
                    </a:solidFill>
                    <a:ea typeface="宋体" pitchFamily="2" charset="-122"/>
                  </a:rPr>
                  <a:t>n-1</a:t>
                </a:r>
                <a:endParaRPr kumimoji="1" lang="en-US" altLang="zh-CN" sz="2800" baseline="-52000">
                  <a:solidFill>
                    <a:srgbClr val="000099"/>
                  </a:solidFill>
                  <a:ea typeface="宋体" pitchFamily="2" charset="-122"/>
                </a:endParaRPr>
              </a:p>
            </p:txBody>
          </p:sp>
          <p:sp>
            <p:nvSpPr>
              <p:cNvPr id="57363" name="Rectangle 136"/>
              <p:cNvSpPr>
                <a:spLocks noChangeArrowheads="1"/>
              </p:cNvSpPr>
              <p:nvPr/>
            </p:nvSpPr>
            <p:spPr bwMode="auto">
              <a:xfrm>
                <a:off x="2819" y="1692"/>
                <a:ext cx="288" cy="330"/>
              </a:xfrm>
              <a:prstGeom prst="rect">
                <a:avLst/>
              </a:prstGeom>
              <a:noFill/>
              <a:ln w="12700" cap="sq">
                <a:noFill/>
                <a:miter lim="800000"/>
              </a:ln>
            </p:spPr>
            <p:txBody>
              <a:bodyPr wrap="none">
                <a:spAutoFit/>
              </a:bodyPr>
              <a:lstStyle/>
              <a:p>
                <a:r>
                  <a:rPr kumimoji="1" lang="en-US" altLang="zh-CN" sz="2800">
                    <a:solidFill>
                      <a:srgbClr val="000099"/>
                    </a:solidFill>
                    <a:ea typeface="宋体" pitchFamily="2" charset="-122"/>
                  </a:rPr>
                  <a:t>a</a:t>
                </a:r>
                <a:r>
                  <a:rPr kumimoji="1" lang="en-US" altLang="zh-CN" sz="2800" baseline="-52000">
                    <a:solidFill>
                      <a:srgbClr val="000099"/>
                    </a:solidFill>
                    <a:ea typeface="宋体" pitchFamily="2" charset="-122"/>
                  </a:rPr>
                  <a:t>n</a:t>
                </a:r>
                <a:endParaRPr kumimoji="1" lang="en-US" altLang="zh-CN" sz="2800" baseline="-52000">
                  <a:solidFill>
                    <a:srgbClr val="000099"/>
                  </a:solidFill>
                  <a:ea typeface="宋体" pitchFamily="2" charset="-122"/>
                </a:endParaRPr>
              </a:p>
            </p:txBody>
          </p:sp>
        </p:grpSp>
      </p:grpSp>
      <p:grpSp>
        <p:nvGrpSpPr>
          <p:cNvPr id="10" name="Group 137"/>
          <p:cNvGrpSpPr/>
          <p:nvPr/>
        </p:nvGrpSpPr>
        <p:grpSpPr bwMode="auto">
          <a:xfrm>
            <a:off x="538536" y="5607111"/>
            <a:ext cx="2951163" cy="1152525"/>
            <a:chOff x="3742" y="3202"/>
            <a:chExt cx="1859" cy="726"/>
          </a:xfrm>
        </p:grpSpPr>
        <p:sp>
          <p:nvSpPr>
            <p:cNvPr id="57354" name="AutoShape 138"/>
            <p:cNvSpPr>
              <a:spLocks noChangeArrowheads="1"/>
            </p:cNvSpPr>
            <p:nvPr/>
          </p:nvSpPr>
          <p:spPr bwMode="auto">
            <a:xfrm rot="473854">
              <a:off x="3742" y="3202"/>
              <a:ext cx="1859" cy="726"/>
            </a:xfrm>
            <a:prstGeom prst="irregularSeal2">
              <a:avLst/>
            </a:prstGeom>
            <a:solidFill>
              <a:srgbClr val="FF0000"/>
            </a:solidFill>
            <a:ln w="53975">
              <a:solidFill>
                <a:srgbClr val="FFFF00"/>
              </a:solidFill>
              <a:miter lim="800000"/>
            </a:ln>
            <a:effectLst>
              <a:outerShdw dist="45791" dir="2021404" algn="ctr" rotWithShape="0">
                <a:schemeClr val="bg2"/>
              </a:outerShdw>
            </a:effectLst>
          </p:spPr>
          <p:txBody>
            <a:bodyPr wrap="none" anchor="ctr"/>
            <a:lstStyle/>
            <a:p>
              <a:endParaRPr lang="zh-CN" altLang="en-US"/>
            </a:p>
          </p:txBody>
        </p:sp>
        <p:sp>
          <p:nvSpPr>
            <p:cNvPr id="57355" name="Rectangle 139"/>
            <p:cNvSpPr>
              <a:spLocks noChangeArrowheads="1"/>
            </p:cNvSpPr>
            <p:nvPr/>
          </p:nvSpPr>
          <p:spPr bwMode="auto">
            <a:xfrm>
              <a:off x="4057" y="3414"/>
              <a:ext cx="1328" cy="308"/>
            </a:xfrm>
            <a:prstGeom prst="rect">
              <a:avLst/>
            </a:prstGeom>
            <a:noFill/>
            <a:ln w="12700" cap="sq">
              <a:noFill/>
              <a:miter lim="800000"/>
            </a:ln>
            <a:effectLst>
              <a:outerShdw dist="17961" dir="2700000" algn="ctr" rotWithShape="0">
                <a:srgbClr val="000000"/>
              </a:outerShdw>
            </a:effectLst>
          </p:spPr>
          <p:txBody>
            <a:bodyPr>
              <a:spAutoFit/>
            </a:bodyPr>
            <a:lstStyle/>
            <a:p>
              <a:r>
                <a:rPr lang="en-US" altLang="zh-CN" sz="2600">
                  <a:ea typeface="Dotum" pitchFamily="34" charset="-127"/>
                  <a:cs typeface="Times New Roman" panose="02020503050405090304" pitchFamily="18" charset="0"/>
                </a:rPr>
                <a:t>n&lt;MaxSize</a:t>
              </a:r>
              <a:endParaRPr lang="zh-CN" altLang="en-US" sz="2600">
                <a:ea typeface="Dotum" pitchFamily="34" charset="-127"/>
                <a:cs typeface="Times New Roman" panose="0202050305040509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down)">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down)">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3" presetClass="entr" presetSubtype="528"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p:cTn id="27" dur="500" fill="hold"/>
                                        <p:tgtEl>
                                          <p:spTgt spid="10"/>
                                        </p:tgtEl>
                                        <p:attrNameLst>
                                          <p:attrName>ppt_w</p:attrName>
                                        </p:attrNameLst>
                                      </p:cBhvr>
                                      <p:tavLst>
                                        <p:tav tm="0">
                                          <p:val>
                                            <p:fltVal val="0"/>
                                          </p:val>
                                        </p:tav>
                                        <p:tav tm="100000">
                                          <p:val>
                                            <p:strVal val="#ppt_w"/>
                                          </p:val>
                                        </p:tav>
                                      </p:tavLst>
                                    </p:anim>
                                    <p:anim calcmode="lin" valueType="num">
                                      <p:cBhvr>
                                        <p:cTn id="28" dur="500" fill="hold"/>
                                        <p:tgtEl>
                                          <p:spTgt spid="10"/>
                                        </p:tgtEl>
                                        <p:attrNameLst>
                                          <p:attrName>ppt_h</p:attrName>
                                        </p:attrNameLst>
                                      </p:cBhvr>
                                      <p:tavLst>
                                        <p:tav tm="0">
                                          <p:val>
                                            <p:fltVal val="0"/>
                                          </p:val>
                                        </p:tav>
                                        <p:tav tm="100000">
                                          <p:val>
                                            <p:strVal val="#ppt_h"/>
                                          </p:val>
                                        </p:tav>
                                      </p:tavLst>
                                    </p:anim>
                                    <p:anim calcmode="lin" valueType="num">
                                      <p:cBhvr>
                                        <p:cTn id="29" dur="500" fill="hold"/>
                                        <p:tgtEl>
                                          <p:spTgt spid="10"/>
                                        </p:tgtEl>
                                        <p:attrNameLst>
                                          <p:attrName>ppt_x</p:attrName>
                                        </p:attrNameLst>
                                      </p:cBhvr>
                                      <p:tavLst>
                                        <p:tav tm="0">
                                          <p:val>
                                            <p:fltVal val="0.5"/>
                                          </p:val>
                                        </p:tav>
                                        <p:tav tm="100000">
                                          <p:val>
                                            <p:strVal val="#ppt_x"/>
                                          </p:val>
                                        </p:tav>
                                      </p:tavLst>
                                    </p:anim>
                                    <p:anim calcmode="lin" valueType="num">
                                      <p:cBhvr>
                                        <p:cTn id="30" dur="500" fill="hold"/>
                                        <p:tgtEl>
                                          <p:spTgt spid="10"/>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8"/>
          <p:cNvGrpSpPr/>
          <p:nvPr/>
        </p:nvGrpSpPr>
        <p:grpSpPr bwMode="auto">
          <a:xfrm>
            <a:off x="2751138" y="1522413"/>
            <a:ext cx="6324600" cy="2209800"/>
            <a:chOff x="912" y="768"/>
            <a:chExt cx="3984" cy="1392"/>
          </a:xfrm>
        </p:grpSpPr>
        <p:sp>
          <p:nvSpPr>
            <p:cNvPr id="58388" name="Rectangle 6"/>
            <p:cNvSpPr>
              <a:spLocks noChangeArrowheads="1"/>
            </p:cNvSpPr>
            <p:nvPr/>
          </p:nvSpPr>
          <p:spPr bwMode="auto">
            <a:xfrm>
              <a:off x="912" y="768"/>
              <a:ext cx="3984" cy="1392"/>
            </a:xfrm>
            <a:prstGeom prst="rect">
              <a:avLst/>
            </a:prstGeom>
            <a:solidFill>
              <a:srgbClr val="FFFF99"/>
            </a:solidFill>
            <a:ln w="12700" cap="sq">
              <a:noFill/>
              <a:miter lim="800000"/>
            </a:ln>
            <a:effectLst>
              <a:outerShdw dist="242633" dir="2572734" algn="ctr" rotWithShape="0">
                <a:srgbClr val="B0B0B0"/>
              </a:outerShdw>
            </a:effectLst>
          </p:spPr>
          <p:txBody>
            <a:bodyPr wrap="none" anchor="ctr"/>
            <a:lstStyle/>
            <a:p>
              <a:endParaRPr lang="zh-CN" altLang="en-US"/>
            </a:p>
          </p:txBody>
        </p:sp>
        <p:sp>
          <p:nvSpPr>
            <p:cNvPr id="58389" name="Text Box 7"/>
            <p:cNvSpPr txBox="1">
              <a:spLocks noChangeArrowheads="1"/>
            </p:cNvSpPr>
            <p:nvPr/>
          </p:nvSpPr>
          <p:spPr bwMode="auto">
            <a:xfrm>
              <a:off x="1584" y="1104"/>
              <a:ext cx="2736" cy="773"/>
            </a:xfrm>
            <a:prstGeom prst="rect">
              <a:avLst/>
            </a:prstGeom>
            <a:solidFill>
              <a:srgbClr val="FFFF99"/>
            </a:solidFill>
            <a:ln w="12700" cap="sq">
              <a:noFill/>
              <a:miter lim="800000"/>
            </a:ln>
          </p:spPr>
          <p:txBody>
            <a:bodyPr>
              <a:spAutoFit/>
            </a:bodyPr>
            <a:lstStyle/>
            <a:p>
              <a:pPr>
                <a:lnSpc>
                  <a:spcPct val="105000"/>
                </a:lnSpc>
                <a:spcBef>
                  <a:spcPct val="0"/>
                </a:spcBef>
              </a:pPr>
              <a:r>
                <a:rPr lang="zh-CN" altLang="en-US" sz="2400" dirty="0">
                  <a:solidFill>
                    <a:srgbClr val="0099FF"/>
                  </a:solidFill>
                </a:rPr>
                <a:t>#</a:t>
              </a:r>
              <a:r>
                <a:rPr lang="en-US" altLang="zh-CN" sz="2400" dirty="0">
                  <a:solidFill>
                    <a:srgbClr val="0099FF"/>
                  </a:solidFill>
                </a:rPr>
                <a:t>define    </a:t>
              </a:r>
              <a:r>
                <a:rPr lang="en-US" altLang="zh-CN" sz="2400" dirty="0" err="1">
                  <a:solidFill>
                    <a:srgbClr val="0099FF"/>
                  </a:solidFill>
                </a:rPr>
                <a:t>MaxSize</a:t>
              </a:r>
              <a:r>
                <a:rPr lang="en-US" altLang="zh-CN" sz="2400" dirty="0">
                  <a:solidFill>
                    <a:srgbClr val="0099FF"/>
                  </a:solidFill>
                </a:rPr>
                <a:t>   </a:t>
              </a:r>
              <a:r>
                <a:rPr lang="en-US" altLang="zh-CN" sz="2400" dirty="0">
                  <a:solidFill>
                    <a:srgbClr val="000099"/>
                  </a:solidFill>
                </a:rPr>
                <a:t>100</a:t>
              </a:r>
              <a:endParaRPr lang="en-US" altLang="zh-CN" sz="2400" dirty="0">
                <a:solidFill>
                  <a:srgbClr val="000099"/>
                </a:solidFill>
              </a:endParaRPr>
            </a:p>
            <a:p>
              <a:pPr>
                <a:lnSpc>
                  <a:spcPct val="105000"/>
                </a:lnSpc>
                <a:spcBef>
                  <a:spcPct val="0"/>
                </a:spcBef>
              </a:pPr>
              <a:r>
                <a:rPr lang="en-US" altLang="zh-CN" sz="2400" dirty="0" err="1">
                  <a:solidFill>
                    <a:srgbClr val="000099"/>
                  </a:solidFill>
                </a:rPr>
                <a:t>ElemType</a:t>
              </a:r>
              <a:r>
                <a:rPr lang="en-US" altLang="zh-CN" sz="2400" dirty="0">
                  <a:solidFill>
                    <a:srgbClr val="000099"/>
                  </a:solidFill>
                </a:rPr>
                <a:t>  A[</a:t>
              </a:r>
              <a:r>
                <a:rPr lang="en-US" altLang="zh-CN" sz="2400" dirty="0" err="1">
                  <a:solidFill>
                    <a:srgbClr val="000099"/>
                  </a:solidFill>
                </a:rPr>
                <a:t>MaxSize</a:t>
              </a:r>
              <a:r>
                <a:rPr lang="en-US" altLang="zh-CN" sz="2400" dirty="0">
                  <a:solidFill>
                    <a:srgbClr val="000099"/>
                  </a:solidFill>
                </a:rPr>
                <a:t>];</a:t>
              </a:r>
              <a:endParaRPr lang="en-US" altLang="zh-CN" sz="2400" dirty="0">
                <a:solidFill>
                  <a:srgbClr val="000099"/>
                </a:solidFill>
              </a:endParaRPr>
            </a:p>
            <a:p>
              <a:pPr>
                <a:lnSpc>
                  <a:spcPct val="105000"/>
                </a:lnSpc>
                <a:spcBef>
                  <a:spcPct val="0"/>
                </a:spcBef>
              </a:pPr>
              <a:r>
                <a:rPr lang="en-US" altLang="zh-CN" sz="2400" dirty="0" err="1">
                  <a:solidFill>
                    <a:srgbClr val="000099"/>
                  </a:solidFill>
                </a:rPr>
                <a:t>int</a:t>
              </a:r>
              <a:r>
                <a:rPr lang="en-US" altLang="zh-CN" sz="2400" dirty="0">
                  <a:solidFill>
                    <a:srgbClr val="000099"/>
                  </a:solidFill>
                </a:rPr>
                <a:t>  n;</a:t>
              </a:r>
              <a:endParaRPr lang="en-US" altLang="zh-CN" sz="2000" dirty="0">
                <a:solidFill>
                  <a:srgbClr val="000099"/>
                </a:solidFill>
              </a:endParaRPr>
            </a:p>
          </p:txBody>
        </p:sp>
      </p:grpSp>
      <p:grpSp>
        <p:nvGrpSpPr>
          <p:cNvPr id="3" name="Group 12"/>
          <p:cNvGrpSpPr/>
          <p:nvPr/>
        </p:nvGrpSpPr>
        <p:grpSpPr bwMode="auto">
          <a:xfrm>
            <a:off x="2209801" y="1295400"/>
            <a:ext cx="2843213" cy="685800"/>
            <a:chOff x="571" y="625"/>
            <a:chExt cx="1791" cy="432"/>
          </a:xfrm>
        </p:grpSpPr>
        <p:sp>
          <p:nvSpPr>
            <p:cNvPr id="58386" name="Oval 9"/>
            <p:cNvSpPr>
              <a:spLocks noChangeArrowheads="1"/>
            </p:cNvSpPr>
            <p:nvPr/>
          </p:nvSpPr>
          <p:spPr bwMode="auto">
            <a:xfrm rot="-632069">
              <a:off x="571" y="625"/>
              <a:ext cx="1621" cy="432"/>
            </a:xfrm>
            <a:prstGeom prst="ellipse">
              <a:avLst/>
            </a:prstGeom>
            <a:solidFill>
              <a:srgbClr val="99CCFF"/>
            </a:solidFill>
            <a:ln w="12700" cap="sq">
              <a:noFill/>
              <a:round/>
            </a:ln>
            <a:effectLst>
              <a:outerShdw dist="108509" dir="1233363" algn="ctr" rotWithShape="0">
                <a:srgbClr val="B0B0B0"/>
              </a:outerShdw>
            </a:effectLst>
          </p:spPr>
          <p:txBody>
            <a:bodyPr wrap="none" anchor="ctr"/>
            <a:lstStyle/>
            <a:p>
              <a:endParaRPr lang="zh-CN" altLang="en-US"/>
            </a:p>
          </p:txBody>
        </p:sp>
        <p:sp>
          <p:nvSpPr>
            <p:cNvPr id="58387" name="Rectangle 10"/>
            <p:cNvSpPr>
              <a:spLocks noChangeArrowheads="1"/>
            </p:cNvSpPr>
            <p:nvPr/>
          </p:nvSpPr>
          <p:spPr bwMode="auto">
            <a:xfrm rot="-632069">
              <a:off x="646" y="647"/>
              <a:ext cx="1716" cy="375"/>
            </a:xfrm>
            <a:prstGeom prst="rect">
              <a:avLst/>
            </a:prstGeom>
            <a:noFill/>
            <a:ln w="12700" cap="sq">
              <a:noFill/>
              <a:miter lim="800000"/>
            </a:ln>
            <a:effectLst>
              <a:outerShdw dist="35921" dir="2700000" algn="ctr" rotWithShape="0">
                <a:schemeClr val="bg1"/>
              </a:outerShdw>
            </a:effectLst>
          </p:spPr>
          <p:txBody>
            <a:bodyPr>
              <a:spAutoFit/>
            </a:bodyPr>
            <a:lstStyle/>
            <a:p>
              <a:r>
                <a:rPr lang="zh-CN" altLang="en-US" sz="3300" i="1">
                  <a:solidFill>
                    <a:srgbClr val="FFFF00"/>
                  </a:solidFill>
                  <a:ea typeface="黑体" panose="02010609060101010101" pitchFamily="2" charset="-122"/>
                </a:rPr>
                <a:t>在</a:t>
              </a:r>
              <a:r>
                <a:rPr lang="en-US" altLang="zh-CN" sz="3300" i="1">
                  <a:solidFill>
                    <a:srgbClr val="FFFF00"/>
                  </a:solidFill>
                  <a:ea typeface="黑体" panose="02010609060101010101" pitchFamily="2" charset="-122"/>
                </a:rPr>
                <a:t>C</a:t>
              </a:r>
              <a:r>
                <a:rPr lang="zh-CN" altLang="en-US" sz="3300" i="1">
                  <a:solidFill>
                    <a:srgbClr val="FFFF00"/>
                  </a:solidFill>
                  <a:ea typeface="黑体" panose="02010609060101010101" pitchFamily="2" charset="-122"/>
                </a:rPr>
                <a:t>语言中</a:t>
              </a:r>
              <a:endParaRPr lang="zh-CN" altLang="en-US" sz="3300" i="1">
                <a:solidFill>
                  <a:srgbClr val="FFFF00"/>
                </a:solidFill>
                <a:ea typeface="黑体" panose="02010609060101010101" pitchFamily="2" charset="-122"/>
              </a:endParaRPr>
            </a:p>
          </p:txBody>
        </p:sp>
      </p:grpSp>
      <p:grpSp>
        <p:nvGrpSpPr>
          <p:cNvPr id="4" name="Group 17"/>
          <p:cNvGrpSpPr/>
          <p:nvPr/>
        </p:nvGrpSpPr>
        <p:grpSpPr bwMode="auto">
          <a:xfrm>
            <a:off x="5231905" y="980728"/>
            <a:ext cx="4237037" cy="1962150"/>
            <a:chOff x="2928" y="492"/>
            <a:chExt cx="2669" cy="1236"/>
          </a:xfrm>
        </p:grpSpPr>
        <p:sp>
          <p:nvSpPr>
            <p:cNvPr id="58383" name="AutoShape 14"/>
            <p:cNvSpPr>
              <a:spLocks noChangeArrowheads="1"/>
            </p:cNvSpPr>
            <p:nvPr/>
          </p:nvSpPr>
          <p:spPr bwMode="auto">
            <a:xfrm>
              <a:off x="3888" y="492"/>
              <a:ext cx="1488" cy="528"/>
            </a:xfrm>
            <a:prstGeom prst="wedgeRectCallout">
              <a:avLst>
                <a:gd name="adj1" fmla="val -57796"/>
                <a:gd name="adj2" fmla="val 132384"/>
              </a:avLst>
            </a:prstGeom>
            <a:noFill/>
            <a:ln w="66675" cap="sq">
              <a:solidFill>
                <a:srgbClr val="33CCCC"/>
              </a:solidFill>
              <a:miter lim="800000"/>
            </a:ln>
          </p:spPr>
          <p:txBody>
            <a:bodyPr anchor="ctr"/>
            <a:lstStyle/>
            <a:p>
              <a:pPr algn="ctr"/>
              <a:endParaRPr lang="zh-CN" altLang="en-US" sz="2600"/>
            </a:p>
          </p:txBody>
        </p:sp>
        <p:sp>
          <p:nvSpPr>
            <p:cNvPr id="58384" name="Rectangle 15"/>
            <p:cNvSpPr>
              <a:spLocks noChangeArrowheads="1"/>
            </p:cNvSpPr>
            <p:nvPr/>
          </p:nvSpPr>
          <p:spPr bwMode="auto">
            <a:xfrm>
              <a:off x="3888" y="528"/>
              <a:ext cx="1709" cy="450"/>
            </a:xfrm>
            <a:prstGeom prst="rect">
              <a:avLst/>
            </a:prstGeom>
            <a:noFill/>
            <a:ln w="12700" cap="sq">
              <a:noFill/>
              <a:miter lim="800000"/>
            </a:ln>
          </p:spPr>
          <p:txBody>
            <a:bodyPr>
              <a:spAutoFit/>
            </a:bodyPr>
            <a:lstStyle/>
            <a:p>
              <a:pPr>
                <a:lnSpc>
                  <a:spcPct val="85000"/>
                </a:lnSpc>
                <a:spcBef>
                  <a:spcPct val="0"/>
                </a:spcBef>
              </a:pPr>
              <a:r>
                <a:rPr lang="zh-CN" altLang="en-US" sz="2400">
                  <a:solidFill>
                    <a:srgbClr val="000099"/>
                  </a:solidFill>
                  <a:latin typeface="幼圆" pitchFamily="49" charset="-122"/>
                  <a:ea typeface="幼圆" pitchFamily="49" charset="-122"/>
                </a:rPr>
                <a:t>  预先分配给线</a:t>
              </a:r>
              <a:endParaRPr lang="zh-CN" altLang="en-US" sz="2400">
                <a:solidFill>
                  <a:srgbClr val="000099"/>
                </a:solidFill>
                <a:latin typeface="幼圆" pitchFamily="49" charset="-122"/>
                <a:ea typeface="幼圆" pitchFamily="49" charset="-122"/>
              </a:endParaRPr>
            </a:p>
            <a:p>
              <a:pPr>
                <a:lnSpc>
                  <a:spcPct val="85000"/>
                </a:lnSpc>
                <a:spcBef>
                  <a:spcPct val="0"/>
                </a:spcBef>
              </a:pPr>
              <a:r>
                <a:rPr lang="zh-CN" altLang="en-US" sz="2400">
                  <a:solidFill>
                    <a:srgbClr val="000099"/>
                  </a:solidFill>
                  <a:latin typeface="幼圆" pitchFamily="49" charset="-122"/>
                  <a:ea typeface="幼圆" pitchFamily="49" charset="-122"/>
                </a:rPr>
                <a:t>性表的空间大小</a:t>
              </a:r>
              <a:endParaRPr lang="zh-CN" altLang="en-US" sz="2400">
                <a:solidFill>
                  <a:srgbClr val="000099"/>
                </a:solidFill>
                <a:latin typeface="幼圆" pitchFamily="49" charset="-122"/>
                <a:ea typeface="幼圆" pitchFamily="49" charset="-122"/>
              </a:endParaRPr>
            </a:p>
          </p:txBody>
        </p:sp>
        <p:sp>
          <p:nvSpPr>
            <p:cNvPr id="58385" name="Line 16"/>
            <p:cNvSpPr>
              <a:spLocks noChangeShapeType="1"/>
            </p:cNvSpPr>
            <p:nvPr/>
          </p:nvSpPr>
          <p:spPr bwMode="auto">
            <a:xfrm>
              <a:off x="2928" y="1728"/>
              <a:ext cx="768" cy="0"/>
            </a:xfrm>
            <a:prstGeom prst="line">
              <a:avLst/>
            </a:prstGeom>
            <a:noFill/>
            <a:ln w="50800" cap="sq">
              <a:solidFill>
                <a:srgbClr val="FF3300"/>
              </a:solidFill>
              <a:round/>
            </a:ln>
          </p:spPr>
          <p:txBody>
            <a:bodyPr wrap="none" anchor="ctr"/>
            <a:lstStyle/>
            <a:p>
              <a:endParaRPr lang="zh-CN" altLang="en-US"/>
            </a:p>
          </p:txBody>
        </p:sp>
      </p:grpSp>
      <p:grpSp>
        <p:nvGrpSpPr>
          <p:cNvPr id="5" name="Group 22"/>
          <p:cNvGrpSpPr/>
          <p:nvPr/>
        </p:nvGrpSpPr>
        <p:grpSpPr bwMode="auto">
          <a:xfrm>
            <a:off x="2351584" y="2852936"/>
            <a:ext cx="2286000" cy="1733550"/>
            <a:chOff x="768" y="1728"/>
            <a:chExt cx="1440" cy="1092"/>
          </a:xfrm>
        </p:grpSpPr>
        <p:sp>
          <p:nvSpPr>
            <p:cNvPr id="58380" name="Oval 19"/>
            <p:cNvSpPr>
              <a:spLocks noChangeArrowheads="1"/>
            </p:cNvSpPr>
            <p:nvPr/>
          </p:nvSpPr>
          <p:spPr bwMode="auto">
            <a:xfrm>
              <a:off x="1920" y="1728"/>
              <a:ext cx="288" cy="288"/>
            </a:xfrm>
            <a:prstGeom prst="ellipse">
              <a:avLst/>
            </a:prstGeom>
            <a:noFill/>
            <a:ln w="44450" cap="sq">
              <a:solidFill>
                <a:srgbClr val="FF3300"/>
              </a:solidFill>
              <a:round/>
            </a:ln>
          </p:spPr>
          <p:txBody>
            <a:bodyPr wrap="none" anchor="ctr"/>
            <a:lstStyle/>
            <a:p>
              <a:endParaRPr lang="zh-CN" altLang="en-US"/>
            </a:p>
          </p:txBody>
        </p:sp>
        <p:sp>
          <p:nvSpPr>
            <p:cNvPr id="58381" name="Rectangle 20"/>
            <p:cNvSpPr>
              <a:spLocks noChangeArrowheads="1"/>
            </p:cNvSpPr>
            <p:nvPr/>
          </p:nvSpPr>
          <p:spPr bwMode="auto">
            <a:xfrm>
              <a:off x="840" y="2508"/>
              <a:ext cx="948" cy="288"/>
            </a:xfrm>
            <a:prstGeom prst="rect">
              <a:avLst/>
            </a:prstGeom>
            <a:noFill/>
            <a:ln w="12700" cap="sq">
              <a:noFill/>
              <a:miter lim="800000"/>
            </a:ln>
          </p:spPr>
          <p:txBody>
            <a:bodyPr>
              <a:spAutoFit/>
            </a:bodyPr>
            <a:lstStyle/>
            <a:p>
              <a:r>
                <a:rPr lang="zh-CN" altLang="en-US" sz="2400">
                  <a:solidFill>
                    <a:srgbClr val="000099"/>
                  </a:solidFill>
                  <a:latin typeface="幼圆" pitchFamily="49" charset="-122"/>
                  <a:ea typeface="幼圆" pitchFamily="49" charset="-122"/>
                </a:rPr>
                <a:t>表的长度</a:t>
              </a:r>
              <a:endParaRPr lang="zh-CN" altLang="en-US" sz="2400">
                <a:solidFill>
                  <a:srgbClr val="000099"/>
                </a:solidFill>
                <a:latin typeface="幼圆" pitchFamily="49" charset="-122"/>
                <a:ea typeface="幼圆" pitchFamily="49" charset="-122"/>
              </a:endParaRPr>
            </a:p>
          </p:txBody>
        </p:sp>
        <p:sp>
          <p:nvSpPr>
            <p:cNvPr id="58382" name="AutoShape 21"/>
            <p:cNvSpPr>
              <a:spLocks noChangeArrowheads="1"/>
            </p:cNvSpPr>
            <p:nvPr/>
          </p:nvSpPr>
          <p:spPr bwMode="auto">
            <a:xfrm>
              <a:off x="768" y="2532"/>
              <a:ext cx="1056" cy="288"/>
            </a:xfrm>
            <a:prstGeom prst="wedgeRectCallout">
              <a:avLst>
                <a:gd name="adj1" fmla="val 57009"/>
                <a:gd name="adj2" fmla="val -209722"/>
              </a:avLst>
            </a:prstGeom>
            <a:noFill/>
            <a:ln w="69850" cap="sq">
              <a:solidFill>
                <a:srgbClr val="00CCFF"/>
              </a:solidFill>
              <a:miter lim="800000"/>
            </a:ln>
          </p:spPr>
          <p:txBody>
            <a:bodyPr anchor="ctr"/>
            <a:lstStyle/>
            <a:p>
              <a:endParaRPr lang="zh-CN" altLang="en-US" sz="2600"/>
            </a:p>
          </p:txBody>
        </p:sp>
      </p:grpSp>
      <p:grpSp>
        <p:nvGrpSpPr>
          <p:cNvPr id="6" name="Group 36"/>
          <p:cNvGrpSpPr/>
          <p:nvPr/>
        </p:nvGrpSpPr>
        <p:grpSpPr bwMode="auto">
          <a:xfrm>
            <a:off x="4713288" y="4341816"/>
            <a:ext cx="4335040" cy="1967504"/>
            <a:chOff x="2009" y="2735"/>
            <a:chExt cx="2593" cy="913"/>
          </a:xfrm>
        </p:grpSpPr>
        <p:sp>
          <p:nvSpPr>
            <p:cNvPr id="58378" name="AutoShape 24"/>
            <p:cNvSpPr>
              <a:spLocks noChangeArrowheads="1"/>
            </p:cNvSpPr>
            <p:nvPr/>
          </p:nvSpPr>
          <p:spPr bwMode="auto">
            <a:xfrm rot="-381">
              <a:off x="2009" y="2735"/>
              <a:ext cx="2593" cy="913"/>
            </a:xfrm>
            <a:prstGeom prst="irregularSeal2">
              <a:avLst/>
            </a:prstGeom>
            <a:solidFill>
              <a:srgbClr val="FFFF00"/>
            </a:solidFill>
            <a:ln w="60325" cap="sq">
              <a:solidFill>
                <a:srgbClr val="C0C0C0"/>
              </a:solidFill>
              <a:miter lim="800000"/>
            </a:ln>
            <a:effectLst>
              <a:outerShdw dist="227185" dir="1593903" algn="ctr" rotWithShape="0">
                <a:srgbClr val="000000">
                  <a:alpha val="50000"/>
                </a:srgbClr>
              </a:outerShdw>
            </a:effectLst>
          </p:spPr>
          <p:txBody>
            <a:bodyPr wrap="none" anchor="ctr"/>
            <a:lstStyle/>
            <a:p>
              <a:endParaRPr lang="zh-CN" altLang="en-US"/>
            </a:p>
          </p:txBody>
        </p:sp>
        <p:sp>
          <p:nvSpPr>
            <p:cNvPr id="58379" name="Rectangle 25"/>
            <p:cNvSpPr>
              <a:spLocks noChangeArrowheads="1"/>
            </p:cNvSpPr>
            <p:nvPr/>
          </p:nvSpPr>
          <p:spPr bwMode="auto">
            <a:xfrm rot="21128006">
              <a:off x="2489" y="3073"/>
              <a:ext cx="1806" cy="328"/>
            </a:xfrm>
            <a:prstGeom prst="rect">
              <a:avLst/>
            </a:prstGeom>
            <a:noFill/>
            <a:ln w="12700" cap="sq">
              <a:noFill/>
              <a:miter lim="800000"/>
            </a:ln>
            <a:effectLst>
              <a:outerShdw dist="28398" dir="3806097" algn="ctr" rotWithShape="0">
                <a:schemeClr val="bg1"/>
              </a:outerShdw>
            </a:effectLst>
          </p:spPr>
          <p:txBody>
            <a:bodyPr wrap="square">
              <a:spAutoFit/>
            </a:bodyPr>
            <a:lstStyle/>
            <a:p>
              <a:r>
                <a:rPr lang="zh-CN" altLang="en-US" sz="4000" i="1" dirty="0">
                  <a:solidFill>
                    <a:srgbClr val="FF3300"/>
                  </a:solidFill>
                  <a:ea typeface="黑体" panose="02010609060101010101" pitchFamily="2" charset="-122"/>
                </a:rPr>
                <a:t>数组</a:t>
              </a:r>
              <a:r>
                <a:rPr lang="en-US" altLang="zh-CN" sz="4000" i="1" dirty="0">
                  <a:solidFill>
                    <a:srgbClr val="FF3300"/>
                  </a:solidFill>
                  <a:ea typeface="黑体" panose="02010609060101010101" pitchFamily="2" charset="-122"/>
                </a:rPr>
                <a:t>-</a:t>
              </a:r>
              <a:r>
                <a:rPr lang="zh-CN" altLang="en-US" sz="4000" i="1" dirty="0">
                  <a:solidFill>
                    <a:srgbClr val="FF3300"/>
                  </a:solidFill>
                  <a:ea typeface="黑体" panose="02010609060101010101" pitchFamily="2" charset="-122"/>
                </a:rPr>
                <a:t>顺序表</a:t>
              </a:r>
              <a:endParaRPr lang="zh-CN" altLang="en-US" sz="4000" i="1" dirty="0">
                <a:solidFill>
                  <a:srgbClr val="FF3300"/>
                </a:solidFill>
                <a:ea typeface="黑体" panose="02010609060101010101" pitchFamily="2" charset="-122"/>
              </a:endParaRPr>
            </a:p>
          </p:txBody>
        </p:sp>
      </p:grpSp>
      <p:grpSp>
        <p:nvGrpSpPr>
          <p:cNvPr id="7" name="Group 37"/>
          <p:cNvGrpSpPr/>
          <p:nvPr/>
        </p:nvGrpSpPr>
        <p:grpSpPr bwMode="auto">
          <a:xfrm>
            <a:off x="3451225" y="150813"/>
            <a:ext cx="5524500" cy="685800"/>
            <a:chOff x="1164" y="876"/>
            <a:chExt cx="3480" cy="432"/>
          </a:xfrm>
        </p:grpSpPr>
        <p:sp>
          <p:nvSpPr>
            <p:cNvPr id="58376" name="Rectangle 38"/>
            <p:cNvSpPr>
              <a:spLocks noChangeArrowheads="1"/>
            </p:cNvSpPr>
            <p:nvPr/>
          </p:nvSpPr>
          <p:spPr bwMode="auto">
            <a:xfrm>
              <a:off x="1164" y="876"/>
              <a:ext cx="3132" cy="432"/>
            </a:xfrm>
            <a:prstGeom prst="rect">
              <a:avLst/>
            </a:prstGeom>
            <a:solidFill>
              <a:srgbClr val="DDFFDD"/>
            </a:solidFill>
            <a:ln w="12700" cap="sq">
              <a:noFill/>
              <a:miter lim="800000"/>
            </a:ln>
            <a:effectLst>
              <a:outerShdw dist="125724" dir="2700000" algn="ctr" rotWithShape="0">
                <a:srgbClr val="B0B0B0"/>
              </a:outerShdw>
            </a:effectLst>
          </p:spPr>
          <p:txBody>
            <a:bodyPr wrap="none" anchor="ctr"/>
            <a:lstStyle/>
            <a:p>
              <a:endParaRPr lang="zh-CN" altLang="en-US"/>
            </a:p>
          </p:txBody>
        </p:sp>
        <p:sp>
          <p:nvSpPr>
            <p:cNvPr id="58377" name="Text Box 39"/>
            <p:cNvSpPr txBox="1">
              <a:spLocks noChangeArrowheads="1"/>
            </p:cNvSpPr>
            <p:nvPr/>
          </p:nvSpPr>
          <p:spPr bwMode="auto">
            <a:xfrm>
              <a:off x="1332" y="912"/>
              <a:ext cx="3312" cy="346"/>
            </a:xfrm>
            <a:prstGeom prst="rect">
              <a:avLst/>
            </a:prstGeom>
            <a:noFill/>
            <a:ln w="12700" cap="sq">
              <a:noFill/>
              <a:miter lim="800000"/>
              <a:headEnd type="none" w="sm" len="sm"/>
              <a:tailEnd type="none" w="sm" len="sm"/>
            </a:ln>
          </p:spPr>
          <p:txBody>
            <a:bodyPr>
              <a:spAutoFit/>
            </a:bodyPr>
            <a:lstStyle/>
            <a:p>
              <a:pPr eaLnBrk="1" fontAlgn="base" hangingPunct="1">
                <a:spcBef>
                  <a:spcPct val="0"/>
                </a:spcBef>
              </a:pPr>
              <a:r>
                <a:rPr lang="zh-CN" altLang="en-US" sz="3000">
                  <a:solidFill>
                    <a:srgbClr val="000080"/>
                  </a:solidFill>
                </a:rPr>
                <a:t> </a:t>
              </a:r>
              <a:r>
                <a:rPr lang="zh-CN" altLang="zh-CN" sz="3000">
                  <a:solidFill>
                    <a:srgbClr val="000080"/>
                  </a:solidFill>
                </a:rPr>
                <a:t>(</a:t>
              </a:r>
              <a:r>
                <a:rPr lang="zh-CN" altLang="en-US" sz="3000">
                  <a:solidFill>
                    <a:srgbClr val="000080"/>
                  </a:solidFill>
                </a:rPr>
                <a:t> </a:t>
              </a:r>
              <a:r>
                <a:rPr lang="en-US" altLang="zh-CN" sz="3000">
                  <a:solidFill>
                    <a:srgbClr val="000080"/>
                  </a:solidFill>
                </a:rPr>
                <a:t>a</a:t>
              </a:r>
              <a:r>
                <a:rPr lang="en-US" altLang="zh-CN" sz="3000" baseline="-25000">
                  <a:solidFill>
                    <a:srgbClr val="000080"/>
                  </a:solidFill>
                </a:rPr>
                <a:t>1</a:t>
              </a:r>
              <a:r>
                <a:rPr lang="en-US" altLang="zh-CN" sz="3000">
                  <a:solidFill>
                    <a:srgbClr val="000080"/>
                  </a:solidFill>
                </a:rPr>
                <a:t>, a</a:t>
              </a:r>
              <a:r>
                <a:rPr lang="en-US" altLang="zh-CN" sz="3000" baseline="-25000">
                  <a:solidFill>
                    <a:srgbClr val="000080"/>
                  </a:solidFill>
                </a:rPr>
                <a:t>2</a:t>
              </a:r>
              <a:r>
                <a:rPr lang="en-US" altLang="zh-CN" sz="3000">
                  <a:solidFill>
                    <a:srgbClr val="000080"/>
                  </a:solidFill>
                </a:rPr>
                <a:t>, a</a:t>
              </a:r>
              <a:r>
                <a:rPr lang="en-US" altLang="zh-CN" sz="3000" baseline="-25000">
                  <a:solidFill>
                    <a:srgbClr val="000080"/>
                  </a:solidFill>
                </a:rPr>
                <a:t>3</a:t>
              </a:r>
              <a:r>
                <a:rPr lang="en-US" altLang="zh-CN" sz="3000">
                  <a:solidFill>
                    <a:srgbClr val="000080"/>
                  </a:solidFill>
                </a:rPr>
                <a:t>, ... ... , a</a:t>
              </a:r>
              <a:r>
                <a:rPr lang="en-US" altLang="zh-CN" sz="3000" baseline="-25000">
                  <a:solidFill>
                    <a:srgbClr val="000080"/>
                  </a:solidFill>
                </a:rPr>
                <a:t>n</a:t>
              </a:r>
              <a:r>
                <a:rPr lang="en-US" altLang="zh-CN" sz="3000" baseline="-25000">
                  <a:solidFill>
                    <a:srgbClr val="000080"/>
                  </a:solidFill>
                  <a:latin typeface="宋体" pitchFamily="2" charset="-122"/>
                  <a:ea typeface="宋体" pitchFamily="2" charset="-122"/>
                </a:rPr>
                <a:t>-</a:t>
              </a:r>
              <a:r>
                <a:rPr lang="en-US" altLang="zh-CN" sz="3000" baseline="-25000">
                  <a:solidFill>
                    <a:srgbClr val="000080"/>
                  </a:solidFill>
                </a:rPr>
                <a:t>1</a:t>
              </a:r>
              <a:r>
                <a:rPr lang="en-US" altLang="zh-CN" sz="3000">
                  <a:solidFill>
                    <a:srgbClr val="000080"/>
                  </a:solidFill>
                </a:rPr>
                <a:t>, a</a:t>
              </a:r>
              <a:r>
                <a:rPr lang="en-US" altLang="zh-CN" sz="3000" baseline="-25000">
                  <a:solidFill>
                    <a:srgbClr val="000080"/>
                  </a:solidFill>
                </a:rPr>
                <a:t>n </a:t>
              </a:r>
              <a:r>
                <a:rPr lang="en-US" altLang="zh-CN" sz="3000">
                  <a:solidFill>
                    <a:srgbClr val="000080"/>
                  </a:solidFill>
                </a:rPr>
                <a:t>)</a:t>
              </a:r>
              <a:endParaRPr lang="zh-CN" altLang="en-US" sz="3000">
                <a:solidFill>
                  <a:srgbClr val="000080"/>
                </a:solidFill>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down)">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3" presetClass="entr" presetSubtype="528"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p:cTn id="22" dur="500" fill="hold"/>
                                        <p:tgtEl>
                                          <p:spTgt spid="6"/>
                                        </p:tgtEl>
                                        <p:attrNameLst>
                                          <p:attrName>ppt_w</p:attrName>
                                        </p:attrNameLst>
                                      </p:cBhvr>
                                      <p:tavLst>
                                        <p:tav tm="0">
                                          <p:val>
                                            <p:fltVal val="0"/>
                                          </p:val>
                                        </p:tav>
                                        <p:tav tm="100000">
                                          <p:val>
                                            <p:strVal val="#ppt_w"/>
                                          </p:val>
                                        </p:tav>
                                      </p:tavLst>
                                    </p:anim>
                                    <p:anim calcmode="lin" valueType="num">
                                      <p:cBhvr>
                                        <p:cTn id="23" dur="500" fill="hold"/>
                                        <p:tgtEl>
                                          <p:spTgt spid="6"/>
                                        </p:tgtEl>
                                        <p:attrNameLst>
                                          <p:attrName>ppt_h</p:attrName>
                                        </p:attrNameLst>
                                      </p:cBhvr>
                                      <p:tavLst>
                                        <p:tav tm="0">
                                          <p:val>
                                            <p:fltVal val="0"/>
                                          </p:val>
                                        </p:tav>
                                        <p:tav tm="100000">
                                          <p:val>
                                            <p:strVal val="#ppt_h"/>
                                          </p:val>
                                        </p:tav>
                                      </p:tavLst>
                                    </p:anim>
                                    <p:anim calcmode="lin" valueType="num">
                                      <p:cBhvr>
                                        <p:cTn id="24" dur="500" fill="hold"/>
                                        <p:tgtEl>
                                          <p:spTgt spid="6"/>
                                        </p:tgtEl>
                                        <p:attrNameLst>
                                          <p:attrName>ppt_x</p:attrName>
                                        </p:attrNameLst>
                                      </p:cBhvr>
                                      <p:tavLst>
                                        <p:tav tm="0">
                                          <p:val>
                                            <p:fltVal val="0.5"/>
                                          </p:val>
                                        </p:tav>
                                        <p:tav tm="100000">
                                          <p:val>
                                            <p:strVal val="#ppt_x"/>
                                          </p:val>
                                        </p:tav>
                                      </p:tavLst>
                                    </p:anim>
                                    <p:anim calcmode="lin" valueType="num">
                                      <p:cBhvr>
                                        <p:cTn id="25" dur="500" fill="hold"/>
                                        <p:tgtEl>
                                          <p:spTgt spid="6"/>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31"/>
          <p:cNvGrpSpPr/>
          <p:nvPr/>
        </p:nvGrpSpPr>
        <p:grpSpPr bwMode="auto">
          <a:xfrm>
            <a:off x="751012" y="2821136"/>
            <a:ext cx="8844998" cy="3562350"/>
            <a:chOff x="72" y="1824"/>
            <a:chExt cx="5400" cy="2244"/>
          </a:xfrm>
        </p:grpSpPr>
        <p:sp>
          <p:nvSpPr>
            <p:cNvPr id="59421" name="Freeform 97"/>
            <p:cNvSpPr/>
            <p:nvPr/>
          </p:nvSpPr>
          <p:spPr bwMode="auto">
            <a:xfrm>
              <a:off x="288" y="1881"/>
              <a:ext cx="5184" cy="2187"/>
            </a:xfrm>
            <a:custGeom>
              <a:avLst/>
              <a:gdLst>
                <a:gd name="T0" fmla="*/ 442 w 4497"/>
                <a:gd name="T1" fmla="*/ 137 h 1938"/>
                <a:gd name="T2" fmla="*/ 3512 w 4497"/>
                <a:gd name="T3" fmla="*/ 96 h 1938"/>
                <a:gd name="T4" fmla="*/ 5074 w 4497"/>
                <a:gd name="T5" fmla="*/ 81 h 1938"/>
                <a:gd name="T6" fmla="*/ 7051 w 4497"/>
                <a:gd name="T7" fmla="*/ 3 h 1938"/>
                <a:gd name="T8" fmla="*/ 9502 w 4497"/>
                <a:gd name="T9" fmla="*/ 81 h 1938"/>
                <a:gd name="T10" fmla="*/ 12099 w 4497"/>
                <a:gd name="T11" fmla="*/ 109 h 1938"/>
                <a:gd name="T12" fmla="*/ 12072 w 4497"/>
                <a:gd name="T13" fmla="*/ 202 h 1938"/>
                <a:gd name="T14" fmla="*/ 12042 w 4497"/>
                <a:gd name="T15" fmla="*/ 2192 h 1938"/>
                <a:gd name="T16" fmla="*/ 12011 w 4497"/>
                <a:gd name="T17" fmla="*/ 2286 h 1938"/>
                <a:gd name="T18" fmla="*/ 11422 w 4497"/>
                <a:gd name="T19" fmla="*/ 2299 h 1938"/>
                <a:gd name="T20" fmla="*/ 10889 w 4497"/>
                <a:gd name="T21" fmla="*/ 2337 h 1938"/>
                <a:gd name="T22" fmla="*/ 205 w 4497"/>
                <a:gd name="T23" fmla="*/ 2286 h 1938"/>
                <a:gd name="T24" fmla="*/ 295 w 4497"/>
                <a:gd name="T25" fmla="*/ 653 h 1938"/>
                <a:gd name="T26" fmla="*/ 384 w 4497"/>
                <a:gd name="T27" fmla="*/ 548 h 1938"/>
                <a:gd name="T28" fmla="*/ 471 w 4497"/>
                <a:gd name="T29" fmla="*/ 178 h 1938"/>
                <a:gd name="T30" fmla="*/ 442 w 4497"/>
                <a:gd name="T31" fmla="*/ 137 h 193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497" h="1938">
                  <a:moveTo>
                    <a:pt x="163" y="112"/>
                  </a:moveTo>
                  <a:cubicBezTo>
                    <a:pt x="533" y="0"/>
                    <a:pt x="836" y="86"/>
                    <a:pt x="1298" y="80"/>
                  </a:cubicBezTo>
                  <a:cubicBezTo>
                    <a:pt x="1491" y="77"/>
                    <a:pt x="1683" y="73"/>
                    <a:pt x="1876" y="69"/>
                  </a:cubicBezTo>
                  <a:cubicBezTo>
                    <a:pt x="2120" y="47"/>
                    <a:pt x="2362" y="25"/>
                    <a:pt x="2607" y="3"/>
                  </a:cubicBezTo>
                  <a:cubicBezTo>
                    <a:pt x="2911" y="14"/>
                    <a:pt x="3208" y="55"/>
                    <a:pt x="3512" y="69"/>
                  </a:cubicBezTo>
                  <a:cubicBezTo>
                    <a:pt x="3683" y="66"/>
                    <a:pt x="4267" y="36"/>
                    <a:pt x="4472" y="91"/>
                  </a:cubicBezTo>
                  <a:cubicBezTo>
                    <a:pt x="4497" y="98"/>
                    <a:pt x="4465" y="142"/>
                    <a:pt x="4462" y="167"/>
                  </a:cubicBezTo>
                  <a:cubicBezTo>
                    <a:pt x="4458" y="712"/>
                    <a:pt x="4458" y="1258"/>
                    <a:pt x="4451" y="1803"/>
                  </a:cubicBezTo>
                  <a:cubicBezTo>
                    <a:pt x="4451" y="1829"/>
                    <a:pt x="4464" y="1871"/>
                    <a:pt x="4440" y="1880"/>
                  </a:cubicBezTo>
                  <a:cubicBezTo>
                    <a:pt x="4372" y="1906"/>
                    <a:pt x="4295" y="1887"/>
                    <a:pt x="4222" y="1891"/>
                  </a:cubicBezTo>
                  <a:cubicBezTo>
                    <a:pt x="4154" y="1899"/>
                    <a:pt x="4091" y="1906"/>
                    <a:pt x="4025" y="1923"/>
                  </a:cubicBezTo>
                  <a:cubicBezTo>
                    <a:pt x="2674" y="1918"/>
                    <a:pt x="1397" y="1938"/>
                    <a:pt x="76" y="1880"/>
                  </a:cubicBezTo>
                  <a:cubicBezTo>
                    <a:pt x="0" y="1463"/>
                    <a:pt x="22" y="967"/>
                    <a:pt x="109" y="538"/>
                  </a:cubicBezTo>
                  <a:cubicBezTo>
                    <a:pt x="113" y="479"/>
                    <a:pt x="116" y="167"/>
                    <a:pt x="142" y="451"/>
                  </a:cubicBezTo>
                  <a:cubicBezTo>
                    <a:pt x="172" y="351"/>
                    <a:pt x="141" y="244"/>
                    <a:pt x="174" y="145"/>
                  </a:cubicBezTo>
                  <a:cubicBezTo>
                    <a:pt x="161" y="69"/>
                    <a:pt x="163" y="58"/>
                    <a:pt x="163" y="112"/>
                  </a:cubicBezTo>
                  <a:close/>
                </a:path>
              </a:pathLst>
            </a:custGeom>
            <a:solidFill>
              <a:srgbClr val="D1FFD1"/>
            </a:solidFill>
            <a:ln w="9525" cap="flat" cmpd="sng">
              <a:noFill/>
              <a:prstDash val="solid"/>
              <a:round/>
            </a:ln>
            <a:effectLst>
              <a:outerShdw dist="206741" dir="2550627" algn="ctr" rotWithShape="0">
                <a:srgbClr val="B0B0B0"/>
              </a:outerShdw>
            </a:effectLst>
          </p:spPr>
          <p:txBody>
            <a:bodyPr wrap="none" anchor="ctr"/>
            <a:lstStyle/>
            <a:p>
              <a:endParaRPr lang="zh-CN" altLang="en-US"/>
            </a:p>
          </p:txBody>
        </p:sp>
        <p:sp>
          <p:nvSpPr>
            <p:cNvPr id="59422" name="AutoShape 99"/>
            <p:cNvSpPr>
              <a:spLocks noChangeArrowheads="1"/>
            </p:cNvSpPr>
            <p:nvPr/>
          </p:nvSpPr>
          <p:spPr bwMode="auto">
            <a:xfrm rot="-424366">
              <a:off x="72" y="1824"/>
              <a:ext cx="1152" cy="660"/>
            </a:xfrm>
            <a:prstGeom prst="irregularSeal1">
              <a:avLst/>
            </a:prstGeom>
            <a:solidFill>
              <a:srgbClr val="FF3300"/>
            </a:solidFill>
            <a:ln w="53975" cap="sq">
              <a:solidFill>
                <a:srgbClr val="FFFF99"/>
              </a:solidFill>
              <a:miter lim="800000"/>
            </a:ln>
            <a:effectLst>
              <a:outerShdw dist="104727" dir="842175" algn="ctr" rotWithShape="0">
                <a:srgbClr val="B0B0B0"/>
              </a:outerShdw>
            </a:effectLst>
          </p:spPr>
          <p:txBody>
            <a:bodyPr wrap="none" anchor="ctr"/>
            <a:lstStyle/>
            <a:p>
              <a:endParaRPr lang="zh-CN" altLang="en-US"/>
            </a:p>
          </p:txBody>
        </p:sp>
        <p:sp>
          <p:nvSpPr>
            <p:cNvPr id="59423" name="Rectangle 100"/>
            <p:cNvSpPr>
              <a:spLocks noChangeArrowheads="1"/>
            </p:cNvSpPr>
            <p:nvPr/>
          </p:nvSpPr>
          <p:spPr bwMode="auto">
            <a:xfrm rot="-975114">
              <a:off x="271" y="1938"/>
              <a:ext cx="476" cy="490"/>
            </a:xfrm>
            <a:prstGeom prst="rect">
              <a:avLst/>
            </a:prstGeom>
            <a:noFill/>
            <a:ln w="12700" cap="sq">
              <a:noFill/>
              <a:miter lim="800000"/>
            </a:ln>
            <a:effectLst>
              <a:outerShdw dist="40161" dir="1106097" algn="ctr" rotWithShape="0">
                <a:schemeClr val="bg1"/>
              </a:outerShdw>
            </a:effectLst>
          </p:spPr>
          <p:txBody>
            <a:bodyPr wrap="none">
              <a:spAutoFit/>
            </a:bodyPr>
            <a:lstStyle/>
            <a:p>
              <a:pPr algn="ctr"/>
              <a:r>
                <a:rPr lang="zh-CN" altLang="en-US" sz="4500" i="1" dirty="0">
                  <a:latin typeface="华文新魏" pitchFamily="2" charset="-122"/>
                  <a:ea typeface="华文新魏" pitchFamily="2" charset="-122"/>
                </a:rPr>
                <a:t>算</a:t>
              </a:r>
              <a:endParaRPr lang="zh-CN" altLang="en-US" sz="4500" i="1" dirty="0">
                <a:latin typeface="华文新魏" pitchFamily="2" charset="-122"/>
                <a:ea typeface="华文新魏" pitchFamily="2" charset="-122"/>
              </a:endParaRPr>
            </a:p>
          </p:txBody>
        </p:sp>
        <p:sp>
          <p:nvSpPr>
            <p:cNvPr id="59424" name="Rectangle 101"/>
            <p:cNvSpPr>
              <a:spLocks noChangeArrowheads="1"/>
            </p:cNvSpPr>
            <p:nvPr/>
          </p:nvSpPr>
          <p:spPr bwMode="auto">
            <a:xfrm rot="-746186">
              <a:off x="547" y="1860"/>
              <a:ext cx="476" cy="490"/>
            </a:xfrm>
            <a:prstGeom prst="rect">
              <a:avLst/>
            </a:prstGeom>
            <a:noFill/>
            <a:ln w="12700" cap="sq">
              <a:noFill/>
              <a:miter lim="800000"/>
            </a:ln>
            <a:effectLst>
              <a:outerShdw dist="45791" dir="2021404" algn="ctr" rotWithShape="0">
                <a:schemeClr val="bg1"/>
              </a:outerShdw>
            </a:effectLst>
          </p:spPr>
          <p:txBody>
            <a:bodyPr wrap="none">
              <a:spAutoFit/>
            </a:bodyPr>
            <a:lstStyle/>
            <a:p>
              <a:pPr algn="ctr"/>
              <a:r>
                <a:rPr lang="zh-CN" altLang="en-US" sz="4500" i="1">
                  <a:latin typeface="华文新魏" pitchFamily="2" charset="-122"/>
                  <a:ea typeface="华文新魏" pitchFamily="2" charset="-122"/>
                </a:rPr>
                <a:t>法</a:t>
              </a:r>
              <a:endParaRPr lang="zh-CN" altLang="en-US" sz="4500" i="1">
                <a:latin typeface="华文新魏" pitchFamily="2" charset="-122"/>
                <a:ea typeface="华文新魏" pitchFamily="2" charset="-122"/>
              </a:endParaRPr>
            </a:p>
          </p:txBody>
        </p:sp>
      </p:grpSp>
      <p:grpSp>
        <p:nvGrpSpPr>
          <p:cNvPr id="3" name="Group 129"/>
          <p:cNvGrpSpPr/>
          <p:nvPr/>
        </p:nvGrpSpPr>
        <p:grpSpPr bwMode="auto">
          <a:xfrm>
            <a:off x="1106612" y="916136"/>
            <a:ext cx="8949828" cy="685800"/>
            <a:chOff x="296" y="624"/>
            <a:chExt cx="4943" cy="432"/>
          </a:xfrm>
        </p:grpSpPr>
        <p:sp>
          <p:nvSpPr>
            <p:cNvPr id="59419" name="Rectangle 7"/>
            <p:cNvSpPr>
              <a:spLocks noChangeArrowheads="1"/>
            </p:cNvSpPr>
            <p:nvPr/>
          </p:nvSpPr>
          <p:spPr bwMode="auto">
            <a:xfrm>
              <a:off x="304" y="624"/>
              <a:ext cx="4928" cy="432"/>
            </a:xfrm>
            <a:prstGeom prst="rect">
              <a:avLst/>
            </a:prstGeom>
            <a:solidFill>
              <a:srgbClr val="A7EEFF"/>
            </a:solidFill>
            <a:ln w="12700" cap="sq">
              <a:noFill/>
              <a:miter lim="800000"/>
            </a:ln>
            <a:effectLst>
              <a:outerShdw dist="135003" dir="2471156" algn="ctr" rotWithShape="0">
                <a:srgbClr val="B0B0B0"/>
              </a:outerShdw>
            </a:effectLst>
          </p:spPr>
          <p:txBody>
            <a:bodyPr wrap="none" anchor="ctr"/>
            <a:lstStyle/>
            <a:p>
              <a:endParaRPr lang="zh-CN" altLang="en-US"/>
            </a:p>
          </p:txBody>
        </p:sp>
        <p:sp>
          <p:nvSpPr>
            <p:cNvPr id="59420" name="Rectangle 8"/>
            <p:cNvSpPr>
              <a:spLocks noChangeArrowheads="1"/>
            </p:cNvSpPr>
            <p:nvPr/>
          </p:nvSpPr>
          <p:spPr bwMode="auto">
            <a:xfrm>
              <a:off x="296" y="686"/>
              <a:ext cx="4943" cy="330"/>
            </a:xfrm>
            <a:prstGeom prst="rect">
              <a:avLst/>
            </a:prstGeom>
            <a:noFill/>
            <a:ln w="12700" cap="sq">
              <a:noFill/>
              <a:miter lim="800000"/>
            </a:ln>
          </p:spPr>
          <p:txBody>
            <a:bodyPr>
              <a:spAutoFit/>
            </a:bodyPr>
            <a:lstStyle/>
            <a:p>
              <a:pPr fontAlgn="base">
                <a:spcBef>
                  <a:spcPct val="0"/>
                </a:spcBef>
              </a:pPr>
              <a:r>
                <a:rPr kumimoji="1" lang="zh-CN" altLang="en-US" sz="2800" dirty="0">
                  <a:solidFill>
                    <a:schemeClr val="accent2"/>
                  </a:solidFill>
                  <a:latin typeface="黑体" panose="02010609060101010101" pitchFamily="2" charset="-122"/>
                  <a:ea typeface="黑体" panose="02010609060101010101" pitchFamily="2" charset="-122"/>
                </a:rPr>
                <a:t> </a:t>
              </a:r>
              <a:r>
                <a:rPr kumimoji="1" lang="en-US" altLang="zh-CN" sz="2800" dirty="0">
                  <a:solidFill>
                    <a:schemeClr val="accent2"/>
                  </a:solidFill>
                  <a:latin typeface="黑体" panose="02010609060101010101" pitchFamily="2" charset="-122"/>
                  <a:ea typeface="黑体" panose="02010609060101010101" pitchFamily="2" charset="-122"/>
                </a:rPr>
                <a:t>1.</a:t>
              </a:r>
              <a:r>
                <a:rPr kumimoji="1" lang="zh-CN" altLang="en-US" sz="2800" dirty="0">
                  <a:solidFill>
                    <a:srgbClr val="7030A0"/>
                  </a:solidFill>
                  <a:latin typeface="黑体" panose="02010609060101010101" pitchFamily="2" charset="-122"/>
                  <a:ea typeface="黑体" panose="02010609060101010101" pitchFamily="2" charset="-122"/>
                </a:rPr>
                <a:t>查找：</a:t>
              </a:r>
              <a:r>
                <a:rPr kumimoji="1" lang="zh-CN" altLang="en-US" sz="2800" dirty="0">
                  <a:solidFill>
                    <a:schemeClr val="accent2"/>
                  </a:solidFill>
                  <a:latin typeface="黑体" panose="02010609060101010101" pitchFamily="2" charset="-122"/>
                  <a:ea typeface="黑体" panose="02010609060101010101" pitchFamily="2" charset="-122"/>
                </a:rPr>
                <a:t>确定元素</a:t>
              </a:r>
              <a:r>
                <a:rPr kumimoji="1" lang="en-US" altLang="zh-CN" sz="2800" dirty="0">
                  <a:solidFill>
                    <a:schemeClr val="accent2"/>
                  </a:solidFill>
                  <a:ea typeface="黑体" panose="02010609060101010101" pitchFamily="2" charset="-122"/>
                </a:rPr>
                <a:t>item</a:t>
              </a:r>
              <a:r>
                <a:rPr kumimoji="1" lang="zh-CN" altLang="en-US" sz="2800" dirty="0">
                  <a:solidFill>
                    <a:schemeClr val="accent2"/>
                  </a:solidFill>
                  <a:latin typeface="黑体" panose="02010609060101010101" pitchFamily="2" charset="-122"/>
                  <a:ea typeface="黑体" panose="02010609060101010101" pitchFamily="2" charset="-122"/>
                </a:rPr>
                <a:t>在长度为</a:t>
              </a:r>
              <a:r>
                <a:rPr kumimoji="1" lang="en-US" altLang="zh-CN" sz="2800" dirty="0">
                  <a:solidFill>
                    <a:schemeClr val="accent2"/>
                  </a:solidFill>
                  <a:ea typeface="黑体" panose="02010609060101010101" pitchFamily="2" charset="-122"/>
                </a:rPr>
                <a:t>n</a:t>
              </a:r>
              <a:r>
                <a:rPr kumimoji="1" lang="zh-CN" altLang="en-US" sz="2800" dirty="0">
                  <a:solidFill>
                    <a:schemeClr val="accent2"/>
                  </a:solidFill>
                  <a:latin typeface="黑体" panose="02010609060101010101" pitchFamily="2" charset="-122"/>
                  <a:ea typeface="黑体" panose="02010609060101010101" pitchFamily="2" charset="-122"/>
                </a:rPr>
                <a:t>的顺序表</a:t>
              </a:r>
              <a:r>
                <a:rPr kumimoji="1" lang="en-US" altLang="zh-CN" sz="2800" dirty="0">
                  <a:solidFill>
                    <a:schemeClr val="accent2"/>
                  </a:solidFill>
                  <a:ea typeface="黑体" panose="02010609060101010101" pitchFamily="2" charset="-122"/>
                </a:rPr>
                <a:t>list</a:t>
              </a:r>
              <a:r>
                <a:rPr kumimoji="1" lang="zh-CN" altLang="en-US" sz="2800" dirty="0">
                  <a:solidFill>
                    <a:schemeClr val="accent2"/>
                  </a:solidFill>
                  <a:latin typeface="黑体" panose="02010609060101010101" pitchFamily="2" charset="-122"/>
                  <a:ea typeface="黑体" panose="02010609060101010101" pitchFamily="2" charset="-122"/>
                </a:rPr>
                <a:t>中的位置</a:t>
              </a:r>
              <a:endParaRPr kumimoji="1" lang="zh-CN" altLang="en-US" sz="2800" dirty="0">
                <a:solidFill>
                  <a:srgbClr val="7030A0"/>
                </a:solidFill>
                <a:latin typeface="黑体" panose="02010609060101010101" pitchFamily="2" charset="-122"/>
                <a:ea typeface="黑体" panose="02010609060101010101" pitchFamily="2" charset="-122"/>
              </a:endParaRPr>
            </a:p>
          </p:txBody>
        </p:sp>
      </p:grpSp>
      <p:sp>
        <p:nvSpPr>
          <p:cNvPr id="300041" name="Rectangle 9"/>
          <p:cNvSpPr>
            <a:spLocks noChangeArrowheads="1"/>
          </p:cNvSpPr>
          <p:nvPr/>
        </p:nvSpPr>
        <p:spPr bwMode="auto">
          <a:xfrm>
            <a:off x="1703511" y="1844824"/>
            <a:ext cx="6794269" cy="519112"/>
          </a:xfrm>
          <a:prstGeom prst="rect">
            <a:avLst/>
          </a:prstGeom>
          <a:noFill/>
          <a:ln w="12700" cap="sq">
            <a:noFill/>
            <a:miter lim="800000"/>
          </a:ln>
        </p:spPr>
        <p:txBody>
          <a:bodyPr wrap="square">
            <a:spAutoFit/>
          </a:bodyPr>
          <a:lstStyle/>
          <a:p>
            <a:pPr fontAlgn="base">
              <a:spcBef>
                <a:spcPct val="0"/>
              </a:spcBef>
            </a:pPr>
            <a:r>
              <a:rPr lang="zh-CN" altLang="en-US" sz="2800" dirty="0">
                <a:solidFill>
                  <a:schemeClr val="bg1"/>
                </a:solidFill>
              </a:rPr>
              <a:t> </a:t>
            </a:r>
            <a:r>
              <a:rPr lang="zh-CN" altLang="en-US" sz="2800" dirty="0"/>
              <a:t>( </a:t>
            </a:r>
            <a:r>
              <a:rPr lang="en-US" altLang="zh-CN" sz="2800" dirty="0"/>
              <a:t>a</a:t>
            </a:r>
            <a:r>
              <a:rPr lang="en-US" altLang="zh-CN" sz="2800" baseline="-25000" dirty="0"/>
              <a:t>1</a:t>
            </a:r>
            <a:r>
              <a:rPr lang="en-US" altLang="zh-CN" sz="2800" dirty="0"/>
              <a:t>, a</a:t>
            </a:r>
            <a:r>
              <a:rPr lang="en-US" altLang="zh-CN" sz="2800" baseline="-25000" dirty="0"/>
              <a:t>2</a:t>
            </a:r>
            <a:r>
              <a:rPr lang="en-US" altLang="zh-CN" sz="2800" dirty="0"/>
              <a:t>,</a:t>
            </a:r>
            <a:r>
              <a:rPr lang="en-US" altLang="zh-CN" sz="2800" dirty="0">
                <a:latin typeface="宋体" pitchFamily="2" charset="-122"/>
              </a:rPr>
              <a:t> </a:t>
            </a:r>
            <a:r>
              <a:rPr lang="en-US" altLang="zh-CN" sz="2800" dirty="0"/>
              <a:t>a</a:t>
            </a:r>
            <a:r>
              <a:rPr lang="en-US" altLang="zh-CN" sz="2800" baseline="-25000" dirty="0"/>
              <a:t>3</a:t>
            </a:r>
            <a:r>
              <a:rPr lang="en-US" altLang="zh-CN" sz="2800" dirty="0"/>
              <a:t>,</a:t>
            </a:r>
            <a:r>
              <a:rPr lang="en-US" altLang="zh-CN" sz="2800" dirty="0">
                <a:latin typeface="宋体" pitchFamily="2" charset="-122"/>
              </a:rPr>
              <a:t> </a:t>
            </a:r>
            <a:r>
              <a:rPr lang="en-US" altLang="zh-CN" sz="2800" dirty="0"/>
              <a:t>…</a:t>
            </a:r>
            <a:r>
              <a:rPr lang="en-US" altLang="zh-CN" sz="2800" dirty="0">
                <a:latin typeface="宋体" pitchFamily="2" charset="-122"/>
              </a:rPr>
              <a:t> </a:t>
            </a:r>
            <a:r>
              <a:rPr lang="en-US" altLang="zh-CN" sz="2800" dirty="0"/>
              <a:t>, a</a:t>
            </a:r>
            <a:r>
              <a:rPr lang="en-US" altLang="zh-CN" sz="2800" baseline="-25000" dirty="0"/>
              <a:t>i-1</a:t>
            </a:r>
            <a:r>
              <a:rPr lang="en-US" altLang="zh-CN" sz="2800" dirty="0"/>
              <a:t>, </a:t>
            </a:r>
            <a:r>
              <a:rPr lang="en-US" altLang="zh-CN" sz="2800" dirty="0" err="1"/>
              <a:t>a</a:t>
            </a:r>
            <a:r>
              <a:rPr lang="en-US" altLang="zh-CN" sz="2800" baseline="-25000" dirty="0" err="1"/>
              <a:t>i</a:t>
            </a:r>
            <a:r>
              <a:rPr lang="en-US" altLang="zh-CN" sz="2800" baseline="-25000" dirty="0"/>
              <a:t> </a:t>
            </a:r>
            <a:r>
              <a:rPr lang="en-US" altLang="zh-CN" sz="2800" dirty="0"/>
              <a:t>,</a:t>
            </a:r>
            <a:r>
              <a:rPr lang="en-US" altLang="zh-CN" sz="2800" baseline="-25000" dirty="0"/>
              <a:t> </a:t>
            </a:r>
            <a:r>
              <a:rPr lang="en-US" altLang="zh-CN" sz="2800" dirty="0"/>
              <a:t>a</a:t>
            </a:r>
            <a:r>
              <a:rPr lang="en-US" altLang="zh-CN" sz="2800" baseline="-25000" dirty="0"/>
              <a:t>i+1</a:t>
            </a:r>
            <a:r>
              <a:rPr lang="en-US" altLang="zh-CN" sz="2800" dirty="0"/>
              <a:t>, </a:t>
            </a:r>
            <a:r>
              <a:rPr lang="en-US" altLang="zh-CN" sz="2800" baseline="-25000" dirty="0"/>
              <a:t> </a:t>
            </a:r>
            <a:r>
              <a:rPr lang="en-US" altLang="zh-CN" sz="2800" dirty="0"/>
              <a:t>…</a:t>
            </a:r>
            <a:r>
              <a:rPr lang="en-US" altLang="zh-CN" sz="2800" dirty="0">
                <a:latin typeface="宋体" pitchFamily="2" charset="-122"/>
              </a:rPr>
              <a:t> </a:t>
            </a:r>
            <a:r>
              <a:rPr lang="en-US" altLang="zh-CN" sz="2800" dirty="0"/>
              <a:t>,a</a:t>
            </a:r>
            <a:r>
              <a:rPr lang="en-US" altLang="zh-CN" sz="2800" baseline="-25000" dirty="0"/>
              <a:t>n-1 </a:t>
            </a:r>
            <a:r>
              <a:rPr lang="en-US" altLang="zh-CN" sz="2800" dirty="0"/>
              <a:t>,</a:t>
            </a:r>
            <a:r>
              <a:rPr lang="en-US" altLang="zh-CN" sz="2800" baseline="-25000" dirty="0"/>
              <a:t> </a:t>
            </a:r>
            <a:r>
              <a:rPr lang="en-US" altLang="zh-CN" sz="2800" dirty="0"/>
              <a:t>a</a:t>
            </a:r>
            <a:r>
              <a:rPr lang="en-US" altLang="zh-CN" sz="2800" baseline="-25000" dirty="0"/>
              <a:t>n  </a:t>
            </a:r>
            <a:r>
              <a:rPr lang="en-US" altLang="zh-CN" sz="2800" dirty="0"/>
              <a:t>)</a:t>
            </a:r>
            <a:r>
              <a:rPr lang="zh-CN" altLang="en-US" sz="2800" dirty="0">
                <a:latin typeface="楷体_GB2312" panose="02010609030101010101" pitchFamily="49" charset="-122"/>
              </a:rPr>
              <a:t>	</a:t>
            </a:r>
            <a:endParaRPr lang="en-US" altLang="zh-CN" sz="2800" dirty="0">
              <a:latin typeface="楷体_GB2312" panose="02010609030101010101" pitchFamily="49" charset="-122"/>
            </a:endParaRPr>
          </a:p>
        </p:txBody>
      </p:sp>
      <p:grpSp>
        <p:nvGrpSpPr>
          <p:cNvPr id="4" name="Group 116"/>
          <p:cNvGrpSpPr/>
          <p:nvPr/>
        </p:nvGrpSpPr>
        <p:grpSpPr bwMode="auto">
          <a:xfrm>
            <a:off x="1093913" y="135086"/>
            <a:ext cx="3949129" cy="628650"/>
            <a:chOff x="288" y="84"/>
            <a:chExt cx="2138" cy="396"/>
          </a:xfrm>
        </p:grpSpPr>
        <p:sp>
          <p:nvSpPr>
            <p:cNvPr id="59417" name="Oval 57"/>
            <p:cNvSpPr>
              <a:spLocks noChangeArrowheads="1"/>
            </p:cNvSpPr>
            <p:nvPr/>
          </p:nvSpPr>
          <p:spPr bwMode="auto">
            <a:xfrm>
              <a:off x="288" y="84"/>
              <a:ext cx="1872" cy="396"/>
            </a:xfrm>
            <a:prstGeom prst="ellipse">
              <a:avLst/>
            </a:prstGeom>
            <a:solidFill>
              <a:srgbClr val="FFFFCD"/>
            </a:solidFill>
            <a:ln w="12700" cap="sq">
              <a:noFill/>
              <a:round/>
            </a:ln>
            <a:effectLst>
              <a:outerShdw dist="96720" dir="1391915" algn="ctr" rotWithShape="0">
                <a:srgbClr val="B0B0B0"/>
              </a:outerShdw>
            </a:effectLst>
          </p:spPr>
          <p:txBody>
            <a:bodyPr wrap="none" anchor="ctr"/>
            <a:lstStyle/>
            <a:p>
              <a:endParaRPr lang="zh-CN" altLang="en-US"/>
            </a:p>
          </p:txBody>
        </p:sp>
        <p:sp>
          <p:nvSpPr>
            <p:cNvPr id="59418" name="Text Box 58"/>
            <p:cNvSpPr txBox="1">
              <a:spLocks noChangeArrowheads="1"/>
            </p:cNvSpPr>
            <p:nvPr/>
          </p:nvSpPr>
          <p:spPr bwMode="auto">
            <a:xfrm>
              <a:off x="372" y="96"/>
              <a:ext cx="2054" cy="349"/>
            </a:xfrm>
            <a:prstGeom prst="rect">
              <a:avLst/>
            </a:prstGeom>
            <a:noFill/>
            <a:ln w="12700" cap="sq">
              <a:noFill/>
              <a:miter lim="800000"/>
            </a:ln>
          </p:spPr>
          <p:txBody>
            <a:bodyPr>
              <a:spAutoFit/>
            </a:bodyPr>
            <a:lstStyle/>
            <a:p>
              <a:pPr fontAlgn="base">
                <a:spcBef>
                  <a:spcPct val="0"/>
                </a:spcBef>
              </a:pPr>
              <a:r>
                <a:rPr lang="en-US" altLang="zh-CN" sz="3000">
                  <a:solidFill>
                    <a:srgbClr val="000099"/>
                  </a:solidFill>
                  <a:latin typeface="幼圆" pitchFamily="49" charset="-122"/>
                  <a:ea typeface="幼圆" pitchFamily="49" charset="-122"/>
                </a:rPr>
                <a:t>2.2.2</a:t>
              </a:r>
              <a:r>
                <a:rPr lang="zh-CN" altLang="en-US" sz="3000">
                  <a:solidFill>
                    <a:srgbClr val="000099"/>
                  </a:solidFill>
                  <a:latin typeface="幼圆" pitchFamily="49" charset="-122"/>
                  <a:ea typeface="幼圆" pitchFamily="49" charset="-122"/>
                </a:rPr>
                <a:t> 基本算法 </a:t>
              </a:r>
              <a:endParaRPr lang="zh-CN" altLang="en-US" sz="3000">
                <a:solidFill>
                  <a:srgbClr val="000099"/>
                </a:solidFill>
                <a:latin typeface="幼圆" pitchFamily="49" charset="-122"/>
                <a:ea typeface="幼圆" pitchFamily="49" charset="-122"/>
              </a:endParaRPr>
            </a:p>
          </p:txBody>
        </p:sp>
      </p:grpSp>
      <p:grpSp>
        <p:nvGrpSpPr>
          <p:cNvPr id="7" name="Group 90"/>
          <p:cNvGrpSpPr/>
          <p:nvPr/>
        </p:nvGrpSpPr>
        <p:grpSpPr bwMode="auto">
          <a:xfrm>
            <a:off x="3652095" y="2418436"/>
            <a:ext cx="1038468" cy="461963"/>
            <a:chOff x="2330" y="1524"/>
            <a:chExt cx="634" cy="291"/>
          </a:xfrm>
        </p:grpSpPr>
        <p:sp>
          <p:nvSpPr>
            <p:cNvPr id="59411" name="AutoShape 92"/>
            <p:cNvSpPr>
              <a:spLocks noChangeArrowheads="1"/>
            </p:cNvSpPr>
            <p:nvPr/>
          </p:nvSpPr>
          <p:spPr bwMode="auto">
            <a:xfrm>
              <a:off x="2748" y="1524"/>
              <a:ext cx="216" cy="216"/>
            </a:xfrm>
            <a:prstGeom prst="upArrow">
              <a:avLst>
                <a:gd name="adj1" fmla="val 50000"/>
                <a:gd name="adj2" fmla="val 25000"/>
              </a:avLst>
            </a:prstGeom>
            <a:gradFill rotWithShape="0">
              <a:gsLst>
                <a:gs pos="0">
                  <a:srgbClr val="760000"/>
                </a:gs>
                <a:gs pos="50000">
                  <a:srgbClr val="FF0000"/>
                </a:gs>
                <a:gs pos="100000">
                  <a:srgbClr val="760000"/>
                </a:gs>
              </a:gsLst>
              <a:lin ang="0" scaled="1"/>
            </a:gradFill>
            <a:ln w="12700" cap="sq">
              <a:noFill/>
              <a:miter lim="800000"/>
            </a:ln>
          </p:spPr>
          <p:txBody>
            <a:bodyPr wrap="none" anchor="ctr"/>
            <a:lstStyle/>
            <a:p>
              <a:endParaRPr lang="zh-CN" altLang="en-US"/>
            </a:p>
          </p:txBody>
        </p:sp>
        <p:sp>
          <p:nvSpPr>
            <p:cNvPr id="59412" name="Text Box 93"/>
            <p:cNvSpPr txBox="1">
              <a:spLocks noChangeArrowheads="1"/>
            </p:cNvSpPr>
            <p:nvPr/>
          </p:nvSpPr>
          <p:spPr bwMode="auto">
            <a:xfrm>
              <a:off x="2330" y="1524"/>
              <a:ext cx="372" cy="291"/>
            </a:xfrm>
            <a:prstGeom prst="rect">
              <a:avLst/>
            </a:prstGeom>
            <a:noFill/>
            <a:ln w="12700" cap="sq">
              <a:noFill/>
              <a:miter lim="800000"/>
            </a:ln>
          </p:spPr>
          <p:txBody>
            <a:bodyPr wrap="none">
              <a:spAutoFit/>
            </a:bodyPr>
            <a:lstStyle/>
            <a:p>
              <a:pPr algn="ctr"/>
              <a:r>
                <a:rPr lang="zh-CN" altLang="en-US" sz="2400" dirty="0">
                  <a:solidFill>
                    <a:srgbClr val="FF3300"/>
                  </a:solidFill>
                  <a:ea typeface="宋体" pitchFamily="2" charset="-122"/>
                  <a:cs typeface="Times New Roman" panose="02020503050405090304" pitchFamily="18" charset="0"/>
                </a:rPr>
                <a:t>• • •</a:t>
              </a:r>
              <a:endParaRPr lang="zh-CN" altLang="en-US" sz="2400" dirty="0">
                <a:solidFill>
                  <a:srgbClr val="FF3300"/>
                </a:solidFill>
                <a:ea typeface="宋体" pitchFamily="2" charset="-122"/>
                <a:cs typeface="Times New Roman" panose="02020503050405090304" pitchFamily="18" charset="0"/>
              </a:endParaRPr>
            </a:p>
          </p:txBody>
        </p:sp>
      </p:grpSp>
      <p:sp>
        <p:nvSpPr>
          <p:cNvPr id="300130" name="Text Box 98"/>
          <p:cNvSpPr txBox="1">
            <a:spLocks noChangeArrowheads="1"/>
          </p:cNvSpPr>
          <p:nvPr/>
        </p:nvSpPr>
        <p:spPr bwMode="auto">
          <a:xfrm>
            <a:off x="1703511" y="3498999"/>
            <a:ext cx="7783599" cy="2959100"/>
          </a:xfrm>
          <a:prstGeom prst="rect">
            <a:avLst/>
          </a:prstGeom>
          <a:noFill/>
          <a:ln w="9525">
            <a:noFill/>
            <a:miter lim="800000"/>
          </a:ln>
        </p:spPr>
        <p:txBody>
          <a:bodyPr wrap="square">
            <a:spAutoFit/>
          </a:bodyPr>
          <a:lstStyle/>
          <a:p>
            <a:pPr eaLnBrk="1" fontAlgn="base" hangingPunct="1">
              <a:lnSpc>
                <a:spcPct val="90000"/>
              </a:lnSpc>
              <a:spcBef>
                <a:spcPct val="0"/>
              </a:spcBef>
            </a:pPr>
            <a:r>
              <a:rPr lang="en-US" altLang="zh-CN" sz="2500" dirty="0" err="1">
                <a:solidFill>
                  <a:srgbClr val="000099"/>
                </a:solidFill>
              </a:rPr>
              <a:t>int</a:t>
            </a:r>
            <a:r>
              <a:rPr lang="en-US" altLang="zh-CN" sz="2500" dirty="0">
                <a:solidFill>
                  <a:srgbClr val="000099"/>
                </a:solidFill>
              </a:rPr>
              <a:t> </a:t>
            </a:r>
            <a:r>
              <a:rPr lang="en-US" altLang="zh-CN" sz="2500" dirty="0" err="1">
                <a:solidFill>
                  <a:srgbClr val="000099"/>
                </a:solidFill>
              </a:rPr>
              <a:t>searchElem</a:t>
            </a:r>
            <a:r>
              <a:rPr lang="en-US" altLang="zh-CN" sz="2500" dirty="0">
                <a:solidFill>
                  <a:srgbClr val="000099"/>
                </a:solidFill>
              </a:rPr>
              <a:t>(</a:t>
            </a:r>
            <a:r>
              <a:rPr lang="en-US" altLang="zh-CN" sz="2500" dirty="0" err="1">
                <a:solidFill>
                  <a:srgbClr val="000099"/>
                </a:solidFill>
              </a:rPr>
              <a:t>ElemType</a:t>
            </a:r>
            <a:r>
              <a:rPr lang="en-US" altLang="zh-CN" sz="2500" dirty="0">
                <a:solidFill>
                  <a:srgbClr val="000099"/>
                </a:solidFill>
              </a:rPr>
              <a:t> list[ ], </a:t>
            </a:r>
            <a:r>
              <a:rPr lang="en-US" altLang="zh-CN" sz="2500" dirty="0" err="1">
                <a:solidFill>
                  <a:srgbClr val="000099"/>
                </a:solidFill>
              </a:rPr>
              <a:t>int</a:t>
            </a:r>
            <a:r>
              <a:rPr lang="en-US" altLang="zh-CN" sz="2500" dirty="0">
                <a:solidFill>
                  <a:srgbClr val="000099"/>
                </a:solidFill>
              </a:rPr>
              <a:t> n, </a:t>
            </a:r>
            <a:r>
              <a:rPr lang="en-US" altLang="zh-CN" sz="2500" dirty="0" err="1">
                <a:solidFill>
                  <a:srgbClr val="000099"/>
                </a:solidFill>
              </a:rPr>
              <a:t>ElemType</a:t>
            </a:r>
            <a:r>
              <a:rPr lang="en-US" altLang="zh-CN" sz="2500" dirty="0">
                <a:solidFill>
                  <a:srgbClr val="000099"/>
                </a:solidFill>
              </a:rPr>
              <a:t> item)</a:t>
            </a:r>
            <a:endParaRPr lang="en-US" altLang="zh-CN" sz="2500" dirty="0">
              <a:solidFill>
                <a:srgbClr val="000099"/>
              </a:solidFill>
            </a:endParaRPr>
          </a:p>
          <a:p>
            <a:pPr eaLnBrk="1" fontAlgn="base" hangingPunct="1">
              <a:lnSpc>
                <a:spcPct val="90000"/>
              </a:lnSpc>
              <a:spcBef>
                <a:spcPct val="0"/>
              </a:spcBef>
            </a:pPr>
            <a:r>
              <a:rPr lang="en-US" altLang="zh-CN" sz="2600" dirty="0">
                <a:solidFill>
                  <a:srgbClr val="000099"/>
                </a:solidFill>
              </a:rPr>
              <a:t>{ </a:t>
            </a:r>
            <a:endParaRPr lang="en-US" altLang="zh-CN" sz="2600" dirty="0">
              <a:solidFill>
                <a:srgbClr val="000099"/>
              </a:solidFill>
            </a:endParaRPr>
          </a:p>
          <a:p>
            <a:pPr eaLnBrk="1" fontAlgn="base" hangingPunct="1">
              <a:lnSpc>
                <a:spcPct val="90000"/>
              </a:lnSpc>
              <a:spcBef>
                <a:spcPct val="0"/>
              </a:spcBef>
            </a:pPr>
            <a:r>
              <a:rPr lang="en-US" altLang="zh-CN" sz="2600" dirty="0">
                <a:solidFill>
                  <a:srgbClr val="000099"/>
                </a:solidFill>
              </a:rPr>
              <a:t>      </a:t>
            </a:r>
            <a:r>
              <a:rPr lang="en-US" altLang="zh-CN" sz="2600" dirty="0" err="1">
                <a:solidFill>
                  <a:srgbClr val="000099"/>
                </a:solidFill>
              </a:rPr>
              <a:t>int</a:t>
            </a:r>
            <a:r>
              <a:rPr lang="en-US" altLang="zh-CN" sz="2600" dirty="0">
                <a:solidFill>
                  <a:srgbClr val="000099"/>
                </a:solidFill>
              </a:rPr>
              <a:t> </a:t>
            </a:r>
            <a:r>
              <a:rPr lang="en-US" altLang="zh-CN" sz="2600" dirty="0" err="1">
                <a:solidFill>
                  <a:srgbClr val="000099"/>
                </a:solidFill>
              </a:rPr>
              <a:t>i</a:t>
            </a:r>
            <a:r>
              <a:rPr lang="en-US" altLang="zh-CN" sz="2600" dirty="0">
                <a:solidFill>
                  <a:srgbClr val="000099"/>
                </a:solidFill>
              </a:rPr>
              <a:t>;</a:t>
            </a:r>
            <a:endParaRPr lang="en-US" altLang="zh-CN" sz="2600" dirty="0">
              <a:solidFill>
                <a:srgbClr val="000099"/>
              </a:solidFill>
              <a:latin typeface="宋体" pitchFamily="2" charset="-122"/>
            </a:endParaRPr>
          </a:p>
          <a:p>
            <a:pPr algn="just" fontAlgn="base">
              <a:lnSpc>
                <a:spcPct val="90000"/>
              </a:lnSpc>
              <a:spcBef>
                <a:spcPct val="0"/>
              </a:spcBef>
            </a:pPr>
            <a:r>
              <a:rPr lang="en-US" altLang="zh-CN" sz="2600" dirty="0">
                <a:solidFill>
                  <a:srgbClr val="000099"/>
                </a:solidFill>
                <a:latin typeface="宋体" pitchFamily="2" charset="-122"/>
              </a:rPr>
              <a:t>   </a:t>
            </a:r>
            <a:r>
              <a:rPr lang="en-US" altLang="zh-CN" sz="2600" dirty="0">
                <a:solidFill>
                  <a:srgbClr val="000099"/>
                </a:solidFill>
              </a:rPr>
              <a:t>for(</a:t>
            </a:r>
            <a:r>
              <a:rPr lang="en-US" altLang="zh-CN" sz="2600" dirty="0" err="1">
                <a:solidFill>
                  <a:srgbClr val="000099"/>
                </a:solidFill>
              </a:rPr>
              <a:t>i</a:t>
            </a:r>
            <a:r>
              <a:rPr lang="en-US" altLang="zh-CN" sz="2600" dirty="0">
                <a:solidFill>
                  <a:srgbClr val="000099"/>
                </a:solidFill>
              </a:rPr>
              <a:t>=0;i&lt;</a:t>
            </a:r>
            <a:r>
              <a:rPr lang="en-US" altLang="zh-CN" sz="2600" dirty="0" err="1">
                <a:solidFill>
                  <a:srgbClr val="000099"/>
                </a:solidFill>
              </a:rPr>
              <a:t>n;i</a:t>
            </a:r>
            <a:r>
              <a:rPr lang="en-US" altLang="zh-CN" sz="2600" dirty="0">
                <a:solidFill>
                  <a:srgbClr val="000099"/>
                </a:solidFill>
              </a:rPr>
              <a:t>++)</a:t>
            </a:r>
            <a:endParaRPr lang="en-US" altLang="zh-CN" sz="2600" dirty="0">
              <a:solidFill>
                <a:srgbClr val="000099"/>
              </a:solidFill>
            </a:endParaRPr>
          </a:p>
          <a:p>
            <a:pPr algn="just" fontAlgn="base">
              <a:lnSpc>
                <a:spcPct val="90000"/>
              </a:lnSpc>
              <a:spcBef>
                <a:spcPct val="0"/>
              </a:spcBef>
            </a:pPr>
            <a:r>
              <a:rPr lang="en-US" altLang="zh-CN" sz="2600" dirty="0">
                <a:solidFill>
                  <a:srgbClr val="000099"/>
                </a:solidFill>
              </a:rPr>
              <a:t>          if(list[</a:t>
            </a:r>
            <a:r>
              <a:rPr lang="en-US" altLang="zh-CN" sz="2600" dirty="0" err="1">
                <a:solidFill>
                  <a:srgbClr val="000099"/>
                </a:solidFill>
              </a:rPr>
              <a:t>i</a:t>
            </a:r>
            <a:r>
              <a:rPr lang="en-US" altLang="zh-CN" sz="2600" dirty="0">
                <a:solidFill>
                  <a:srgbClr val="000099"/>
                </a:solidFill>
              </a:rPr>
              <a:t>]==item) </a:t>
            </a:r>
            <a:endParaRPr lang="en-US" altLang="zh-CN" sz="2600" dirty="0">
              <a:solidFill>
                <a:srgbClr val="000099"/>
              </a:solidFill>
            </a:endParaRPr>
          </a:p>
          <a:p>
            <a:pPr algn="just" fontAlgn="base">
              <a:lnSpc>
                <a:spcPct val="90000"/>
              </a:lnSpc>
              <a:spcBef>
                <a:spcPct val="0"/>
              </a:spcBef>
            </a:pPr>
            <a:r>
              <a:rPr lang="en-US" altLang="zh-CN" sz="2600" dirty="0">
                <a:solidFill>
                  <a:srgbClr val="000099"/>
                </a:solidFill>
              </a:rPr>
              <a:t>              return  </a:t>
            </a:r>
            <a:r>
              <a:rPr lang="en-US" altLang="zh-CN" sz="2600" dirty="0" err="1">
                <a:solidFill>
                  <a:srgbClr val="000099"/>
                </a:solidFill>
              </a:rPr>
              <a:t>i</a:t>
            </a:r>
            <a:r>
              <a:rPr lang="en-US" altLang="zh-CN" sz="2600" dirty="0">
                <a:solidFill>
                  <a:srgbClr val="000099"/>
                </a:solidFill>
              </a:rPr>
              <a:t> ; </a:t>
            </a:r>
            <a:r>
              <a:rPr lang="en-US" altLang="zh-CN" sz="2200" dirty="0">
                <a:solidFill>
                  <a:srgbClr val="000099"/>
                </a:solidFill>
              </a:rPr>
              <a:t>/* </a:t>
            </a:r>
            <a:r>
              <a:rPr lang="zh-CN" altLang="zh-CN" sz="2200" dirty="0">
                <a:solidFill>
                  <a:srgbClr val="000099"/>
                </a:solidFill>
                <a:latin typeface="幼圆" pitchFamily="49" charset="-122"/>
                <a:ea typeface="幼圆" pitchFamily="49" charset="-122"/>
              </a:rPr>
              <a:t>查找成功,</a:t>
            </a:r>
            <a:r>
              <a:rPr lang="zh-CN" altLang="en-US" sz="2200" dirty="0">
                <a:solidFill>
                  <a:srgbClr val="000099"/>
                </a:solidFill>
                <a:latin typeface="幼圆" pitchFamily="49" charset="-122"/>
                <a:ea typeface="幼圆" pitchFamily="49" charset="-122"/>
              </a:rPr>
              <a:t> </a:t>
            </a:r>
            <a:r>
              <a:rPr lang="zh-CN" altLang="zh-CN" sz="2200" dirty="0">
                <a:solidFill>
                  <a:srgbClr val="000099"/>
                </a:solidFill>
                <a:latin typeface="幼圆" pitchFamily="49" charset="-122"/>
                <a:ea typeface="幼圆" pitchFamily="49" charset="-122"/>
              </a:rPr>
              <a:t>返回</a:t>
            </a:r>
            <a:r>
              <a:rPr lang="zh-CN" altLang="en-US" sz="2200" dirty="0">
                <a:solidFill>
                  <a:srgbClr val="000099"/>
                </a:solidFill>
                <a:latin typeface="幼圆" pitchFamily="49" charset="-122"/>
                <a:ea typeface="幼圆" pitchFamily="49" charset="-122"/>
              </a:rPr>
              <a:t>在表中位置</a:t>
            </a:r>
            <a:r>
              <a:rPr lang="en-US" altLang="zh-CN" sz="2200" dirty="0">
                <a:solidFill>
                  <a:srgbClr val="000099"/>
                </a:solidFill>
              </a:rPr>
              <a:t> */</a:t>
            </a:r>
            <a:endParaRPr lang="en-US" altLang="zh-CN" sz="2200" dirty="0">
              <a:solidFill>
                <a:srgbClr val="000099"/>
              </a:solidFill>
            </a:endParaRPr>
          </a:p>
          <a:p>
            <a:pPr algn="just" fontAlgn="base">
              <a:lnSpc>
                <a:spcPct val="90000"/>
              </a:lnSpc>
              <a:spcBef>
                <a:spcPct val="0"/>
              </a:spcBef>
            </a:pPr>
            <a:r>
              <a:rPr lang="en-US" altLang="zh-CN" sz="2600" dirty="0">
                <a:solidFill>
                  <a:srgbClr val="000099"/>
                </a:solidFill>
              </a:rPr>
              <a:t>      return </a:t>
            </a:r>
            <a:r>
              <a:rPr lang="en-US" altLang="zh-CN" sz="2600" dirty="0">
                <a:solidFill>
                  <a:srgbClr val="000099"/>
                </a:solidFill>
                <a:latin typeface="宋体" pitchFamily="2" charset="-122"/>
                <a:ea typeface="宋体" pitchFamily="2" charset="-122"/>
              </a:rPr>
              <a:t>-</a:t>
            </a:r>
            <a:r>
              <a:rPr lang="en-US" altLang="zh-CN" sz="2600" dirty="0">
                <a:solidFill>
                  <a:srgbClr val="000099"/>
                </a:solidFill>
              </a:rPr>
              <a:t>1;             </a:t>
            </a:r>
            <a:r>
              <a:rPr lang="en-US" altLang="zh-CN" sz="2200" dirty="0">
                <a:solidFill>
                  <a:srgbClr val="000099"/>
                </a:solidFill>
              </a:rPr>
              <a:t>/*  </a:t>
            </a:r>
            <a:r>
              <a:rPr lang="zh-CN" altLang="zh-CN" sz="2200" dirty="0">
                <a:solidFill>
                  <a:srgbClr val="000099"/>
                </a:solidFill>
                <a:latin typeface="幼圆" pitchFamily="49" charset="-122"/>
                <a:ea typeface="幼圆" pitchFamily="49" charset="-122"/>
              </a:rPr>
              <a:t>查找失败,</a:t>
            </a:r>
            <a:r>
              <a:rPr lang="zh-CN" altLang="en-US" sz="2200" dirty="0">
                <a:solidFill>
                  <a:srgbClr val="000099"/>
                </a:solidFill>
                <a:latin typeface="幼圆" pitchFamily="49" charset="-122"/>
                <a:ea typeface="幼圆" pitchFamily="49" charset="-122"/>
              </a:rPr>
              <a:t> </a:t>
            </a:r>
            <a:r>
              <a:rPr lang="zh-CN" altLang="zh-CN" sz="2200" dirty="0">
                <a:solidFill>
                  <a:srgbClr val="000099"/>
                </a:solidFill>
                <a:latin typeface="幼圆" pitchFamily="49" charset="-122"/>
                <a:ea typeface="幼圆" pitchFamily="49" charset="-122"/>
              </a:rPr>
              <a:t>返回信息</a:t>
            </a:r>
            <a:r>
              <a:rPr lang="zh-CN" altLang="en-US" sz="2200" dirty="0">
                <a:solidFill>
                  <a:srgbClr val="000099"/>
                </a:solidFill>
                <a:latin typeface="宋体" pitchFamily="2" charset="-122"/>
                <a:ea typeface="宋体" pitchFamily="2" charset="-122"/>
              </a:rPr>
              <a:t>-</a:t>
            </a:r>
            <a:r>
              <a:rPr lang="zh-CN" altLang="en-US" sz="2200" dirty="0">
                <a:solidFill>
                  <a:srgbClr val="000099"/>
                </a:solidFill>
              </a:rPr>
              <a:t>1 */</a:t>
            </a:r>
            <a:endParaRPr lang="zh-CN" altLang="en-US" sz="2200" dirty="0">
              <a:solidFill>
                <a:srgbClr val="000099"/>
              </a:solidFill>
            </a:endParaRPr>
          </a:p>
          <a:p>
            <a:pPr algn="just" fontAlgn="base">
              <a:lnSpc>
                <a:spcPct val="90000"/>
              </a:lnSpc>
              <a:spcBef>
                <a:spcPct val="0"/>
              </a:spcBef>
            </a:pPr>
            <a:r>
              <a:rPr lang="zh-CN" altLang="en-US" sz="2600" dirty="0">
                <a:solidFill>
                  <a:srgbClr val="000099"/>
                </a:solidFill>
              </a:rPr>
              <a:t>}</a:t>
            </a:r>
            <a:endParaRPr lang="en-US" altLang="zh-CN" sz="2600" dirty="0"/>
          </a:p>
        </p:txBody>
      </p:sp>
      <p:grpSp>
        <p:nvGrpSpPr>
          <p:cNvPr id="8" name="Group 103"/>
          <p:cNvGrpSpPr/>
          <p:nvPr/>
        </p:nvGrpSpPr>
        <p:grpSpPr bwMode="auto">
          <a:xfrm>
            <a:off x="6656512" y="2778275"/>
            <a:ext cx="2456944" cy="560387"/>
            <a:chOff x="3684" y="1848"/>
            <a:chExt cx="1500" cy="353"/>
          </a:xfrm>
        </p:grpSpPr>
        <p:sp>
          <p:nvSpPr>
            <p:cNvPr id="59408" name="Text Box 76"/>
            <p:cNvSpPr txBox="1">
              <a:spLocks noChangeArrowheads="1"/>
            </p:cNvSpPr>
            <p:nvPr/>
          </p:nvSpPr>
          <p:spPr bwMode="auto">
            <a:xfrm>
              <a:off x="3828" y="1893"/>
              <a:ext cx="1356" cy="308"/>
            </a:xfrm>
            <a:prstGeom prst="rect">
              <a:avLst/>
            </a:prstGeom>
            <a:noFill/>
            <a:ln w="12700" cap="sq">
              <a:noFill/>
              <a:miter lim="800000"/>
            </a:ln>
          </p:spPr>
          <p:txBody>
            <a:bodyPr>
              <a:spAutoFit/>
            </a:bodyPr>
            <a:lstStyle/>
            <a:p>
              <a:r>
                <a:rPr kumimoji="1" lang="zh-CN" altLang="en-US" sz="2600">
                  <a:solidFill>
                    <a:srgbClr val="000099"/>
                  </a:solidFill>
                  <a:latin typeface="黑体" panose="02010609060101010101" pitchFamily="2" charset="-122"/>
                  <a:ea typeface="黑体" panose="02010609060101010101" pitchFamily="2" charset="-122"/>
                </a:rPr>
                <a:t>顺序查找法</a:t>
              </a:r>
              <a:endParaRPr kumimoji="1" lang="zh-CN" altLang="en-US" sz="2600">
                <a:solidFill>
                  <a:srgbClr val="000099"/>
                </a:solidFill>
                <a:latin typeface="黑体" panose="02010609060101010101" pitchFamily="2" charset="-122"/>
                <a:ea typeface="黑体" panose="02010609060101010101" pitchFamily="2" charset="-122"/>
              </a:endParaRPr>
            </a:p>
          </p:txBody>
        </p:sp>
        <p:sp>
          <p:nvSpPr>
            <p:cNvPr id="59409" name="AutoShape 102"/>
            <p:cNvSpPr>
              <a:spLocks noChangeArrowheads="1"/>
            </p:cNvSpPr>
            <p:nvPr/>
          </p:nvSpPr>
          <p:spPr bwMode="auto">
            <a:xfrm>
              <a:off x="3684" y="1848"/>
              <a:ext cx="1428" cy="336"/>
            </a:xfrm>
            <a:prstGeom prst="wedgeEllipseCallout">
              <a:avLst>
                <a:gd name="adj1" fmla="val -44259"/>
                <a:gd name="adj2" fmla="val 111903"/>
              </a:avLst>
            </a:prstGeom>
            <a:noFill/>
            <a:ln w="57150" cap="sq">
              <a:solidFill>
                <a:srgbClr val="FF6600"/>
              </a:solidFill>
              <a:miter lim="800000"/>
            </a:ln>
          </p:spPr>
          <p:txBody>
            <a:bodyPr anchor="ctr"/>
            <a:lstStyle/>
            <a:p>
              <a:pPr algn="ctr"/>
              <a:endParaRPr lang="zh-CN" altLang="en-US" sz="2600"/>
            </a:p>
          </p:txBody>
        </p:sp>
      </p:grpSp>
      <p:sp>
        <p:nvSpPr>
          <p:cNvPr id="300136" name="Rectangle 104"/>
          <p:cNvSpPr>
            <a:spLocks noChangeArrowheads="1"/>
          </p:cNvSpPr>
          <p:nvPr/>
        </p:nvSpPr>
        <p:spPr bwMode="auto">
          <a:xfrm>
            <a:off x="5894512" y="4421337"/>
            <a:ext cx="2974540" cy="549275"/>
          </a:xfrm>
          <a:prstGeom prst="rect">
            <a:avLst/>
          </a:prstGeom>
          <a:noFill/>
          <a:ln w="12700" cap="sq">
            <a:noFill/>
            <a:miter lim="800000"/>
          </a:ln>
          <a:effectLst>
            <a:outerShdw dist="17961" dir="2700000" algn="ctr" rotWithShape="0">
              <a:schemeClr val="bg1"/>
            </a:outerShdw>
          </a:effectLst>
        </p:spPr>
        <p:txBody>
          <a:bodyPr wrap="square">
            <a:spAutoFit/>
          </a:bodyPr>
          <a:lstStyle/>
          <a:p>
            <a:r>
              <a:rPr lang="zh-CN" altLang="en-US" sz="2800" dirty="0">
                <a:solidFill>
                  <a:srgbClr val="FF3300"/>
                </a:solidFill>
                <a:ea typeface="幼圆" pitchFamily="49" charset="-122"/>
              </a:rPr>
              <a:t>时间复杂度</a:t>
            </a:r>
            <a:r>
              <a:rPr lang="en-US" altLang="zh-CN" sz="3000" dirty="0">
                <a:solidFill>
                  <a:srgbClr val="FF3300"/>
                </a:solidFill>
              </a:rPr>
              <a:t>O</a:t>
            </a:r>
            <a:r>
              <a:rPr lang="en-US" altLang="zh-CN" sz="2800" dirty="0">
                <a:solidFill>
                  <a:srgbClr val="FF3300"/>
                </a:solidFill>
              </a:rPr>
              <a:t>(n)</a:t>
            </a:r>
            <a:endParaRPr lang="zh-CN" altLang="en-US" sz="2800" dirty="0">
              <a:solidFill>
                <a:srgbClr val="FF33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2" fill="hold" grpId="0" nodeType="clickEffect">
                                  <p:stCondLst>
                                    <p:cond delay="0"/>
                                  </p:stCondLst>
                                  <p:childTnLst>
                                    <p:set>
                                      <p:cBhvr>
                                        <p:cTn id="12" dur="1" fill="hold">
                                          <p:stCondLst>
                                            <p:cond delay="0"/>
                                          </p:stCondLst>
                                        </p:cTn>
                                        <p:tgtEl>
                                          <p:spTgt spid="300041"/>
                                        </p:tgtEl>
                                        <p:attrNameLst>
                                          <p:attrName>style.visibility</p:attrName>
                                        </p:attrNameLst>
                                      </p:cBhvr>
                                      <p:to>
                                        <p:strVal val="visible"/>
                                      </p:to>
                                    </p:set>
                                    <p:animEffect transition="in" filter="wipe(right)">
                                      <p:cBhvr>
                                        <p:cTn id="13" dur="500"/>
                                        <p:tgtEl>
                                          <p:spTgt spid="30004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down)">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additive="base">
                                        <p:cTn id="23" dur="500" fill="hold"/>
                                        <p:tgtEl>
                                          <p:spTgt spid="2"/>
                                        </p:tgtEl>
                                        <p:attrNameLst>
                                          <p:attrName>ppt_x</p:attrName>
                                        </p:attrNameLst>
                                      </p:cBhvr>
                                      <p:tavLst>
                                        <p:tav tm="0">
                                          <p:val>
                                            <p:strVal val="#ppt_x"/>
                                          </p:val>
                                        </p:tav>
                                        <p:tav tm="100000">
                                          <p:val>
                                            <p:strVal val="#ppt_x"/>
                                          </p:val>
                                        </p:tav>
                                      </p:tavLst>
                                    </p:anim>
                                    <p:anim calcmode="lin" valueType="num">
                                      <p:cBhvr additive="base">
                                        <p:cTn id="2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300130"/>
                                        </p:tgtEl>
                                        <p:attrNameLst>
                                          <p:attrName>style.visibility</p:attrName>
                                        </p:attrNameLst>
                                      </p:cBhvr>
                                      <p:to>
                                        <p:strVal val="visible"/>
                                      </p:to>
                                    </p:set>
                                    <p:animEffect transition="in" filter="blinds(horizontal)">
                                      <p:cBhvr>
                                        <p:cTn id="29" dur="500"/>
                                        <p:tgtEl>
                                          <p:spTgt spid="300130"/>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nodeType="click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wipe(up)">
                                      <p:cBhvr>
                                        <p:cTn id="34" dur="500"/>
                                        <p:tgtEl>
                                          <p:spTgt spid="8"/>
                                        </p:tgtEl>
                                      </p:cBhvr>
                                    </p:animEffect>
                                  </p:childTnLst>
                                </p:cTn>
                              </p:par>
                            </p:childTnLst>
                          </p:cTn>
                        </p:par>
                      </p:childTnLst>
                    </p:cTn>
                  </p:par>
                  <p:par>
                    <p:cTn id="35" fill="hold">
                      <p:stCondLst>
                        <p:cond delay="indefinite"/>
                      </p:stCondLst>
                      <p:childTnLst>
                        <p:par>
                          <p:cTn id="36" fill="hold">
                            <p:stCondLst>
                              <p:cond delay="0"/>
                            </p:stCondLst>
                            <p:childTnLst>
                              <p:par>
                                <p:cTn id="37" presetID="23" presetClass="entr" presetSubtype="528" fill="hold" grpId="0" nodeType="clickEffect">
                                  <p:stCondLst>
                                    <p:cond delay="0"/>
                                  </p:stCondLst>
                                  <p:childTnLst>
                                    <p:set>
                                      <p:cBhvr>
                                        <p:cTn id="38" dur="1" fill="hold">
                                          <p:stCondLst>
                                            <p:cond delay="0"/>
                                          </p:stCondLst>
                                        </p:cTn>
                                        <p:tgtEl>
                                          <p:spTgt spid="300136"/>
                                        </p:tgtEl>
                                        <p:attrNameLst>
                                          <p:attrName>style.visibility</p:attrName>
                                        </p:attrNameLst>
                                      </p:cBhvr>
                                      <p:to>
                                        <p:strVal val="visible"/>
                                      </p:to>
                                    </p:set>
                                    <p:anim calcmode="lin" valueType="num">
                                      <p:cBhvr>
                                        <p:cTn id="39" dur="500" fill="hold"/>
                                        <p:tgtEl>
                                          <p:spTgt spid="300136"/>
                                        </p:tgtEl>
                                        <p:attrNameLst>
                                          <p:attrName>ppt_w</p:attrName>
                                        </p:attrNameLst>
                                      </p:cBhvr>
                                      <p:tavLst>
                                        <p:tav tm="0">
                                          <p:val>
                                            <p:fltVal val="0"/>
                                          </p:val>
                                        </p:tav>
                                        <p:tav tm="100000">
                                          <p:val>
                                            <p:strVal val="#ppt_w"/>
                                          </p:val>
                                        </p:tav>
                                      </p:tavLst>
                                    </p:anim>
                                    <p:anim calcmode="lin" valueType="num">
                                      <p:cBhvr>
                                        <p:cTn id="40" dur="500" fill="hold"/>
                                        <p:tgtEl>
                                          <p:spTgt spid="300136"/>
                                        </p:tgtEl>
                                        <p:attrNameLst>
                                          <p:attrName>ppt_h</p:attrName>
                                        </p:attrNameLst>
                                      </p:cBhvr>
                                      <p:tavLst>
                                        <p:tav tm="0">
                                          <p:val>
                                            <p:fltVal val="0"/>
                                          </p:val>
                                        </p:tav>
                                        <p:tav tm="100000">
                                          <p:val>
                                            <p:strVal val="#ppt_h"/>
                                          </p:val>
                                        </p:tav>
                                      </p:tavLst>
                                    </p:anim>
                                    <p:anim calcmode="lin" valueType="num">
                                      <p:cBhvr>
                                        <p:cTn id="41" dur="500" fill="hold"/>
                                        <p:tgtEl>
                                          <p:spTgt spid="300136"/>
                                        </p:tgtEl>
                                        <p:attrNameLst>
                                          <p:attrName>ppt_x</p:attrName>
                                        </p:attrNameLst>
                                      </p:cBhvr>
                                      <p:tavLst>
                                        <p:tav tm="0">
                                          <p:val>
                                            <p:fltVal val="0.5"/>
                                          </p:val>
                                        </p:tav>
                                        <p:tav tm="100000">
                                          <p:val>
                                            <p:strVal val="#ppt_x"/>
                                          </p:val>
                                        </p:tav>
                                      </p:tavLst>
                                    </p:anim>
                                    <p:anim calcmode="lin" valueType="num">
                                      <p:cBhvr>
                                        <p:cTn id="42" dur="500" fill="hold"/>
                                        <p:tgtEl>
                                          <p:spTgt spid="300136"/>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0041" grpId="0" autoUpdateAnimBg="0"/>
      <p:bldP spid="300130" grpId="0"/>
      <p:bldP spid="300136"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grpSp>
        <p:nvGrpSpPr>
          <p:cNvPr id="3" name="Group 129"/>
          <p:cNvGrpSpPr/>
          <p:nvPr/>
        </p:nvGrpSpPr>
        <p:grpSpPr bwMode="auto">
          <a:xfrm>
            <a:off x="1559497" y="1844824"/>
            <a:ext cx="7847013" cy="685800"/>
            <a:chOff x="296" y="624"/>
            <a:chExt cx="4943" cy="432"/>
          </a:xfrm>
        </p:grpSpPr>
        <p:sp>
          <p:nvSpPr>
            <p:cNvPr id="4" name="Rectangle 7"/>
            <p:cNvSpPr>
              <a:spLocks noChangeArrowheads="1"/>
            </p:cNvSpPr>
            <p:nvPr/>
          </p:nvSpPr>
          <p:spPr bwMode="auto">
            <a:xfrm>
              <a:off x="304" y="624"/>
              <a:ext cx="4928" cy="432"/>
            </a:xfrm>
            <a:prstGeom prst="rect">
              <a:avLst/>
            </a:prstGeom>
            <a:solidFill>
              <a:srgbClr val="A7EEFF"/>
            </a:solidFill>
            <a:ln w="12700" cap="sq">
              <a:noFill/>
              <a:miter lim="800000"/>
            </a:ln>
            <a:effectLst>
              <a:outerShdw dist="135003" dir="2471156" algn="ctr" rotWithShape="0">
                <a:srgbClr val="B0B0B0"/>
              </a:outerShdw>
            </a:effectLst>
          </p:spPr>
          <p:txBody>
            <a:bodyPr wrap="none" anchor="ctr"/>
            <a:lstStyle/>
            <a:p>
              <a:endParaRPr lang="zh-CN" altLang="en-US"/>
            </a:p>
          </p:txBody>
        </p:sp>
        <p:sp>
          <p:nvSpPr>
            <p:cNvPr id="5" name="Rectangle 8"/>
            <p:cNvSpPr>
              <a:spLocks noChangeArrowheads="1"/>
            </p:cNvSpPr>
            <p:nvPr/>
          </p:nvSpPr>
          <p:spPr bwMode="auto">
            <a:xfrm>
              <a:off x="296" y="686"/>
              <a:ext cx="4943" cy="330"/>
            </a:xfrm>
            <a:prstGeom prst="rect">
              <a:avLst/>
            </a:prstGeom>
            <a:noFill/>
            <a:ln w="12700" cap="sq">
              <a:noFill/>
              <a:miter lim="800000"/>
            </a:ln>
          </p:spPr>
          <p:txBody>
            <a:bodyPr>
              <a:spAutoFit/>
            </a:bodyPr>
            <a:lstStyle/>
            <a:p>
              <a:pPr fontAlgn="base">
                <a:spcBef>
                  <a:spcPct val="0"/>
                </a:spcBef>
              </a:pPr>
              <a:r>
                <a:rPr kumimoji="1" lang="zh-CN" altLang="en-US" sz="2800" dirty="0">
                  <a:solidFill>
                    <a:schemeClr val="accent2"/>
                  </a:solidFill>
                  <a:latin typeface="黑体" panose="02010609060101010101" pitchFamily="2" charset="-122"/>
                  <a:ea typeface="黑体" panose="02010609060101010101" pitchFamily="2" charset="-122"/>
                </a:rPr>
                <a:t> 如何在</a:t>
              </a:r>
              <a:r>
                <a:rPr kumimoji="1" lang="zh-CN" altLang="en-US" sz="2800" dirty="0">
                  <a:solidFill>
                    <a:srgbClr val="7030A0"/>
                  </a:solidFill>
                  <a:latin typeface="黑体" panose="02010609060101010101" pitchFamily="2" charset="-122"/>
                  <a:ea typeface="黑体" panose="02010609060101010101" pitchFamily="2" charset="-122"/>
                </a:rPr>
                <a:t>有序</a:t>
              </a:r>
              <a:r>
                <a:rPr kumimoji="1" lang="zh-CN" altLang="en-US" sz="2800" dirty="0">
                  <a:solidFill>
                    <a:schemeClr val="accent2"/>
                  </a:solidFill>
                  <a:latin typeface="黑体" panose="02010609060101010101" pitchFamily="2" charset="-122"/>
                  <a:ea typeface="黑体" panose="02010609060101010101" pitchFamily="2" charset="-122"/>
                </a:rPr>
                <a:t>顺序表中查找元素？</a:t>
              </a:r>
              <a:endParaRPr kumimoji="1" lang="zh-CN" altLang="en-US" sz="2800" dirty="0">
                <a:solidFill>
                  <a:schemeClr val="accent2"/>
                </a:solidFill>
                <a:latin typeface="黑体" panose="02010609060101010101" pitchFamily="2" charset="-122"/>
                <a:ea typeface="黑体" panose="02010609060101010101" pitchFamily="2" charset="-122"/>
              </a:endParaRPr>
            </a:p>
          </p:txBody>
        </p:sp>
      </p:grpSp>
      <p:sp>
        <p:nvSpPr>
          <p:cNvPr id="6" name="矩形 5"/>
          <p:cNvSpPr/>
          <p:nvPr/>
        </p:nvSpPr>
        <p:spPr>
          <a:xfrm>
            <a:off x="2135560" y="2780928"/>
            <a:ext cx="7056784" cy="1569660"/>
          </a:xfrm>
          <a:prstGeom prst="rect">
            <a:avLst/>
          </a:prstGeom>
        </p:spPr>
        <p:txBody>
          <a:bodyPr wrap="square">
            <a:spAutoFit/>
          </a:bodyPr>
          <a:lstStyle/>
          <a:p>
            <a:pPr>
              <a:buFont typeface="Wingdings" panose="05000000000000000000" pitchFamily="2" charset="2"/>
              <a:buChar char="n"/>
            </a:pPr>
            <a:r>
              <a:rPr lang="zh-CN" altLang="en-US" dirty="0">
                <a:solidFill>
                  <a:srgbClr val="0000CC"/>
                </a:solidFill>
                <a:ea typeface="宋体" pitchFamily="2" charset="-122"/>
              </a:rPr>
              <a:t> </a:t>
            </a:r>
            <a:r>
              <a:rPr lang="zh-CN" altLang="en-US" sz="2400" b="1" dirty="0">
                <a:solidFill>
                  <a:srgbClr val="0000CC"/>
                </a:solidFill>
                <a:ea typeface="宋体" pitchFamily="2" charset="-122"/>
              </a:rPr>
              <a:t>折半查找算法</a:t>
            </a:r>
            <a:r>
              <a:rPr lang="zh-CN" altLang="en-US" sz="2400" b="1" dirty="0">
                <a:ea typeface="宋体" pitchFamily="2" charset="-122"/>
              </a:rPr>
              <a:t>（</a:t>
            </a:r>
            <a:r>
              <a:rPr lang="en-US" altLang="zh-CN" sz="2400" b="1" dirty="0">
                <a:ea typeface="宋体" pitchFamily="2" charset="-122"/>
              </a:rPr>
              <a:t>The binary search</a:t>
            </a:r>
            <a:r>
              <a:rPr lang="zh-CN" altLang="en-US" sz="2400" b="1" dirty="0">
                <a:ea typeface="宋体" pitchFamily="2" charset="-122"/>
              </a:rPr>
              <a:t>）：</a:t>
            </a:r>
            <a:endParaRPr lang="en-US" altLang="zh-CN" b="1" dirty="0">
              <a:ea typeface="宋体" pitchFamily="2" charset="-122"/>
            </a:endParaRPr>
          </a:p>
          <a:p>
            <a:pPr lvl="1"/>
            <a:r>
              <a:rPr lang="zh-CN" altLang="en-US" sz="2400" dirty="0">
                <a:latin typeface="楷体" panose="02010609060101010101" pitchFamily="49" charset="-122"/>
                <a:ea typeface="楷体" panose="02010609060101010101" pitchFamily="49" charset="-122"/>
              </a:rPr>
              <a:t>在有序数据集中查找指定数据项（或数据项插入位置）最常用及效率高的算法是</a:t>
            </a:r>
            <a:r>
              <a:rPr lang="zh-CN" altLang="en-US" sz="2400" dirty="0">
                <a:solidFill>
                  <a:srgbClr val="0000CC"/>
                </a:solidFill>
                <a:latin typeface="楷体" panose="02010609060101010101" pitchFamily="49" charset="-122"/>
                <a:ea typeface="楷体" panose="02010609060101010101" pitchFamily="49" charset="-122"/>
              </a:rPr>
              <a:t>折半查找算法</a:t>
            </a:r>
            <a:r>
              <a:rPr lang="zh-CN" altLang="en-US" sz="2400" dirty="0">
                <a:latin typeface="楷体" panose="02010609060101010101" pitchFamily="49" charset="-122"/>
                <a:ea typeface="楷体" panose="02010609060101010101" pitchFamily="49" charset="-122"/>
              </a:rPr>
              <a:t>。当数据集较大时，折半查找平均效率高。</a:t>
            </a:r>
            <a:endParaRPr lang="zh-CN" altLang="en-US" sz="2400" dirty="0">
              <a:latin typeface="楷体" panose="02010609060101010101" pitchFamily="49" charset="-122"/>
              <a:ea typeface="楷体" panose="02010609060101010101" pitchFamily="49"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linds(horizontal)">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6" name="Rectangle 2"/>
          <p:cNvSpPr>
            <a:spLocks noGrp="1" noChangeArrowheads="1"/>
          </p:cNvSpPr>
          <p:nvPr>
            <p:ph type="title"/>
          </p:nvPr>
        </p:nvSpPr>
        <p:spPr/>
        <p:txBody>
          <a:bodyPr/>
          <a:lstStyle/>
          <a:p>
            <a:r>
              <a:rPr lang="zh-CN" altLang="en-US" dirty="0">
                <a:ea typeface="宋体" pitchFamily="2" charset="-122"/>
              </a:rPr>
              <a:t>折半查找算法（</a:t>
            </a:r>
            <a:r>
              <a:rPr lang="en-US" altLang="zh-CN" dirty="0">
                <a:ea typeface="宋体" pitchFamily="2" charset="-122"/>
              </a:rPr>
              <a:t>binary search</a:t>
            </a:r>
            <a:r>
              <a:rPr lang="zh-CN" altLang="en-US" dirty="0">
                <a:ea typeface="宋体" pitchFamily="2" charset="-122"/>
              </a:rPr>
              <a:t>）</a:t>
            </a:r>
            <a:endParaRPr lang="zh-CN" altLang="en-US" dirty="0">
              <a:ea typeface="宋体" pitchFamily="2" charset="-122"/>
            </a:endParaRPr>
          </a:p>
        </p:txBody>
      </p:sp>
      <p:sp>
        <p:nvSpPr>
          <p:cNvPr id="95237" name="Rectangle 3"/>
          <p:cNvSpPr>
            <a:spLocks noGrp="1" noChangeArrowheads="1"/>
          </p:cNvSpPr>
          <p:nvPr>
            <p:ph idx="1"/>
          </p:nvPr>
        </p:nvSpPr>
        <p:spPr>
          <a:xfrm>
            <a:off x="983432" y="1412776"/>
            <a:ext cx="9937104" cy="4556125"/>
          </a:xfrm>
        </p:spPr>
        <p:txBody>
          <a:bodyPr/>
          <a:lstStyle/>
          <a:p>
            <a:pPr marL="457200" indent="-457200">
              <a:lnSpc>
                <a:spcPct val="80000"/>
              </a:lnSpc>
            </a:pPr>
            <a:r>
              <a:rPr lang="zh-CN" altLang="en-US" sz="2000" dirty="0">
                <a:ea typeface="宋体" pitchFamily="2" charset="-122"/>
              </a:rPr>
              <a:t>假设数据集按由小到大排列，</a:t>
            </a:r>
            <a:r>
              <a:rPr lang="zh-CN" altLang="en-US" sz="2000" dirty="0">
                <a:solidFill>
                  <a:srgbClr val="0000CC"/>
                </a:solidFill>
                <a:ea typeface="宋体" pitchFamily="2" charset="-122"/>
              </a:rPr>
              <a:t>折半查找算法</a:t>
            </a:r>
            <a:r>
              <a:rPr lang="zh-CN" altLang="en-US" sz="2000" dirty="0">
                <a:ea typeface="宋体" pitchFamily="2" charset="-122"/>
              </a:rPr>
              <a:t>的核心思想是：</a:t>
            </a:r>
            <a:endParaRPr lang="zh-CN" altLang="en-US" sz="2000" dirty="0">
              <a:ea typeface="宋体" pitchFamily="2" charset="-122"/>
            </a:endParaRPr>
          </a:p>
          <a:p>
            <a:pPr marL="850900" lvl="1" indent="-457200">
              <a:lnSpc>
                <a:spcPct val="100000"/>
              </a:lnSpc>
              <a:buFont typeface="Wingdings" panose="05000000000000000000" pitchFamily="2" charset="2"/>
              <a:buAutoNum type="arabicPeriod"/>
            </a:pPr>
            <a:r>
              <a:rPr lang="zh-CN" altLang="en-US" sz="2000" dirty="0">
                <a:latin typeface="楷体" panose="02010609060101010101" pitchFamily="49" charset="-122"/>
                <a:ea typeface="楷体" panose="02010609060101010101" pitchFamily="49" charset="-122"/>
              </a:rPr>
              <a:t>将要查找的有序数据集的中间元素与指定数据项相比较；</a:t>
            </a:r>
            <a:endParaRPr lang="zh-CN" altLang="en-US" sz="2000" dirty="0">
              <a:latin typeface="楷体" panose="02010609060101010101" pitchFamily="49" charset="-122"/>
              <a:ea typeface="楷体" panose="02010609060101010101" pitchFamily="49" charset="-122"/>
            </a:endParaRPr>
          </a:p>
          <a:p>
            <a:pPr marL="850900" lvl="1" indent="-457200">
              <a:lnSpc>
                <a:spcPct val="100000"/>
              </a:lnSpc>
              <a:buFont typeface="Wingdings" panose="05000000000000000000" pitchFamily="2" charset="2"/>
              <a:buAutoNum type="arabicPeriod"/>
            </a:pPr>
            <a:r>
              <a:rPr lang="zh-CN" altLang="en-US" sz="2000" dirty="0">
                <a:latin typeface="楷体" panose="02010609060101010101" pitchFamily="49" charset="-122"/>
                <a:ea typeface="楷体" panose="02010609060101010101" pitchFamily="49" charset="-122"/>
              </a:rPr>
              <a:t>如果指定数据项小于该中间元素，则将数据集的前半部分指定为要查找的数据集，然后转步骤</a:t>
            </a:r>
            <a:r>
              <a:rPr lang="en-US" altLang="zh-CN" sz="2000" dirty="0">
                <a:latin typeface="楷体" panose="02010609060101010101" pitchFamily="49" charset="-122"/>
                <a:ea typeface="楷体" panose="02010609060101010101" pitchFamily="49" charset="-122"/>
              </a:rPr>
              <a:t>1</a:t>
            </a:r>
            <a:r>
              <a:rPr lang="zh-CN" altLang="en-US" sz="2000" dirty="0">
                <a:latin typeface="楷体" panose="02010609060101010101" pitchFamily="49" charset="-122"/>
                <a:ea typeface="楷体" panose="02010609060101010101" pitchFamily="49" charset="-122"/>
              </a:rPr>
              <a:t>；</a:t>
            </a:r>
            <a:endParaRPr lang="zh-CN" altLang="en-US" sz="2000" dirty="0">
              <a:latin typeface="楷体" panose="02010609060101010101" pitchFamily="49" charset="-122"/>
              <a:ea typeface="楷体" panose="02010609060101010101" pitchFamily="49" charset="-122"/>
            </a:endParaRPr>
          </a:p>
          <a:p>
            <a:pPr marL="850900" lvl="1" indent="-457200">
              <a:lnSpc>
                <a:spcPct val="100000"/>
              </a:lnSpc>
              <a:buFont typeface="Wingdings" panose="05000000000000000000" pitchFamily="2" charset="2"/>
              <a:buAutoNum type="arabicPeriod"/>
            </a:pPr>
            <a:r>
              <a:rPr lang="zh-CN" altLang="en-US" sz="2000" dirty="0">
                <a:latin typeface="楷体" panose="02010609060101010101" pitchFamily="49" charset="-122"/>
                <a:ea typeface="楷体" panose="02010609060101010101" pitchFamily="49" charset="-122"/>
              </a:rPr>
              <a:t>如果指定数据项大于该中间元素，则将数据集的后半部分指定为要查找的数据集，然后转步骤</a:t>
            </a:r>
            <a:r>
              <a:rPr lang="en-US" altLang="zh-CN" sz="2000" dirty="0">
                <a:latin typeface="楷体" panose="02010609060101010101" pitchFamily="49" charset="-122"/>
                <a:ea typeface="楷体" panose="02010609060101010101" pitchFamily="49" charset="-122"/>
              </a:rPr>
              <a:t>1</a:t>
            </a:r>
            <a:r>
              <a:rPr lang="zh-CN" altLang="en-US" sz="2000" dirty="0">
                <a:latin typeface="楷体" panose="02010609060101010101" pitchFamily="49" charset="-122"/>
                <a:ea typeface="楷体" panose="02010609060101010101" pitchFamily="49" charset="-122"/>
              </a:rPr>
              <a:t>；</a:t>
            </a:r>
            <a:endParaRPr lang="zh-CN" altLang="en-US" sz="2000" dirty="0">
              <a:latin typeface="楷体" panose="02010609060101010101" pitchFamily="49" charset="-122"/>
              <a:ea typeface="楷体" panose="02010609060101010101" pitchFamily="49" charset="-122"/>
            </a:endParaRPr>
          </a:p>
          <a:p>
            <a:pPr marL="850900" lvl="1" indent="-457200">
              <a:lnSpc>
                <a:spcPct val="100000"/>
              </a:lnSpc>
              <a:buFont typeface="Wingdings" panose="05000000000000000000" pitchFamily="2" charset="2"/>
              <a:buAutoNum type="arabicPeriod"/>
            </a:pPr>
            <a:r>
              <a:rPr lang="zh-CN" altLang="en-US" sz="2000" dirty="0">
                <a:latin typeface="楷体" panose="02010609060101010101" pitchFamily="49" charset="-122"/>
                <a:ea typeface="楷体" panose="02010609060101010101" pitchFamily="49" charset="-122"/>
              </a:rPr>
              <a:t>如果指定数据项等于中间元素，则查找成功结束。</a:t>
            </a:r>
            <a:endParaRPr lang="zh-CN" altLang="en-US" sz="2000" dirty="0">
              <a:latin typeface="楷体" panose="02010609060101010101" pitchFamily="49" charset="-122"/>
              <a:ea typeface="楷体" panose="02010609060101010101" pitchFamily="49" charset="-122"/>
            </a:endParaRPr>
          </a:p>
          <a:p>
            <a:pPr marL="850900" lvl="1" indent="-457200">
              <a:lnSpc>
                <a:spcPct val="100000"/>
              </a:lnSpc>
              <a:buFont typeface="Wingdings" panose="05000000000000000000" pitchFamily="2" charset="2"/>
              <a:buAutoNum type="arabicPeriod"/>
            </a:pPr>
            <a:r>
              <a:rPr lang="zh-CN" altLang="en-US" sz="2000" dirty="0">
                <a:latin typeface="楷体" panose="02010609060101010101" pitchFamily="49" charset="-122"/>
                <a:ea typeface="楷体" panose="02010609060101010101" pitchFamily="49" charset="-122"/>
              </a:rPr>
              <a:t>最后如果数据集中没有元素再可进行查找，则查找失败。</a:t>
            </a:r>
            <a:endParaRPr lang="zh-CN" altLang="en-US" sz="2000" dirty="0">
              <a:latin typeface="楷体" panose="02010609060101010101" pitchFamily="49" charset="-122"/>
              <a:ea typeface="楷体" panose="02010609060101010101" pitchFamily="49" charset="-122"/>
            </a:endParaRPr>
          </a:p>
          <a:p>
            <a:pPr marL="850900" lvl="1" indent="-457200">
              <a:lnSpc>
                <a:spcPct val="80000"/>
              </a:lnSpc>
              <a:buNone/>
            </a:pPr>
            <a:endParaRPr lang="en-US" altLang="zh-CN" sz="2000" dirty="0">
              <a:ea typeface="宋体" pitchFamily="2" charset="-122"/>
            </a:endParaRPr>
          </a:p>
          <a:p>
            <a:pPr marL="361950" lvl="1" indent="31750">
              <a:lnSpc>
                <a:spcPct val="100000"/>
              </a:lnSpc>
              <a:buNone/>
            </a:pPr>
            <a:r>
              <a:rPr lang="zh-CN" altLang="en-US" sz="2000" dirty="0">
                <a:ea typeface="宋体" pitchFamily="2" charset="-122"/>
              </a:rPr>
              <a:t>下面以在一个有序整型数据集中查找给定整数为例来说明折半查找原理。</a:t>
            </a:r>
            <a:endParaRPr lang="zh-CN" altLang="en-US" sz="2000" dirty="0">
              <a:ea typeface="宋体" pitchFamily="2" charset="-122"/>
            </a:endParaRPr>
          </a:p>
        </p:txBody>
      </p:sp>
      <p:sp>
        <p:nvSpPr>
          <p:cNvPr id="95235" name="灯片编号占位符 4"/>
          <p:cNvSpPr>
            <a:spLocks noGrp="1"/>
          </p:cNvSpPr>
          <p:nvPr>
            <p:ph type="sldNum" sz="quarter" idx="12"/>
          </p:nvPr>
        </p:nvSpPr>
        <p:spPr>
          <a:noFill/>
        </p:spPr>
        <p:txBody>
          <a:bodyPr/>
          <a:lstStyle/>
          <a:p>
            <a:fld id="{EC6B9CCC-4CB6-48C8-927E-5DDABA649D5B}" type="slidenum">
              <a:rPr lang="en-US" altLang="zh-CN" smtClean="0"/>
            </a:fld>
            <a:endParaRPr lang="en-US" altLang="zh-CN"/>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60" name="Rectangle 2"/>
          <p:cNvSpPr>
            <a:spLocks noGrp="1" noChangeArrowheads="1"/>
          </p:cNvSpPr>
          <p:nvPr>
            <p:ph type="title"/>
          </p:nvPr>
        </p:nvSpPr>
        <p:spPr/>
        <p:txBody>
          <a:bodyPr/>
          <a:lstStyle/>
          <a:p>
            <a:r>
              <a:rPr lang="zh-CN" altLang="en-US">
                <a:ea typeface="宋体" pitchFamily="2" charset="-122"/>
              </a:rPr>
              <a:t>折半查找算法（续）</a:t>
            </a:r>
            <a:endParaRPr lang="zh-CN" altLang="en-US">
              <a:ea typeface="宋体" pitchFamily="2" charset="-122"/>
            </a:endParaRPr>
          </a:p>
        </p:txBody>
      </p:sp>
      <p:sp>
        <p:nvSpPr>
          <p:cNvPr id="96259" name="灯片编号占位符 4"/>
          <p:cNvSpPr>
            <a:spLocks noGrp="1"/>
          </p:cNvSpPr>
          <p:nvPr>
            <p:ph type="sldNum" sz="quarter" idx="12"/>
          </p:nvPr>
        </p:nvSpPr>
        <p:spPr>
          <a:noFill/>
        </p:spPr>
        <p:txBody>
          <a:bodyPr/>
          <a:lstStyle/>
          <a:p>
            <a:fld id="{311BFF0F-32CA-4AF1-843C-C3C98E48517D}" type="slidenum">
              <a:rPr lang="en-US" altLang="zh-CN" smtClean="0"/>
            </a:fld>
            <a:endParaRPr lang="en-US" altLang="zh-CN"/>
          </a:p>
        </p:txBody>
      </p:sp>
      <p:grpSp>
        <p:nvGrpSpPr>
          <p:cNvPr id="2" name="Group 3"/>
          <p:cNvGrpSpPr/>
          <p:nvPr/>
        </p:nvGrpSpPr>
        <p:grpSpPr bwMode="auto">
          <a:xfrm>
            <a:off x="1126431" y="1628802"/>
            <a:ext cx="4519613" cy="1516063"/>
            <a:chOff x="599" y="1026"/>
            <a:chExt cx="2847" cy="955"/>
          </a:xfrm>
        </p:grpSpPr>
        <p:grpSp>
          <p:nvGrpSpPr>
            <p:cNvPr id="3" name="Group 4"/>
            <p:cNvGrpSpPr/>
            <p:nvPr/>
          </p:nvGrpSpPr>
          <p:grpSpPr bwMode="auto">
            <a:xfrm>
              <a:off x="657" y="1026"/>
              <a:ext cx="2789" cy="499"/>
              <a:chOff x="1020" y="663"/>
              <a:chExt cx="2789" cy="499"/>
            </a:xfrm>
          </p:grpSpPr>
          <p:sp>
            <p:nvSpPr>
              <p:cNvPr id="96358" name="Rectangle 5"/>
              <p:cNvSpPr>
                <a:spLocks noChangeArrowheads="1"/>
              </p:cNvSpPr>
              <p:nvPr/>
            </p:nvSpPr>
            <p:spPr bwMode="auto">
              <a:xfrm>
                <a:off x="1020" y="910"/>
                <a:ext cx="2767" cy="233"/>
              </a:xfrm>
              <a:prstGeom prst="rect">
                <a:avLst/>
              </a:prstGeom>
              <a:noFill/>
              <a:ln w="9525">
                <a:solidFill>
                  <a:schemeClr val="tx1"/>
                </a:solidFill>
                <a:miter lim="800000"/>
              </a:ln>
            </p:spPr>
            <p:txBody>
              <a:bodyPr anchor="ctr">
                <a:spAutoFit/>
              </a:bodyPr>
              <a:lstStyle/>
              <a:p>
                <a:endParaRPr lang="zh-CN" altLang="en-US"/>
              </a:p>
            </p:txBody>
          </p:sp>
          <p:sp>
            <p:nvSpPr>
              <p:cNvPr id="96359" name="Line 6"/>
              <p:cNvSpPr>
                <a:spLocks noChangeShapeType="1"/>
              </p:cNvSpPr>
              <p:nvPr/>
            </p:nvSpPr>
            <p:spPr bwMode="auto">
              <a:xfrm>
                <a:off x="1383" y="890"/>
                <a:ext cx="0" cy="272"/>
              </a:xfrm>
              <a:prstGeom prst="line">
                <a:avLst/>
              </a:prstGeom>
              <a:noFill/>
              <a:ln w="9525">
                <a:solidFill>
                  <a:schemeClr val="tx1"/>
                </a:solidFill>
                <a:round/>
              </a:ln>
            </p:spPr>
            <p:txBody>
              <a:bodyPr wrap="none">
                <a:spAutoFit/>
              </a:bodyPr>
              <a:lstStyle/>
              <a:p>
                <a:endParaRPr lang="zh-CN" altLang="en-US"/>
              </a:p>
            </p:txBody>
          </p:sp>
          <p:sp>
            <p:nvSpPr>
              <p:cNvPr id="96360" name="Text Box 7"/>
              <p:cNvSpPr txBox="1">
                <a:spLocks noChangeArrowheads="1"/>
              </p:cNvSpPr>
              <p:nvPr/>
            </p:nvSpPr>
            <p:spPr bwMode="auto">
              <a:xfrm>
                <a:off x="1066" y="890"/>
                <a:ext cx="183" cy="233"/>
              </a:xfrm>
              <a:prstGeom prst="rect">
                <a:avLst/>
              </a:prstGeom>
              <a:noFill/>
              <a:ln w="9525">
                <a:noFill/>
                <a:miter lim="800000"/>
              </a:ln>
            </p:spPr>
            <p:txBody>
              <a:bodyPr wrap="none">
                <a:spAutoFit/>
              </a:bodyPr>
              <a:lstStyle/>
              <a:p>
                <a:r>
                  <a:rPr lang="en-US" altLang="zh-CN"/>
                  <a:t>5</a:t>
                </a:r>
                <a:endParaRPr lang="en-US" altLang="zh-CN"/>
              </a:p>
            </p:txBody>
          </p:sp>
          <p:sp>
            <p:nvSpPr>
              <p:cNvPr id="96361" name="Line 8"/>
              <p:cNvSpPr>
                <a:spLocks noChangeShapeType="1"/>
              </p:cNvSpPr>
              <p:nvPr/>
            </p:nvSpPr>
            <p:spPr bwMode="auto">
              <a:xfrm>
                <a:off x="1655" y="890"/>
                <a:ext cx="0" cy="272"/>
              </a:xfrm>
              <a:prstGeom prst="line">
                <a:avLst/>
              </a:prstGeom>
              <a:noFill/>
              <a:ln w="9525">
                <a:solidFill>
                  <a:schemeClr val="tx1"/>
                </a:solidFill>
                <a:round/>
              </a:ln>
            </p:spPr>
            <p:txBody>
              <a:bodyPr wrap="none">
                <a:spAutoFit/>
              </a:bodyPr>
              <a:lstStyle/>
              <a:p>
                <a:endParaRPr lang="zh-CN" altLang="en-US"/>
              </a:p>
            </p:txBody>
          </p:sp>
          <p:sp>
            <p:nvSpPr>
              <p:cNvPr id="96362" name="Line 9"/>
              <p:cNvSpPr>
                <a:spLocks noChangeShapeType="1"/>
              </p:cNvSpPr>
              <p:nvPr/>
            </p:nvSpPr>
            <p:spPr bwMode="auto">
              <a:xfrm>
                <a:off x="1927" y="890"/>
                <a:ext cx="0" cy="272"/>
              </a:xfrm>
              <a:prstGeom prst="line">
                <a:avLst/>
              </a:prstGeom>
              <a:noFill/>
              <a:ln w="9525">
                <a:solidFill>
                  <a:schemeClr val="tx1"/>
                </a:solidFill>
                <a:round/>
              </a:ln>
            </p:spPr>
            <p:txBody>
              <a:bodyPr wrap="none">
                <a:spAutoFit/>
              </a:bodyPr>
              <a:lstStyle/>
              <a:p>
                <a:endParaRPr lang="zh-CN" altLang="en-US"/>
              </a:p>
            </p:txBody>
          </p:sp>
          <p:sp>
            <p:nvSpPr>
              <p:cNvPr id="96363" name="Line 10"/>
              <p:cNvSpPr>
                <a:spLocks noChangeShapeType="1"/>
              </p:cNvSpPr>
              <p:nvPr/>
            </p:nvSpPr>
            <p:spPr bwMode="auto">
              <a:xfrm>
                <a:off x="2200" y="890"/>
                <a:ext cx="0" cy="272"/>
              </a:xfrm>
              <a:prstGeom prst="line">
                <a:avLst/>
              </a:prstGeom>
              <a:noFill/>
              <a:ln w="9525">
                <a:solidFill>
                  <a:schemeClr val="tx1"/>
                </a:solidFill>
                <a:round/>
              </a:ln>
            </p:spPr>
            <p:txBody>
              <a:bodyPr wrap="none">
                <a:spAutoFit/>
              </a:bodyPr>
              <a:lstStyle/>
              <a:p>
                <a:endParaRPr lang="zh-CN" altLang="en-US"/>
              </a:p>
            </p:txBody>
          </p:sp>
          <p:sp>
            <p:nvSpPr>
              <p:cNvPr id="96364" name="Line 11"/>
              <p:cNvSpPr>
                <a:spLocks noChangeShapeType="1"/>
              </p:cNvSpPr>
              <p:nvPr/>
            </p:nvSpPr>
            <p:spPr bwMode="auto">
              <a:xfrm>
                <a:off x="2472" y="890"/>
                <a:ext cx="0" cy="272"/>
              </a:xfrm>
              <a:prstGeom prst="line">
                <a:avLst/>
              </a:prstGeom>
              <a:noFill/>
              <a:ln w="9525">
                <a:solidFill>
                  <a:schemeClr val="tx1"/>
                </a:solidFill>
                <a:round/>
              </a:ln>
            </p:spPr>
            <p:txBody>
              <a:bodyPr wrap="none">
                <a:spAutoFit/>
              </a:bodyPr>
              <a:lstStyle/>
              <a:p>
                <a:endParaRPr lang="zh-CN" altLang="en-US"/>
              </a:p>
            </p:txBody>
          </p:sp>
          <p:sp>
            <p:nvSpPr>
              <p:cNvPr id="96365" name="Line 12"/>
              <p:cNvSpPr>
                <a:spLocks noChangeShapeType="1"/>
              </p:cNvSpPr>
              <p:nvPr/>
            </p:nvSpPr>
            <p:spPr bwMode="auto">
              <a:xfrm>
                <a:off x="2744" y="890"/>
                <a:ext cx="0" cy="272"/>
              </a:xfrm>
              <a:prstGeom prst="line">
                <a:avLst/>
              </a:prstGeom>
              <a:noFill/>
              <a:ln w="9525">
                <a:solidFill>
                  <a:schemeClr val="tx1"/>
                </a:solidFill>
                <a:round/>
              </a:ln>
            </p:spPr>
            <p:txBody>
              <a:bodyPr wrap="none">
                <a:spAutoFit/>
              </a:bodyPr>
              <a:lstStyle/>
              <a:p>
                <a:endParaRPr lang="zh-CN" altLang="en-US"/>
              </a:p>
            </p:txBody>
          </p:sp>
          <p:sp>
            <p:nvSpPr>
              <p:cNvPr id="96366" name="Line 13"/>
              <p:cNvSpPr>
                <a:spLocks noChangeShapeType="1"/>
              </p:cNvSpPr>
              <p:nvPr/>
            </p:nvSpPr>
            <p:spPr bwMode="auto">
              <a:xfrm>
                <a:off x="2971" y="890"/>
                <a:ext cx="0" cy="272"/>
              </a:xfrm>
              <a:prstGeom prst="line">
                <a:avLst/>
              </a:prstGeom>
              <a:noFill/>
              <a:ln w="9525">
                <a:solidFill>
                  <a:schemeClr val="tx1"/>
                </a:solidFill>
                <a:round/>
              </a:ln>
            </p:spPr>
            <p:txBody>
              <a:bodyPr wrap="none">
                <a:spAutoFit/>
              </a:bodyPr>
              <a:lstStyle/>
              <a:p>
                <a:endParaRPr lang="zh-CN" altLang="en-US"/>
              </a:p>
            </p:txBody>
          </p:sp>
          <p:sp>
            <p:nvSpPr>
              <p:cNvPr id="96367" name="Line 14"/>
              <p:cNvSpPr>
                <a:spLocks noChangeShapeType="1"/>
              </p:cNvSpPr>
              <p:nvPr/>
            </p:nvSpPr>
            <p:spPr bwMode="auto">
              <a:xfrm>
                <a:off x="3243" y="890"/>
                <a:ext cx="0" cy="272"/>
              </a:xfrm>
              <a:prstGeom prst="line">
                <a:avLst/>
              </a:prstGeom>
              <a:noFill/>
              <a:ln w="9525">
                <a:solidFill>
                  <a:schemeClr val="tx1"/>
                </a:solidFill>
                <a:round/>
              </a:ln>
            </p:spPr>
            <p:txBody>
              <a:bodyPr wrap="none">
                <a:spAutoFit/>
              </a:bodyPr>
              <a:lstStyle/>
              <a:p>
                <a:endParaRPr lang="zh-CN" altLang="en-US"/>
              </a:p>
            </p:txBody>
          </p:sp>
          <p:sp>
            <p:nvSpPr>
              <p:cNvPr id="96368" name="Line 15"/>
              <p:cNvSpPr>
                <a:spLocks noChangeShapeType="1"/>
              </p:cNvSpPr>
              <p:nvPr/>
            </p:nvSpPr>
            <p:spPr bwMode="auto">
              <a:xfrm>
                <a:off x="3515" y="890"/>
                <a:ext cx="0" cy="272"/>
              </a:xfrm>
              <a:prstGeom prst="line">
                <a:avLst/>
              </a:prstGeom>
              <a:noFill/>
              <a:ln w="9525">
                <a:solidFill>
                  <a:schemeClr val="tx1"/>
                </a:solidFill>
                <a:round/>
              </a:ln>
            </p:spPr>
            <p:txBody>
              <a:bodyPr wrap="none">
                <a:spAutoFit/>
              </a:bodyPr>
              <a:lstStyle/>
              <a:p>
                <a:endParaRPr lang="zh-CN" altLang="en-US"/>
              </a:p>
            </p:txBody>
          </p:sp>
          <p:sp>
            <p:nvSpPr>
              <p:cNvPr id="96369" name="Line 16"/>
              <p:cNvSpPr>
                <a:spLocks noChangeShapeType="1"/>
              </p:cNvSpPr>
              <p:nvPr/>
            </p:nvSpPr>
            <p:spPr bwMode="auto">
              <a:xfrm>
                <a:off x="3787" y="890"/>
                <a:ext cx="0" cy="272"/>
              </a:xfrm>
              <a:prstGeom prst="line">
                <a:avLst/>
              </a:prstGeom>
              <a:noFill/>
              <a:ln w="9525">
                <a:solidFill>
                  <a:schemeClr val="tx1"/>
                </a:solidFill>
                <a:round/>
              </a:ln>
            </p:spPr>
            <p:txBody>
              <a:bodyPr wrap="none">
                <a:spAutoFit/>
              </a:bodyPr>
              <a:lstStyle/>
              <a:p>
                <a:endParaRPr lang="zh-CN" altLang="en-US"/>
              </a:p>
            </p:txBody>
          </p:sp>
          <p:sp>
            <p:nvSpPr>
              <p:cNvPr id="96370" name="Text Box 17"/>
              <p:cNvSpPr txBox="1">
                <a:spLocks noChangeArrowheads="1"/>
              </p:cNvSpPr>
              <p:nvPr/>
            </p:nvSpPr>
            <p:spPr bwMode="auto">
              <a:xfrm>
                <a:off x="1338" y="890"/>
                <a:ext cx="183" cy="233"/>
              </a:xfrm>
              <a:prstGeom prst="rect">
                <a:avLst/>
              </a:prstGeom>
              <a:noFill/>
              <a:ln w="9525">
                <a:noFill/>
                <a:miter lim="800000"/>
              </a:ln>
            </p:spPr>
            <p:txBody>
              <a:bodyPr wrap="none">
                <a:spAutoFit/>
              </a:bodyPr>
              <a:lstStyle/>
              <a:p>
                <a:r>
                  <a:rPr lang="en-US" altLang="zh-CN"/>
                  <a:t>7</a:t>
                </a:r>
                <a:endParaRPr lang="en-US" altLang="zh-CN"/>
              </a:p>
            </p:txBody>
          </p:sp>
          <p:sp>
            <p:nvSpPr>
              <p:cNvPr id="96371" name="Text Box 18"/>
              <p:cNvSpPr txBox="1">
                <a:spLocks noChangeArrowheads="1"/>
              </p:cNvSpPr>
              <p:nvPr/>
            </p:nvSpPr>
            <p:spPr bwMode="auto">
              <a:xfrm>
                <a:off x="1655" y="890"/>
                <a:ext cx="294" cy="233"/>
              </a:xfrm>
              <a:prstGeom prst="rect">
                <a:avLst/>
              </a:prstGeom>
              <a:noFill/>
              <a:ln w="9525">
                <a:noFill/>
                <a:miter lim="800000"/>
              </a:ln>
            </p:spPr>
            <p:txBody>
              <a:bodyPr>
                <a:spAutoFit/>
              </a:bodyPr>
              <a:lstStyle/>
              <a:p>
                <a:r>
                  <a:rPr lang="en-US" altLang="zh-CN"/>
                  <a:t>16</a:t>
                </a:r>
                <a:endParaRPr lang="en-US" altLang="zh-CN"/>
              </a:p>
            </p:txBody>
          </p:sp>
          <p:sp>
            <p:nvSpPr>
              <p:cNvPr id="96372" name="Text Box 19"/>
              <p:cNvSpPr txBox="1">
                <a:spLocks noChangeArrowheads="1"/>
              </p:cNvSpPr>
              <p:nvPr/>
            </p:nvSpPr>
            <p:spPr bwMode="auto">
              <a:xfrm>
                <a:off x="1927" y="890"/>
                <a:ext cx="250" cy="233"/>
              </a:xfrm>
              <a:prstGeom prst="rect">
                <a:avLst/>
              </a:prstGeom>
              <a:noFill/>
              <a:ln w="9525">
                <a:noFill/>
                <a:miter lim="800000"/>
              </a:ln>
            </p:spPr>
            <p:txBody>
              <a:bodyPr wrap="none">
                <a:spAutoFit/>
              </a:bodyPr>
              <a:lstStyle/>
              <a:p>
                <a:r>
                  <a:rPr lang="en-US" altLang="zh-CN"/>
                  <a:t>24</a:t>
                </a:r>
                <a:endParaRPr lang="en-US" altLang="zh-CN"/>
              </a:p>
            </p:txBody>
          </p:sp>
          <p:sp>
            <p:nvSpPr>
              <p:cNvPr id="96373" name="Text Box 20"/>
              <p:cNvSpPr txBox="1">
                <a:spLocks noChangeArrowheads="1"/>
              </p:cNvSpPr>
              <p:nvPr/>
            </p:nvSpPr>
            <p:spPr bwMode="auto">
              <a:xfrm>
                <a:off x="2200" y="890"/>
                <a:ext cx="250" cy="233"/>
              </a:xfrm>
              <a:prstGeom prst="rect">
                <a:avLst/>
              </a:prstGeom>
              <a:noFill/>
              <a:ln w="9525">
                <a:noFill/>
                <a:miter lim="800000"/>
              </a:ln>
            </p:spPr>
            <p:txBody>
              <a:bodyPr wrap="none">
                <a:spAutoFit/>
              </a:bodyPr>
              <a:lstStyle/>
              <a:p>
                <a:r>
                  <a:rPr lang="en-US" altLang="zh-CN">
                    <a:solidFill>
                      <a:srgbClr val="0000CC"/>
                    </a:solidFill>
                  </a:rPr>
                  <a:t>25</a:t>
                </a:r>
                <a:endParaRPr lang="en-US" altLang="zh-CN">
                  <a:solidFill>
                    <a:srgbClr val="0000CC"/>
                  </a:solidFill>
                </a:endParaRPr>
              </a:p>
            </p:txBody>
          </p:sp>
          <p:sp>
            <p:nvSpPr>
              <p:cNvPr id="96374" name="Text Box 21"/>
              <p:cNvSpPr txBox="1">
                <a:spLocks noChangeArrowheads="1"/>
              </p:cNvSpPr>
              <p:nvPr/>
            </p:nvSpPr>
            <p:spPr bwMode="auto">
              <a:xfrm>
                <a:off x="2426" y="890"/>
                <a:ext cx="250" cy="233"/>
              </a:xfrm>
              <a:prstGeom prst="rect">
                <a:avLst/>
              </a:prstGeom>
              <a:noFill/>
              <a:ln w="9525">
                <a:noFill/>
                <a:miter lim="800000"/>
              </a:ln>
            </p:spPr>
            <p:txBody>
              <a:bodyPr wrap="none">
                <a:spAutoFit/>
              </a:bodyPr>
              <a:lstStyle/>
              <a:p>
                <a:r>
                  <a:rPr lang="en-US" altLang="zh-CN"/>
                  <a:t>50</a:t>
                </a:r>
                <a:endParaRPr lang="en-US" altLang="zh-CN"/>
              </a:p>
            </p:txBody>
          </p:sp>
          <p:sp>
            <p:nvSpPr>
              <p:cNvPr id="96375" name="Text Box 22"/>
              <p:cNvSpPr txBox="1">
                <a:spLocks noChangeArrowheads="1"/>
              </p:cNvSpPr>
              <p:nvPr/>
            </p:nvSpPr>
            <p:spPr bwMode="auto">
              <a:xfrm>
                <a:off x="2699" y="890"/>
                <a:ext cx="250" cy="233"/>
              </a:xfrm>
              <a:prstGeom prst="rect">
                <a:avLst/>
              </a:prstGeom>
              <a:noFill/>
              <a:ln w="9525">
                <a:noFill/>
                <a:miter lim="800000"/>
              </a:ln>
            </p:spPr>
            <p:txBody>
              <a:bodyPr wrap="none">
                <a:spAutoFit/>
              </a:bodyPr>
              <a:lstStyle/>
              <a:p>
                <a:r>
                  <a:rPr lang="en-US" altLang="zh-CN"/>
                  <a:t>45</a:t>
                </a:r>
                <a:endParaRPr lang="en-US" altLang="zh-CN"/>
              </a:p>
            </p:txBody>
          </p:sp>
          <p:sp>
            <p:nvSpPr>
              <p:cNvPr id="96376" name="Text Box 23"/>
              <p:cNvSpPr txBox="1">
                <a:spLocks noChangeArrowheads="1"/>
              </p:cNvSpPr>
              <p:nvPr/>
            </p:nvSpPr>
            <p:spPr bwMode="auto">
              <a:xfrm>
                <a:off x="2971" y="890"/>
                <a:ext cx="250" cy="233"/>
              </a:xfrm>
              <a:prstGeom prst="rect">
                <a:avLst/>
              </a:prstGeom>
              <a:noFill/>
              <a:ln w="9525">
                <a:noFill/>
                <a:miter lim="800000"/>
              </a:ln>
            </p:spPr>
            <p:txBody>
              <a:bodyPr wrap="none">
                <a:spAutoFit/>
              </a:bodyPr>
              <a:lstStyle/>
              <a:p>
                <a:r>
                  <a:rPr lang="en-US" altLang="zh-CN"/>
                  <a:t>50</a:t>
                </a:r>
                <a:endParaRPr lang="en-US" altLang="zh-CN"/>
              </a:p>
            </p:txBody>
          </p:sp>
          <p:sp>
            <p:nvSpPr>
              <p:cNvPr id="96377" name="Text Box 24"/>
              <p:cNvSpPr txBox="1">
                <a:spLocks noChangeArrowheads="1"/>
              </p:cNvSpPr>
              <p:nvPr/>
            </p:nvSpPr>
            <p:spPr bwMode="auto">
              <a:xfrm>
                <a:off x="3243" y="890"/>
                <a:ext cx="250" cy="233"/>
              </a:xfrm>
              <a:prstGeom prst="rect">
                <a:avLst/>
              </a:prstGeom>
              <a:noFill/>
              <a:ln w="9525">
                <a:noFill/>
                <a:miter lim="800000"/>
              </a:ln>
            </p:spPr>
            <p:txBody>
              <a:bodyPr wrap="none">
                <a:spAutoFit/>
              </a:bodyPr>
              <a:lstStyle/>
              <a:p>
                <a:r>
                  <a:rPr lang="en-US" altLang="zh-CN"/>
                  <a:t>62</a:t>
                </a:r>
                <a:endParaRPr lang="en-US" altLang="zh-CN"/>
              </a:p>
            </p:txBody>
          </p:sp>
          <p:sp>
            <p:nvSpPr>
              <p:cNvPr id="96378" name="Text Box 25"/>
              <p:cNvSpPr txBox="1">
                <a:spLocks noChangeArrowheads="1"/>
              </p:cNvSpPr>
              <p:nvPr/>
            </p:nvSpPr>
            <p:spPr bwMode="auto">
              <a:xfrm>
                <a:off x="3515" y="890"/>
                <a:ext cx="250" cy="233"/>
              </a:xfrm>
              <a:prstGeom prst="rect">
                <a:avLst/>
              </a:prstGeom>
              <a:noFill/>
              <a:ln w="9525">
                <a:noFill/>
                <a:miter lim="800000"/>
              </a:ln>
            </p:spPr>
            <p:txBody>
              <a:bodyPr wrap="none">
                <a:spAutoFit/>
              </a:bodyPr>
              <a:lstStyle/>
              <a:p>
                <a:r>
                  <a:rPr lang="en-US" altLang="zh-CN"/>
                  <a:t>65</a:t>
                </a:r>
                <a:endParaRPr lang="en-US" altLang="zh-CN"/>
              </a:p>
            </p:txBody>
          </p:sp>
          <p:sp>
            <p:nvSpPr>
              <p:cNvPr id="96379" name="Text Box 26"/>
              <p:cNvSpPr txBox="1">
                <a:spLocks noChangeArrowheads="1"/>
              </p:cNvSpPr>
              <p:nvPr/>
            </p:nvSpPr>
            <p:spPr bwMode="auto">
              <a:xfrm>
                <a:off x="1338" y="663"/>
                <a:ext cx="183" cy="233"/>
              </a:xfrm>
              <a:prstGeom prst="rect">
                <a:avLst/>
              </a:prstGeom>
              <a:noFill/>
              <a:ln w="9525">
                <a:noFill/>
                <a:miter lim="800000"/>
              </a:ln>
            </p:spPr>
            <p:txBody>
              <a:bodyPr wrap="none">
                <a:spAutoFit/>
              </a:bodyPr>
              <a:lstStyle/>
              <a:p>
                <a:r>
                  <a:rPr lang="en-US" altLang="zh-CN"/>
                  <a:t>1</a:t>
                </a:r>
                <a:endParaRPr lang="en-US" altLang="zh-CN"/>
              </a:p>
            </p:txBody>
          </p:sp>
          <p:sp>
            <p:nvSpPr>
              <p:cNvPr id="96380" name="Text Box 27"/>
              <p:cNvSpPr txBox="1">
                <a:spLocks noChangeArrowheads="1"/>
              </p:cNvSpPr>
              <p:nvPr/>
            </p:nvSpPr>
            <p:spPr bwMode="auto">
              <a:xfrm>
                <a:off x="1066" y="663"/>
                <a:ext cx="183" cy="233"/>
              </a:xfrm>
              <a:prstGeom prst="rect">
                <a:avLst/>
              </a:prstGeom>
              <a:noFill/>
              <a:ln w="9525">
                <a:noFill/>
                <a:miter lim="800000"/>
              </a:ln>
            </p:spPr>
            <p:txBody>
              <a:bodyPr wrap="none">
                <a:spAutoFit/>
              </a:bodyPr>
              <a:lstStyle/>
              <a:p>
                <a:r>
                  <a:rPr lang="en-US" altLang="zh-CN"/>
                  <a:t>0</a:t>
                </a:r>
                <a:endParaRPr lang="en-US" altLang="zh-CN"/>
              </a:p>
            </p:txBody>
          </p:sp>
          <p:sp>
            <p:nvSpPr>
              <p:cNvPr id="96381" name="Text Box 28"/>
              <p:cNvSpPr txBox="1">
                <a:spLocks noChangeArrowheads="1"/>
              </p:cNvSpPr>
              <p:nvPr/>
            </p:nvSpPr>
            <p:spPr bwMode="auto">
              <a:xfrm>
                <a:off x="1927" y="663"/>
                <a:ext cx="183" cy="233"/>
              </a:xfrm>
              <a:prstGeom prst="rect">
                <a:avLst/>
              </a:prstGeom>
              <a:noFill/>
              <a:ln w="9525">
                <a:noFill/>
                <a:miter lim="800000"/>
              </a:ln>
            </p:spPr>
            <p:txBody>
              <a:bodyPr wrap="none">
                <a:spAutoFit/>
              </a:bodyPr>
              <a:lstStyle/>
              <a:p>
                <a:r>
                  <a:rPr lang="en-US" altLang="zh-CN"/>
                  <a:t>3</a:t>
                </a:r>
                <a:endParaRPr lang="en-US" altLang="zh-CN"/>
              </a:p>
            </p:txBody>
          </p:sp>
          <p:sp>
            <p:nvSpPr>
              <p:cNvPr id="96382" name="Text Box 29"/>
              <p:cNvSpPr txBox="1">
                <a:spLocks noChangeArrowheads="1"/>
              </p:cNvSpPr>
              <p:nvPr/>
            </p:nvSpPr>
            <p:spPr bwMode="auto">
              <a:xfrm>
                <a:off x="1655" y="663"/>
                <a:ext cx="183" cy="233"/>
              </a:xfrm>
              <a:prstGeom prst="rect">
                <a:avLst/>
              </a:prstGeom>
              <a:noFill/>
              <a:ln w="9525">
                <a:noFill/>
                <a:miter lim="800000"/>
              </a:ln>
            </p:spPr>
            <p:txBody>
              <a:bodyPr wrap="none">
                <a:spAutoFit/>
              </a:bodyPr>
              <a:lstStyle/>
              <a:p>
                <a:r>
                  <a:rPr lang="en-US" altLang="zh-CN"/>
                  <a:t>2</a:t>
                </a:r>
                <a:endParaRPr lang="en-US" altLang="zh-CN"/>
              </a:p>
            </p:txBody>
          </p:sp>
          <p:sp>
            <p:nvSpPr>
              <p:cNvPr id="96383" name="Text Box 30"/>
              <p:cNvSpPr txBox="1">
                <a:spLocks noChangeArrowheads="1"/>
              </p:cNvSpPr>
              <p:nvPr/>
            </p:nvSpPr>
            <p:spPr bwMode="auto">
              <a:xfrm>
                <a:off x="2200" y="663"/>
                <a:ext cx="183" cy="233"/>
              </a:xfrm>
              <a:prstGeom prst="rect">
                <a:avLst/>
              </a:prstGeom>
              <a:noFill/>
              <a:ln w="9525">
                <a:noFill/>
                <a:miter lim="800000"/>
              </a:ln>
            </p:spPr>
            <p:txBody>
              <a:bodyPr wrap="none">
                <a:spAutoFit/>
              </a:bodyPr>
              <a:lstStyle/>
              <a:p>
                <a:r>
                  <a:rPr lang="en-US" altLang="zh-CN"/>
                  <a:t>4</a:t>
                </a:r>
                <a:endParaRPr lang="en-US" altLang="zh-CN"/>
              </a:p>
            </p:txBody>
          </p:sp>
          <p:sp>
            <p:nvSpPr>
              <p:cNvPr id="96384" name="Text Box 31"/>
              <p:cNvSpPr txBox="1">
                <a:spLocks noChangeArrowheads="1"/>
              </p:cNvSpPr>
              <p:nvPr/>
            </p:nvSpPr>
            <p:spPr bwMode="auto">
              <a:xfrm>
                <a:off x="2744" y="663"/>
                <a:ext cx="183" cy="233"/>
              </a:xfrm>
              <a:prstGeom prst="rect">
                <a:avLst/>
              </a:prstGeom>
              <a:noFill/>
              <a:ln w="9525">
                <a:noFill/>
                <a:miter lim="800000"/>
              </a:ln>
            </p:spPr>
            <p:txBody>
              <a:bodyPr wrap="none">
                <a:spAutoFit/>
              </a:bodyPr>
              <a:lstStyle/>
              <a:p>
                <a:r>
                  <a:rPr lang="en-US" altLang="zh-CN"/>
                  <a:t>6</a:t>
                </a:r>
                <a:endParaRPr lang="en-US" altLang="zh-CN"/>
              </a:p>
            </p:txBody>
          </p:sp>
          <p:sp>
            <p:nvSpPr>
              <p:cNvPr id="96385" name="Text Box 32"/>
              <p:cNvSpPr txBox="1">
                <a:spLocks noChangeArrowheads="1"/>
              </p:cNvSpPr>
              <p:nvPr/>
            </p:nvSpPr>
            <p:spPr bwMode="auto">
              <a:xfrm>
                <a:off x="2472" y="663"/>
                <a:ext cx="183" cy="233"/>
              </a:xfrm>
              <a:prstGeom prst="rect">
                <a:avLst/>
              </a:prstGeom>
              <a:noFill/>
              <a:ln w="9525">
                <a:noFill/>
                <a:miter lim="800000"/>
              </a:ln>
            </p:spPr>
            <p:txBody>
              <a:bodyPr wrap="none">
                <a:spAutoFit/>
              </a:bodyPr>
              <a:lstStyle/>
              <a:p>
                <a:r>
                  <a:rPr lang="en-US" altLang="zh-CN"/>
                  <a:t>5</a:t>
                </a:r>
                <a:endParaRPr lang="en-US" altLang="zh-CN"/>
              </a:p>
            </p:txBody>
          </p:sp>
          <p:sp>
            <p:nvSpPr>
              <p:cNvPr id="96386" name="Text Box 33"/>
              <p:cNvSpPr txBox="1">
                <a:spLocks noChangeArrowheads="1"/>
              </p:cNvSpPr>
              <p:nvPr/>
            </p:nvSpPr>
            <p:spPr bwMode="auto">
              <a:xfrm>
                <a:off x="3243" y="663"/>
                <a:ext cx="183" cy="233"/>
              </a:xfrm>
              <a:prstGeom prst="rect">
                <a:avLst/>
              </a:prstGeom>
              <a:noFill/>
              <a:ln w="9525">
                <a:noFill/>
                <a:miter lim="800000"/>
              </a:ln>
            </p:spPr>
            <p:txBody>
              <a:bodyPr wrap="none">
                <a:spAutoFit/>
              </a:bodyPr>
              <a:lstStyle/>
              <a:p>
                <a:r>
                  <a:rPr lang="en-US" altLang="zh-CN"/>
                  <a:t>8</a:t>
                </a:r>
                <a:endParaRPr lang="en-US" altLang="zh-CN"/>
              </a:p>
            </p:txBody>
          </p:sp>
          <p:sp>
            <p:nvSpPr>
              <p:cNvPr id="96387" name="Text Box 34"/>
              <p:cNvSpPr txBox="1">
                <a:spLocks noChangeArrowheads="1"/>
              </p:cNvSpPr>
              <p:nvPr/>
            </p:nvSpPr>
            <p:spPr bwMode="auto">
              <a:xfrm>
                <a:off x="2971" y="663"/>
                <a:ext cx="183" cy="233"/>
              </a:xfrm>
              <a:prstGeom prst="rect">
                <a:avLst/>
              </a:prstGeom>
              <a:noFill/>
              <a:ln w="9525">
                <a:noFill/>
                <a:miter lim="800000"/>
              </a:ln>
            </p:spPr>
            <p:txBody>
              <a:bodyPr wrap="none">
                <a:spAutoFit/>
              </a:bodyPr>
              <a:lstStyle/>
              <a:p>
                <a:r>
                  <a:rPr lang="en-US" altLang="zh-CN"/>
                  <a:t>7</a:t>
                </a:r>
                <a:endParaRPr lang="en-US" altLang="zh-CN"/>
              </a:p>
            </p:txBody>
          </p:sp>
          <p:sp>
            <p:nvSpPr>
              <p:cNvPr id="96388" name="Text Box 35"/>
              <p:cNvSpPr txBox="1">
                <a:spLocks noChangeArrowheads="1"/>
              </p:cNvSpPr>
              <p:nvPr/>
            </p:nvSpPr>
            <p:spPr bwMode="auto">
              <a:xfrm>
                <a:off x="3515" y="663"/>
                <a:ext cx="294" cy="233"/>
              </a:xfrm>
              <a:prstGeom prst="rect">
                <a:avLst/>
              </a:prstGeom>
              <a:noFill/>
              <a:ln w="9525">
                <a:noFill/>
                <a:miter lim="800000"/>
              </a:ln>
            </p:spPr>
            <p:txBody>
              <a:bodyPr>
                <a:spAutoFit/>
              </a:bodyPr>
              <a:lstStyle/>
              <a:p>
                <a:r>
                  <a:rPr lang="en-US" altLang="zh-CN"/>
                  <a:t>9</a:t>
                </a:r>
                <a:endParaRPr lang="en-US" altLang="zh-CN"/>
              </a:p>
            </p:txBody>
          </p:sp>
        </p:grpSp>
        <p:sp>
          <p:nvSpPr>
            <p:cNvPr id="96351" name="Line 36"/>
            <p:cNvSpPr>
              <a:spLocks noChangeShapeType="1"/>
            </p:cNvSpPr>
            <p:nvPr/>
          </p:nvSpPr>
          <p:spPr bwMode="auto">
            <a:xfrm flipV="1">
              <a:off x="793" y="1525"/>
              <a:ext cx="0" cy="227"/>
            </a:xfrm>
            <a:prstGeom prst="line">
              <a:avLst/>
            </a:prstGeom>
            <a:noFill/>
            <a:ln w="9525">
              <a:solidFill>
                <a:schemeClr val="tx1"/>
              </a:solidFill>
              <a:round/>
              <a:tailEnd type="triangle" w="med" len="med"/>
            </a:ln>
          </p:spPr>
          <p:txBody>
            <a:bodyPr wrap="none">
              <a:spAutoFit/>
            </a:bodyPr>
            <a:lstStyle/>
            <a:p>
              <a:endParaRPr lang="zh-CN" altLang="en-US"/>
            </a:p>
          </p:txBody>
        </p:sp>
        <p:sp>
          <p:nvSpPr>
            <p:cNvPr id="96352" name="Line 37"/>
            <p:cNvSpPr>
              <a:spLocks noChangeShapeType="1"/>
            </p:cNvSpPr>
            <p:nvPr/>
          </p:nvSpPr>
          <p:spPr bwMode="auto">
            <a:xfrm flipV="1">
              <a:off x="3288" y="1525"/>
              <a:ext cx="0" cy="227"/>
            </a:xfrm>
            <a:prstGeom prst="line">
              <a:avLst/>
            </a:prstGeom>
            <a:noFill/>
            <a:ln w="9525">
              <a:solidFill>
                <a:schemeClr val="tx1"/>
              </a:solidFill>
              <a:round/>
              <a:tailEnd type="triangle" w="med" len="med"/>
            </a:ln>
          </p:spPr>
          <p:txBody>
            <a:bodyPr wrap="none">
              <a:spAutoFit/>
            </a:bodyPr>
            <a:lstStyle/>
            <a:p>
              <a:endParaRPr lang="zh-CN" altLang="en-US"/>
            </a:p>
          </p:txBody>
        </p:sp>
        <p:sp>
          <p:nvSpPr>
            <p:cNvPr id="96353" name="Text Box 38"/>
            <p:cNvSpPr txBox="1">
              <a:spLocks noChangeArrowheads="1"/>
            </p:cNvSpPr>
            <p:nvPr/>
          </p:nvSpPr>
          <p:spPr bwMode="auto">
            <a:xfrm>
              <a:off x="599" y="1748"/>
              <a:ext cx="295" cy="233"/>
            </a:xfrm>
            <a:prstGeom prst="rect">
              <a:avLst/>
            </a:prstGeom>
            <a:noFill/>
            <a:ln w="9525">
              <a:noFill/>
              <a:miter lim="800000"/>
            </a:ln>
          </p:spPr>
          <p:txBody>
            <a:bodyPr wrap="none">
              <a:spAutoFit/>
            </a:bodyPr>
            <a:lstStyle/>
            <a:p>
              <a:r>
                <a:rPr lang="en-US" altLang="zh-CN"/>
                <a:t>low</a:t>
              </a:r>
              <a:endParaRPr lang="en-US" altLang="zh-CN"/>
            </a:p>
          </p:txBody>
        </p:sp>
        <p:sp>
          <p:nvSpPr>
            <p:cNvPr id="96354" name="Text Box 39"/>
            <p:cNvSpPr txBox="1">
              <a:spLocks noChangeArrowheads="1"/>
            </p:cNvSpPr>
            <p:nvPr/>
          </p:nvSpPr>
          <p:spPr bwMode="auto">
            <a:xfrm>
              <a:off x="3061" y="1706"/>
              <a:ext cx="343" cy="233"/>
            </a:xfrm>
            <a:prstGeom prst="rect">
              <a:avLst/>
            </a:prstGeom>
            <a:noFill/>
            <a:ln w="9525">
              <a:noFill/>
              <a:miter lim="800000"/>
            </a:ln>
          </p:spPr>
          <p:txBody>
            <a:bodyPr wrap="none">
              <a:spAutoFit/>
            </a:bodyPr>
            <a:lstStyle/>
            <a:p>
              <a:r>
                <a:rPr lang="en-US" altLang="zh-CN"/>
                <a:t>high</a:t>
              </a:r>
              <a:endParaRPr lang="en-US" altLang="zh-CN"/>
            </a:p>
          </p:txBody>
        </p:sp>
        <p:sp>
          <p:nvSpPr>
            <p:cNvPr id="96355" name="Line 40"/>
            <p:cNvSpPr>
              <a:spLocks noChangeShapeType="1"/>
            </p:cNvSpPr>
            <p:nvPr/>
          </p:nvSpPr>
          <p:spPr bwMode="auto">
            <a:xfrm flipH="1">
              <a:off x="793" y="1661"/>
              <a:ext cx="726" cy="0"/>
            </a:xfrm>
            <a:prstGeom prst="line">
              <a:avLst/>
            </a:prstGeom>
            <a:noFill/>
            <a:ln w="9525">
              <a:solidFill>
                <a:schemeClr val="tx1"/>
              </a:solidFill>
              <a:round/>
              <a:tailEnd type="triangle" w="med" len="med"/>
            </a:ln>
          </p:spPr>
          <p:txBody>
            <a:bodyPr wrap="none">
              <a:spAutoFit/>
            </a:bodyPr>
            <a:lstStyle/>
            <a:p>
              <a:endParaRPr lang="zh-CN" altLang="en-US"/>
            </a:p>
          </p:txBody>
        </p:sp>
        <p:sp>
          <p:nvSpPr>
            <p:cNvPr id="96356" name="Text Box 41"/>
            <p:cNvSpPr txBox="1">
              <a:spLocks noChangeArrowheads="1"/>
            </p:cNvSpPr>
            <p:nvPr/>
          </p:nvSpPr>
          <p:spPr bwMode="auto">
            <a:xfrm>
              <a:off x="1565" y="1594"/>
              <a:ext cx="628" cy="212"/>
            </a:xfrm>
            <a:prstGeom prst="rect">
              <a:avLst/>
            </a:prstGeom>
            <a:noFill/>
            <a:ln w="9525">
              <a:noFill/>
              <a:miter lim="800000"/>
            </a:ln>
          </p:spPr>
          <p:txBody>
            <a:bodyPr wrap="none">
              <a:spAutoFit/>
            </a:bodyPr>
            <a:lstStyle/>
            <a:p>
              <a:r>
                <a:rPr lang="zh-CN" altLang="en-US" sz="1600"/>
                <a:t>查找范围</a:t>
              </a:r>
              <a:endParaRPr lang="zh-CN" altLang="en-US" sz="1600"/>
            </a:p>
          </p:txBody>
        </p:sp>
        <p:sp>
          <p:nvSpPr>
            <p:cNvPr id="96357" name="Line 42"/>
            <p:cNvSpPr>
              <a:spLocks noChangeShapeType="1"/>
            </p:cNvSpPr>
            <p:nvPr/>
          </p:nvSpPr>
          <p:spPr bwMode="auto">
            <a:xfrm>
              <a:off x="2200" y="1661"/>
              <a:ext cx="1043" cy="0"/>
            </a:xfrm>
            <a:prstGeom prst="line">
              <a:avLst/>
            </a:prstGeom>
            <a:noFill/>
            <a:ln w="9525">
              <a:solidFill>
                <a:schemeClr val="tx1"/>
              </a:solidFill>
              <a:round/>
              <a:tailEnd type="triangle" w="med" len="med"/>
            </a:ln>
          </p:spPr>
          <p:txBody>
            <a:bodyPr wrap="none">
              <a:spAutoFit/>
            </a:bodyPr>
            <a:lstStyle/>
            <a:p>
              <a:endParaRPr lang="zh-CN" altLang="en-US"/>
            </a:p>
          </p:txBody>
        </p:sp>
      </p:grpSp>
      <p:sp>
        <p:nvSpPr>
          <p:cNvPr id="96262" name="Text Box 43"/>
          <p:cNvSpPr txBox="1">
            <a:spLocks noChangeArrowheads="1"/>
          </p:cNvSpPr>
          <p:nvPr/>
        </p:nvSpPr>
        <p:spPr bwMode="auto">
          <a:xfrm>
            <a:off x="1126431" y="1197000"/>
            <a:ext cx="4089581" cy="369332"/>
          </a:xfrm>
          <a:prstGeom prst="rect">
            <a:avLst/>
          </a:prstGeom>
          <a:noFill/>
          <a:ln w="9525">
            <a:noFill/>
            <a:miter lim="800000"/>
          </a:ln>
        </p:spPr>
        <p:txBody>
          <a:bodyPr wrap="none">
            <a:spAutoFit/>
          </a:bodyPr>
          <a:lstStyle/>
          <a:p>
            <a:r>
              <a:rPr lang="zh-CN" altLang="en-US"/>
              <a:t>例：在下面有序数据集中查找数据项</a:t>
            </a:r>
            <a:r>
              <a:rPr lang="en-US" altLang="zh-CN"/>
              <a:t>62</a:t>
            </a:r>
            <a:endParaRPr lang="en-US" altLang="zh-CN"/>
          </a:p>
        </p:txBody>
      </p:sp>
      <p:sp>
        <p:nvSpPr>
          <p:cNvPr id="163884" name="Text Box 44"/>
          <p:cNvSpPr txBox="1">
            <a:spLocks noChangeArrowheads="1"/>
          </p:cNvSpPr>
          <p:nvPr/>
        </p:nvSpPr>
        <p:spPr bwMode="auto">
          <a:xfrm>
            <a:off x="5807968" y="1628800"/>
            <a:ext cx="3302507" cy="1477328"/>
          </a:xfrm>
          <a:prstGeom prst="rect">
            <a:avLst/>
          </a:prstGeom>
          <a:noFill/>
          <a:ln w="9525">
            <a:noFill/>
            <a:miter lim="800000"/>
          </a:ln>
        </p:spPr>
        <p:txBody>
          <a:bodyPr wrap="none">
            <a:spAutoFit/>
          </a:bodyPr>
          <a:lstStyle/>
          <a:p>
            <a:r>
              <a:rPr lang="en-US" altLang="zh-CN" dirty="0"/>
              <a:t>item = 62</a:t>
            </a:r>
            <a:r>
              <a:rPr lang="en-US" altLang="zh-CN" sz="1600" dirty="0"/>
              <a:t>(</a:t>
            </a:r>
            <a:r>
              <a:rPr lang="zh-CN" altLang="en-US" sz="1600" dirty="0"/>
              <a:t>查找顶</a:t>
            </a:r>
            <a:r>
              <a:rPr lang="en-US" altLang="zh-CN" sz="1600" dirty="0"/>
              <a:t>)</a:t>
            </a:r>
            <a:endParaRPr lang="en-US" altLang="zh-CN" sz="1600" dirty="0"/>
          </a:p>
          <a:p>
            <a:r>
              <a:rPr lang="en-US" altLang="zh-CN" dirty="0"/>
              <a:t>low = 0</a:t>
            </a:r>
            <a:r>
              <a:rPr lang="en-US" altLang="zh-CN" sz="1600" dirty="0"/>
              <a:t>(</a:t>
            </a:r>
            <a:r>
              <a:rPr lang="zh-CN" altLang="en-US" sz="1600" dirty="0"/>
              <a:t>查找范围开始</a:t>
            </a:r>
            <a:r>
              <a:rPr lang="en-US" altLang="zh-CN" sz="1600" dirty="0"/>
              <a:t>)</a:t>
            </a:r>
            <a:endParaRPr lang="en-US" altLang="zh-CN" sz="1600" dirty="0"/>
          </a:p>
          <a:p>
            <a:r>
              <a:rPr lang="en-US" altLang="zh-CN" dirty="0"/>
              <a:t>high = 9(</a:t>
            </a:r>
            <a:r>
              <a:rPr lang="zh-CN" altLang="en-US" dirty="0"/>
              <a:t>查找范围结束</a:t>
            </a:r>
            <a:r>
              <a:rPr lang="en-US" altLang="zh-CN" dirty="0"/>
              <a:t>)</a:t>
            </a:r>
            <a:endParaRPr lang="en-US" altLang="zh-CN" sz="1600" dirty="0"/>
          </a:p>
          <a:p>
            <a:r>
              <a:rPr lang="en-US" altLang="zh-CN" dirty="0"/>
              <a:t>mid = (</a:t>
            </a:r>
            <a:r>
              <a:rPr lang="en-US" altLang="zh-CN" dirty="0" err="1"/>
              <a:t>low+high</a:t>
            </a:r>
            <a:r>
              <a:rPr lang="en-US" altLang="zh-CN" dirty="0"/>
              <a:t>)/2=4</a:t>
            </a:r>
            <a:r>
              <a:rPr lang="en-US" altLang="zh-CN" sz="1600" dirty="0"/>
              <a:t>(</a:t>
            </a:r>
            <a:r>
              <a:rPr lang="zh-CN" altLang="en-US" sz="1600" dirty="0"/>
              <a:t>查找范围中间</a:t>
            </a:r>
            <a:r>
              <a:rPr lang="en-US" altLang="zh-CN" sz="1600" dirty="0"/>
              <a:t>)</a:t>
            </a:r>
            <a:endParaRPr lang="en-US" altLang="zh-CN" sz="1600" dirty="0"/>
          </a:p>
          <a:p>
            <a:endParaRPr lang="en-US" altLang="zh-CN" dirty="0"/>
          </a:p>
        </p:txBody>
      </p:sp>
      <p:sp>
        <p:nvSpPr>
          <p:cNvPr id="163885" name="Text Box 45"/>
          <p:cNvSpPr txBox="1">
            <a:spLocks noChangeArrowheads="1"/>
          </p:cNvSpPr>
          <p:nvPr/>
        </p:nvSpPr>
        <p:spPr bwMode="auto">
          <a:xfrm>
            <a:off x="1991618" y="2781325"/>
            <a:ext cx="2356735" cy="369332"/>
          </a:xfrm>
          <a:prstGeom prst="rect">
            <a:avLst/>
          </a:prstGeom>
          <a:noFill/>
          <a:ln w="9525">
            <a:noFill/>
            <a:miter lim="800000"/>
          </a:ln>
        </p:spPr>
        <p:txBody>
          <a:bodyPr wrap="none">
            <a:spAutoFit/>
          </a:bodyPr>
          <a:lstStyle/>
          <a:p>
            <a:r>
              <a:rPr lang="en-US" altLang="zh-CN">
                <a:solidFill>
                  <a:srgbClr val="0000CC"/>
                </a:solidFill>
              </a:rPr>
              <a:t>item &gt; data[mid],</a:t>
            </a:r>
            <a:r>
              <a:rPr lang="zh-CN" altLang="en-US">
                <a:solidFill>
                  <a:srgbClr val="0000CC"/>
                </a:solidFill>
              </a:rPr>
              <a:t>即</a:t>
            </a:r>
            <a:r>
              <a:rPr lang="en-US" altLang="zh-CN">
                <a:solidFill>
                  <a:srgbClr val="0000CC"/>
                </a:solidFill>
              </a:rPr>
              <a:t>62&gt;25</a:t>
            </a:r>
            <a:endParaRPr lang="en-US" altLang="zh-CN">
              <a:solidFill>
                <a:srgbClr val="0000CC"/>
              </a:solidFill>
            </a:endParaRPr>
          </a:p>
        </p:txBody>
      </p:sp>
      <p:sp>
        <p:nvSpPr>
          <p:cNvPr id="163886" name="AutoShape 46"/>
          <p:cNvSpPr>
            <a:spLocks noChangeArrowheads="1"/>
          </p:cNvSpPr>
          <p:nvPr/>
        </p:nvSpPr>
        <p:spPr bwMode="auto">
          <a:xfrm>
            <a:off x="2999680" y="3007029"/>
            <a:ext cx="360362" cy="412194"/>
          </a:xfrm>
          <a:prstGeom prst="downArrow">
            <a:avLst>
              <a:gd name="adj1" fmla="val 50000"/>
              <a:gd name="adj2" fmla="val 25000"/>
            </a:avLst>
          </a:prstGeom>
          <a:solidFill>
            <a:schemeClr val="accent1"/>
          </a:solidFill>
          <a:ln w="9525">
            <a:solidFill>
              <a:schemeClr val="tx1"/>
            </a:solidFill>
            <a:miter lim="800000"/>
          </a:ln>
        </p:spPr>
        <p:txBody>
          <a:bodyPr anchor="ctr">
            <a:spAutoFit/>
          </a:bodyPr>
          <a:lstStyle/>
          <a:p>
            <a:endParaRPr lang="zh-CN" altLang="en-US"/>
          </a:p>
        </p:txBody>
      </p:sp>
      <p:grpSp>
        <p:nvGrpSpPr>
          <p:cNvPr id="4" name="Group 47"/>
          <p:cNvGrpSpPr/>
          <p:nvPr/>
        </p:nvGrpSpPr>
        <p:grpSpPr bwMode="auto">
          <a:xfrm>
            <a:off x="1199456" y="3284564"/>
            <a:ext cx="6548437" cy="1449388"/>
            <a:chOff x="579" y="2160"/>
            <a:chExt cx="4125" cy="913"/>
          </a:xfrm>
        </p:grpSpPr>
        <p:grpSp>
          <p:nvGrpSpPr>
            <p:cNvPr id="5" name="Group 48"/>
            <p:cNvGrpSpPr/>
            <p:nvPr/>
          </p:nvGrpSpPr>
          <p:grpSpPr bwMode="auto">
            <a:xfrm>
              <a:off x="579" y="2160"/>
              <a:ext cx="2789" cy="499"/>
              <a:chOff x="1020" y="663"/>
              <a:chExt cx="2789" cy="499"/>
            </a:xfrm>
          </p:grpSpPr>
          <p:sp>
            <p:nvSpPr>
              <p:cNvPr id="96319" name="Rectangle 49"/>
              <p:cNvSpPr>
                <a:spLocks noChangeArrowheads="1"/>
              </p:cNvSpPr>
              <p:nvPr/>
            </p:nvSpPr>
            <p:spPr bwMode="auto">
              <a:xfrm>
                <a:off x="1020" y="910"/>
                <a:ext cx="2767" cy="233"/>
              </a:xfrm>
              <a:prstGeom prst="rect">
                <a:avLst/>
              </a:prstGeom>
              <a:noFill/>
              <a:ln w="9525">
                <a:solidFill>
                  <a:schemeClr val="tx1"/>
                </a:solidFill>
                <a:miter lim="800000"/>
              </a:ln>
            </p:spPr>
            <p:txBody>
              <a:bodyPr anchor="ctr">
                <a:spAutoFit/>
              </a:bodyPr>
              <a:lstStyle/>
              <a:p>
                <a:endParaRPr lang="zh-CN" altLang="en-US"/>
              </a:p>
            </p:txBody>
          </p:sp>
          <p:sp>
            <p:nvSpPr>
              <p:cNvPr id="96320" name="Line 50"/>
              <p:cNvSpPr>
                <a:spLocks noChangeShapeType="1"/>
              </p:cNvSpPr>
              <p:nvPr/>
            </p:nvSpPr>
            <p:spPr bwMode="auto">
              <a:xfrm>
                <a:off x="1383" y="890"/>
                <a:ext cx="0" cy="272"/>
              </a:xfrm>
              <a:prstGeom prst="line">
                <a:avLst/>
              </a:prstGeom>
              <a:noFill/>
              <a:ln w="9525">
                <a:solidFill>
                  <a:schemeClr val="tx1"/>
                </a:solidFill>
                <a:round/>
              </a:ln>
            </p:spPr>
            <p:txBody>
              <a:bodyPr wrap="none">
                <a:spAutoFit/>
              </a:bodyPr>
              <a:lstStyle/>
              <a:p>
                <a:endParaRPr lang="zh-CN" altLang="en-US"/>
              </a:p>
            </p:txBody>
          </p:sp>
          <p:sp>
            <p:nvSpPr>
              <p:cNvPr id="96321" name="Text Box 51"/>
              <p:cNvSpPr txBox="1">
                <a:spLocks noChangeArrowheads="1"/>
              </p:cNvSpPr>
              <p:nvPr/>
            </p:nvSpPr>
            <p:spPr bwMode="auto">
              <a:xfrm>
                <a:off x="1066" y="890"/>
                <a:ext cx="183" cy="233"/>
              </a:xfrm>
              <a:prstGeom prst="rect">
                <a:avLst/>
              </a:prstGeom>
              <a:noFill/>
              <a:ln w="9525">
                <a:noFill/>
                <a:miter lim="800000"/>
              </a:ln>
            </p:spPr>
            <p:txBody>
              <a:bodyPr wrap="none">
                <a:spAutoFit/>
              </a:bodyPr>
              <a:lstStyle/>
              <a:p>
                <a:r>
                  <a:rPr lang="en-US" altLang="zh-CN"/>
                  <a:t>5</a:t>
                </a:r>
                <a:endParaRPr lang="en-US" altLang="zh-CN"/>
              </a:p>
            </p:txBody>
          </p:sp>
          <p:sp>
            <p:nvSpPr>
              <p:cNvPr id="96322" name="Line 52"/>
              <p:cNvSpPr>
                <a:spLocks noChangeShapeType="1"/>
              </p:cNvSpPr>
              <p:nvPr/>
            </p:nvSpPr>
            <p:spPr bwMode="auto">
              <a:xfrm>
                <a:off x="1655" y="890"/>
                <a:ext cx="0" cy="272"/>
              </a:xfrm>
              <a:prstGeom prst="line">
                <a:avLst/>
              </a:prstGeom>
              <a:noFill/>
              <a:ln w="9525">
                <a:solidFill>
                  <a:schemeClr val="tx1"/>
                </a:solidFill>
                <a:round/>
              </a:ln>
            </p:spPr>
            <p:txBody>
              <a:bodyPr wrap="none">
                <a:spAutoFit/>
              </a:bodyPr>
              <a:lstStyle/>
              <a:p>
                <a:endParaRPr lang="zh-CN" altLang="en-US"/>
              </a:p>
            </p:txBody>
          </p:sp>
          <p:sp>
            <p:nvSpPr>
              <p:cNvPr id="96323" name="Line 53"/>
              <p:cNvSpPr>
                <a:spLocks noChangeShapeType="1"/>
              </p:cNvSpPr>
              <p:nvPr/>
            </p:nvSpPr>
            <p:spPr bwMode="auto">
              <a:xfrm>
                <a:off x="1927" y="890"/>
                <a:ext cx="0" cy="272"/>
              </a:xfrm>
              <a:prstGeom prst="line">
                <a:avLst/>
              </a:prstGeom>
              <a:noFill/>
              <a:ln w="9525">
                <a:solidFill>
                  <a:schemeClr val="tx1"/>
                </a:solidFill>
                <a:round/>
              </a:ln>
            </p:spPr>
            <p:txBody>
              <a:bodyPr wrap="none">
                <a:spAutoFit/>
              </a:bodyPr>
              <a:lstStyle/>
              <a:p>
                <a:endParaRPr lang="zh-CN" altLang="en-US"/>
              </a:p>
            </p:txBody>
          </p:sp>
          <p:sp>
            <p:nvSpPr>
              <p:cNvPr id="96324" name="Line 54"/>
              <p:cNvSpPr>
                <a:spLocks noChangeShapeType="1"/>
              </p:cNvSpPr>
              <p:nvPr/>
            </p:nvSpPr>
            <p:spPr bwMode="auto">
              <a:xfrm>
                <a:off x="2200" y="890"/>
                <a:ext cx="0" cy="272"/>
              </a:xfrm>
              <a:prstGeom prst="line">
                <a:avLst/>
              </a:prstGeom>
              <a:noFill/>
              <a:ln w="9525">
                <a:solidFill>
                  <a:schemeClr val="tx1"/>
                </a:solidFill>
                <a:round/>
              </a:ln>
            </p:spPr>
            <p:txBody>
              <a:bodyPr wrap="none">
                <a:spAutoFit/>
              </a:bodyPr>
              <a:lstStyle/>
              <a:p>
                <a:endParaRPr lang="zh-CN" altLang="en-US"/>
              </a:p>
            </p:txBody>
          </p:sp>
          <p:sp>
            <p:nvSpPr>
              <p:cNvPr id="96325" name="Line 55"/>
              <p:cNvSpPr>
                <a:spLocks noChangeShapeType="1"/>
              </p:cNvSpPr>
              <p:nvPr/>
            </p:nvSpPr>
            <p:spPr bwMode="auto">
              <a:xfrm>
                <a:off x="2472" y="890"/>
                <a:ext cx="0" cy="272"/>
              </a:xfrm>
              <a:prstGeom prst="line">
                <a:avLst/>
              </a:prstGeom>
              <a:noFill/>
              <a:ln w="9525">
                <a:solidFill>
                  <a:schemeClr val="tx1"/>
                </a:solidFill>
                <a:round/>
              </a:ln>
            </p:spPr>
            <p:txBody>
              <a:bodyPr wrap="none">
                <a:spAutoFit/>
              </a:bodyPr>
              <a:lstStyle/>
              <a:p>
                <a:endParaRPr lang="zh-CN" altLang="en-US"/>
              </a:p>
            </p:txBody>
          </p:sp>
          <p:sp>
            <p:nvSpPr>
              <p:cNvPr id="96326" name="Line 56"/>
              <p:cNvSpPr>
                <a:spLocks noChangeShapeType="1"/>
              </p:cNvSpPr>
              <p:nvPr/>
            </p:nvSpPr>
            <p:spPr bwMode="auto">
              <a:xfrm>
                <a:off x="2744" y="890"/>
                <a:ext cx="0" cy="272"/>
              </a:xfrm>
              <a:prstGeom prst="line">
                <a:avLst/>
              </a:prstGeom>
              <a:noFill/>
              <a:ln w="9525">
                <a:solidFill>
                  <a:schemeClr val="tx1"/>
                </a:solidFill>
                <a:round/>
              </a:ln>
            </p:spPr>
            <p:txBody>
              <a:bodyPr wrap="none">
                <a:spAutoFit/>
              </a:bodyPr>
              <a:lstStyle/>
              <a:p>
                <a:endParaRPr lang="zh-CN" altLang="en-US"/>
              </a:p>
            </p:txBody>
          </p:sp>
          <p:sp>
            <p:nvSpPr>
              <p:cNvPr id="96327" name="Line 57"/>
              <p:cNvSpPr>
                <a:spLocks noChangeShapeType="1"/>
              </p:cNvSpPr>
              <p:nvPr/>
            </p:nvSpPr>
            <p:spPr bwMode="auto">
              <a:xfrm>
                <a:off x="2971" y="890"/>
                <a:ext cx="0" cy="272"/>
              </a:xfrm>
              <a:prstGeom prst="line">
                <a:avLst/>
              </a:prstGeom>
              <a:noFill/>
              <a:ln w="9525">
                <a:solidFill>
                  <a:schemeClr val="tx1"/>
                </a:solidFill>
                <a:round/>
              </a:ln>
            </p:spPr>
            <p:txBody>
              <a:bodyPr wrap="none">
                <a:spAutoFit/>
              </a:bodyPr>
              <a:lstStyle/>
              <a:p>
                <a:endParaRPr lang="zh-CN" altLang="en-US"/>
              </a:p>
            </p:txBody>
          </p:sp>
          <p:sp>
            <p:nvSpPr>
              <p:cNvPr id="96328" name="Line 58"/>
              <p:cNvSpPr>
                <a:spLocks noChangeShapeType="1"/>
              </p:cNvSpPr>
              <p:nvPr/>
            </p:nvSpPr>
            <p:spPr bwMode="auto">
              <a:xfrm>
                <a:off x="3243" y="890"/>
                <a:ext cx="0" cy="272"/>
              </a:xfrm>
              <a:prstGeom prst="line">
                <a:avLst/>
              </a:prstGeom>
              <a:noFill/>
              <a:ln w="9525">
                <a:solidFill>
                  <a:schemeClr val="tx1"/>
                </a:solidFill>
                <a:round/>
              </a:ln>
            </p:spPr>
            <p:txBody>
              <a:bodyPr wrap="none">
                <a:spAutoFit/>
              </a:bodyPr>
              <a:lstStyle/>
              <a:p>
                <a:endParaRPr lang="zh-CN" altLang="en-US"/>
              </a:p>
            </p:txBody>
          </p:sp>
          <p:sp>
            <p:nvSpPr>
              <p:cNvPr id="96329" name="Line 59"/>
              <p:cNvSpPr>
                <a:spLocks noChangeShapeType="1"/>
              </p:cNvSpPr>
              <p:nvPr/>
            </p:nvSpPr>
            <p:spPr bwMode="auto">
              <a:xfrm>
                <a:off x="3515" y="890"/>
                <a:ext cx="0" cy="272"/>
              </a:xfrm>
              <a:prstGeom prst="line">
                <a:avLst/>
              </a:prstGeom>
              <a:noFill/>
              <a:ln w="9525">
                <a:solidFill>
                  <a:schemeClr val="tx1"/>
                </a:solidFill>
                <a:round/>
              </a:ln>
            </p:spPr>
            <p:txBody>
              <a:bodyPr wrap="none">
                <a:spAutoFit/>
              </a:bodyPr>
              <a:lstStyle/>
              <a:p>
                <a:endParaRPr lang="zh-CN" altLang="en-US"/>
              </a:p>
            </p:txBody>
          </p:sp>
          <p:sp>
            <p:nvSpPr>
              <p:cNvPr id="96330" name="Line 60"/>
              <p:cNvSpPr>
                <a:spLocks noChangeShapeType="1"/>
              </p:cNvSpPr>
              <p:nvPr/>
            </p:nvSpPr>
            <p:spPr bwMode="auto">
              <a:xfrm>
                <a:off x="3787" y="890"/>
                <a:ext cx="0" cy="272"/>
              </a:xfrm>
              <a:prstGeom prst="line">
                <a:avLst/>
              </a:prstGeom>
              <a:noFill/>
              <a:ln w="9525">
                <a:solidFill>
                  <a:schemeClr val="tx1"/>
                </a:solidFill>
                <a:round/>
              </a:ln>
            </p:spPr>
            <p:txBody>
              <a:bodyPr wrap="none">
                <a:spAutoFit/>
              </a:bodyPr>
              <a:lstStyle/>
              <a:p>
                <a:endParaRPr lang="zh-CN" altLang="en-US"/>
              </a:p>
            </p:txBody>
          </p:sp>
          <p:sp>
            <p:nvSpPr>
              <p:cNvPr id="96331" name="Text Box 61"/>
              <p:cNvSpPr txBox="1">
                <a:spLocks noChangeArrowheads="1"/>
              </p:cNvSpPr>
              <p:nvPr/>
            </p:nvSpPr>
            <p:spPr bwMode="auto">
              <a:xfrm>
                <a:off x="1338" y="890"/>
                <a:ext cx="183" cy="233"/>
              </a:xfrm>
              <a:prstGeom prst="rect">
                <a:avLst/>
              </a:prstGeom>
              <a:noFill/>
              <a:ln w="9525">
                <a:noFill/>
                <a:miter lim="800000"/>
              </a:ln>
            </p:spPr>
            <p:txBody>
              <a:bodyPr wrap="none">
                <a:spAutoFit/>
              </a:bodyPr>
              <a:lstStyle/>
              <a:p>
                <a:r>
                  <a:rPr lang="en-US" altLang="zh-CN"/>
                  <a:t>7</a:t>
                </a:r>
                <a:endParaRPr lang="en-US" altLang="zh-CN"/>
              </a:p>
            </p:txBody>
          </p:sp>
          <p:sp>
            <p:nvSpPr>
              <p:cNvPr id="96332" name="Text Box 62"/>
              <p:cNvSpPr txBox="1">
                <a:spLocks noChangeArrowheads="1"/>
              </p:cNvSpPr>
              <p:nvPr/>
            </p:nvSpPr>
            <p:spPr bwMode="auto">
              <a:xfrm>
                <a:off x="1655" y="890"/>
                <a:ext cx="294" cy="233"/>
              </a:xfrm>
              <a:prstGeom prst="rect">
                <a:avLst/>
              </a:prstGeom>
              <a:noFill/>
              <a:ln w="9525">
                <a:noFill/>
                <a:miter lim="800000"/>
              </a:ln>
            </p:spPr>
            <p:txBody>
              <a:bodyPr>
                <a:spAutoFit/>
              </a:bodyPr>
              <a:lstStyle/>
              <a:p>
                <a:r>
                  <a:rPr lang="en-US" altLang="zh-CN"/>
                  <a:t>16</a:t>
                </a:r>
                <a:endParaRPr lang="en-US" altLang="zh-CN"/>
              </a:p>
            </p:txBody>
          </p:sp>
          <p:sp>
            <p:nvSpPr>
              <p:cNvPr id="96333" name="Text Box 63"/>
              <p:cNvSpPr txBox="1">
                <a:spLocks noChangeArrowheads="1"/>
              </p:cNvSpPr>
              <p:nvPr/>
            </p:nvSpPr>
            <p:spPr bwMode="auto">
              <a:xfrm>
                <a:off x="1927" y="890"/>
                <a:ext cx="250" cy="233"/>
              </a:xfrm>
              <a:prstGeom prst="rect">
                <a:avLst/>
              </a:prstGeom>
              <a:noFill/>
              <a:ln w="9525">
                <a:noFill/>
                <a:miter lim="800000"/>
              </a:ln>
            </p:spPr>
            <p:txBody>
              <a:bodyPr wrap="none">
                <a:spAutoFit/>
              </a:bodyPr>
              <a:lstStyle/>
              <a:p>
                <a:r>
                  <a:rPr lang="en-US" altLang="zh-CN"/>
                  <a:t>24</a:t>
                </a:r>
                <a:endParaRPr lang="en-US" altLang="zh-CN"/>
              </a:p>
            </p:txBody>
          </p:sp>
          <p:sp>
            <p:nvSpPr>
              <p:cNvPr id="96334" name="Text Box 64"/>
              <p:cNvSpPr txBox="1">
                <a:spLocks noChangeArrowheads="1"/>
              </p:cNvSpPr>
              <p:nvPr/>
            </p:nvSpPr>
            <p:spPr bwMode="auto">
              <a:xfrm>
                <a:off x="2200" y="890"/>
                <a:ext cx="250" cy="233"/>
              </a:xfrm>
              <a:prstGeom prst="rect">
                <a:avLst/>
              </a:prstGeom>
              <a:noFill/>
              <a:ln w="9525">
                <a:noFill/>
                <a:miter lim="800000"/>
              </a:ln>
            </p:spPr>
            <p:txBody>
              <a:bodyPr wrap="none">
                <a:spAutoFit/>
              </a:bodyPr>
              <a:lstStyle/>
              <a:p>
                <a:r>
                  <a:rPr lang="en-US" altLang="zh-CN"/>
                  <a:t>25</a:t>
                </a:r>
                <a:endParaRPr lang="en-US" altLang="zh-CN"/>
              </a:p>
            </p:txBody>
          </p:sp>
          <p:sp>
            <p:nvSpPr>
              <p:cNvPr id="96335" name="Text Box 65"/>
              <p:cNvSpPr txBox="1">
                <a:spLocks noChangeArrowheads="1"/>
              </p:cNvSpPr>
              <p:nvPr/>
            </p:nvSpPr>
            <p:spPr bwMode="auto">
              <a:xfrm>
                <a:off x="2426" y="890"/>
                <a:ext cx="250" cy="233"/>
              </a:xfrm>
              <a:prstGeom prst="rect">
                <a:avLst/>
              </a:prstGeom>
              <a:noFill/>
              <a:ln w="9525">
                <a:noFill/>
                <a:miter lim="800000"/>
              </a:ln>
            </p:spPr>
            <p:txBody>
              <a:bodyPr wrap="none">
                <a:spAutoFit/>
              </a:bodyPr>
              <a:lstStyle/>
              <a:p>
                <a:r>
                  <a:rPr lang="en-US" altLang="zh-CN"/>
                  <a:t>50</a:t>
                </a:r>
                <a:endParaRPr lang="en-US" altLang="zh-CN"/>
              </a:p>
            </p:txBody>
          </p:sp>
          <p:sp>
            <p:nvSpPr>
              <p:cNvPr id="96336" name="Text Box 66"/>
              <p:cNvSpPr txBox="1">
                <a:spLocks noChangeArrowheads="1"/>
              </p:cNvSpPr>
              <p:nvPr/>
            </p:nvSpPr>
            <p:spPr bwMode="auto">
              <a:xfrm>
                <a:off x="2699" y="890"/>
                <a:ext cx="250" cy="233"/>
              </a:xfrm>
              <a:prstGeom prst="rect">
                <a:avLst/>
              </a:prstGeom>
              <a:noFill/>
              <a:ln w="9525">
                <a:noFill/>
                <a:miter lim="800000"/>
              </a:ln>
            </p:spPr>
            <p:txBody>
              <a:bodyPr wrap="none">
                <a:spAutoFit/>
              </a:bodyPr>
              <a:lstStyle/>
              <a:p>
                <a:r>
                  <a:rPr lang="en-US" altLang="zh-CN"/>
                  <a:t>45</a:t>
                </a:r>
                <a:endParaRPr lang="en-US" altLang="zh-CN"/>
              </a:p>
            </p:txBody>
          </p:sp>
          <p:sp>
            <p:nvSpPr>
              <p:cNvPr id="96337" name="Text Box 67"/>
              <p:cNvSpPr txBox="1">
                <a:spLocks noChangeArrowheads="1"/>
              </p:cNvSpPr>
              <p:nvPr/>
            </p:nvSpPr>
            <p:spPr bwMode="auto">
              <a:xfrm>
                <a:off x="2971" y="890"/>
                <a:ext cx="250" cy="233"/>
              </a:xfrm>
              <a:prstGeom prst="rect">
                <a:avLst/>
              </a:prstGeom>
              <a:noFill/>
              <a:ln w="9525">
                <a:noFill/>
                <a:miter lim="800000"/>
              </a:ln>
            </p:spPr>
            <p:txBody>
              <a:bodyPr wrap="none">
                <a:spAutoFit/>
              </a:bodyPr>
              <a:lstStyle/>
              <a:p>
                <a:r>
                  <a:rPr lang="en-US" altLang="zh-CN">
                    <a:solidFill>
                      <a:srgbClr val="0000CC"/>
                    </a:solidFill>
                  </a:rPr>
                  <a:t>50</a:t>
                </a:r>
                <a:endParaRPr lang="en-US" altLang="zh-CN">
                  <a:solidFill>
                    <a:srgbClr val="0000CC"/>
                  </a:solidFill>
                </a:endParaRPr>
              </a:p>
            </p:txBody>
          </p:sp>
          <p:sp>
            <p:nvSpPr>
              <p:cNvPr id="96338" name="Text Box 68"/>
              <p:cNvSpPr txBox="1">
                <a:spLocks noChangeArrowheads="1"/>
              </p:cNvSpPr>
              <p:nvPr/>
            </p:nvSpPr>
            <p:spPr bwMode="auto">
              <a:xfrm>
                <a:off x="3243" y="890"/>
                <a:ext cx="250" cy="233"/>
              </a:xfrm>
              <a:prstGeom prst="rect">
                <a:avLst/>
              </a:prstGeom>
              <a:noFill/>
              <a:ln w="9525">
                <a:noFill/>
                <a:miter lim="800000"/>
              </a:ln>
            </p:spPr>
            <p:txBody>
              <a:bodyPr wrap="none">
                <a:spAutoFit/>
              </a:bodyPr>
              <a:lstStyle/>
              <a:p>
                <a:r>
                  <a:rPr lang="en-US" altLang="zh-CN"/>
                  <a:t>62</a:t>
                </a:r>
                <a:endParaRPr lang="en-US" altLang="zh-CN"/>
              </a:p>
            </p:txBody>
          </p:sp>
          <p:sp>
            <p:nvSpPr>
              <p:cNvPr id="96339" name="Text Box 69"/>
              <p:cNvSpPr txBox="1">
                <a:spLocks noChangeArrowheads="1"/>
              </p:cNvSpPr>
              <p:nvPr/>
            </p:nvSpPr>
            <p:spPr bwMode="auto">
              <a:xfrm>
                <a:off x="3515" y="890"/>
                <a:ext cx="250" cy="233"/>
              </a:xfrm>
              <a:prstGeom prst="rect">
                <a:avLst/>
              </a:prstGeom>
              <a:noFill/>
              <a:ln w="9525">
                <a:noFill/>
                <a:miter lim="800000"/>
              </a:ln>
            </p:spPr>
            <p:txBody>
              <a:bodyPr wrap="none">
                <a:spAutoFit/>
              </a:bodyPr>
              <a:lstStyle/>
              <a:p>
                <a:r>
                  <a:rPr lang="en-US" altLang="zh-CN"/>
                  <a:t>65</a:t>
                </a:r>
                <a:endParaRPr lang="en-US" altLang="zh-CN"/>
              </a:p>
            </p:txBody>
          </p:sp>
          <p:sp>
            <p:nvSpPr>
              <p:cNvPr id="96340" name="Text Box 70"/>
              <p:cNvSpPr txBox="1">
                <a:spLocks noChangeArrowheads="1"/>
              </p:cNvSpPr>
              <p:nvPr/>
            </p:nvSpPr>
            <p:spPr bwMode="auto">
              <a:xfrm>
                <a:off x="1338" y="663"/>
                <a:ext cx="183" cy="233"/>
              </a:xfrm>
              <a:prstGeom prst="rect">
                <a:avLst/>
              </a:prstGeom>
              <a:noFill/>
              <a:ln w="9525">
                <a:noFill/>
                <a:miter lim="800000"/>
              </a:ln>
            </p:spPr>
            <p:txBody>
              <a:bodyPr wrap="none">
                <a:spAutoFit/>
              </a:bodyPr>
              <a:lstStyle/>
              <a:p>
                <a:r>
                  <a:rPr lang="en-US" altLang="zh-CN"/>
                  <a:t>1</a:t>
                </a:r>
                <a:endParaRPr lang="en-US" altLang="zh-CN"/>
              </a:p>
            </p:txBody>
          </p:sp>
          <p:sp>
            <p:nvSpPr>
              <p:cNvPr id="96341" name="Text Box 71"/>
              <p:cNvSpPr txBox="1">
                <a:spLocks noChangeArrowheads="1"/>
              </p:cNvSpPr>
              <p:nvPr/>
            </p:nvSpPr>
            <p:spPr bwMode="auto">
              <a:xfrm>
                <a:off x="1066" y="663"/>
                <a:ext cx="183" cy="233"/>
              </a:xfrm>
              <a:prstGeom prst="rect">
                <a:avLst/>
              </a:prstGeom>
              <a:noFill/>
              <a:ln w="9525">
                <a:noFill/>
                <a:miter lim="800000"/>
              </a:ln>
            </p:spPr>
            <p:txBody>
              <a:bodyPr wrap="none">
                <a:spAutoFit/>
              </a:bodyPr>
              <a:lstStyle/>
              <a:p>
                <a:r>
                  <a:rPr lang="en-US" altLang="zh-CN"/>
                  <a:t>0</a:t>
                </a:r>
                <a:endParaRPr lang="en-US" altLang="zh-CN"/>
              </a:p>
            </p:txBody>
          </p:sp>
          <p:sp>
            <p:nvSpPr>
              <p:cNvPr id="96342" name="Text Box 72"/>
              <p:cNvSpPr txBox="1">
                <a:spLocks noChangeArrowheads="1"/>
              </p:cNvSpPr>
              <p:nvPr/>
            </p:nvSpPr>
            <p:spPr bwMode="auto">
              <a:xfrm>
                <a:off x="1927" y="663"/>
                <a:ext cx="183" cy="233"/>
              </a:xfrm>
              <a:prstGeom prst="rect">
                <a:avLst/>
              </a:prstGeom>
              <a:noFill/>
              <a:ln w="9525">
                <a:noFill/>
                <a:miter lim="800000"/>
              </a:ln>
            </p:spPr>
            <p:txBody>
              <a:bodyPr wrap="none">
                <a:spAutoFit/>
              </a:bodyPr>
              <a:lstStyle/>
              <a:p>
                <a:r>
                  <a:rPr lang="en-US" altLang="zh-CN"/>
                  <a:t>3</a:t>
                </a:r>
                <a:endParaRPr lang="en-US" altLang="zh-CN"/>
              </a:p>
            </p:txBody>
          </p:sp>
          <p:sp>
            <p:nvSpPr>
              <p:cNvPr id="96343" name="Text Box 73"/>
              <p:cNvSpPr txBox="1">
                <a:spLocks noChangeArrowheads="1"/>
              </p:cNvSpPr>
              <p:nvPr/>
            </p:nvSpPr>
            <p:spPr bwMode="auto">
              <a:xfrm>
                <a:off x="1655" y="663"/>
                <a:ext cx="183" cy="233"/>
              </a:xfrm>
              <a:prstGeom prst="rect">
                <a:avLst/>
              </a:prstGeom>
              <a:noFill/>
              <a:ln w="9525">
                <a:noFill/>
                <a:miter lim="800000"/>
              </a:ln>
            </p:spPr>
            <p:txBody>
              <a:bodyPr wrap="none">
                <a:spAutoFit/>
              </a:bodyPr>
              <a:lstStyle/>
              <a:p>
                <a:r>
                  <a:rPr lang="en-US" altLang="zh-CN"/>
                  <a:t>2</a:t>
                </a:r>
                <a:endParaRPr lang="en-US" altLang="zh-CN"/>
              </a:p>
            </p:txBody>
          </p:sp>
          <p:sp>
            <p:nvSpPr>
              <p:cNvPr id="96344" name="Text Box 74"/>
              <p:cNvSpPr txBox="1">
                <a:spLocks noChangeArrowheads="1"/>
              </p:cNvSpPr>
              <p:nvPr/>
            </p:nvSpPr>
            <p:spPr bwMode="auto">
              <a:xfrm>
                <a:off x="2200" y="663"/>
                <a:ext cx="183" cy="233"/>
              </a:xfrm>
              <a:prstGeom prst="rect">
                <a:avLst/>
              </a:prstGeom>
              <a:noFill/>
              <a:ln w="9525">
                <a:noFill/>
                <a:miter lim="800000"/>
              </a:ln>
            </p:spPr>
            <p:txBody>
              <a:bodyPr wrap="none">
                <a:spAutoFit/>
              </a:bodyPr>
              <a:lstStyle/>
              <a:p>
                <a:r>
                  <a:rPr lang="en-US" altLang="zh-CN"/>
                  <a:t>4</a:t>
                </a:r>
                <a:endParaRPr lang="en-US" altLang="zh-CN"/>
              </a:p>
            </p:txBody>
          </p:sp>
          <p:sp>
            <p:nvSpPr>
              <p:cNvPr id="96345" name="Text Box 75"/>
              <p:cNvSpPr txBox="1">
                <a:spLocks noChangeArrowheads="1"/>
              </p:cNvSpPr>
              <p:nvPr/>
            </p:nvSpPr>
            <p:spPr bwMode="auto">
              <a:xfrm>
                <a:off x="2744" y="663"/>
                <a:ext cx="183" cy="233"/>
              </a:xfrm>
              <a:prstGeom prst="rect">
                <a:avLst/>
              </a:prstGeom>
              <a:noFill/>
              <a:ln w="9525">
                <a:noFill/>
                <a:miter lim="800000"/>
              </a:ln>
            </p:spPr>
            <p:txBody>
              <a:bodyPr wrap="none">
                <a:spAutoFit/>
              </a:bodyPr>
              <a:lstStyle/>
              <a:p>
                <a:r>
                  <a:rPr lang="en-US" altLang="zh-CN"/>
                  <a:t>6</a:t>
                </a:r>
                <a:endParaRPr lang="en-US" altLang="zh-CN"/>
              </a:p>
            </p:txBody>
          </p:sp>
          <p:sp>
            <p:nvSpPr>
              <p:cNvPr id="96346" name="Text Box 76"/>
              <p:cNvSpPr txBox="1">
                <a:spLocks noChangeArrowheads="1"/>
              </p:cNvSpPr>
              <p:nvPr/>
            </p:nvSpPr>
            <p:spPr bwMode="auto">
              <a:xfrm>
                <a:off x="2472" y="663"/>
                <a:ext cx="183" cy="233"/>
              </a:xfrm>
              <a:prstGeom prst="rect">
                <a:avLst/>
              </a:prstGeom>
              <a:noFill/>
              <a:ln w="9525">
                <a:noFill/>
                <a:miter lim="800000"/>
              </a:ln>
            </p:spPr>
            <p:txBody>
              <a:bodyPr wrap="none">
                <a:spAutoFit/>
              </a:bodyPr>
              <a:lstStyle/>
              <a:p>
                <a:r>
                  <a:rPr lang="en-US" altLang="zh-CN"/>
                  <a:t>5</a:t>
                </a:r>
                <a:endParaRPr lang="en-US" altLang="zh-CN"/>
              </a:p>
            </p:txBody>
          </p:sp>
          <p:sp>
            <p:nvSpPr>
              <p:cNvPr id="96347" name="Text Box 77"/>
              <p:cNvSpPr txBox="1">
                <a:spLocks noChangeArrowheads="1"/>
              </p:cNvSpPr>
              <p:nvPr/>
            </p:nvSpPr>
            <p:spPr bwMode="auto">
              <a:xfrm>
                <a:off x="3243" y="663"/>
                <a:ext cx="183" cy="233"/>
              </a:xfrm>
              <a:prstGeom prst="rect">
                <a:avLst/>
              </a:prstGeom>
              <a:noFill/>
              <a:ln w="9525">
                <a:noFill/>
                <a:miter lim="800000"/>
              </a:ln>
            </p:spPr>
            <p:txBody>
              <a:bodyPr wrap="none">
                <a:spAutoFit/>
              </a:bodyPr>
              <a:lstStyle/>
              <a:p>
                <a:r>
                  <a:rPr lang="en-US" altLang="zh-CN"/>
                  <a:t>8</a:t>
                </a:r>
                <a:endParaRPr lang="en-US" altLang="zh-CN"/>
              </a:p>
            </p:txBody>
          </p:sp>
          <p:sp>
            <p:nvSpPr>
              <p:cNvPr id="96348" name="Text Box 78"/>
              <p:cNvSpPr txBox="1">
                <a:spLocks noChangeArrowheads="1"/>
              </p:cNvSpPr>
              <p:nvPr/>
            </p:nvSpPr>
            <p:spPr bwMode="auto">
              <a:xfrm>
                <a:off x="2971" y="663"/>
                <a:ext cx="183" cy="233"/>
              </a:xfrm>
              <a:prstGeom prst="rect">
                <a:avLst/>
              </a:prstGeom>
              <a:noFill/>
              <a:ln w="9525">
                <a:noFill/>
                <a:miter lim="800000"/>
              </a:ln>
            </p:spPr>
            <p:txBody>
              <a:bodyPr wrap="none">
                <a:spAutoFit/>
              </a:bodyPr>
              <a:lstStyle/>
              <a:p>
                <a:r>
                  <a:rPr lang="en-US" altLang="zh-CN"/>
                  <a:t>7</a:t>
                </a:r>
                <a:endParaRPr lang="en-US" altLang="zh-CN"/>
              </a:p>
            </p:txBody>
          </p:sp>
          <p:sp>
            <p:nvSpPr>
              <p:cNvPr id="96349" name="Text Box 79"/>
              <p:cNvSpPr txBox="1">
                <a:spLocks noChangeArrowheads="1"/>
              </p:cNvSpPr>
              <p:nvPr/>
            </p:nvSpPr>
            <p:spPr bwMode="auto">
              <a:xfrm>
                <a:off x="3515" y="663"/>
                <a:ext cx="294" cy="233"/>
              </a:xfrm>
              <a:prstGeom prst="rect">
                <a:avLst/>
              </a:prstGeom>
              <a:noFill/>
              <a:ln w="9525">
                <a:noFill/>
                <a:miter lim="800000"/>
              </a:ln>
            </p:spPr>
            <p:txBody>
              <a:bodyPr>
                <a:spAutoFit/>
              </a:bodyPr>
              <a:lstStyle/>
              <a:p>
                <a:r>
                  <a:rPr lang="en-US" altLang="zh-CN"/>
                  <a:t>9</a:t>
                </a:r>
                <a:endParaRPr lang="en-US" altLang="zh-CN"/>
              </a:p>
            </p:txBody>
          </p:sp>
        </p:grpSp>
        <p:sp>
          <p:nvSpPr>
            <p:cNvPr id="96311" name="Line 80"/>
            <p:cNvSpPr>
              <a:spLocks noChangeShapeType="1"/>
            </p:cNvSpPr>
            <p:nvPr/>
          </p:nvSpPr>
          <p:spPr bwMode="auto">
            <a:xfrm flipV="1">
              <a:off x="2154" y="2614"/>
              <a:ext cx="0" cy="227"/>
            </a:xfrm>
            <a:prstGeom prst="line">
              <a:avLst/>
            </a:prstGeom>
            <a:noFill/>
            <a:ln w="9525">
              <a:solidFill>
                <a:schemeClr val="tx1"/>
              </a:solidFill>
              <a:round/>
              <a:tailEnd type="triangle" w="med" len="med"/>
            </a:ln>
          </p:spPr>
          <p:txBody>
            <a:bodyPr wrap="none">
              <a:spAutoFit/>
            </a:bodyPr>
            <a:lstStyle/>
            <a:p>
              <a:endParaRPr lang="zh-CN" altLang="en-US"/>
            </a:p>
          </p:txBody>
        </p:sp>
        <p:sp>
          <p:nvSpPr>
            <p:cNvPr id="96312" name="Line 81"/>
            <p:cNvSpPr>
              <a:spLocks noChangeShapeType="1"/>
            </p:cNvSpPr>
            <p:nvPr/>
          </p:nvSpPr>
          <p:spPr bwMode="auto">
            <a:xfrm flipV="1">
              <a:off x="3210" y="2659"/>
              <a:ext cx="0" cy="227"/>
            </a:xfrm>
            <a:prstGeom prst="line">
              <a:avLst/>
            </a:prstGeom>
            <a:noFill/>
            <a:ln w="9525">
              <a:solidFill>
                <a:schemeClr val="tx1"/>
              </a:solidFill>
              <a:round/>
              <a:tailEnd type="triangle" w="med" len="med"/>
            </a:ln>
          </p:spPr>
          <p:txBody>
            <a:bodyPr wrap="none">
              <a:spAutoFit/>
            </a:bodyPr>
            <a:lstStyle/>
            <a:p>
              <a:endParaRPr lang="zh-CN" altLang="en-US"/>
            </a:p>
          </p:txBody>
        </p:sp>
        <p:sp>
          <p:nvSpPr>
            <p:cNvPr id="96313" name="Text Box 82"/>
            <p:cNvSpPr txBox="1">
              <a:spLocks noChangeArrowheads="1"/>
            </p:cNvSpPr>
            <p:nvPr/>
          </p:nvSpPr>
          <p:spPr bwMode="auto">
            <a:xfrm>
              <a:off x="1927" y="2840"/>
              <a:ext cx="295" cy="233"/>
            </a:xfrm>
            <a:prstGeom prst="rect">
              <a:avLst/>
            </a:prstGeom>
            <a:noFill/>
            <a:ln w="9525">
              <a:noFill/>
              <a:miter lim="800000"/>
            </a:ln>
          </p:spPr>
          <p:txBody>
            <a:bodyPr wrap="none">
              <a:spAutoFit/>
            </a:bodyPr>
            <a:lstStyle/>
            <a:p>
              <a:r>
                <a:rPr lang="en-US" altLang="zh-CN"/>
                <a:t>low</a:t>
              </a:r>
              <a:endParaRPr lang="en-US" altLang="zh-CN"/>
            </a:p>
          </p:txBody>
        </p:sp>
        <p:sp>
          <p:nvSpPr>
            <p:cNvPr id="96314" name="Text Box 83"/>
            <p:cNvSpPr txBox="1">
              <a:spLocks noChangeArrowheads="1"/>
            </p:cNvSpPr>
            <p:nvPr/>
          </p:nvSpPr>
          <p:spPr bwMode="auto">
            <a:xfrm>
              <a:off x="2983" y="2840"/>
              <a:ext cx="343" cy="233"/>
            </a:xfrm>
            <a:prstGeom prst="rect">
              <a:avLst/>
            </a:prstGeom>
            <a:noFill/>
            <a:ln w="9525">
              <a:noFill/>
              <a:miter lim="800000"/>
            </a:ln>
          </p:spPr>
          <p:txBody>
            <a:bodyPr wrap="none">
              <a:spAutoFit/>
            </a:bodyPr>
            <a:lstStyle/>
            <a:p>
              <a:r>
                <a:rPr lang="en-US" altLang="zh-CN"/>
                <a:t>high</a:t>
              </a:r>
              <a:endParaRPr lang="en-US" altLang="zh-CN"/>
            </a:p>
          </p:txBody>
        </p:sp>
        <p:sp>
          <p:nvSpPr>
            <p:cNvPr id="96315" name="Line 84"/>
            <p:cNvSpPr>
              <a:spLocks noChangeShapeType="1"/>
            </p:cNvSpPr>
            <p:nvPr/>
          </p:nvSpPr>
          <p:spPr bwMode="auto">
            <a:xfrm flipH="1">
              <a:off x="2200" y="2795"/>
              <a:ext cx="227" cy="0"/>
            </a:xfrm>
            <a:prstGeom prst="line">
              <a:avLst/>
            </a:prstGeom>
            <a:noFill/>
            <a:ln w="9525">
              <a:solidFill>
                <a:schemeClr val="tx1"/>
              </a:solidFill>
              <a:round/>
              <a:tailEnd type="triangle" w="med" len="med"/>
            </a:ln>
          </p:spPr>
          <p:txBody>
            <a:bodyPr>
              <a:spAutoFit/>
            </a:bodyPr>
            <a:lstStyle/>
            <a:p>
              <a:endParaRPr lang="zh-CN" altLang="en-US"/>
            </a:p>
          </p:txBody>
        </p:sp>
        <p:sp>
          <p:nvSpPr>
            <p:cNvPr id="96316" name="Text Box 85"/>
            <p:cNvSpPr txBox="1">
              <a:spLocks noChangeArrowheads="1"/>
            </p:cNvSpPr>
            <p:nvPr/>
          </p:nvSpPr>
          <p:spPr bwMode="auto">
            <a:xfrm>
              <a:off x="2426" y="2704"/>
              <a:ext cx="628" cy="212"/>
            </a:xfrm>
            <a:prstGeom prst="rect">
              <a:avLst/>
            </a:prstGeom>
            <a:noFill/>
            <a:ln w="9525">
              <a:noFill/>
              <a:miter lim="800000"/>
            </a:ln>
          </p:spPr>
          <p:txBody>
            <a:bodyPr wrap="none">
              <a:spAutoFit/>
            </a:bodyPr>
            <a:lstStyle/>
            <a:p>
              <a:r>
                <a:rPr lang="zh-CN" altLang="en-US" sz="1600"/>
                <a:t>查找范围</a:t>
              </a:r>
              <a:endParaRPr lang="zh-CN" altLang="en-US" sz="1600"/>
            </a:p>
          </p:txBody>
        </p:sp>
        <p:sp>
          <p:nvSpPr>
            <p:cNvPr id="96317" name="Line 86"/>
            <p:cNvSpPr>
              <a:spLocks noChangeShapeType="1"/>
            </p:cNvSpPr>
            <p:nvPr/>
          </p:nvSpPr>
          <p:spPr bwMode="auto">
            <a:xfrm>
              <a:off x="3016" y="2795"/>
              <a:ext cx="149" cy="0"/>
            </a:xfrm>
            <a:prstGeom prst="line">
              <a:avLst/>
            </a:prstGeom>
            <a:noFill/>
            <a:ln w="9525">
              <a:solidFill>
                <a:schemeClr val="tx1"/>
              </a:solidFill>
              <a:round/>
              <a:tailEnd type="triangle" w="med" len="med"/>
            </a:ln>
          </p:spPr>
          <p:txBody>
            <a:bodyPr>
              <a:spAutoFit/>
            </a:bodyPr>
            <a:lstStyle/>
            <a:p>
              <a:endParaRPr lang="zh-CN" altLang="en-US"/>
            </a:p>
          </p:txBody>
        </p:sp>
        <p:sp>
          <p:nvSpPr>
            <p:cNvPr id="96318" name="Text Box 87"/>
            <p:cNvSpPr txBox="1">
              <a:spLocks noChangeArrowheads="1"/>
            </p:cNvSpPr>
            <p:nvPr/>
          </p:nvSpPr>
          <p:spPr bwMode="auto">
            <a:xfrm>
              <a:off x="3470" y="2205"/>
              <a:ext cx="1234" cy="582"/>
            </a:xfrm>
            <a:prstGeom prst="rect">
              <a:avLst/>
            </a:prstGeom>
            <a:noFill/>
            <a:ln w="9525">
              <a:noFill/>
              <a:miter lim="800000"/>
            </a:ln>
          </p:spPr>
          <p:txBody>
            <a:bodyPr wrap="none">
              <a:spAutoFit/>
            </a:bodyPr>
            <a:lstStyle/>
            <a:p>
              <a:r>
                <a:rPr lang="en-US" altLang="zh-CN"/>
                <a:t>low = mid+1=5</a:t>
              </a:r>
              <a:endParaRPr lang="en-US" altLang="zh-CN"/>
            </a:p>
            <a:p>
              <a:r>
                <a:rPr lang="en-US" altLang="zh-CN"/>
                <a:t>high = 9</a:t>
              </a:r>
              <a:endParaRPr lang="en-US" altLang="zh-CN"/>
            </a:p>
            <a:p>
              <a:r>
                <a:rPr lang="en-US" altLang="zh-CN"/>
                <a:t>mid = (low+high)/2=7</a:t>
              </a:r>
              <a:endParaRPr lang="en-US" altLang="zh-CN"/>
            </a:p>
          </p:txBody>
        </p:sp>
      </p:grpSp>
      <p:sp>
        <p:nvSpPr>
          <p:cNvPr id="163928" name="Text Box 88"/>
          <p:cNvSpPr txBox="1">
            <a:spLocks noChangeArrowheads="1"/>
          </p:cNvSpPr>
          <p:nvPr/>
        </p:nvSpPr>
        <p:spPr bwMode="auto">
          <a:xfrm>
            <a:off x="1775718" y="4581550"/>
            <a:ext cx="2356735" cy="369332"/>
          </a:xfrm>
          <a:prstGeom prst="rect">
            <a:avLst/>
          </a:prstGeom>
          <a:noFill/>
          <a:ln w="9525">
            <a:noFill/>
            <a:miter lim="800000"/>
          </a:ln>
        </p:spPr>
        <p:txBody>
          <a:bodyPr wrap="none">
            <a:spAutoFit/>
          </a:bodyPr>
          <a:lstStyle/>
          <a:p>
            <a:r>
              <a:rPr lang="en-US" altLang="zh-CN">
                <a:solidFill>
                  <a:srgbClr val="0000CC"/>
                </a:solidFill>
              </a:rPr>
              <a:t>item &gt; data[mid],</a:t>
            </a:r>
            <a:r>
              <a:rPr lang="zh-CN" altLang="en-US">
                <a:solidFill>
                  <a:srgbClr val="0000CC"/>
                </a:solidFill>
              </a:rPr>
              <a:t>即</a:t>
            </a:r>
            <a:r>
              <a:rPr lang="en-US" altLang="zh-CN">
                <a:solidFill>
                  <a:srgbClr val="0000CC"/>
                </a:solidFill>
              </a:rPr>
              <a:t>62&gt;50</a:t>
            </a:r>
            <a:endParaRPr lang="en-US" altLang="zh-CN">
              <a:solidFill>
                <a:srgbClr val="0000CC"/>
              </a:solidFill>
            </a:endParaRPr>
          </a:p>
        </p:txBody>
      </p:sp>
      <p:sp>
        <p:nvSpPr>
          <p:cNvPr id="163929" name="AutoShape 89"/>
          <p:cNvSpPr>
            <a:spLocks noChangeArrowheads="1"/>
          </p:cNvSpPr>
          <p:nvPr/>
        </p:nvSpPr>
        <p:spPr bwMode="auto">
          <a:xfrm>
            <a:off x="3071118" y="4807254"/>
            <a:ext cx="360363" cy="412194"/>
          </a:xfrm>
          <a:prstGeom prst="downArrow">
            <a:avLst>
              <a:gd name="adj1" fmla="val 50000"/>
              <a:gd name="adj2" fmla="val 25000"/>
            </a:avLst>
          </a:prstGeom>
          <a:solidFill>
            <a:schemeClr val="accent1"/>
          </a:solidFill>
          <a:ln w="9525">
            <a:solidFill>
              <a:schemeClr val="tx1"/>
            </a:solidFill>
            <a:miter lim="800000"/>
          </a:ln>
        </p:spPr>
        <p:txBody>
          <a:bodyPr anchor="ctr">
            <a:spAutoFit/>
          </a:bodyPr>
          <a:lstStyle/>
          <a:p>
            <a:endParaRPr lang="zh-CN" altLang="en-US"/>
          </a:p>
        </p:txBody>
      </p:sp>
      <p:grpSp>
        <p:nvGrpSpPr>
          <p:cNvPr id="6" name="Group 90"/>
          <p:cNvGrpSpPr/>
          <p:nvPr/>
        </p:nvGrpSpPr>
        <p:grpSpPr bwMode="auto">
          <a:xfrm>
            <a:off x="1199456" y="5013352"/>
            <a:ext cx="6548437" cy="1449388"/>
            <a:chOff x="567" y="3158"/>
            <a:chExt cx="4125" cy="913"/>
          </a:xfrm>
        </p:grpSpPr>
        <p:grpSp>
          <p:nvGrpSpPr>
            <p:cNvPr id="7" name="Group 91"/>
            <p:cNvGrpSpPr/>
            <p:nvPr/>
          </p:nvGrpSpPr>
          <p:grpSpPr bwMode="auto">
            <a:xfrm>
              <a:off x="567" y="3158"/>
              <a:ext cx="2789" cy="499"/>
              <a:chOff x="1020" y="663"/>
              <a:chExt cx="2789" cy="499"/>
            </a:xfrm>
          </p:grpSpPr>
          <p:sp>
            <p:nvSpPr>
              <p:cNvPr id="96279" name="Rectangle 92"/>
              <p:cNvSpPr>
                <a:spLocks noChangeArrowheads="1"/>
              </p:cNvSpPr>
              <p:nvPr/>
            </p:nvSpPr>
            <p:spPr bwMode="auto">
              <a:xfrm>
                <a:off x="1020" y="910"/>
                <a:ext cx="2767" cy="233"/>
              </a:xfrm>
              <a:prstGeom prst="rect">
                <a:avLst/>
              </a:prstGeom>
              <a:noFill/>
              <a:ln w="9525">
                <a:solidFill>
                  <a:schemeClr val="tx1"/>
                </a:solidFill>
                <a:miter lim="800000"/>
              </a:ln>
            </p:spPr>
            <p:txBody>
              <a:bodyPr anchor="ctr">
                <a:spAutoFit/>
              </a:bodyPr>
              <a:lstStyle/>
              <a:p>
                <a:endParaRPr lang="zh-CN" altLang="en-US"/>
              </a:p>
            </p:txBody>
          </p:sp>
          <p:sp>
            <p:nvSpPr>
              <p:cNvPr id="96280" name="Line 93"/>
              <p:cNvSpPr>
                <a:spLocks noChangeShapeType="1"/>
              </p:cNvSpPr>
              <p:nvPr/>
            </p:nvSpPr>
            <p:spPr bwMode="auto">
              <a:xfrm>
                <a:off x="1383" y="890"/>
                <a:ext cx="0" cy="272"/>
              </a:xfrm>
              <a:prstGeom prst="line">
                <a:avLst/>
              </a:prstGeom>
              <a:noFill/>
              <a:ln w="9525">
                <a:solidFill>
                  <a:schemeClr val="tx1"/>
                </a:solidFill>
                <a:round/>
              </a:ln>
            </p:spPr>
            <p:txBody>
              <a:bodyPr wrap="none">
                <a:spAutoFit/>
              </a:bodyPr>
              <a:lstStyle/>
              <a:p>
                <a:endParaRPr lang="zh-CN" altLang="en-US"/>
              </a:p>
            </p:txBody>
          </p:sp>
          <p:sp>
            <p:nvSpPr>
              <p:cNvPr id="96281" name="Text Box 94"/>
              <p:cNvSpPr txBox="1">
                <a:spLocks noChangeArrowheads="1"/>
              </p:cNvSpPr>
              <p:nvPr/>
            </p:nvSpPr>
            <p:spPr bwMode="auto">
              <a:xfrm>
                <a:off x="1066" y="890"/>
                <a:ext cx="183" cy="233"/>
              </a:xfrm>
              <a:prstGeom prst="rect">
                <a:avLst/>
              </a:prstGeom>
              <a:noFill/>
              <a:ln w="9525">
                <a:noFill/>
                <a:miter lim="800000"/>
              </a:ln>
            </p:spPr>
            <p:txBody>
              <a:bodyPr wrap="none">
                <a:spAutoFit/>
              </a:bodyPr>
              <a:lstStyle/>
              <a:p>
                <a:r>
                  <a:rPr lang="en-US" altLang="zh-CN"/>
                  <a:t>5</a:t>
                </a:r>
                <a:endParaRPr lang="en-US" altLang="zh-CN"/>
              </a:p>
            </p:txBody>
          </p:sp>
          <p:sp>
            <p:nvSpPr>
              <p:cNvPr id="96282" name="Line 95"/>
              <p:cNvSpPr>
                <a:spLocks noChangeShapeType="1"/>
              </p:cNvSpPr>
              <p:nvPr/>
            </p:nvSpPr>
            <p:spPr bwMode="auto">
              <a:xfrm>
                <a:off x="1655" y="890"/>
                <a:ext cx="0" cy="272"/>
              </a:xfrm>
              <a:prstGeom prst="line">
                <a:avLst/>
              </a:prstGeom>
              <a:noFill/>
              <a:ln w="9525">
                <a:solidFill>
                  <a:schemeClr val="tx1"/>
                </a:solidFill>
                <a:round/>
              </a:ln>
            </p:spPr>
            <p:txBody>
              <a:bodyPr wrap="none">
                <a:spAutoFit/>
              </a:bodyPr>
              <a:lstStyle/>
              <a:p>
                <a:endParaRPr lang="zh-CN" altLang="en-US"/>
              </a:p>
            </p:txBody>
          </p:sp>
          <p:sp>
            <p:nvSpPr>
              <p:cNvPr id="96283" name="Line 96"/>
              <p:cNvSpPr>
                <a:spLocks noChangeShapeType="1"/>
              </p:cNvSpPr>
              <p:nvPr/>
            </p:nvSpPr>
            <p:spPr bwMode="auto">
              <a:xfrm>
                <a:off x="1927" y="890"/>
                <a:ext cx="0" cy="272"/>
              </a:xfrm>
              <a:prstGeom prst="line">
                <a:avLst/>
              </a:prstGeom>
              <a:noFill/>
              <a:ln w="9525">
                <a:solidFill>
                  <a:schemeClr val="tx1"/>
                </a:solidFill>
                <a:round/>
              </a:ln>
            </p:spPr>
            <p:txBody>
              <a:bodyPr wrap="none">
                <a:spAutoFit/>
              </a:bodyPr>
              <a:lstStyle/>
              <a:p>
                <a:endParaRPr lang="zh-CN" altLang="en-US"/>
              </a:p>
            </p:txBody>
          </p:sp>
          <p:sp>
            <p:nvSpPr>
              <p:cNvPr id="96284" name="Line 97"/>
              <p:cNvSpPr>
                <a:spLocks noChangeShapeType="1"/>
              </p:cNvSpPr>
              <p:nvPr/>
            </p:nvSpPr>
            <p:spPr bwMode="auto">
              <a:xfrm>
                <a:off x="2200" y="890"/>
                <a:ext cx="0" cy="272"/>
              </a:xfrm>
              <a:prstGeom prst="line">
                <a:avLst/>
              </a:prstGeom>
              <a:noFill/>
              <a:ln w="9525">
                <a:solidFill>
                  <a:schemeClr val="tx1"/>
                </a:solidFill>
                <a:round/>
              </a:ln>
            </p:spPr>
            <p:txBody>
              <a:bodyPr wrap="none">
                <a:spAutoFit/>
              </a:bodyPr>
              <a:lstStyle/>
              <a:p>
                <a:endParaRPr lang="zh-CN" altLang="en-US"/>
              </a:p>
            </p:txBody>
          </p:sp>
          <p:sp>
            <p:nvSpPr>
              <p:cNvPr id="96285" name="Line 98"/>
              <p:cNvSpPr>
                <a:spLocks noChangeShapeType="1"/>
              </p:cNvSpPr>
              <p:nvPr/>
            </p:nvSpPr>
            <p:spPr bwMode="auto">
              <a:xfrm>
                <a:off x="2472" y="890"/>
                <a:ext cx="0" cy="272"/>
              </a:xfrm>
              <a:prstGeom prst="line">
                <a:avLst/>
              </a:prstGeom>
              <a:noFill/>
              <a:ln w="9525">
                <a:solidFill>
                  <a:schemeClr val="tx1"/>
                </a:solidFill>
                <a:round/>
              </a:ln>
            </p:spPr>
            <p:txBody>
              <a:bodyPr wrap="none">
                <a:spAutoFit/>
              </a:bodyPr>
              <a:lstStyle/>
              <a:p>
                <a:endParaRPr lang="zh-CN" altLang="en-US"/>
              </a:p>
            </p:txBody>
          </p:sp>
          <p:sp>
            <p:nvSpPr>
              <p:cNvPr id="96286" name="Line 99"/>
              <p:cNvSpPr>
                <a:spLocks noChangeShapeType="1"/>
              </p:cNvSpPr>
              <p:nvPr/>
            </p:nvSpPr>
            <p:spPr bwMode="auto">
              <a:xfrm>
                <a:off x="2744" y="890"/>
                <a:ext cx="0" cy="272"/>
              </a:xfrm>
              <a:prstGeom prst="line">
                <a:avLst/>
              </a:prstGeom>
              <a:noFill/>
              <a:ln w="9525">
                <a:solidFill>
                  <a:schemeClr val="tx1"/>
                </a:solidFill>
                <a:round/>
              </a:ln>
            </p:spPr>
            <p:txBody>
              <a:bodyPr wrap="none">
                <a:spAutoFit/>
              </a:bodyPr>
              <a:lstStyle/>
              <a:p>
                <a:endParaRPr lang="zh-CN" altLang="en-US"/>
              </a:p>
            </p:txBody>
          </p:sp>
          <p:sp>
            <p:nvSpPr>
              <p:cNvPr id="96287" name="Line 100"/>
              <p:cNvSpPr>
                <a:spLocks noChangeShapeType="1"/>
              </p:cNvSpPr>
              <p:nvPr/>
            </p:nvSpPr>
            <p:spPr bwMode="auto">
              <a:xfrm>
                <a:off x="2971" y="890"/>
                <a:ext cx="0" cy="272"/>
              </a:xfrm>
              <a:prstGeom prst="line">
                <a:avLst/>
              </a:prstGeom>
              <a:noFill/>
              <a:ln w="9525">
                <a:solidFill>
                  <a:schemeClr val="tx1"/>
                </a:solidFill>
                <a:round/>
              </a:ln>
            </p:spPr>
            <p:txBody>
              <a:bodyPr wrap="none">
                <a:spAutoFit/>
              </a:bodyPr>
              <a:lstStyle/>
              <a:p>
                <a:endParaRPr lang="zh-CN" altLang="en-US"/>
              </a:p>
            </p:txBody>
          </p:sp>
          <p:sp>
            <p:nvSpPr>
              <p:cNvPr id="96288" name="Line 101"/>
              <p:cNvSpPr>
                <a:spLocks noChangeShapeType="1"/>
              </p:cNvSpPr>
              <p:nvPr/>
            </p:nvSpPr>
            <p:spPr bwMode="auto">
              <a:xfrm>
                <a:off x="3243" y="890"/>
                <a:ext cx="0" cy="272"/>
              </a:xfrm>
              <a:prstGeom prst="line">
                <a:avLst/>
              </a:prstGeom>
              <a:noFill/>
              <a:ln w="9525">
                <a:solidFill>
                  <a:schemeClr val="tx1"/>
                </a:solidFill>
                <a:round/>
              </a:ln>
            </p:spPr>
            <p:txBody>
              <a:bodyPr wrap="none">
                <a:spAutoFit/>
              </a:bodyPr>
              <a:lstStyle/>
              <a:p>
                <a:endParaRPr lang="zh-CN" altLang="en-US"/>
              </a:p>
            </p:txBody>
          </p:sp>
          <p:sp>
            <p:nvSpPr>
              <p:cNvPr id="96289" name="Line 102"/>
              <p:cNvSpPr>
                <a:spLocks noChangeShapeType="1"/>
              </p:cNvSpPr>
              <p:nvPr/>
            </p:nvSpPr>
            <p:spPr bwMode="auto">
              <a:xfrm>
                <a:off x="3515" y="890"/>
                <a:ext cx="0" cy="272"/>
              </a:xfrm>
              <a:prstGeom prst="line">
                <a:avLst/>
              </a:prstGeom>
              <a:noFill/>
              <a:ln w="9525">
                <a:solidFill>
                  <a:schemeClr val="tx1"/>
                </a:solidFill>
                <a:round/>
              </a:ln>
            </p:spPr>
            <p:txBody>
              <a:bodyPr wrap="none">
                <a:spAutoFit/>
              </a:bodyPr>
              <a:lstStyle/>
              <a:p>
                <a:endParaRPr lang="zh-CN" altLang="en-US"/>
              </a:p>
            </p:txBody>
          </p:sp>
          <p:sp>
            <p:nvSpPr>
              <p:cNvPr id="96290" name="Line 103"/>
              <p:cNvSpPr>
                <a:spLocks noChangeShapeType="1"/>
              </p:cNvSpPr>
              <p:nvPr/>
            </p:nvSpPr>
            <p:spPr bwMode="auto">
              <a:xfrm>
                <a:off x="3787" y="890"/>
                <a:ext cx="0" cy="272"/>
              </a:xfrm>
              <a:prstGeom prst="line">
                <a:avLst/>
              </a:prstGeom>
              <a:noFill/>
              <a:ln w="9525">
                <a:solidFill>
                  <a:schemeClr val="tx1"/>
                </a:solidFill>
                <a:round/>
              </a:ln>
            </p:spPr>
            <p:txBody>
              <a:bodyPr wrap="none">
                <a:spAutoFit/>
              </a:bodyPr>
              <a:lstStyle/>
              <a:p>
                <a:endParaRPr lang="zh-CN" altLang="en-US"/>
              </a:p>
            </p:txBody>
          </p:sp>
          <p:sp>
            <p:nvSpPr>
              <p:cNvPr id="96291" name="Text Box 104"/>
              <p:cNvSpPr txBox="1">
                <a:spLocks noChangeArrowheads="1"/>
              </p:cNvSpPr>
              <p:nvPr/>
            </p:nvSpPr>
            <p:spPr bwMode="auto">
              <a:xfrm>
                <a:off x="1338" y="890"/>
                <a:ext cx="183" cy="233"/>
              </a:xfrm>
              <a:prstGeom prst="rect">
                <a:avLst/>
              </a:prstGeom>
              <a:noFill/>
              <a:ln w="9525">
                <a:noFill/>
                <a:miter lim="800000"/>
              </a:ln>
            </p:spPr>
            <p:txBody>
              <a:bodyPr wrap="none">
                <a:spAutoFit/>
              </a:bodyPr>
              <a:lstStyle/>
              <a:p>
                <a:r>
                  <a:rPr lang="en-US" altLang="zh-CN"/>
                  <a:t>7</a:t>
                </a:r>
                <a:endParaRPr lang="en-US" altLang="zh-CN"/>
              </a:p>
            </p:txBody>
          </p:sp>
          <p:sp>
            <p:nvSpPr>
              <p:cNvPr id="96292" name="Text Box 105"/>
              <p:cNvSpPr txBox="1">
                <a:spLocks noChangeArrowheads="1"/>
              </p:cNvSpPr>
              <p:nvPr/>
            </p:nvSpPr>
            <p:spPr bwMode="auto">
              <a:xfrm>
                <a:off x="1655" y="890"/>
                <a:ext cx="294" cy="233"/>
              </a:xfrm>
              <a:prstGeom prst="rect">
                <a:avLst/>
              </a:prstGeom>
              <a:noFill/>
              <a:ln w="9525">
                <a:noFill/>
                <a:miter lim="800000"/>
              </a:ln>
            </p:spPr>
            <p:txBody>
              <a:bodyPr>
                <a:spAutoFit/>
              </a:bodyPr>
              <a:lstStyle/>
              <a:p>
                <a:r>
                  <a:rPr lang="en-US" altLang="zh-CN"/>
                  <a:t>16</a:t>
                </a:r>
                <a:endParaRPr lang="en-US" altLang="zh-CN"/>
              </a:p>
            </p:txBody>
          </p:sp>
          <p:sp>
            <p:nvSpPr>
              <p:cNvPr id="96293" name="Text Box 106"/>
              <p:cNvSpPr txBox="1">
                <a:spLocks noChangeArrowheads="1"/>
              </p:cNvSpPr>
              <p:nvPr/>
            </p:nvSpPr>
            <p:spPr bwMode="auto">
              <a:xfrm>
                <a:off x="1927" y="890"/>
                <a:ext cx="250" cy="233"/>
              </a:xfrm>
              <a:prstGeom prst="rect">
                <a:avLst/>
              </a:prstGeom>
              <a:noFill/>
              <a:ln w="9525">
                <a:noFill/>
                <a:miter lim="800000"/>
              </a:ln>
            </p:spPr>
            <p:txBody>
              <a:bodyPr wrap="none">
                <a:spAutoFit/>
              </a:bodyPr>
              <a:lstStyle/>
              <a:p>
                <a:r>
                  <a:rPr lang="en-US" altLang="zh-CN"/>
                  <a:t>24</a:t>
                </a:r>
                <a:endParaRPr lang="en-US" altLang="zh-CN"/>
              </a:p>
            </p:txBody>
          </p:sp>
          <p:sp>
            <p:nvSpPr>
              <p:cNvPr id="96294" name="Text Box 107"/>
              <p:cNvSpPr txBox="1">
                <a:spLocks noChangeArrowheads="1"/>
              </p:cNvSpPr>
              <p:nvPr/>
            </p:nvSpPr>
            <p:spPr bwMode="auto">
              <a:xfrm>
                <a:off x="2200" y="890"/>
                <a:ext cx="250" cy="233"/>
              </a:xfrm>
              <a:prstGeom prst="rect">
                <a:avLst/>
              </a:prstGeom>
              <a:noFill/>
              <a:ln w="9525">
                <a:noFill/>
                <a:miter lim="800000"/>
              </a:ln>
            </p:spPr>
            <p:txBody>
              <a:bodyPr wrap="none">
                <a:spAutoFit/>
              </a:bodyPr>
              <a:lstStyle/>
              <a:p>
                <a:r>
                  <a:rPr lang="en-US" altLang="zh-CN"/>
                  <a:t>25</a:t>
                </a:r>
                <a:endParaRPr lang="en-US" altLang="zh-CN"/>
              </a:p>
            </p:txBody>
          </p:sp>
          <p:sp>
            <p:nvSpPr>
              <p:cNvPr id="96295" name="Text Box 108"/>
              <p:cNvSpPr txBox="1">
                <a:spLocks noChangeArrowheads="1"/>
              </p:cNvSpPr>
              <p:nvPr/>
            </p:nvSpPr>
            <p:spPr bwMode="auto">
              <a:xfrm>
                <a:off x="2426" y="890"/>
                <a:ext cx="250" cy="233"/>
              </a:xfrm>
              <a:prstGeom prst="rect">
                <a:avLst/>
              </a:prstGeom>
              <a:noFill/>
              <a:ln w="9525">
                <a:noFill/>
                <a:miter lim="800000"/>
              </a:ln>
            </p:spPr>
            <p:txBody>
              <a:bodyPr wrap="none">
                <a:spAutoFit/>
              </a:bodyPr>
              <a:lstStyle/>
              <a:p>
                <a:r>
                  <a:rPr lang="en-US" altLang="zh-CN"/>
                  <a:t>50</a:t>
                </a:r>
                <a:endParaRPr lang="en-US" altLang="zh-CN"/>
              </a:p>
            </p:txBody>
          </p:sp>
          <p:sp>
            <p:nvSpPr>
              <p:cNvPr id="96296" name="Text Box 109"/>
              <p:cNvSpPr txBox="1">
                <a:spLocks noChangeArrowheads="1"/>
              </p:cNvSpPr>
              <p:nvPr/>
            </p:nvSpPr>
            <p:spPr bwMode="auto">
              <a:xfrm>
                <a:off x="2699" y="890"/>
                <a:ext cx="250" cy="233"/>
              </a:xfrm>
              <a:prstGeom prst="rect">
                <a:avLst/>
              </a:prstGeom>
              <a:noFill/>
              <a:ln w="9525">
                <a:noFill/>
                <a:miter lim="800000"/>
              </a:ln>
            </p:spPr>
            <p:txBody>
              <a:bodyPr wrap="none">
                <a:spAutoFit/>
              </a:bodyPr>
              <a:lstStyle/>
              <a:p>
                <a:r>
                  <a:rPr lang="en-US" altLang="zh-CN"/>
                  <a:t>45</a:t>
                </a:r>
                <a:endParaRPr lang="en-US" altLang="zh-CN"/>
              </a:p>
            </p:txBody>
          </p:sp>
          <p:sp>
            <p:nvSpPr>
              <p:cNvPr id="96297" name="Text Box 110"/>
              <p:cNvSpPr txBox="1">
                <a:spLocks noChangeArrowheads="1"/>
              </p:cNvSpPr>
              <p:nvPr/>
            </p:nvSpPr>
            <p:spPr bwMode="auto">
              <a:xfrm>
                <a:off x="2971" y="890"/>
                <a:ext cx="250" cy="233"/>
              </a:xfrm>
              <a:prstGeom prst="rect">
                <a:avLst/>
              </a:prstGeom>
              <a:noFill/>
              <a:ln w="9525">
                <a:noFill/>
                <a:miter lim="800000"/>
              </a:ln>
            </p:spPr>
            <p:txBody>
              <a:bodyPr wrap="none">
                <a:spAutoFit/>
              </a:bodyPr>
              <a:lstStyle/>
              <a:p>
                <a:r>
                  <a:rPr lang="en-US" altLang="zh-CN"/>
                  <a:t>50</a:t>
                </a:r>
                <a:endParaRPr lang="en-US" altLang="zh-CN"/>
              </a:p>
            </p:txBody>
          </p:sp>
          <p:sp>
            <p:nvSpPr>
              <p:cNvPr id="96298" name="Text Box 111"/>
              <p:cNvSpPr txBox="1">
                <a:spLocks noChangeArrowheads="1"/>
              </p:cNvSpPr>
              <p:nvPr/>
            </p:nvSpPr>
            <p:spPr bwMode="auto">
              <a:xfrm>
                <a:off x="3243" y="890"/>
                <a:ext cx="250" cy="233"/>
              </a:xfrm>
              <a:prstGeom prst="rect">
                <a:avLst/>
              </a:prstGeom>
              <a:noFill/>
              <a:ln w="9525">
                <a:noFill/>
                <a:miter lim="800000"/>
              </a:ln>
            </p:spPr>
            <p:txBody>
              <a:bodyPr wrap="none">
                <a:spAutoFit/>
              </a:bodyPr>
              <a:lstStyle/>
              <a:p>
                <a:r>
                  <a:rPr lang="en-US" altLang="zh-CN">
                    <a:solidFill>
                      <a:srgbClr val="0000CC"/>
                    </a:solidFill>
                  </a:rPr>
                  <a:t>62</a:t>
                </a:r>
                <a:endParaRPr lang="en-US" altLang="zh-CN">
                  <a:solidFill>
                    <a:srgbClr val="0000CC"/>
                  </a:solidFill>
                </a:endParaRPr>
              </a:p>
            </p:txBody>
          </p:sp>
          <p:sp>
            <p:nvSpPr>
              <p:cNvPr id="96299" name="Text Box 112"/>
              <p:cNvSpPr txBox="1">
                <a:spLocks noChangeArrowheads="1"/>
              </p:cNvSpPr>
              <p:nvPr/>
            </p:nvSpPr>
            <p:spPr bwMode="auto">
              <a:xfrm>
                <a:off x="3515" y="890"/>
                <a:ext cx="250" cy="233"/>
              </a:xfrm>
              <a:prstGeom prst="rect">
                <a:avLst/>
              </a:prstGeom>
              <a:noFill/>
              <a:ln w="9525">
                <a:noFill/>
                <a:miter lim="800000"/>
              </a:ln>
            </p:spPr>
            <p:txBody>
              <a:bodyPr wrap="none">
                <a:spAutoFit/>
              </a:bodyPr>
              <a:lstStyle/>
              <a:p>
                <a:r>
                  <a:rPr lang="en-US" altLang="zh-CN"/>
                  <a:t>65</a:t>
                </a:r>
                <a:endParaRPr lang="en-US" altLang="zh-CN"/>
              </a:p>
            </p:txBody>
          </p:sp>
          <p:sp>
            <p:nvSpPr>
              <p:cNvPr id="96300" name="Text Box 113"/>
              <p:cNvSpPr txBox="1">
                <a:spLocks noChangeArrowheads="1"/>
              </p:cNvSpPr>
              <p:nvPr/>
            </p:nvSpPr>
            <p:spPr bwMode="auto">
              <a:xfrm>
                <a:off x="1338" y="663"/>
                <a:ext cx="183" cy="233"/>
              </a:xfrm>
              <a:prstGeom prst="rect">
                <a:avLst/>
              </a:prstGeom>
              <a:noFill/>
              <a:ln w="9525">
                <a:noFill/>
                <a:miter lim="800000"/>
              </a:ln>
            </p:spPr>
            <p:txBody>
              <a:bodyPr wrap="none">
                <a:spAutoFit/>
              </a:bodyPr>
              <a:lstStyle/>
              <a:p>
                <a:r>
                  <a:rPr lang="en-US" altLang="zh-CN"/>
                  <a:t>1</a:t>
                </a:r>
                <a:endParaRPr lang="en-US" altLang="zh-CN"/>
              </a:p>
            </p:txBody>
          </p:sp>
          <p:sp>
            <p:nvSpPr>
              <p:cNvPr id="96301" name="Text Box 114"/>
              <p:cNvSpPr txBox="1">
                <a:spLocks noChangeArrowheads="1"/>
              </p:cNvSpPr>
              <p:nvPr/>
            </p:nvSpPr>
            <p:spPr bwMode="auto">
              <a:xfrm>
                <a:off x="1066" y="663"/>
                <a:ext cx="183" cy="233"/>
              </a:xfrm>
              <a:prstGeom prst="rect">
                <a:avLst/>
              </a:prstGeom>
              <a:noFill/>
              <a:ln w="9525">
                <a:noFill/>
                <a:miter lim="800000"/>
              </a:ln>
            </p:spPr>
            <p:txBody>
              <a:bodyPr wrap="none">
                <a:spAutoFit/>
              </a:bodyPr>
              <a:lstStyle/>
              <a:p>
                <a:r>
                  <a:rPr lang="en-US" altLang="zh-CN"/>
                  <a:t>0</a:t>
                </a:r>
                <a:endParaRPr lang="en-US" altLang="zh-CN"/>
              </a:p>
            </p:txBody>
          </p:sp>
          <p:sp>
            <p:nvSpPr>
              <p:cNvPr id="96302" name="Text Box 115"/>
              <p:cNvSpPr txBox="1">
                <a:spLocks noChangeArrowheads="1"/>
              </p:cNvSpPr>
              <p:nvPr/>
            </p:nvSpPr>
            <p:spPr bwMode="auto">
              <a:xfrm>
                <a:off x="1927" y="663"/>
                <a:ext cx="183" cy="233"/>
              </a:xfrm>
              <a:prstGeom prst="rect">
                <a:avLst/>
              </a:prstGeom>
              <a:noFill/>
              <a:ln w="9525">
                <a:noFill/>
                <a:miter lim="800000"/>
              </a:ln>
            </p:spPr>
            <p:txBody>
              <a:bodyPr wrap="none">
                <a:spAutoFit/>
              </a:bodyPr>
              <a:lstStyle/>
              <a:p>
                <a:r>
                  <a:rPr lang="en-US" altLang="zh-CN"/>
                  <a:t>3</a:t>
                </a:r>
                <a:endParaRPr lang="en-US" altLang="zh-CN"/>
              </a:p>
            </p:txBody>
          </p:sp>
          <p:sp>
            <p:nvSpPr>
              <p:cNvPr id="96303" name="Text Box 116"/>
              <p:cNvSpPr txBox="1">
                <a:spLocks noChangeArrowheads="1"/>
              </p:cNvSpPr>
              <p:nvPr/>
            </p:nvSpPr>
            <p:spPr bwMode="auto">
              <a:xfrm>
                <a:off x="1655" y="663"/>
                <a:ext cx="183" cy="233"/>
              </a:xfrm>
              <a:prstGeom prst="rect">
                <a:avLst/>
              </a:prstGeom>
              <a:noFill/>
              <a:ln w="9525">
                <a:noFill/>
                <a:miter lim="800000"/>
              </a:ln>
            </p:spPr>
            <p:txBody>
              <a:bodyPr wrap="none">
                <a:spAutoFit/>
              </a:bodyPr>
              <a:lstStyle/>
              <a:p>
                <a:r>
                  <a:rPr lang="en-US" altLang="zh-CN"/>
                  <a:t>2</a:t>
                </a:r>
                <a:endParaRPr lang="en-US" altLang="zh-CN"/>
              </a:p>
            </p:txBody>
          </p:sp>
          <p:sp>
            <p:nvSpPr>
              <p:cNvPr id="96304" name="Text Box 117"/>
              <p:cNvSpPr txBox="1">
                <a:spLocks noChangeArrowheads="1"/>
              </p:cNvSpPr>
              <p:nvPr/>
            </p:nvSpPr>
            <p:spPr bwMode="auto">
              <a:xfrm>
                <a:off x="2200" y="663"/>
                <a:ext cx="183" cy="233"/>
              </a:xfrm>
              <a:prstGeom prst="rect">
                <a:avLst/>
              </a:prstGeom>
              <a:noFill/>
              <a:ln w="9525">
                <a:noFill/>
                <a:miter lim="800000"/>
              </a:ln>
            </p:spPr>
            <p:txBody>
              <a:bodyPr wrap="none">
                <a:spAutoFit/>
              </a:bodyPr>
              <a:lstStyle/>
              <a:p>
                <a:r>
                  <a:rPr lang="en-US" altLang="zh-CN"/>
                  <a:t>4</a:t>
                </a:r>
                <a:endParaRPr lang="en-US" altLang="zh-CN"/>
              </a:p>
            </p:txBody>
          </p:sp>
          <p:sp>
            <p:nvSpPr>
              <p:cNvPr id="96305" name="Text Box 118"/>
              <p:cNvSpPr txBox="1">
                <a:spLocks noChangeArrowheads="1"/>
              </p:cNvSpPr>
              <p:nvPr/>
            </p:nvSpPr>
            <p:spPr bwMode="auto">
              <a:xfrm>
                <a:off x="2744" y="663"/>
                <a:ext cx="183" cy="233"/>
              </a:xfrm>
              <a:prstGeom prst="rect">
                <a:avLst/>
              </a:prstGeom>
              <a:noFill/>
              <a:ln w="9525">
                <a:noFill/>
                <a:miter lim="800000"/>
              </a:ln>
            </p:spPr>
            <p:txBody>
              <a:bodyPr wrap="none">
                <a:spAutoFit/>
              </a:bodyPr>
              <a:lstStyle/>
              <a:p>
                <a:r>
                  <a:rPr lang="en-US" altLang="zh-CN"/>
                  <a:t>6</a:t>
                </a:r>
                <a:endParaRPr lang="en-US" altLang="zh-CN"/>
              </a:p>
            </p:txBody>
          </p:sp>
          <p:sp>
            <p:nvSpPr>
              <p:cNvPr id="96306" name="Text Box 119"/>
              <p:cNvSpPr txBox="1">
                <a:spLocks noChangeArrowheads="1"/>
              </p:cNvSpPr>
              <p:nvPr/>
            </p:nvSpPr>
            <p:spPr bwMode="auto">
              <a:xfrm>
                <a:off x="2472" y="663"/>
                <a:ext cx="183" cy="233"/>
              </a:xfrm>
              <a:prstGeom prst="rect">
                <a:avLst/>
              </a:prstGeom>
              <a:noFill/>
              <a:ln w="9525">
                <a:noFill/>
                <a:miter lim="800000"/>
              </a:ln>
            </p:spPr>
            <p:txBody>
              <a:bodyPr wrap="none">
                <a:spAutoFit/>
              </a:bodyPr>
              <a:lstStyle/>
              <a:p>
                <a:r>
                  <a:rPr lang="en-US" altLang="zh-CN"/>
                  <a:t>5</a:t>
                </a:r>
                <a:endParaRPr lang="en-US" altLang="zh-CN"/>
              </a:p>
            </p:txBody>
          </p:sp>
          <p:sp>
            <p:nvSpPr>
              <p:cNvPr id="96307" name="Text Box 120"/>
              <p:cNvSpPr txBox="1">
                <a:spLocks noChangeArrowheads="1"/>
              </p:cNvSpPr>
              <p:nvPr/>
            </p:nvSpPr>
            <p:spPr bwMode="auto">
              <a:xfrm>
                <a:off x="3243" y="663"/>
                <a:ext cx="183" cy="233"/>
              </a:xfrm>
              <a:prstGeom prst="rect">
                <a:avLst/>
              </a:prstGeom>
              <a:noFill/>
              <a:ln w="9525">
                <a:noFill/>
                <a:miter lim="800000"/>
              </a:ln>
            </p:spPr>
            <p:txBody>
              <a:bodyPr wrap="none">
                <a:spAutoFit/>
              </a:bodyPr>
              <a:lstStyle/>
              <a:p>
                <a:r>
                  <a:rPr lang="en-US" altLang="zh-CN"/>
                  <a:t>8</a:t>
                </a:r>
                <a:endParaRPr lang="en-US" altLang="zh-CN"/>
              </a:p>
            </p:txBody>
          </p:sp>
          <p:sp>
            <p:nvSpPr>
              <p:cNvPr id="96308" name="Text Box 121"/>
              <p:cNvSpPr txBox="1">
                <a:spLocks noChangeArrowheads="1"/>
              </p:cNvSpPr>
              <p:nvPr/>
            </p:nvSpPr>
            <p:spPr bwMode="auto">
              <a:xfrm>
                <a:off x="2971" y="663"/>
                <a:ext cx="183" cy="233"/>
              </a:xfrm>
              <a:prstGeom prst="rect">
                <a:avLst/>
              </a:prstGeom>
              <a:noFill/>
              <a:ln w="9525">
                <a:noFill/>
                <a:miter lim="800000"/>
              </a:ln>
            </p:spPr>
            <p:txBody>
              <a:bodyPr wrap="none">
                <a:spAutoFit/>
              </a:bodyPr>
              <a:lstStyle/>
              <a:p>
                <a:r>
                  <a:rPr lang="en-US" altLang="zh-CN"/>
                  <a:t>7</a:t>
                </a:r>
                <a:endParaRPr lang="en-US" altLang="zh-CN"/>
              </a:p>
            </p:txBody>
          </p:sp>
          <p:sp>
            <p:nvSpPr>
              <p:cNvPr id="96309" name="Text Box 122"/>
              <p:cNvSpPr txBox="1">
                <a:spLocks noChangeArrowheads="1"/>
              </p:cNvSpPr>
              <p:nvPr/>
            </p:nvSpPr>
            <p:spPr bwMode="auto">
              <a:xfrm>
                <a:off x="3515" y="663"/>
                <a:ext cx="294" cy="233"/>
              </a:xfrm>
              <a:prstGeom prst="rect">
                <a:avLst/>
              </a:prstGeom>
              <a:noFill/>
              <a:ln w="9525">
                <a:noFill/>
                <a:miter lim="800000"/>
              </a:ln>
            </p:spPr>
            <p:txBody>
              <a:bodyPr>
                <a:spAutoFit/>
              </a:bodyPr>
              <a:lstStyle/>
              <a:p>
                <a:r>
                  <a:rPr lang="en-US" altLang="zh-CN"/>
                  <a:t>9</a:t>
                </a:r>
                <a:endParaRPr lang="en-US" altLang="zh-CN"/>
              </a:p>
            </p:txBody>
          </p:sp>
        </p:grpSp>
        <p:sp>
          <p:nvSpPr>
            <p:cNvPr id="96272" name="Line 123"/>
            <p:cNvSpPr>
              <a:spLocks noChangeShapeType="1"/>
            </p:cNvSpPr>
            <p:nvPr/>
          </p:nvSpPr>
          <p:spPr bwMode="auto">
            <a:xfrm flipV="1">
              <a:off x="2880" y="3657"/>
              <a:ext cx="0" cy="227"/>
            </a:xfrm>
            <a:prstGeom prst="line">
              <a:avLst/>
            </a:prstGeom>
            <a:noFill/>
            <a:ln w="9525">
              <a:solidFill>
                <a:schemeClr val="tx1"/>
              </a:solidFill>
              <a:round/>
              <a:tailEnd type="triangle" w="med" len="med"/>
            </a:ln>
          </p:spPr>
          <p:txBody>
            <a:bodyPr wrap="none">
              <a:spAutoFit/>
            </a:bodyPr>
            <a:lstStyle/>
            <a:p>
              <a:endParaRPr lang="zh-CN" altLang="en-US"/>
            </a:p>
          </p:txBody>
        </p:sp>
        <p:sp>
          <p:nvSpPr>
            <p:cNvPr id="96273" name="Line 124"/>
            <p:cNvSpPr>
              <a:spLocks noChangeShapeType="1"/>
            </p:cNvSpPr>
            <p:nvPr/>
          </p:nvSpPr>
          <p:spPr bwMode="auto">
            <a:xfrm flipV="1">
              <a:off x="3198" y="3657"/>
              <a:ext cx="0" cy="227"/>
            </a:xfrm>
            <a:prstGeom prst="line">
              <a:avLst/>
            </a:prstGeom>
            <a:noFill/>
            <a:ln w="9525">
              <a:solidFill>
                <a:schemeClr val="tx1"/>
              </a:solidFill>
              <a:round/>
              <a:tailEnd type="triangle" w="med" len="med"/>
            </a:ln>
          </p:spPr>
          <p:txBody>
            <a:bodyPr wrap="none">
              <a:spAutoFit/>
            </a:bodyPr>
            <a:lstStyle/>
            <a:p>
              <a:endParaRPr lang="zh-CN" altLang="en-US"/>
            </a:p>
          </p:txBody>
        </p:sp>
        <p:sp>
          <p:nvSpPr>
            <p:cNvPr id="96274" name="Text Box 125"/>
            <p:cNvSpPr txBox="1">
              <a:spLocks noChangeArrowheads="1"/>
            </p:cNvSpPr>
            <p:nvPr/>
          </p:nvSpPr>
          <p:spPr bwMode="auto">
            <a:xfrm>
              <a:off x="2653" y="3838"/>
              <a:ext cx="295" cy="233"/>
            </a:xfrm>
            <a:prstGeom prst="rect">
              <a:avLst/>
            </a:prstGeom>
            <a:noFill/>
            <a:ln w="9525">
              <a:noFill/>
              <a:miter lim="800000"/>
            </a:ln>
          </p:spPr>
          <p:txBody>
            <a:bodyPr wrap="none">
              <a:spAutoFit/>
            </a:bodyPr>
            <a:lstStyle/>
            <a:p>
              <a:r>
                <a:rPr lang="en-US" altLang="zh-CN"/>
                <a:t>low</a:t>
              </a:r>
              <a:endParaRPr lang="en-US" altLang="zh-CN"/>
            </a:p>
          </p:txBody>
        </p:sp>
        <p:sp>
          <p:nvSpPr>
            <p:cNvPr id="96275" name="Text Box 126"/>
            <p:cNvSpPr txBox="1">
              <a:spLocks noChangeArrowheads="1"/>
            </p:cNvSpPr>
            <p:nvPr/>
          </p:nvSpPr>
          <p:spPr bwMode="auto">
            <a:xfrm>
              <a:off x="2971" y="3838"/>
              <a:ext cx="343" cy="233"/>
            </a:xfrm>
            <a:prstGeom prst="rect">
              <a:avLst/>
            </a:prstGeom>
            <a:noFill/>
            <a:ln w="9525">
              <a:noFill/>
              <a:miter lim="800000"/>
            </a:ln>
          </p:spPr>
          <p:txBody>
            <a:bodyPr wrap="none">
              <a:spAutoFit/>
            </a:bodyPr>
            <a:lstStyle/>
            <a:p>
              <a:r>
                <a:rPr lang="en-US" altLang="zh-CN"/>
                <a:t>high</a:t>
              </a:r>
              <a:endParaRPr lang="en-US" altLang="zh-CN"/>
            </a:p>
          </p:txBody>
        </p:sp>
        <p:sp>
          <p:nvSpPr>
            <p:cNvPr id="96276" name="Line 127"/>
            <p:cNvSpPr>
              <a:spLocks noChangeShapeType="1"/>
            </p:cNvSpPr>
            <p:nvPr/>
          </p:nvSpPr>
          <p:spPr bwMode="auto">
            <a:xfrm flipH="1">
              <a:off x="2880" y="3793"/>
              <a:ext cx="227" cy="0"/>
            </a:xfrm>
            <a:prstGeom prst="line">
              <a:avLst/>
            </a:prstGeom>
            <a:noFill/>
            <a:ln w="9525">
              <a:solidFill>
                <a:schemeClr val="tx1"/>
              </a:solidFill>
              <a:round/>
              <a:tailEnd type="triangle" w="med" len="med"/>
            </a:ln>
          </p:spPr>
          <p:txBody>
            <a:bodyPr>
              <a:spAutoFit/>
            </a:bodyPr>
            <a:lstStyle/>
            <a:p>
              <a:endParaRPr lang="zh-CN" altLang="en-US"/>
            </a:p>
          </p:txBody>
        </p:sp>
        <p:sp>
          <p:nvSpPr>
            <p:cNvPr id="96277" name="Line 128"/>
            <p:cNvSpPr>
              <a:spLocks noChangeShapeType="1"/>
            </p:cNvSpPr>
            <p:nvPr/>
          </p:nvSpPr>
          <p:spPr bwMode="auto">
            <a:xfrm>
              <a:off x="3004" y="3793"/>
              <a:ext cx="149" cy="0"/>
            </a:xfrm>
            <a:prstGeom prst="line">
              <a:avLst/>
            </a:prstGeom>
            <a:noFill/>
            <a:ln w="9525">
              <a:solidFill>
                <a:schemeClr val="tx1"/>
              </a:solidFill>
              <a:round/>
              <a:tailEnd type="triangle" w="med" len="med"/>
            </a:ln>
          </p:spPr>
          <p:txBody>
            <a:bodyPr>
              <a:spAutoFit/>
            </a:bodyPr>
            <a:lstStyle/>
            <a:p>
              <a:endParaRPr lang="zh-CN" altLang="en-US"/>
            </a:p>
          </p:txBody>
        </p:sp>
        <p:sp>
          <p:nvSpPr>
            <p:cNvPr id="96278" name="Text Box 129"/>
            <p:cNvSpPr txBox="1">
              <a:spLocks noChangeArrowheads="1"/>
            </p:cNvSpPr>
            <p:nvPr/>
          </p:nvSpPr>
          <p:spPr bwMode="auto">
            <a:xfrm>
              <a:off x="3458" y="3203"/>
              <a:ext cx="1234" cy="582"/>
            </a:xfrm>
            <a:prstGeom prst="rect">
              <a:avLst/>
            </a:prstGeom>
            <a:noFill/>
            <a:ln w="9525">
              <a:noFill/>
              <a:miter lim="800000"/>
            </a:ln>
          </p:spPr>
          <p:txBody>
            <a:bodyPr wrap="none">
              <a:spAutoFit/>
            </a:bodyPr>
            <a:lstStyle/>
            <a:p>
              <a:r>
                <a:rPr lang="en-US" altLang="zh-CN"/>
                <a:t>low = mid+1=8</a:t>
              </a:r>
              <a:endParaRPr lang="en-US" altLang="zh-CN"/>
            </a:p>
            <a:p>
              <a:r>
                <a:rPr lang="en-US" altLang="zh-CN"/>
                <a:t>high = 9</a:t>
              </a:r>
              <a:endParaRPr lang="en-US" altLang="zh-CN"/>
            </a:p>
            <a:p>
              <a:r>
                <a:rPr lang="en-US" altLang="zh-CN"/>
                <a:t>mid = (low+high)/2=8</a:t>
              </a:r>
              <a:endParaRPr lang="en-US" altLang="zh-CN"/>
            </a:p>
          </p:txBody>
        </p:sp>
      </p:grpSp>
      <p:sp>
        <p:nvSpPr>
          <p:cNvPr id="163970" name="Text Box 130"/>
          <p:cNvSpPr txBox="1">
            <a:spLocks noChangeArrowheads="1"/>
          </p:cNvSpPr>
          <p:nvPr/>
        </p:nvSpPr>
        <p:spPr bwMode="auto">
          <a:xfrm>
            <a:off x="1342331" y="5949975"/>
            <a:ext cx="2356735" cy="369332"/>
          </a:xfrm>
          <a:prstGeom prst="rect">
            <a:avLst/>
          </a:prstGeom>
          <a:noFill/>
          <a:ln w="9525">
            <a:noFill/>
            <a:miter lim="800000"/>
          </a:ln>
        </p:spPr>
        <p:txBody>
          <a:bodyPr wrap="none">
            <a:spAutoFit/>
          </a:bodyPr>
          <a:lstStyle/>
          <a:p>
            <a:r>
              <a:rPr lang="en-US" altLang="zh-CN">
                <a:solidFill>
                  <a:srgbClr val="0000CC"/>
                </a:solidFill>
              </a:rPr>
              <a:t>item = data[mid],</a:t>
            </a:r>
            <a:r>
              <a:rPr lang="zh-CN" altLang="en-US">
                <a:solidFill>
                  <a:srgbClr val="0000CC"/>
                </a:solidFill>
              </a:rPr>
              <a:t>即</a:t>
            </a:r>
            <a:r>
              <a:rPr lang="en-US" altLang="zh-CN">
                <a:solidFill>
                  <a:srgbClr val="0000CC"/>
                </a:solidFill>
              </a:rPr>
              <a:t>62=62</a:t>
            </a:r>
            <a:endParaRPr lang="en-US" altLang="zh-CN">
              <a:solidFill>
                <a:srgbClr val="0000CC"/>
              </a:solidFill>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3884"/>
                                        </p:tgtEl>
                                        <p:attrNameLst>
                                          <p:attrName>style.visibility</p:attrName>
                                        </p:attrNameLst>
                                      </p:cBhvr>
                                      <p:to>
                                        <p:strVal val="visible"/>
                                      </p:to>
                                    </p:set>
                                    <p:animEffect transition="in" filter="blinds(horizontal)">
                                      <p:cBhvr>
                                        <p:cTn id="7" dur="500"/>
                                        <p:tgtEl>
                                          <p:spTgt spid="16388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3885"/>
                                        </p:tgtEl>
                                        <p:attrNameLst>
                                          <p:attrName>style.visibility</p:attrName>
                                        </p:attrNameLst>
                                      </p:cBhvr>
                                      <p:to>
                                        <p:strVal val="visible"/>
                                      </p:to>
                                    </p:set>
                                    <p:animEffect transition="in" filter="blinds(horizontal)">
                                      <p:cBhvr>
                                        <p:cTn id="12" dur="500"/>
                                        <p:tgtEl>
                                          <p:spTgt spid="16388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63886"/>
                                        </p:tgtEl>
                                        <p:attrNameLst>
                                          <p:attrName>style.visibility</p:attrName>
                                        </p:attrNameLst>
                                      </p:cBhvr>
                                      <p:to>
                                        <p:strVal val="visible"/>
                                      </p:to>
                                    </p:set>
                                    <p:animEffect transition="in" filter="blinds(horizontal)">
                                      <p:cBhvr>
                                        <p:cTn id="17" dur="500"/>
                                        <p:tgtEl>
                                          <p:spTgt spid="16388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linds(horizontal)">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63928"/>
                                        </p:tgtEl>
                                        <p:attrNameLst>
                                          <p:attrName>style.visibility</p:attrName>
                                        </p:attrNameLst>
                                      </p:cBhvr>
                                      <p:to>
                                        <p:strVal val="visible"/>
                                      </p:to>
                                    </p:set>
                                    <p:animEffect transition="in" filter="blinds(horizontal)">
                                      <p:cBhvr>
                                        <p:cTn id="27" dur="500"/>
                                        <p:tgtEl>
                                          <p:spTgt spid="163928"/>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63929"/>
                                        </p:tgtEl>
                                        <p:attrNameLst>
                                          <p:attrName>style.visibility</p:attrName>
                                        </p:attrNameLst>
                                      </p:cBhvr>
                                      <p:to>
                                        <p:strVal val="visible"/>
                                      </p:to>
                                    </p:set>
                                    <p:animEffect transition="in" filter="blinds(horizontal)">
                                      <p:cBhvr>
                                        <p:cTn id="32" dur="500"/>
                                        <p:tgtEl>
                                          <p:spTgt spid="163929"/>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blinds(horizontal)">
                                      <p:cBhvr>
                                        <p:cTn id="37" dur="500"/>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63970"/>
                                        </p:tgtEl>
                                        <p:attrNameLst>
                                          <p:attrName>style.visibility</p:attrName>
                                        </p:attrNameLst>
                                      </p:cBhvr>
                                      <p:to>
                                        <p:strVal val="visible"/>
                                      </p:to>
                                    </p:set>
                                    <p:animEffect transition="in" filter="blinds(horizontal)">
                                      <p:cBhvr>
                                        <p:cTn id="42" dur="500"/>
                                        <p:tgtEl>
                                          <p:spTgt spid="1639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84" grpId="0"/>
      <p:bldP spid="163885" grpId="0"/>
      <p:bldP spid="163886" grpId="0" animBg="1"/>
      <p:bldP spid="163928" grpId="0"/>
      <p:bldP spid="163929" grpId="0" animBg="1"/>
      <p:bldP spid="16397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4" name="Rectangle 2"/>
          <p:cNvSpPr>
            <a:spLocks noGrp="1" noChangeArrowheads="1"/>
          </p:cNvSpPr>
          <p:nvPr>
            <p:ph type="title"/>
          </p:nvPr>
        </p:nvSpPr>
        <p:spPr/>
        <p:txBody>
          <a:bodyPr/>
          <a:lstStyle/>
          <a:p>
            <a:r>
              <a:rPr lang="zh-CN" altLang="en-US">
                <a:ea typeface="宋体" pitchFamily="2" charset="-122"/>
              </a:rPr>
              <a:t>折半查找算法（续）</a:t>
            </a:r>
            <a:endParaRPr lang="zh-CN" altLang="en-US">
              <a:ea typeface="宋体" pitchFamily="2" charset="-122"/>
            </a:endParaRPr>
          </a:p>
        </p:txBody>
      </p:sp>
      <p:sp>
        <p:nvSpPr>
          <p:cNvPr id="97283" name="灯片编号占位符 4"/>
          <p:cNvSpPr>
            <a:spLocks noGrp="1"/>
          </p:cNvSpPr>
          <p:nvPr>
            <p:ph type="sldNum" sz="quarter" idx="12"/>
          </p:nvPr>
        </p:nvSpPr>
        <p:spPr>
          <a:noFill/>
        </p:spPr>
        <p:txBody>
          <a:bodyPr/>
          <a:lstStyle/>
          <a:p>
            <a:fld id="{A5A5A117-1998-42A0-B4D5-E9BA658478F4}" type="slidenum">
              <a:rPr lang="en-US" altLang="zh-CN" smtClean="0"/>
            </a:fld>
            <a:endParaRPr lang="en-US" altLang="zh-CN" dirty="0"/>
          </a:p>
        </p:txBody>
      </p:sp>
      <p:grpSp>
        <p:nvGrpSpPr>
          <p:cNvPr id="6" name="Group 131"/>
          <p:cNvGrpSpPr/>
          <p:nvPr/>
        </p:nvGrpSpPr>
        <p:grpSpPr bwMode="auto">
          <a:xfrm>
            <a:off x="1524000" y="1196752"/>
            <a:ext cx="8572500" cy="4725144"/>
            <a:chOff x="72" y="1824"/>
            <a:chExt cx="5400" cy="2244"/>
          </a:xfrm>
        </p:grpSpPr>
        <p:sp>
          <p:nvSpPr>
            <p:cNvPr id="7" name="Freeform 97"/>
            <p:cNvSpPr/>
            <p:nvPr/>
          </p:nvSpPr>
          <p:spPr bwMode="auto">
            <a:xfrm>
              <a:off x="288" y="1881"/>
              <a:ext cx="5184" cy="2187"/>
            </a:xfrm>
            <a:custGeom>
              <a:avLst/>
              <a:gdLst>
                <a:gd name="T0" fmla="*/ 442 w 4497"/>
                <a:gd name="T1" fmla="*/ 137 h 1938"/>
                <a:gd name="T2" fmla="*/ 3512 w 4497"/>
                <a:gd name="T3" fmla="*/ 96 h 1938"/>
                <a:gd name="T4" fmla="*/ 5074 w 4497"/>
                <a:gd name="T5" fmla="*/ 81 h 1938"/>
                <a:gd name="T6" fmla="*/ 7051 w 4497"/>
                <a:gd name="T7" fmla="*/ 3 h 1938"/>
                <a:gd name="T8" fmla="*/ 9502 w 4497"/>
                <a:gd name="T9" fmla="*/ 81 h 1938"/>
                <a:gd name="T10" fmla="*/ 12099 w 4497"/>
                <a:gd name="T11" fmla="*/ 109 h 1938"/>
                <a:gd name="T12" fmla="*/ 12072 w 4497"/>
                <a:gd name="T13" fmla="*/ 202 h 1938"/>
                <a:gd name="T14" fmla="*/ 12042 w 4497"/>
                <a:gd name="T15" fmla="*/ 2192 h 1938"/>
                <a:gd name="T16" fmla="*/ 12011 w 4497"/>
                <a:gd name="T17" fmla="*/ 2286 h 1938"/>
                <a:gd name="T18" fmla="*/ 11422 w 4497"/>
                <a:gd name="T19" fmla="*/ 2299 h 1938"/>
                <a:gd name="T20" fmla="*/ 10889 w 4497"/>
                <a:gd name="T21" fmla="*/ 2337 h 1938"/>
                <a:gd name="T22" fmla="*/ 205 w 4497"/>
                <a:gd name="T23" fmla="*/ 2286 h 1938"/>
                <a:gd name="T24" fmla="*/ 295 w 4497"/>
                <a:gd name="T25" fmla="*/ 653 h 1938"/>
                <a:gd name="T26" fmla="*/ 384 w 4497"/>
                <a:gd name="T27" fmla="*/ 548 h 1938"/>
                <a:gd name="T28" fmla="*/ 471 w 4497"/>
                <a:gd name="T29" fmla="*/ 178 h 1938"/>
                <a:gd name="T30" fmla="*/ 442 w 4497"/>
                <a:gd name="T31" fmla="*/ 137 h 193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497" h="1938">
                  <a:moveTo>
                    <a:pt x="163" y="112"/>
                  </a:moveTo>
                  <a:cubicBezTo>
                    <a:pt x="533" y="0"/>
                    <a:pt x="836" y="86"/>
                    <a:pt x="1298" y="80"/>
                  </a:cubicBezTo>
                  <a:cubicBezTo>
                    <a:pt x="1491" y="77"/>
                    <a:pt x="1683" y="73"/>
                    <a:pt x="1876" y="69"/>
                  </a:cubicBezTo>
                  <a:cubicBezTo>
                    <a:pt x="2120" y="47"/>
                    <a:pt x="2362" y="25"/>
                    <a:pt x="2607" y="3"/>
                  </a:cubicBezTo>
                  <a:cubicBezTo>
                    <a:pt x="2911" y="14"/>
                    <a:pt x="3208" y="55"/>
                    <a:pt x="3512" y="69"/>
                  </a:cubicBezTo>
                  <a:cubicBezTo>
                    <a:pt x="3683" y="66"/>
                    <a:pt x="4267" y="36"/>
                    <a:pt x="4472" y="91"/>
                  </a:cubicBezTo>
                  <a:cubicBezTo>
                    <a:pt x="4497" y="98"/>
                    <a:pt x="4465" y="142"/>
                    <a:pt x="4462" y="167"/>
                  </a:cubicBezTo>
                  <a:cubicBezTo>
                    <a:pt x="4458" y="712"/>
                    <a:pt x="4458" y="1258"/>
                    <a:pt x="4451" y="1803"/>
                  </a:cubicBezTo>
                  <a:cubicBezTo>
                    <a:pt x="4451" y="1829"/>
                    <a:pt x="4464" y="1871"/>
                    <a:pt x="4440" y="1880"/>
                  </a:cubicBezTo>
                  <a:cubicBezTo>
                    <a:pt x="4372" y="1906"/>
                    <a:pt x="4295" y="1887"/>
                    <a:pt x="4222" y="1891"/>
                  </a:cubicBezTo>
                  <a:cubicBezTo>
                    <a:pt x="4154" y="1899"/>
                    <a:pt x="4091" y="1906"/>
                    <a:pt x="4025" y="1923"/>
                  </a:cubicBezTo>
                  <a:cubicBezTo>
                    <a:pt x="2674" y="1918"/>
                    <a:pt x="1397" y="1938"/>
                    <a:pt x="76" y="1880"/>
                  </a:cubicBezTo>
                  <a:cubicBezTo>
                    <a:pt x="0" y="1463"/>
                    <a:pt x="22" y="967"/>
                    <a:pt x="109" y="538"/>
                  </a:cubicBezTo>
                  <a:cubicBezTo>
                    <a:pt x="113" y="479"/>
                    <a:pt x="116" y="167"/>
                    <a:pt x="142" y="451"/>
                  </a:cubicBezTo>
                  <a:cubicBezTo>
                    <a:pt x="172" y="351"/>
                    <a:pt x="141" y="244"/>
                    <a:pt x="174" y="145"/>
                  </a:cubicBezTo>
                  <a:cubicBezTo>
                    <a:pt x="161" y="69"/>
                    <a:pt x="163" y="58"/>
                    <a:pt x="163" y="112"/>
                  </a:cubicBezTo>
                  <a:close/>
                </a:path>
              </a:pathLst>
            </a:custGeom>
            <a:solidFill>
              <a:srgbClr val="D1FFD1"/>
            </a:solidFill>
            <a:ln w="9525" cap="flat" cmpd="sng">
              <a:noFill/>
              <a:prstDash val="solid"/>
              <a:round/>
            </a:ln>
            <a:effectLst>
              <a:outerShdw dist="206741" dir="2550627" algn="ctr" rotWithShape="0">
                <a:srgbClr val="B0B0B0"/>
              </a:outerShdw>
            </a:effectLst>
          </p:spPr>
          <p:txBody>
            <a:bodyPr wrap="none" anchor="ctr"/>
            <a:lstStyle/>
            <a:p>
              <a:endParaRPr lang="zh-CN" altLang="en-US"/>
            </a:p>
          </p:txBody>
        </p:sp>
        <p:sp>
          <p:nvSpPr>
            <p:cNvPr id="8" name="AutoShape 99"/>
            <p:cNvSpPr>
              <a:spLocks noChangeArrowheads="1"/>
            </p:cNvSpPr>
            <p:nvPr/>
          </p:nvSpPr>
          <p:spPr bwMode="auto">
            <a:xfrm rot="-424366">
              <a:off x="72" y="1824"/>
              <a:ext cx="1152" cy="660"/>
            </a:xfrm>
            <a:prstGeom prst="irregularSeal1">
              <a:avLst/>
            </a:prstGeom>
            <a:solidFill>
              <a:srgbClr val="FF3300"/>
            </a:solidFill>
            <a:ln w="53975" cap="sq">
              <a:solidFill>
                <a:srgbClr val="FFFF99"/>
              </a:solidFill>
              <a:miter lim="800000"/>
            </a:ln>
            <a:effectLst>
              <a:outerShdw dist="104727" dir="842175" algn="ctr" rotWithShape="0">
                <a:srgbClr val="B0B0B0"/>
              </a:outerShdw>
            </a:effectLst>
          </p:spPr>
          <p:txBody>
            <a:bodyPr wrap="none" anchor="ctr"/>
            <a:lstStyle/>
            <a:p>
              <a:endParaRPr lang="zh-CN" altLang="en-US"/>
            </a:p>
          </p:txBody>
        </p:sp>
        <p:sp>
          <p:nvSpPr>
            <p:cNvPr id="9" name="Rectangle 100"/>
            <p:cNvSpPr>
              <a:spLocks noChangeArrowheads="1"/>
            </p:cNvSpPr>
            <p:nvPr/>
          </p:nvSpPr>
          <p:spPr bwMode="auto">
            <a:xfrm rot="20624886">
              <a:off x="269" y="1997"/>
              <a:ext cx="480" cy="373"/>
            </a:xfrm>
            <a:prstGeom prst="rect">
              <a:avLst/>
            </a:prstGeom>
            <a:noFill/>
            <a:ln w="12700" cap="sq">
              <a:noFill/>
              <a:miter lim="800000"/>
            </a:ln>
            <a:effectLst>
              <a:outerShdw dist="40161" dir="1106097" algn="ctr" rotWithShape="0">
                <a:schemeClr val="bg1"/>
              </a:outerShdw>
            </a:effectLst>
          </p:spPr>
          <p:txBody>
            <a:bodyPr wrap="none">
              <a:spAutoFit/>
            </a:bodyPr>
            <a:lstStyle/>
            <a:p>
              <a:pPr algn="ctr"/>
              <a:r>
                <a:rPr lang="zh-CN" altLang="en-US" sz="4500" i="1" dirty="0">
                  <a:latin typeface="华文新魏" pitchFamily="2" charset="-122"/>
                  <a:ea typeface="华文新魏" pitchFamily="2" charset="-122"/>
                </a:rPr>
                <a:t>算</a:t>
              </a:r>
              <a:endParaRPr lang="zh-CN" altLang="en-US" sz="4500" i="1" dirty="0">
                <a:latin typeface="华文新魏" pitchFamily="2" charset="-122"/>
                <a:ea typeface="华文新魏" pitchFamily="2" charset="-122"/>
              </a:endParaRPr>
            </a:p>
          </p:txBody>
        </p:sp>
        <p:sp>
          <p:nvSpPr>
            <p:cNvPr id="10" name="Rectangle 101"/>
            <p:cNvSpPr>
              <a:spLocks noChangeArrowheads="1"/>
            </p:cNvSpPr>
            <p:nvPr/>
          </p:nvSpPr>
          <p:spPr bwMode="auto">
            <a:xfrm rot="20853814">
              <a:off x="545" y="1919"/>
              <a:ext cx="480" cy="373"/>
            </a:xfrm>
            <a:prstGeom prst="rect">
              <a:avLst/>
            </a:prstGeom>
            <a:noFill/>
            <a:ln w="12700" cap="sq">
              <a:noFill/>
              <a:miter lim="800000"/>
            </a:ln>
            <a:effectLst>
              <a:outerShdw dist="45791" dir="2021404" algn="ctr" rotWithShape="0">
                <a:schemeClr val="bg1"/>
              </a:outerShdw>
            </a:effectLst>
          </p:spPr>
          <p:txBody>
            <a:bodyPr wrap="none">
              <a:spAutoFit/>
            </a:bodyPr>
            <a:lstStyle/>
            <a:p>
              <a:pPr algn="ctr"/>
              <a:r>
                <a:rPr lang="zh-CN" altLang="en-US" sz="4500" i="1" dirty="0">
                  <a:latin typeface="华文新魏" pitchFamily="2" charset="-122"/>
                  <a:ea typeface="华文新魏" pitchFamily="2" charset="-122"/>
                </a:rPr>
                <a:t>法</a:t>
              </a:r>
              <a:endParaRPr lang="zh-CN" altLang="en-US" sz="4500" i="1" dirty="0">
                <a:latin typeface="华文新魏" pitchFamily="2" charset="-122"/>
                <a:ea typeface="华文新魏" pitchFamily="2" charset="-122"/>
              </a:endParaRPr>
            </a:p>
          </p:txBody>
        </p:sp>
      </p:grpSp>
      <p:sp>
        <p:nvSpPr>
          <p:cNvPr id="11" name="矩形 10"/>
          <p:cNvSpPr/>
          <p:nvPr/>
        </p:nvSpPr>
        <p:spPr>
          <a:xfrm>
            <a:off x="3359696" y="1628801"/>
            <a:ext cx="6192688" cy="4216539"/>
          </a:xfrm>
          <a:prstGeom prst="rect">
            <a:avLst/>
          </a:prstGeom>
        </p:spPr>
        <p:txBody>
          <a:bodyPr wrap="square">
            <a:spAutoFit/>
          </a:bodyPr>
          <a:lstStyle/>
          <a:p>
            <a:pPr>
              <a:buFont typeface="Wingdings" panose="05000000000000000000" pitchFamily="2" charset="2"/>
              <a:buNone/>
            </a:pPr>
            <a:r>
              <a:rPr lang="zh-CN" altLang="en-US" sz="1600" b="1" dirty="0">
                <a:ea typeface="宋体" pitchFamily="2" charset="-122"/>
              </a:rPr>
              <a:t>在有序（递增）顺序表</a:t>
            </a:r>
            <a:r>
              <a:rPr lang="en-US" altLang="zh-CN" sz="1600" b="1" dirty="0">
                <a:ea typeface="宋体" pitchFamily="2" charset="-122"/>
              </a:rPr>
              <a:t>list</a:t>
            </a:r>
            <a:r>
              <a:rPr lang="zh-CN" altLang="en-US" sz="1600" b="1" dirty="0">
                <a:ea typeface="宋体" pitchFamily="2" charset="-122"/>
              </a:rPr>
              <a:t>中查找给定元素的折半查找算法如下</a:t>
            </a:r>
            <a:r>
              <a:rPr lang="en-US" altLang="zh-CN" sz="1600" b="1" dirty="0">
                <a:ea typeface="宋体" pitchFamily="2" charset="-122"/>
              </a:rPr>
              <a:t>:</a:t>
            </a:r>
            <a:endParaRPr lang="en-US" altLang="zh-CN" sz="1600" b="1" dirty="0">
              <a:ea typeface="宋体" pitchFamily="2" charset="-122"/>
            </a:endParaRPr>
          </a:p>
          <a:p>
            <a:pPr>
              <a:buFont typeface="Wingdings" panose="05000000000000000000" pitchFamily="2" charset="2"/>
              <a:buNone/>
            </a:pPr>
            <a:r>
              <a:rPr lang="en-US" altLang="zh-CN" dirty="0" err="1">
                <a:ea typeface="宋体" pitchFamily="2" charset="-122"/>
              </a:rPr>
              <a:t>int</a:t>
            </a:r>
            <a:r>
              <a:rPr lang="en-US" altLang="zh-CN" dirty="0">
                <a:ea typeface="宋体" pitchFamily="2" charset="-122"/>
              </a:rPr>
              <a:t> </a:t>
            </a:r>
            <a:r>
              <a:rPr lang="en-US" altLang="zh-CN" dirty="0" err="1">
                <a:ea typeface="宋体" pitchFamily="2" charset="-122"/>
              </a:rPr>
              <a:t>searchElem</a:t>
            </a:r>
            <a:r>
              <a:rPr lang="en-US" altLang="zh-CN" dirty="0">
                <a:ea typeface="宋体" pitchFamily="2" charset="-122"/>
              </a:rPr>
              <a:t>(</a:t>
            </a:r>
            <a:r>
              <a:rPr lang="en-US" altLang="zh-CN" dirty="0" err="1">
                <a:ea typeface="宋体" pitchFamily="2" charset="-122"/>
              </a:rPr>
              <a:t>ElemType</a:t>
            </a:r>
            <a:r>
              <a:rPr lang="en-US" altLang="zh-CN" dirty="0">
                <a:ea typeface="宋体" pitchFamily="2" charset="-122"/>
              </a:rPr>
              <a:t> list[ ], </a:t>
            </a:r>
            <a:r>
              <a:rPr lang="en-US" altLang="zh-CN" dirty="0" err="1">
                <a:ea typeface="宋体" pitchFamily="2" charset="-122"/>
              </a:rPr>
              <a:t>int</a:t>
            </a:r>
            <a:r>
              <a:rPr lang="en-US" altLang="zh-CN" dirty="0">
                <a:ea typeface="宋体" pitchFamily="2" charset="-122"/>
              </a:rPr>
              <a:t> n, </a:t>
            </a:r>
            <a:r>
              <a:rPr lang="en-US" altLang="zh-CN" dirty="0" err="1">
                <a:ea typeface="宋体" pitchFamily="2" charset="-122"/>
              </a:rPr>
              <a:t>ElemType</a:t>
            </a:r>
            <a:r>
              <a:rPr lang="en-US" altLang="zh-CN" dirty="0">
                <a:ea typeface="宋体" pitchFamily="2" charset="-122"/>
              </a:rPr>
              <a:t> item)</a:t>
            </a:r>
            <a:endParaRPr lang="en-US" altLang="zh-CN" dirty="0">
              <a:ea typeface="宋体" pitchFamily="2" charset="-122"/>
            </a:endParaRPr>
          </a:p>
          <a:p>
            <a:pPr>
              <a:buFont typeface="Wingdings" panose="05000000000000000000" pitchFamily="2" charset="2"/>
              <a:buNone/>
            </a:pPr>
            <a:r>
              <a:rPr lang="en-US" altLang="zh-CN" dirty="0">
                <a:ea typeface="宋体" pitchFamily="2" charset="-122"/>
              </a:rPr>
              <a:t>{</a:t>
            </a:r>
            <a:endParaRPr lang="en-US" altLang="zh-CN" dirty="0">
              <a:ea typeface="宋体" pitchFamily="2" charset="-122"/>
            </a:endParaRPr>
          </a:p>
          <a:p>
            <a:pPr lvl="1">
              <a:buFont typeface="Wingdings" panose="05000000000000000000" pitchFamily="2" charset="2"/>
              <a:buNone/>
            </a:pPr>
            <a:r>
              <a:rPr lang="en-US" altLang="zh-CN" dirty="0" err="1">
                <a:ea typeface="宋体" pitchFamily="2" charset="-122"/>
              </a:rPr>
              <a:t>int</a:t>
            </a:r>
            <a:r>
              <a:rPr lang="en-US" altLang="zh-CN" dirty="0">
                <a:ea typeface="宋体" pitchFamily="2" charset="-122"/>
              </a:rPr>
              <a:t> low=0, high=n-1, mid;</a:t>
            </a:r>
            <a:endParaRPr lang="en-US" altLang="zh-CN" dirty="0">
              <a:ea typeface="宋体" pitchFamily="2" charset="-122"/>
            </a:endParaRPr>
          </a:p>
          <a:p>
            <a:pPr lvl="1">
              <a:buFont typeface="Wingdings" panose="05000000000000000000" pitchFamily="2" charset="2"/>
              <a:buNone/>
            </a:pPr>
            <a:r>
              <a:rPr lang="en-US" altLang="zh-CN" dirty="0">
                <a:ea typeface="宋体" pitchFamily="2" charset="-122"/>
              </a:rPr>
              <a:t>while(low &lt;= high){</a:t>
            </a:r>
            <a:endParaRPr lang="en-US" altLang="zh-CN" dirty="0">
              <a:ea typeface="宋体" pitchFamily="2" charset="-122"/>
            </a:endParaRPr>
          </a:p>
          <a:p>
            <a:pPr lvl="2"/>
            <a:r>
              <a:rPr lang="en-US" altLang="zh-CN" dirty="0">
                <a:ea typeface="宋体" pitchFamily="2" charset="-122"/>
              </a:rPr>
              <a:t>mid = (high + low) / 2;</a:t>
            </a:r>
            <a:endParaRPr lang="en-US" altLang="zh-CN" dirty="0">
              <a:ea typeface="宋体" pitchFamily="2" charset="-122"/>
            </a:endParaRPr>
          </a:p>
          <a:p>
            <a:pPr lvl="2"/>
            <a:r>
              <a:rPr lang="en-US" altLang="zh-CN" dirty="0">
                <a:ea typeface="宋体" pitchFamily="2" charset="-122"/>
              </a:rPr>
              <a:t>if(( item &lt; list[mid])</a:t>
            </a:r>
            <a:endParaRPr lang="en-US" altLang="zh-CN" dirty="0">
              <a:ea typeface="宋体" pitchFamily="2" charset="-122"/>
            </a:endParaRPr>
          </a:p>
          <a:p>
            <a:pPr lvl="3"/>
            <a:r>
              <a:rPr lang="en-US" altLang="zh-CN" dirty="0">
                <a:ea typeface="宋体" pitchFamily="2" charset="-122"/>
              </a:rPr>
              <a:t>   high = mid – 1;</a:t>
            </a:r>
            <a:endParaRPr lang="en-US" altLang="zh-CN" dirty="0">
              <a:ea typeface="宋体" pitchFamily="2" charset="-122"/>
            </a:endParaRPr>
          </a:p>
          <a:p>
            <a:pPr lvl="2"/>
            <a:r>
              <a:rPr lang="en-US" altLang="zh-CN" dirty="0">
                <a:ea typeface="宋体" pitchFamily="2" charset="-122"/>
              </a:rPr>
              <a:t>else if ( item &gt; list[mid])</a:t>
            </a:r>
            <a:endParaRPr lang="en-US" altLang="zh-CN" dirty="0">
              <a:ea typeface="宋体" pitchFamily="2" charset="-122"/>
            </a:endParaRPr>
          </a:p>
          <a:p>
            <a:pPr lvl="3"/>
            <a:r>
              <a:rPr lang="en-US" altLang="zh-CN" dirty="0">
                <a:ea typeface="宋体" pitchFamily="2" charset="-122"/>
              </a:rPr>
              <a:t>   low = mid + 1;</a:t>
            </a:r>
            <a:endParaRPr lang="en-US" altLang="zh-CN" dirty="0">
              <a:ea typeface="宋体" pitchFamily="2" charset="-122"/>
            </a:endParaRPr>
          </a:p>
          <a:p>
            <a:pPr lvl="2"/>
            <a:r>
              <a:rPr lang="en-US" altLang="zh-CN" dirty="0">
                <a:ea typeface="宋体" pitchFamily="2" charset="-122"/>
              </a:rPr>
              <a:t>else</a:t>
            </a:r>
            <a:endParaRPr lang="en-US" altLang="zh-CN" dirty="0">
              <a:ea typeface="宋体" pitchFamily="2" charset="-122"/>
            </a:endParaRPr>
          </a:p>
          <a:p>
            <a:pPr lvl="3"/>
            <a:r>
              <a:rPr lang="en-US" altLang="zh-CN" dirty="0">
                <a:ea typeface="宋体" pitchFamily="2" charset="-122"/>
              </a:rPr>
              <a:t>   return (mid);</a:t>
            </a:r>
            <a:endParaRPr lang="en-US" altLang="zh-CN" dirty="0">
              <a:ea typeface="宋体" pitchFamily="2" charset="-122"/>
            </a:endParaRPr>
          </a:p>
          <a:p>
            <a:pPr lvl="1">
              <a:buFont typeface="Wingdings" panose="05000000000000000000" pitchFamily="2" charset="2"/>
              <a:buNone/>
            </a:pPr>
            <a:r>
              <a:rPr lang="en-US" altLang="zh-CN" dirty="0">
                <a:ea typeface="宋体" pitchFamily="2" charset="-122"/>
              </a:rPr>
              <a:t>}</a:t>
            </a:r>
            <a:endParaRPr lang="en-US" altLang="zh-CN" dirty="0">
              <a:ea typeface="宋体" pitchFamily="2" charset="-122"/>
            </a:endParaRPr>
          </a:p>
          <a:p>
            <a:pPr lvl="1">
              <a:buFont typeface="Wingdings" panose="05000000000000000000" pitchFamily="2" charset="2"/>
              <a:buNone/>
            </a:pPr>
            <a:r>
              <a:rPr lang="en-US" altLang="zh-CN" dirty="0">
                <a:ea typeface="宋体" pitchFamily="2" charset="-122"/>
              </a:rPr>
              <a:t>return -1;</a:t>
            </a:r>
            <a:endParaRPr lang="en-US" altLang="zh-CN" dirty="0">
              <a:ea typeface="宋体" pitchFamily="2" charset="-122"/>
            </a:endParaRPr>
          </a:p>
          <a:p>
            <a:pPr>
              <a:buFont typeface="Wingdings" panose="05000000000000000000" pitchFamily="2" charset="2"/>
              <a:buNone/>
            </a:pPr>
            <a:r>
              <a:rPr lang="en-US" altLang="zh-CN" dirty="0">
                <a:ea typeface="宋体" pitchFamily="2" charset="-122"/>
              </a:rPr>
              <a:t>}</a:t>
            </a:r>
            <a:endParaRPr lang="en-US" altLang="zh-CN" dirty="0">
              <a:ea typeface="宋体" pitchFamily="2" charset="-122"/>
            </a:endParaRPr>
          </a:p>
        </p:txBody>
      </p:sp>
      <p:sp>
        <p:nvSpPr>
          <p:cNvPr id="12" name="Rectangle 104"/>
          <p:cNvSpPr>
            <a:spLocks noChangeArrowheads="1"/>
          </p:cNvSpPr>
          <p:nvPr/>
        </p:nvSpPr>
        <p:spPr bwMode="auto">
          <a:xfrm>
            <a:off x="6888088" y="3501008"/>
            <a:ext cx="3098924" cy="553998"/>
          </a:xfrm>
          <a:prstGeom prst="rect">
            <a:avLst/>
          </a:prstGeom>
          <a:noFill/>
          <a:ln w="12700" cap="sq">
            <a:noFill/>
            <a:miter lim="800000"/>
          </a:ln>
          <a:effectLst>
            <a:outerShdw dist="17961" dir="2700000" algn="ctr" rotWithShape="0">
              <a:schemeClr val="bg1"/>
            </a:outerShdw>
          </a:effectLst>
        </p:spPr>
        <p:txBody>
          <a:bodyPr wrap="square">
            <a:spAutoFit/>
          </a:bodyPr>
          <a:lstStyle/>
          <a:p>
            <a:r>
              <a:rPr lang="zh-CN" altLang="en-US" sz="2800" b="1" dirty="0">
                <a:solidFill>
                  <a:srgbClr val="FF3300"/>
                </a:solidFill>
                <a:ea typeface="幼圆" pitchFamily="49" charset="-122"/>
              </a:rPr>
              <a:t>时间复杂度</a:t>
            </a:r>
            <a:r>
              <a:rPr lang="en-US" altLang="zh-CN" sz="3000" b="1" dirty="0">
                <a:solidFill>
                  <a:srgbClr val="FF3300"/>
                </a:solidFill>
              </a:rPr>
              <a:t>O</a:t>
            </a:r>
            <a:r>
              <a:rPr lang="en-US" altLang="zh-CN" sz="2800" b="1" dirty="0">
                <a:solidFill>
                  <a:srgbClr val="FF3300"/>
                </a:solidFill>
              </a:rPr>
              <a:t>(log</a:t>
            </a:r>
            <a:r>
              <a:rPr lang="en-US" altLang="zh-CN" sz="2800" b="1" baseline="-25000" dirty="0">
                <a:solidFill>
                  <a:srgbClr val="FF3300"/>
                </a:solidFill>
              </a:rPr>
              <a:t>2</a:t>
            </a:r>
            <a:r>
              <a:rPr lang="en-US" altLang="zh-CN" sz="2800" b="1" dirty="0">
                <a:solidFill>
                  <a:srgbClr val="FF3300"/>
                </a:solidFill>
              </a:rPr>
              <a:t>n)</a:t>
            </a:r>
            <a:endParaRPr lang="zh-CN" altLang="en-US" sz="2800" b="1" dirty="0">
              <a:solidFill>
                <a:srgbClr val="FF3300"/>
              </a:solidFill>
            </a:endParaRPr>
          </a:p>
        </p:txBody>
      </p:sp>
      <p:sp>
        <p:nvSpPr>
          <p:cNvPr id="13" name="Cloud"/>
          <p:cNvSpPr>
            <a:spLocks noChangeAspect="1" noEditPoints="1" noChangeArrowheads="1"/>
          </p:cNvSpPr>
          <p:nvPr/>
        </p:nvSpPr>
        <p:spPr bwMode="auto">
          <a:xfrm>
            <a:off x="5951984" y="4731662"/>
            <a:ext cx="4810794" cy="1976871"/>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A7EEFF"/>
          </a:solidFill>
          <a:ln w="28575">
            <a:solidFill>
              <a:srgbClr val="969696"/>
            </a:solidFill>
            <a:miter lim="800000"/>
          </a:ln>
          <a:effectLst>
            <a:outerShdw dist="170388" dir="1593903" algn="ctr" rotWithShape="0">
              <a:srgbClr val="C3C3C3"/>
            </a:outerShdw>
          </a:effectLst>
        </p:spPr>
        <p:txBody>
          <a:bodyPr/>
          <a:lstStyle/>
          <a:p>
            <a:pPr eaLnBrk="0" fontAlgn="base" hangingPunct="0">
              <a:spcBef>
                <a:spcPct val="0"/>
              </a:spcBef>
              <a:spcAft>
                <a:spcPct val="0"/>
              </a:spcAft>
            </a:pPr>
            <a:r>
              <a:rPr lang="zh-CN" altLang="en-US" sz="2000" dirty="0">
                <a:solidFill>
                  <a:srgbClr val="002060"/>
                </a:solidFill>
                <a:latin typeface="楷体" panose="02010609060101010101" pitchFamily="49" charset="-122"/>
                <a:ea typeface="楷体" panose="02010609060101010101" pitchFamily="49" charset="-122"/>
              </a:rPr>
              <a:t>也就是说假如一个顺序表有</a:t>
            </a:r>
            <a:r>
              <a:rPr lang="en-US" altLang="zh-CN" sz="2000" b="1" dirty="0">
                <a:solidFill>
                  <a:srgbClr val="002060"/>
                </a:solidFill>
                <a:latin typeface="楷体" panose="02010609060101010101" pitchFamily="49" charset="-122"/>
                <a:ea typeface="楷体" panose="02010609060101010101" pitchFamily="49" charset="-122"/>
              </a:rPr>
              <a:t>1024</a:t>
            </a:r>
            <a:r>
              <a:rPr lang="zh-CN" altLang="en-US" sz="2000" dirty="0">
                <a:solidFill>
                  <a:srgbClr val="002060"/>
                </a:solidFill>
                <a:latin typeface="楷体" panose="02010609060101010101" pitchFamily="49" charset="-122"/>
                <a:ea typeface="楷体" panose="02010609060101010101" pitchFamily="49" charset="-122"/>
              </a:rPr>
              <a:t>个元素，</a:t>
            </a:r>
            <a:r>
              <a:rPr lang="zh-CN" altLang="en-US" sz="2000" b="1" dirty="0">
                <a:solidFill>
                  <a:srgbClr val="002060"/>
                </a:solidFill>
                <a:latin typeface="楷体" panose="02010609060101010101" pitchFamily="49" charset="-122"/>
                <a:ea typeface="楷体" panose="02010609060101010101" pitchFamily="49" charset="-122"/>
              </a:rPr>
              <a:t>顺序查找算法</a:t>
            </a:r>
            <a:r>
              <a:rPr lang="zh-CN" altLang="en-US" sz="2000" dirty="0">
                <a:solidFill>
                  <a:srgbClr val="002060"/>
                </a:solidFill>
                <a:latin typeface="楷体" panose="02010609060101010101" pitchFamily="49" charset="-122"/>
                <a:ea typeface="楷体" panose="02010609060101010101" pitchFamily="49" charset="-122"/>
              </a:rPr>
              <a:t>平均查找次数为</a:t>
            </a:r>
            <a:r>
              <a:rPr lang="en-US" altLang="zh-CN" sz="2000" b="1" dirty="0">
                <a:solidFill>
                  <a:srgbClr val="002060"/>
                </a:solidFill>
                <a:latin typeface="楷体" panose="02010609060101010101" pitchFamily="49" charset="-122"/>
                <a:ea typeface="楷体" panose="02010609060101010101" pitchFamily="49" charset="-122"/>
              </a:rPr>
              <a:t>512</a:t>
            </a:r>
            <a:r>
              <a:rPr lang="zh-CN" altLang="en-US" sz="2000" dirty="0">
                <a:solidFill>
                  <a:srgbClr val="002060"/>
                </a:solidFill>
                <a:latin typeface="楷体" panose="02010609060101010101" pitchFamily="49" charset="-122"/>
                <a:ea typeface="楷体" panose="02010609060101010101" pitchFamily="49" charset="-122"/>
              </a:rPr>
              <a:t>次，而</a:t>
            </a:r>
            <a:r>
              <a:rPr lang="zh-CN" altLang="en-US" sz="2000" b="1" dirty="0">
                <a:solidFill>
                  <a:srgbClr val="002060"/>
                </a:solidFill>
                <a:latin typeface="楷体" panose="02010609060101010101" pitchFamily="49" charset="-122"/>
                <a:ea typeface="楷体" panose="02010609060101010101" pitchFamily="49" charset="-122"/>
              </a:rPr>
              <a:t>折半查找算法</a:t>
            </a:r>
            <a:r>
              <a:rPr lang="zh-CN" altLang="en-US" sz="2000" dirty="0">
                <a:solidFill>
                  <a:srgbClr val="002060"/>
                </a:solidFill>
                <a:latin typeface="楷体" panose="02010609060101010101" pitchFamily="49" charset="-122"/>
                <a:ea typeface="楷体" panose="02010609060101010101" pitchFamily="49" charset="-122"/>
              </a:rPr>
              <a:t>最多</a:t>
            </a:r>
            <a:r>
              <a:rPr lang="zh-CN" altLang="en-US" sz="2000" b="1" dirty="0">
                <a:solidFill>
                  <a:srgbClr val="002060"/>
                </a:solidFill>
                <a:latin typeface="楷体" panose="02010609060101010101" pitchFamily="49" charset="-122"/>
                <a:ea typeface="楷体" panose="02010609060101010101" pitchFamily="49" charset="-122"/>
              </a:rPr>
              <a:t> </a:t>
            </a:r>
            <a:r>
              <a:rPr lang="zh-CN" altLang="en-US" sz="2000" dirty="0">
                <a:solidFill>
                  <a:srgbClr val="002060"/>
                </a:solidFill>
                <a:latin typeface="楷体" panose="02010609060101010101" pitchFamily="49" charset="-122"/>
                <a:ea typeface="楷体" panose="02010609060101010101" pitchFamily="49" charset="-122"/>
              </a:rPr>
              <a:t>只须</a:t>
            </a:r>
            <a:r>
              <a:rPr lang="en-US" altLang="zh-CN" sz="2000" b="1" dirty="0">
                <a:solidFill>
                  <a:srgbClr val="002060"/>
                </a:solidFill>
                <a:latin typeface="楷体" panose="02010609060101010101" pitchFamily="49" charset="-122"/>
                <a:ea typeface="楷体" panose="02010609060101010101" pitchFamily="49" charset="-122"/>
              </a:rPr>
              <a:t>10</a:t>
            </a:r>
            <a:r>
              <a:rPr lang="zh-CN" altLang="en-US" sz="2000" dirty="0">
                <a:solidFill>
                  <a:srgbClr val="002060"/>
                </a:solidFill>
                <a:latin typeface="楷体" panose="02010609060101010101" pitchFamily="49" charset="-122"/>
                <a:ea typeface="楷体" panose="02010609060101010101" pitchFamily="49" charset="-122"/>
              </a:rPr>
              <a:t>次。</a:t>
            </a:r>
            <a:endParaRPr lang="zh-CN" altLang="en-US" sz="2000" dirty="0">
              <a:solidFill>
                <a:srgbClr val="002060"/>
              </a:solidFill>
              <a:latin typeface="楷体" panose="02010609060101010101" pitchFamily="49" charset="-122"/>
              <a:ea typeface="楷体" panose="02010609060101010101" pitchFamily="49" charset="-122"/>
            </a:endParaRPr>
          </a:p>
        </p:txBody>
      </p:sp>
      <p:sp>
        <p:nvSpPr>
          <p:cNvPr id="14" name="Cloud"/>
          <p:cNvSpPr>
            <a:spLocks noChangeAspect="1" noEditPoints="1" noChangeArrowheads="1"/>
          </p:cNvSpPr>
          <p:nvPr/>
        </p:nvSpPr>
        <p:spPr bwMode="auto">
          <a:xfrm>
            <a:off x="7320136" y="1"/>
            <a:ext cx="3347864" cy="1705211"/>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FFC000"/>
          </a:solidFill>
          <a:ln w="28575">
            <a:solidFill>
              <a:srgbClr val="FFFF00"/>
            </a:solidFill>
            <a:miter lim="800000"/>
          </a:ln>
          <a:effectLst>
            <a:outerShdw dist="170388" dir="1593903" algn="ctr" rotWithShape="0">
              <a:srgbClr val="C3C3C3"/>
            </a:outerShdw>
          </a:effectLst>
        </p:spPr>
        <p:txBody>
          <a:bodyPr/>
          <a:lstStyle/>
          <a:p>
            <a:pPr eaLnBrk="0" fontAlgn="base" hangingPunct="0">
              <a:spcBef>
                <a:spcPct val="0"/>
              </a:spcBef>
              <a:spcAft>
                <a:spcPct val="0"/>
              </a:spcAft>
            </a:pPr>
            <a:r>
              <a:rPr lang="zh-CN" altLang="en-US" sz="2400" b="1" dirty="0">
                <a:solidFill>
                  <a:srgbClr val="7030A0"/>
                </a:solidFill>
                <a:latin typeface="楷体" panose="02010609060101010101" pitchFamily="49" charset="-122"/>
                <a:ea typeface="楷体" panose="02010609060101010101" pitchFamily="49" charset="-122"/>
              </a:rPr>
              <a:t>有关查找算法将在后面章节作专门介绍</a:t>
            </a:r>
            <a:endParaRPr lang="zh-CN" altLang="en-US" sz="2400" b="1" dirty="0">
              <a:solidFill>
                <a:srgbClr val="7030A0"/>
              </a:solidFill>
              <a:latin typeface="楷体" panose="02010609060101010101" pitchFamily="49" charset="-122"/>
              <a:ea typeface="楷体" panose="02010609060101010101" pitchFamily="49"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linds(horizontal)">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52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 calcmode="lin" valueType="num">
                                      <p:cBhvr>
                                        <p:cTn id="18" dur="500" fill="hold"/>
                                        <p:tgtEl>
                                          <p:spTgt spid="12"/>
                                        </p:tgtEl>
                                        <p:attrNameLst>
                                          <p:attrName>ppt_w</p:attrName>
                                        </p:attrNameLst>
                                      </p:cBhvr>
                                      <p:tavLst>
                                        <p:tav tm="0">
                                          <p:val>
                                            <p:fltVal val="0"/>
                                          </p:val>
                                        </p:tav>
                                        <p:tav tm="100000">
                                          <p:val>
                                            <p:strVal val="#ppt_w"/>
                                          </p:val>
                                        </p:tav>
                                      </p:tavLst>
                                    </p:anim>
                                    <p:anim calcmode="lin" valueType="num">
                                      <p:cBhvr>
                                        <p:cTn id="19" dur="500" fill="hold"/>
                                        <p:tgtEl>
                                          <p:spTgt spid="12"/>
                                        </p:tgtEl>
                                        <p:attrNameLst>
                                          <p:attrName>ppt_h</p:attrName>
                                        </p:attrNameLst>
                                      </p:cBhvr>
                                      <p:tavLst>
                                        <p:tav tm="0">
                                          <p:val>
                                            <p:fltVal val="0"/>
                                          </p:val>
                                        </p:tav>
                                        <p:tav tm="100000">
                                          <p:val>
                                            <p:strVal val="#ppt_h"/>
                                          </p:val>
                                        </p:tav>
                                      </p:tavLst>
                                    </p:anim>
                                    <p:anim calcmode="lin" valueType="num">
                                      <p:cBhvr>
                                        <p:cTn id="20" dur="500" fill="hold"/>
                                        <p:tgtEl>
                                          <p:spTgt spid="12"/>
                                        </p:tgtEl>
                                        <p:attrNameLst>
                                          <p:attrName>ppt_x</p:attrName>
                                        </p:attrNameLst>
                                      </p:cBhvr>
                                      <p:tavLst>
                                        <p:tav tm="0">
                                          <p:val>
                                            <p:fltVal val="0.5"/>
                                          </p:val>
                                        </p:tav>
                                        <p:tav tm="100000">
                                          <p:val>
                                            <p:strVal val="#ppt_x"/>
                                          </p:val>
                                        </p:tav>
                                      </p:tavLst>
                                    </p:anim>
                                    <p:anim calcmode="lin" valueType="num">
                                      <p:cBhvr>
                                        <p:cTn id="21" dur="500" fill="hold"/>
                                        <p:tgtEl>
                                          <p:spTgt spid="12"/>
                                        </p:tgtEl>
                                        <p:attrNameLst>
                                          <p:attrName>ppt_y</p:attrName>
                                        </p:attrNameLst>
                                      </p:cBhvr>
                                      <p:tavLst>
                                        <p:tav tm="0">
                                          <p:val>
                                            <p:fltVal val="0.5"/>
                                          </p:val>
                                        </p:tav>
                                        <p:tav tm="100000">
                                          <p:val>
                                            <p:strVal val="#ppt_y"/>
                                          </p:val>
                                        </p:tav>
                                      </p:tavLst>
                                    </p:anim>
                                  </p:childTnLst>
                                </p:cTn>
                              </p:par>
                              <p:par>
                                <p:cTn id="22" presetID="3" presetClass="entr" presetSubtype="1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blinds(horizontal)">
                                      <p:cBhvr>
                                        <p:cTn id="24" dur="500"/>
                                        <p:tgtEl>
                                          <p:spTgt spid="13"/>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blinds(horizontal)">
                                      <p:cBhvr>
                                        <p:cTn id="2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autoUpdateAnimBg="0"/>
      <p:bldP spid="13" grpId="0" animBg="1"/>
      <p:bldP spid="1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562" name="Text Box 2"/>
          <p:cNvSpPr txBox="1">
            <a:spLocks noChangeArrowheads="1"/>
          </p:cNvSpPr>
          <p:nvPr/>
        </p:nvSpPr>
        <p:spPr bwMode="auto">
          <a:xfrm>
            <a:off x="983432" y="1556792"/>
            <a:ext cx="7772400" cy="1598612"/>
          </a:xfrm>
          <a:prstGeom prst="rect">
            <a:avLst/>
          </a:prstGeom>
          <a:noFill/>
          <a:ln w="9525">
            <a:noFill/>
            <a:miter lim="800000"/>
          </a:ln>
        </p:spPr>
        <p:txBody>
          <a:bodyPr>
            <a:spAutoFit/>
          </a:bodyPr>
          <a:lstStyle/>
          <a:p>
            <a:pPr algn="just" fontAlgn="base">
              <a:lnSpc>
                <a:spcPct val="85000"/>
              </a:lnSpc>
              <a:spcBef>
                <a:spcPct val="15000"/>
              </a:spcBef>
            </a:pPr>
            <a:r>
              <a:rPr lang="zh-CN" altLang="en-US" sz="2600">
                <a:solidFill>
                  <a:srgbClr val="000099"/>
                </a:solidFill>
                <a:latin typeface="幼圆" pitchFamily="49" charset="-122"/>
                <a:ea typeface="幼圆" pitchFamily="49" charset="-122"/>
              </a:rPr>
              <a:t>    在线性表的第</a:t>
            </a:r>
            <a:r>
              <a:rPr lang="en-US" altLang="zh-CN" sz="2600">
                <a:solidFill>
                  <a:srgbClr val="000099"/>
                </a:solidFill>
                <a:ea typeface="幼圆" pitchFamily="49" charset="-122"/>
              </a:rPr>
              <a:t>i</a:t>
            </a:r>
            <a:r>
              <a:rPr lang="en-US" altLang="zh-CN" sz="2600">
                <a:solidFill>
                  <a:srgbClr val="000099"/>
                </a:solidFill>
                <a:ea typeface="幼圆" pitchFamily="49" charset="-122"/>
                <a:sym typeface="Symbol" pitchFamily="18" charset="2"/>
              </a:rPr>
              <a:t></a:t>
            </a:r>
            <a:r>
              <a:rPr lang="en-US" altLang="zh-CN" sz="2600">
                <a:solidFill>
                  <a:srgbClr val="000099"/>
                </a:solidFill>
                <a:ea typeface="幼圆" pitchFamily="49" charset="-122"/>
              </a:rPr>
              <a:t>1</a:t>
            </a:r>
            <a:r>
              <a:rPr lang="zh-CN" altLang="en-US" sz="2600">
                <a:solidFill>
                  <a:srgbClr val="000099"/>
                </a:solidFill>
                <a:latin typeface="幼圆" pitchFamily="49" charset="-122"/>
                <a:ea typeface="幼圆" pitchFamily="49" charset="-122"/>
              </a:rPr>
              <a:t>个数据元素与第</a:t>
            </a:r>
            <a:r>
              <a:rPr lang="en-US" altLang="zh-CN" sz="2600">
                <a:solidFill>
                  <a:srgbClr val="000099"/>
                </a:solidFill>
                <a:ea typeface="幼圆" pitchFamily="49" charset="-122"/>
              </a:rPr>
              <a:t>i</a:t>
            </a:r>
            <a:r>
              <a:rPr lang="zh-CN" altLang="en-US" sz="2600">
                <a:solidFill>
                  <a:srgbClr val="000099"/>
                </a:solidFill>
                <a:latin typeface="幼圆" pitchFamily="49" charset="-122"/>
                <a:ea typeface="幼圆" pitchFamily="49" charset="-122"/>
              </a:rPr>
              <a:t>个数据元素之间插入一个由符号</a:t>
            </a:r>
            <a:r>
              <a:rPr lang="en-US" altLang="en-US" sz="2600">
                <a:solidFill>
                  <a:srgbClr val="000099"/>
                </a:solidFill>
                <a:ea typeface="幼圆" pitchFamily="49" charset="-122"/>
              </a:rPr>
              <a:t>item</a:t>
            </a:r>
            <a:r>
              <a:rPr lang="zh-CN" altLang="en-US" sz="2600">
                <a:solidFill>
                  <a:srgbClr val="000099"/>
                </a:solidFill>
                <a:latin typeface="幼圆" pitchFamily="49" charset="-122"/>
                <a:ea typeface="幼圆" pitchFamily="49" charset="-122"/>
              </a:rPr>
              <a:t>表示的数据元素，使得长度为</a:t>
            </a:r>
            <a:r>
              <a:rPr lang="en-US" altLang="zh-CN" sz="2600">
                <a:solidFill>
                  <a:srgbClr val="000099"/>
                </a:solidFill>
                <a:ea typeface="幼圆" pitchFamily="49" charset="-122"/>
              </a:rPr>
              <a:t>n</a:t>
            </a:r>
            <a:r>
              <a:rPr lang="zh-CN" altLang="en-US" sz="2600">
                <a:solidFill>
                  <a:srgbClr val="000099"/>
                </a:solidFill>
                <a:latin typeface="幼圆" pitchFamily="49" charset="-122"/>
                <a:ea typeface="幼圆" pitchFamily="49" charset="-122"/>
              </a:rPr>
              <a:t>的线性表</a:t>
            </a:r>
            <a:endParaRPr lang="zh-CN" altLang="en-US" sz="2600">
              <a:solidFill>
                <a:srgbClr val="000099"/>
              </a:solidFill>
              <a:latin typeface="幼圆" pitchFamily="49" charset="-122"/>
              <a:ea typeface="幼圆" pitchFamily="49" charset="-122"/>
            </a:endParaRPr>
          </a:p>
          <a:p>
            <a:pPr algn="just" fontAlgn="base">
              <a:lnSpc>
                <a:spcPct val="85000"/>
              </a:lnSpc>
              <a:spcBef>
                <a:spcPct val="30000"/>
              </a:spcBef>
            </a:pPr>
            <a:r>
              <a:rPr lang="zh-CN" altLang="en-US" sz="2800">
                <a:solidFill>
                  <a:srgbClr val="000099"/>
                </a:solidFill>
              </a:rPr>
              <a:t>              ( </a:t>
            </a:r>
            <a:r>
              <a:rPr lang="en-US" altLang="zh-CN" sz="2500">
                <a:solidFill>
                  <a:srgbClr val="000099"/>
                </a:solidFill>
              </a:rPr>
              <a:t>a</a:t>
            </a:r>
            <a:r>
              <a:rPr lang="en-US" altLang="zh-CN" sz="2500" baseline="-25000">
                <a:solidFill>
                  <a:srgbClr val="000099"/>
                </a:solidFill>
              </a:rPr>
              <a:t>1</a:t>
            </a:r>
            <a:r>
              <a:rPr lang="en-US" altLang="zh-CN" sz="2500">
                <a:solidFill>
                  <a:srgbClr val="000099"/>
                </a:solidFill>
              </a:rPr>
              <a:t>, a</a:t>
            </a:r>
            <a:r>
              <a:rPr lang="en-US" altLang="zh-CN" sz="2500" baseline="-25000">
                <a:solidFill>
                  <a:srgbClr val="000099"/>
                </a:solidFill>
              </a:rPr>
              <a:t>2</a:t>
            </a:r>
            <a:r>
              <a:rPr lang="en-US" altLang="zh-CN" sz="2500">
                <a:solidFill>
                  <a:srgbClr val="000099"/>
                </a:solidFill>
              </a:rPr>
              <a:t>,</a:t>
            </a:r>
            <a:r>
              <a:rPr lang="en-US" altLang="zh-CN" sz="2500">
                <a:solidFill>
                  <a:srgbClr val="000099"/>
                </a:solidFill>
                <a:latin typeface="宋体" pitchFamily="2" charset="-122"/>
              </a:rPr>
              <a:t> </a:t>
            </a:r>
            <a:r>
              <a:rPr lang="en-US" altLang="zh-CN" sz="2500">
                <a:solidFill>
                  <a:srgbClr val="000099"/>
                </a:solidFill>
              </a:rPr>
              <a:t>…</a:t>
            </a:r>
            <a:r>
              <a:rPr lang="en-US" altLang="zh-CN" sz="2500">
                <a:solidFill>
                  <a:srgbClr val="000099"/>
                </a:solidFill>
                <a:latin typeface="宋体" pitchFamily="2" charset="-122"/>
              </a:rPr>
              <a:t> </a:t>
            </a:r>
            <a:r>
              <a:rPr lang="en-US" altLang="zh-CN" sz="2500">
                <a:solidFill>
                  <a:srgbClr val="000099"/>
                </a:solidFill>
              </a:rPr>
              <a:t>, a</a:t>
            </a:r>
            <a:r>
              <a:rPr lang="en-US" altLang="zh-CN" sz="2500" baseline="-25000">
                <a:solidFill>
                  <a:srgbClr val="000099"/>
                </a:solidFill>
              </a:rPr>
              <a:t>i-1</a:t>
            </a:r>
            <a:r>
              <a:rPr lang="en-US" altLang="zh-CN" sz="2500">
                <a:solidFill>
                  <a:srgbClr val="000099"/>
                </a:solidFill>
              </a:rPr>
              <a:t>, a</a:t>
            </a:r>
            <a:r>
              <a:rPr lang="en-US" altLang="zh-CN" sz="2500" baseline="-25000">
                <a:solidFill>
                  <a:srgbClr val="000099"/>
                </a:solidFill>
              </a:rPr>
              <a:t>i </a:t>
            </a:r>
            <a:r>
              <a:rPr lang="en-US" altLang="zh-CN" sz="2500">
                <a:solidFill>
                  <a:srgbClr val="000099"/>
                </a:solidFill>
              </a:rPr>
              <a:t>,</a:t>
            </a:r>
            <a:r>
              <a:rPr lang="en-US" altLang="zh-CN" sz="2500" baseline="-25000">
                <a:solidFill>
                  <a:srgbClr val="000099"/>
                </a:solidFill>
              </a:rPr>
              <a:t> </a:t>
            </a:r>
            <a:r>
              <a:rPr lang="en-US" altLang="zh-CN" sz="2500">
                <a:solidFill>
                  <a:srgbClr val="000099"/>
                </a:solidFill>
              </a:rPr>
              <a:t>a</a:t>
            </a:r>
            <a:r>
              <a:rPr lang="en-US" altLang="zh-CN" sz="2500" baseline="-25000">
                <a:solidFill>
                  <a:srgbClr val="000099"/>
                </a:solidFill>
              </a:rPr>
              <a:t>i+1</a:t>
            </a:r>
            <a:r>
              <a:rPr lang="en-US" altLang="zh-CN" sz="2500">
                <a:solidFill>
                  <a:srgbClr val="000099"/>
                </a:solidFill>
              </a:rPr>
              <a:t>, </a:t>
            </a:r>
            <a:r>
              <a:rPr lang="en-US" altLang="zh-CN" sz="2500" baseline="-25000">
                <a:solidFill>
                  <a:srgbClr val="000099"/>
                </a:solidFill>
              </a:rPr>
              <a:t> </a:t>
            </a:r>
            <a:r>
              <a:rPr lang="en-US" altLang="zh-CN" sz="2500">
                <a:solidFill>
                  <a:srgbClr val="000099"/>
                </a:solidFill>
              </a:rPr>
              <a:t>…</a:t>
            </a:r>
            <a:r>
              <a:rPr lang="en-US" altLang="zh-CN" sz="2500">
                <a:solidFill>
                  <a:srgbClr val="000099"/>
                </a:solidFill>
                <a:latin typeface="宋体" pitchFamily="2" charset="-122"/>
              </a:rPr>
              <a:t> </a:t>
            </a:r>
            <a:r>
              <a:rPr lang="en-US" altLang="zh-CN" sz="2500">
                <a:solidFill>
                  <a:srgbClr val="000099"/>
                </a:solidFill>
              </a:rPr>
              <a:t>,a</a:t>
            </a:r>
            <a:r>
              <a:rPr lang="en-US" altLang="zh-CN" sz="2500" baseline="-25000">
                <a:solidFill>
                  <a:srgbClr val="000099"/>
                </a:solidFill>
              </a:rPr>
              <a:t>n-1 </a:t>
            </a:r>
            <a:r>
              <a:rPr lang="en-US" altLang="zh-CN" sz="2500">
                <a:solidFill>
                  <a:srgbClr val="000099"/>
                </a:solidFill>
              </a:rPr>
              <a:t>,</a:t>
            </a:r>
            <a:r>
              <a:rPr lang="en-US" altLang="zh-CN" sz="2500" baseline="-25000">
                <a:solidFill>
                  <a:srgbClr val="000099"/>
                </a:solidFill>
              </a:rPr>
              <a:t> </a:t>
            </a:r>
            <a:r>
              <a:rPr lang="en-US" altLang="zh-CN" sz="2500">
                <a:solidFill>
                  <a:srgbClr val="000099"/>
                </a:solidFill>
              </a:rPr>
              <a:t>a</a:t>
            </a:r>
            <a:r>
              <a:rPr lang="en-US" altLang="zh-CN" sz="2500" baseline="-25000">
                <a:solidFill>
                  <a:srgbClr val="000099"/>
                </a:solidFill>
              </a:rPr>
              <a:t>n </a:t>
            </a:r>
            <a:r>
              <a:rPr lang="en-US" altLang="zh-CN" sz="2800">
                <a:solidFill>
                  <a:srgbClr val="000099"/>
                </a:solidFill>
              </a:rPr>
              <a:t>)</a:t>
            </a:r>
            <a:r>
              <a:rPr lang="zh-CN" altLang="en-US" sz="2400">
                <a:solidFill>
                  <a:srgbClr val="000099"/>
                </a:solidFill>
                <a:latin typeface="楷体_GB2312" panose="02010609030101010101" pitchFamily="49" charset="-122"/>
              </a:rPr>
              <a:t>	</a:t>
            </a:r>
            <a:r>
              <a:rPr lang="zh-CN" altLang="en-US" sz="2400">
                <a:solidFill>
                  <a:schemeClr val="bg1"/>
                </a:solidFill>
                <a:ea typeface="宋体" pitchFamily="2" charset="-122"/>
              </a:rPr>
              <a:t>	</a:t>
            </a:r>
            <a:endParaRPr lang="zh-CN" altLang="en-US" sz="2400">
              <a:solidFill>
                <a:schemeClr val="bg1"/>
              </a:solidFill>
              <a:ea typeface="宋体" pitchFamily="2" charset="-122"/>
            </a:endParaRPr>
          </a:p>
        </p:txBody>
      </p:sp>
      <p:sp>
        <p:nvSpPr>
          <p:cNvPr id="578563" name="Text Box 3"/>
          <p:cNvSpPr txBox="1">
            <a:spLocks noChangeArrowheads="1"/>
          </p:cNvSpPr>
          <p:nvPr/>
        </p:nvSpPr>
        <p:spPr bwMode="auto">
          <a:xfrm>
            <a:off x="1024707" y="4223792"/>
            <a:ext cx="7696200" cy="939800"/>
          </a:xfrm>
          <a:prstGeom prst="rect">
            <a:avLst/>
          </a:prstGeom>
          <a:noFill/>
          <a:ln w="9525">
            <a:noFill/>
            <a:miter lim="800000"/>
          </a:ln>
        </p:spPr>
        <p:txBody>
          <a:bodyPr>
            <a:spAutoFit/>
          </a:bodyPr>
          <a:lstStyle/>
          <a:p>
            <a:pPr eaLnBrk="1" fontAlgn="base" hangingPunct="1">
              <a:lnSpc>
                <a:spcPct val="90000"/>
              </a:lnSpc>
              <a:spcBef>
                <a:spcPct val="25000"/>
              </a:spcBef>
            </a:pPr>
            <a:r>
              <a:rPr lang="zh-CN" altLang="en-US" sz="2600">
                <a:solidFill>
                  <a:srgbClr val="000099"/>
                </a:solidFill>
                <a:latin typeface="幼圆" pitchFamily="49" charset="-122"/>
                <a:ea typeface="幼圆" pitchFamily="49" charset="-122"/>
              </a:rPr>
              <a:t>转换成长度为</a:t>
            </a:r>
            <a:r>
              <a:rPr lang="en-US" altLang="zh-CN" sz="2600">
                <a:solidFill>
                  <a:srgbClr val="000099"/>
                </a:solidFill>
                <a:ea typeface="幼圆" pitchFamily="49" charset="-122"/>
              </a:rPr>
              <a:t>n+1</a:t>
            </a:r>
            <a:r>
              <a:rPr lang="zh-CN" altLang="en-US" sz="2600">
                <a:solidFill>
                  <a:srgbClr val="000099"/>
                </a:solidFill>
                <a:latin typeface="幼圆" pitchFamily="49" charset="-122"/>
                <a:ea typeface="幼圆" pitchFamily="49" charset="-122"/>
              </a:rPr>
              <a:t>的线性表</a:t>
            </a:r>
            <a:endParaRPr lang="zh-CN" altLang="en-US" sz="2600">
              <a:solidFill>
                <a:srgbClr val="000099"/>
              </a:solidFill>
              <a:latin typeface="幼圆" pitchFamily="49" charset="-122"/>
              <a:ea typeface="幼圆" pitchFamily="49" charset="-122"/>
            </a:endParaRPr>
          </a:p>
          <a:p>
            <a:pPr eaLnBrk="1" fontAlgn="base" hangingPunct="1">
              <a:lnSpc>
                <a:spcPct val="90000"/>
              </a:lnSpc>
              <a:spcBef>
                <a:spcPct val="25000"/>
              </a:spcBef>
            </a:pPr>
            <a:r>
              <a:rPr lang="zh-CN" altLang="en-US" sz="2800">
                <a:solidFill>
                  <a:srgbClr val="000099"/>
                </a:solidFill>
              </a:rPr>
              <a:t>           ( </a:t>
            </a:r>
            <a:r>
              <a:rPr lang="en-US" altLang="zh-CN" sz="2500">
                <a:solidFill>
                  <a:srgbClr val="000099"/>
                </a:solidFill>
              </a:rPr>
              <a:t>a</a:t>
            </a:r>
            <a:r>
              <a:rPr lang="en-US" altLang="zh-CN" sz="2500" baseline="-25000">
                <a:solidFill>
                  <a:srgbClr val="000099"/>
                </a:solidFill>
              </a:rPr>
              <a:t>1</a:t>
            </a:r>
            <a:r>
              <a:rPr lang="en-US" altLang="zh-CN" sz="2500">
                <a:solidFill>
                  <a:srgbClr val="000099"/>
                </a:solidFill>
              </a:rPr>
              <a:t>, a</a:t>
            </a:r>
            <a:r>
              <a:rPr lang="en-US" altLang="zh-CN" sz="2500" baseline="-25000">
                <a:solidFill>
                  <a:srgbClr val="000099"/>
                </a:solidFill>
              </a:rPr>
              <a:t>2</a:t>
            </a:r>
            <a:r>
              <a:rPr lang="en-US" altLang="zh-CN" sz="2500">
                <a:solidFill>
                  <a:srgbClr val="000099"/>
                </a:solidFill>
              </a:rPr>
              <a:t>,</a:t>
            </a:r>
            <a:r>
              <a:rPr lang="en-US" altLang="zh-CN" sz="2500">
                <a:solidFill>
                  <a:srgbClr val="000099"/>
                </a:solidFill>
                <a:latin typeface="宋体" pitchFamily="2" charset="-122"/>
              </a:rPr>
              <a:t> </a:t>
            </a:r>
            <a:r>
              <a:rPr lang="en-US" altLang="zh-CN" sz="2500">
                <a:solidFill>
                  <a:srgbClr val="000099"/>
                </a:solidFill>
              </a:rPr>
              <a:t>…</a:t>
            </a:r>
            <a:r>
              <a:rPr lang="en-US" altLang="zh-CN" sz="2500">
                <a:solidFill>
                  <a:srgbClr val="000099"/>
                </a:solidFill>
                <a:latin typeface="宋体" pitchFamily="2" charset="-122"/>
              </a:rPr>
              <a:t> </a:t>
            </a:r>
            <a:r>
              <a:rPr lang="en-US" altLang="zh-CN" sz="2500">
                <a:solidFill>
                  <a:srgbClr val="000099"/>
                </a:solidFill>
              </a:rPr>
              <a:t>, a</a:t>
            </a:r>
            <a:r>
              <a:rPr lang="en-US" altLang="zh-CN" sz="2500" baseline="-25000">
                <a:solidFill>
                  <a:srgbClr val="000099"/>
                </a:solidFill>
              </a:rPr>
              <a:t>i-1</a:t>
            </a:r>
            <a:r>
              <a:rPr lang="en-US" altLang="zh-CN" sz="2500">
                <a:solidFill>
                  <a:srgbClr val="000099"/>
                </a:solidFill>
              </a:rPr>
              <a:t>,  </a:t>
            </a:r>
            <a:r>
              <a:rPr lang="en-US" altLang="zh-CN" sz="2500">
                <a:solidFill>
                  <a:srgbClr val="FF3300"/>
                </a:solidFill>
              </a:rPr>
              <a:t>item</a:t>
            </a:r>
            <a:r>
              <a:rPr lang="en-US" altLang="zh-CN" sz="2500">
                <a:solidFill>
                  <a:srgbClr val="000099"/>
                </a:solidFill>
              </a:rPr>
              <a:t>,  a</a:t>
            </a:r>
            <a:r>
              <a:rPr lang="en-US" altLang="zh-CN" sz="2500" baseline="-25000">
                <a:solidFill>
                  <a:srgbClr val="000099"/>
                </a:solidFill>
              </a:rPr>
              <a:t>i </a:t>
            </a:r>
            <a:r>
              <a:rPr lang="en-US" altLang="zh-CN" sz="2500">
                <a:solidFill>
                  <a:srgbClr val="000099"/>
                </a:solidFill>
              </a:rPr>
              <a:t>,</a:t>
            </a:r>
            <a:r>
              <a:rPr lang="en-US" altLang="zh-CN" sz="2500" baseline="-25000">
                <a:solidFill>
                  <a:srgbClr val="000099"/>
                </a:solidFill>
              </a:rPr>
              <a:t>  </a:t>
            </a:r>
            <a:r>
              <a:rPr lang="en-US" altLang="zh-CN" sz="2500">
                <a:solidFill>
                  <a:srgbClr val="000099"/>
                </a:solidFill>
              </a:rPr>
              <a:t>…</a:t>
            </a:r>
            <a:r>
              <a:rPr lang="en-US" altLang="zh-CN" sz="2500">
                <a:solidFill>
                  <a:srgbClr val="000099"/>
                </a:solidFill>
                <a:latin typeface="宋体" pitchFamily="2" charset="-122"/>
              </a:rPr>
              <a:t> </a:t>
            </a:r>
            <a:r>
              <a:rPr lang="en-US" altLang="zh-CN" sz="2500">
                <a:solidFill>
                  <a:srgbClr val="000099"/>
                </a:solidFill>
              </a:rPr>
              <a:t>, a</a:t>
            </a:r>
            <a:r>
              <a:rPr lang="en-US" altLang="zh-CN" sz="2500" baseline="-25000">
                <a:solidFill>
                  <a:srgbClr val="000099"/>
                </a:solidFill>
              </a:rPr>
              <a:t>n-1</a:t>
            </a:r>
            <a:r>
              <a:rPr lang="en-US" altLang="zh-CN" sz="2500">
                <a:solidFill>
                  <a:srgbClr val="000099"/>
                </a:solidFill>
              </a:rPr>
              <a:t>, a</a:t>
            </a:r>
            <a:r>
              <a:rPr lang="en-US" altLang="zh-CN" sz="2500" baseline="-25000">
                <a:solidFill>
                  <a:srgbClr val="000099"/>
                </a:solidFill>
              </a:rPr>
              <a:t>n </a:t>
            </a:r>
            <a:r>
              <a:rPr lang="en-US" altLang="zh-CN" sz="2800" baseline="-25000">
                <a:solidFill>
                  <a:srgbClr val="000099"/>
                </a:solidFill>
              </a:rPr>
              <a:t> </a:t>
            </a:r>
            <a:r>
              <a:rPr lang="en-US" altLang="zh-CN" sz="2800">
                <a:solidFill>
                  <a:srgbClr val="000099"/>
                </a:solidFill>
              </a:rPr>
              <a:t>)</a:t>
            </a:r>
            <a:endParaRPr lang="zh-CN" altLang="en-US" sz="2400">
              <a:solidFill>
                <a:srgbClr val="000099"/>
              </a:solidFill>
              <a:latin typeface="楷体_GB2312" panose="02010609030101010101" pitchFamily="49" charset="-122"/>
            </a:endParaRPr>
          </a:p>
        </p:txBody>
      </p:sp>
      <p:grpSp>
        <p:nvGrpSpPr>
          <p:cNvPr id="2" name="Group 4"/>
          <p:cNvGrpSpPr/>
          <p:nvPr/>
        </p:nvGrpSpPr>
        <p:grpSpPr bwMode="auto">
          <a:xfrm>
            <a:off x="2545532" y="3233192"/>
            <a:ext cx="4572000" cy="698500"/>
            <a:chOff x="1344" y="2318"/>
            <a:chExt cx="2880" cy="440"/>
          </a:xfrm>
        </p:grpSpPr>
        <p:sp>
          <p:nvSpPr>
            <p:cNvPr id="60438" name="AutoShape 5"/>
            <p:cNvSpPr/>
            <p:nvPr/>
          </p:nvSpPr>
          <p:spPr bwMode="auto">
            <a:xfrm rot="5400000" flipH="1" flipV="1">
              <a:off x="2712" y="950"/>
              <a:ext cx="144" cy="2880"/>
            </a:xfrm>
            <a:prstGeom prst="leftBrace">
              <a:avLst>
                <a:gd name="adj1" fmla="val 166667"/>
                <a:gd name="adj2" fmla="val 50000"/>
              </a:avLst>
            </a:prstGeom>
            <a:noFill/>
            <a:ln w="31750">
              <a:solidFill>
                <a:schemeClr val="folHlink"/>
              </a:solidFill>
              <a:round/>
            </a:ln>
          </p:spPr>
          <p:txBody>
            <a:bodyPr wrap="none" anchor="ctr"/>
            <a:lstStyle/>
            <a:p>
              <a:endParaRPr lang="zh-CN" altLang="en-US"/>
            </a:p>
          </p:txBody>
        </p:sp>
        <p:sp>
          <p:nvSpPr>
            <p:cNvPr id="60439" name="Text Box 6"/>
            <p:cNvSpPr txBox="1">
              <a:spLocks noChangeArrowheads="1"/>
            </p:cNvSpPr>
            <p:nvPr/>
          </p:nvSpPr>
          <p:spPr bwMode="auto">
            <a:xfrm>
              <a:off x="2254" y="2479"/>
              <a:ext cx="1298" cy="279"/>
            </a:xfrm>
            <a:prstGeom prst="rect">
              <a:avLst/>
            </a:prstGeom>
            <a:noFill/>
            <a:ln w="9525">
              <a:noFill/>
              <a:miter lim="800000"/>
            </a:ln>
          </p:spPr>
          <p:txBody>
            <a:bodyPr>
              <a:spAutoFit/>
            </a:bodyPr>
            <a:lstStyle/>
            <a:p>
              <a:pPr algn="ctr"/>
              <a:r>
                <a:rPr lang="en-US" altLang="zh-CN" sz="2300">
                  <a:solidFill>
                    <a:srgbClr val="993366"/>
                  </a:solidFill>
                  <a:latin typeface="宋体" pitchFamily="2" charset="-122"/>
                  <a:ea typeface="宋体" pitchFamily="2" charset="-122"/>
                </a:rPr>
                <a:t>n</a:t>
              </a:r>
              <a:r>
                <a:rPr lang="zh-CN" altLang="en-US" sz="2300">
                  <a:solidFill>
                    <a:srgbClr val="993366"/>
                  </a:solidFill>
                  <a:latin typeface="幼圆" pitchFamily="49" charset="-122"/>
                  <a:ea typeface="幼圆" pitchFamily="49" charset="-122"/>
                </a:rPr>
                <a:t>个数据元素</a:t>
              </a:r>
              <a:endParaRPr lang="zh-CN" altLang="en-US" sz="2300">
                <a:solidFill>
                  <a:srgbClr val="993366"/>
                </a:solidFill>
                <a:latin typeface="幼圆" pitchFamily="49" charset="-122"/>
                <a:ea typeface="幼圆" pitchFamily="49" charset="-122"/>
              </a:endParaRPr>
            </a:p>
          </p:txBody>
        </p:sp>
      </p:grpSp>
      <p:grpSp>
        <p:nvGrpSpPr>
          <p:cNvPr id="3" name="Group 7"/>
          <p:cNvGrpSpPr/>
          <p:nvPr/>
        </p:nvGrpSpPr>
        <p:grpSpPr bwMode="auto">
          <a:xfrm>
            <a:off x="2361382" y="5214392"/>
            <a:ext cx="4876800" cy="685800"/>
            <a:chOff x="1252" y="3552"/>
            <a:chExt cx="3072" cy="432"/>
          </a:xfrm>
        </p:grpSpPr>
        <p:sp>
          <p:nvSpPr>
            <p:cNvPr id="60436" name="AutoShape 8"/>
            <p:cNvSpPr/>
            <p:nvPr/>
          </p:nvSpPr>
          <p:spPr bwMode="auto">
            <a:xfrm rot="5400000" flipH="1" flipV="1">
              <a:off x="2716" y="2088"/>
              <a:ext cx="144" cy="3072"/>
            </a:xfrm>
            <a:prstGeom prst="leftBrace">
              <a:avLst>
                <a:gd name="adj1" fmla="val 177778"/>
                <a:gd name="adj2" fmla="val 50000"/>
              </a:avLst>
            </a:prstGeom>
            <a:noFill/>
            <a:ln w="31750">
              <a:solidFill>
                <a:schemeClr val="folHlink"/>
              </a:solidFill>
              <a:round/>
            </a:ln>
          </p:spPr>
          <p:txBody>
            <a:bodyPr wrap="none" anchor="ctr"/>
            <a:lstStyle/>
            <a:p>
              <a:endParaRPr lang="zh-CN" altLang="en-US"/>
            </a:p>
          </p:txBody>
        </p:sp>
        <p:sp>
          <p:nvSpPr>
            <p:cNvPr id="60437" name="Text Box 9"/>
            <p:cNvSpPr txBox="1">
              <a:spLocks noChangeArrowheads="1"/>
            </p:cNvSpPr>
            <p:nvPr/>
          </p:nvSpPr>
          <p:spPr bwMode="auto">
            <a:xfrm>
              <a:off x="2090" y="3705"/>
              <a:ext cx="1510" cy="279"/>
            </a:xfrm>
            <a:prstGeom prst="rect">
              <a:avLst/>
            </a:prstGeom>
            <a:noFill/>
            <a:ln w="9525">
              <a:noFill/>
              <a:miter lim="800000"/>
            </a:ln>
          </p:spPr>
          <p:txBody>
            <a:bodyPr>
              <a:spAutoFit/>
            </a:bodyPr>
            <a:lstStyle/>
            <a:p>
              <a:pPr algn="ctr"/>
              <a:r>
                <a:rPr lang="en-US" altLang="zh-CN" sz="2300">
                  <a:solidFill>
                    <a:srgbClr val="993366"/>
                  </a:solidFill>
                  <a:latin typeface="宋体" pitchFamily="2" charset="-122"/>
                  <a:ea typeface="宋体" pitchFamily="2" charset="-122"/>
                </a:rPr>
                <a:t>n+1</a:t>
              </a:r>
              <a:r>
                <a:rPr lang="zh-CN" altLang="en-US" sz="2300">
                  <a:solidFill>
                    <a:srgbClr val="993366"/>
                  </a:solidFill>
                  <a:latin typeface="幼圆" pitchFamily="49" charset="-122"/>
                  <a:ea typeface="幼圆" pitchFamily="49" charset="-122"/>
                </a:rPr>
                <a:t>个数据元素</a:t>
              </a:r>
              <a:endParaRPr lang="zh-CN" altLang="en-US" sz="2300">
                <a:solidFill>
                  <a:srgbClr val="993366"/>
                </a:solidFill>
                <a:latin typeface="幼圆" pitchFamily="49" charset="-122"/>
                <a:ea typeface="幼圆" pitchFamily="49" charset="-122"/>
              </a:endParaRPr>
            </a:p>
          </p:txBody>
        </p:sp>
      </p:grpSp>
      <p:grpSp>
        <p:nvGrpSpPr>
          <p:cNvPr id="4" name="Group 10"/>
          <p:cNvGrpSpPr/>
          <p:nvPr/>
        </p:nvGrpSpPr>
        <p:grpSpPr bwMode="auto">
          <a:xfrm>
            <a:off x="7536632" y="3080793"/>
            <a:ext cx="1646238" cy="1976437"/>
            <a:chOff x="4512" y="2160"/>
            <a:chExt cx="1037" cy="1245"/>
          </a:xfrm>
        </p:grpSpPr>
        <p:sp>
          <p:nvSpPr>
            <p:cNvPr id="60432" name="AutoShape 11"/>
            <p:cNvSpPr>
              <a:spLocks noChangeArrowheads="1"/>
            </p:cNvSpPr>
            <p:nvPr/>
          </p:nvSpPr>
          <p:spPr bwMode="auto">
            <a:xfrm>
              <a:off x="4512" y="2160"/>
              <a:ext cx="432" cy="1245"/>
            </a:xfrm>
            <a:prstGeom prst="curvedLeftArrow">
              <a:avLst>
                <a:gd name="adj1" fmla="val 57639"/>
                <a:gd name="adj2" fmla="val 115278"/>
                <a:gd name="adj3" fmla="val 33333"/>
              </a:avLst>
            </a:prstGeom>
            <a:solidFill>
              <a:srgbClr val="FF0000"/>
            </a:solidFill>
            <a:ln w="25400" cap="sq">
              <a:solidFill>
                <a:srgbClr val="00FF00"/>
              </a:solidFill>
              <a:miter lim="800000"/>
            </a:ln>
          </p:spPr>
          <p:txBody>
            <a:bodyPr wrap="none" anchor="ctr"/>
            <a:lstStyle/>
            <a:p>
              <a:endParaRPr lang="zh-CN" altLang="en-US"/>
            </a:p>
          </p:txBody>
        </p:sp>
        <p:sp>
          <p:nvSpPr>
            <p:cNvPr id="60433" name="Freeform 12"/>
            <p:cNvSpPr/>
            <p:nvPr/>
          </p:nvSpPr>
          <p:spPr bwMode="auto">
            <a:xfrm rot="770286">
              <a:off x="4992" y="2496"/>
              <a:ext cx="557" cy="624"/>
            </a:xfrm>
            <a:custGeom>
              <a:avLst/>
              <a:gdLst>
                <a:gd name="T0" fmla="*/ 2605 w 439"/>
                <a:gd name="T1" fmla="*/ 63 h 683"/>
                <a:gd name="T2" fmla="*/ 3372 w 439"/>
                <a:gd name="T3" fmla="*/ 47 h 683"/>
                <a:gd name="T4" fmla="*/ 4733 w 439"/>
                <a:gd name="T5" fmla="*/ 58 h 683"/>
                <a:gd name="T6" fmla="*/ 4607 w 439"/>
                <a:gd name="T7" fmla="*/ 83 h 683"/>
                <a:gd name="T8" fmla="*/ 2977 w 439"/>
                <a:gd name="T9" fmla="*/ 102 h 683"/>
                <a:gd name="T10" fmla="*/ 2658 w 439"/>
                <a:gd name="T11" fmla="*/ 160 h 683"/>
                <a:gd name="T12" fmla="*/ 2977 w 439"/>
                <a:gd name="T13" fmla="*/ 178 h 683"/>
                <a:gd name="T14" fmla="*/ 2448 w 439"/>
                <a:gd name="T15" fmla="*/ 198 h 683"/>
                <a:gd name="T16" fmla="*/ 2565 w 439"/>
                <a:gd name="T17" fmla="*/ 217 h 683"/>
                <a:gd name="T18" fmla="*/ 3706 w 439"/>
                <a:gd name="T19" fmla="*/ 231 h 683"/>
                <a:gd name="T20" fmla="*/ 5226 w 439"/>
                <a:gd name="T21" fmla="*/ 222 h 683"/>
                <a:gd name="T22" fmla="*/ 5708 w 439"/>
                <a:gd name="T23" fmla="*/ 198 h 683"/>
                <a:gd name="T24" fmla="*/ 5102 w 439"/>
                <a:gd name="T25" fmla="*/ 175 h 683"/>
                <a:gd name="T26" fmla="*/ 5765 w 439"/>
                <a:gd name="T27" fmla="*/ 163 h 683"/>
                <a:gd name="T28" fmla="*/ 5765 w 439"/>
                <a:gd name="T29" fmla="*/ 131 h 683"/>
                <a:gd name="T30" fmla="*/ 7452 w 439"/>
                <a:gd name="T31" fmla="*/ 104 h 683"/>
                <a:gd name="T32" fmla="*/ 7643 w 439"/>
                <a:gd name="T33" fmla="*/ 63 h 683"/>
                <a:gd name="T34" fmla="*/ 6541 w 439"/>
                <a:gd name="T35" fmla="*/ 20 h 683"/>
                <a:gd name="T36" fmla="*/ 4352 w 439"/>
                <a:gd name="T37" fmla="*/ 0 h 683"/>
                <a:gd name="T38" fmla="*/ 1945 w 439"/>
                <a:gd name="T39" fmla="*/ 13 h 683"/>
                <a:gd name="T40" fmla="*/ 529 w 439"/>
                <a:gd name="T41" fmla="*/ 39 h 683"/>
                <a:gd name="T42" fmla="*/ 0 w 439"/>
                <a:gd name="T43" fmla="*/ 79 h 683"/>
                <a:gd name="T44" fmla="*/ 66 w 439"/>
                <a:gd name="T45" fmla="*/ 102 h 683"/>
                <a:gd name="T46" fmla="*/ 2565 w 439"/>
                <a:gd name="T47" fmla="*/ 100 h 683"/>
                <a:gd name="T48" fmla="*/ 2605 w 439"/>
                <a:gd name="T49" fmla="*/ 63 h 68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39"/>
                <a:gd name="T76" fmla="*/ 0 h 683"/>
                <a:gd name="T77" fmla="*/ 439 w 439"/>
                <a:gd name="T78" fmla="*/ 683 h 68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39" h="683">
                  <a:moveTo>
                    <a:pt x="150" y="185"/>
                  </a:moveTo>
                  <a:lnTo>
                    <a:pt x="194" y="138"/>
                  </a:lnTo>
                  <a:lnTo>
                    <a:pt x="272" y="167"/>
                  </a:lnTo>
                  <a:lnTo>
                    <a:pt x="265" y="244"/>
                  </a:lnTo>
                  <a:lnTo>
                    <a:pt x="171" y="304"/>
                  </a:lnTo>
                  <a:lnTo>
                    <a:pt x="153" y="474"/>
                  </a:lnTo>
                  <a:lnTo>
                    <a:pt x="171" y="527"/>
                  </a:lnTo>
                  <a:lnTo>
                    <a:pt x="140" y="585"/>
                  </a:lnTo>
                  <a:lnTo>
                    <a:pt x="147" y="645"/>
                  </a:lnTo>
                  <a:lnTo>
                    <a:pt x="213" y="683"/>
                  </a:lnTo>
                  <a:lnTo>
                    <a:pt x="300" y="656"/>
                  </a:lnTo>
                  <a:lnTo>
                    <a:pt x="328" y="585"/>
                  </a:lnTo>
                  <a:lnTo>
                    <a:pt x="293" y="518"/>
                  </a:lnTo>
                  <a:lnTo>
                    <a:pt x="331" y="480"/>
                  </a:lnTo>
                  <a:lnTo>
                    <a:pt x="331" y="387"/>
                  </a:lnTo>
                  <a:lnTo>
                    <a:pt x="429" y="308"/>
                  </a:lnTo>
                  <a:lnTo>
                    <a:pt x="439" y="188"/>
                  </a:lnTo>
                  <a:lnTo>
                    <a:pt x="376" y="59"/>
                  </a:lnTo>
                  <a:lnTo>
                    <a:pt x="251" y="0"/>
                  </a:lnTo>
                  <a:lnTo>
                    <a:pt x="112" y="38"/>
                  </a:lnTo>
                  <a:lnTo>
                    <a:pt x="31" y="115"/>
                  </a:lnTo>
                  <a:lnTo>
                    <a:pt x="0" y="234"/>
                  </a:lnTo>
                  <a:lnTo>
                    <a:pt x="4" y="304"/>
                  </a:lnTo>
                  <a:lnTo>
                    <a:pt x="147" y="296"/>
                  </a:lnTo>
                  <a:lnTo>
                    <a:pt x="150" y="185"/>
                  </a:lnTo>
                  <a:close/>
                </a:path>
              </a:pathLst>
            </a:custGeom>
            <a:solidFill>
              <a:srgbClr val="FFFF00"/>
            </a:solidFill>
            <a:ln w="9525">
              <a:solidFill>
                <a:srgbClr val="00FFFF"/>
              </a:solidFill>
              <a:round/>
            </a:ln>
          </p:spPr>
          <p:txBody>
            <a:bodyPr/>
            <a:lstStyle/>
            <a:p>
              <a:endParaRPr lang="zh-CN" altLang="en-US"/>
            </a:p>
          </p:txBody>
        </p:sp>
        <p:sp>
          <p:nvSpPr>
            <p:cNvPr id="60434" name="Freeform 13"/>
            <p:cNvSpPr/>
            <p:nvPr/>
          </p:nvSpPr>
          <p:spPr bwMode="auto">
            <a:xfrm rot="770286">
              <a:off x="5028" y="2496"/>
              <a:ext cx="496" cy="435"/>
            </a:xfrm>
            <a:custGeom>
              <a:avLst/>
              <a:gdLst>
                <a:gd name="T0" fmla="*/ 0 w 390"/>
                <a:gd name="T1" fmla="*/ 80 h 477"/>
                <a:gd name="T2" fmla="*/ 1014 w 390"/>
                <a:gd name="T3" fmla="*/ 76 h 477"/>
                <a:gd name="T4" fmla="*/ 1590 w 390"/>
                <a:gd name="T5" fmla="*/ 80 h 477"/>
                <a:gd name="T6" fmla="*/ 1559 w 390"/>
                <a:gd name="T7" fmla="*/ 57 h 477"/>
                <a:gd name="T8" fmla="*/ 1983 w 390"/>
                <a:gd name="T9" fmla="*/ 33 h 477"/>
                <a:gd name="T10" fmla="*/ 3686 w 390"/>
                <a:gd name="T11" fmla="*/ 25 h 477"/>
                <a:gd name="T12" fmla="*/ 4488 w 390"/>
                <a:gd name="T13" fmla="*/ 36 h 477"/>
                <a:gd name="T14" fmla="*/ 5344 w 390"/>
                <a:gd name="T15" fmla="*/ 51 h 477"/>
                <a:gd name="T16" fmla="*/ 5092 w 390"/>
                <a:gd name="T17" fmla="*/ 79 h 477"/>
                <a:gd name="T18" fmla="*/ 3491 w 390"/>
                <a:gd name="T19" fmla="*/ 91 h 477"/>
                <a:gd name="T20" fmla="*/ 3051 w 390"/>
                <a:gd name="T21" fmla="*/ 111 h 477"/>
                <a:gd name="T22" fmla="*/ 3173 w 390"/>
                <a:gd name="T23" fmla="*/ 130 h 477"/>
                <a:gd name="T24" fmla="*/ 2973 w 390"/>
                <a:gd name="T25" fmla="*/ 158 h 477"/>
                <a:gd name="T26" fmla="*/ 4600 w 390"/>
                <a:gd name="T27" fmla="*/ 158 h 477"/>
                <a:gd name="T28" fmla="*/ 4809 w 390"/>
                <a:gd name="T29" fmla="*/ 138 h 477"/>
                <a:gd name="T30" fmla="*/ 4676 w 390"/>
                <a:gd name="T31" fmla="*/ 114 h 477"/>
                <a:gd name="T32" fmla="*/ 5663 w 390"/>
                <a:gd name="T33" fmla="*/ 101 h 477"/>
                <a:gd name="T34" fmla="*/ 6402 w 390"/>
                <a:gd name="T35" fmla="*/ 95 h 477"/>
                <a:gd name="T36" fmla="*/ 6991 w 390"/>
                <a:gd name="T37" fmla="*/ 65 h 477"/>
                <a:gd name="T38" fmla="*/ 6471 w 390"/>
                <a:gd name="T39" fmla="*/ 33 h 477"/>
                <a:gd name="T40" fmla="*/ 4730 w 390"/>
                <a:gd name="T41" fmla="*/ 0 h 477"/>
                <a:gd name="T42" fmla="*/ 2619 w 390"/>
                <a:gd name="T43" fmla="*/ 5 h 477"/>
                <a:gd name="T44" fmla="*/ 928 w 390"/>
                <a:gd name="T45" fmla="*/ 23 h 477"/>
                <a:gd name="T46" fmla="*/ 196 w 390"/>
                <a:gd name="T47" fmla="*/ 47 h 477"/>
                <a:gd name="T48" fmla="*/ 0 w 390"/>
                <a:gd name="T49" fmla="*/ 80 h 47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90"/>
                <a:gd name="T76" fmla="*/ 0 h 477"/>
                <a:gd name="T77" fmla="*/ 390 w 390"/>
                <a:gd name="T78" fmla="*/ 477 h 47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90" h="477">
                  <a:moveTo>
                    <a:pt x="0" y="241"/>
                  </a:moveTo>
                  <a:lnTo>
                    <a:pt x="57" y="230"/>
                  </a:lnTo>
                  <a:lnTo>
                    <a:pt x="89" y="241"/>
                  </a:lnTo>
                  <a:lnTo>
                    <a:pt x="87" y="175"/>
                  </a:lnTo>
                  <a:lnTo>
                    <a:pt x="111" y="101"/>
                  </a:lnTo>
                  <a:lnTo>
                    <a:pt x="206" y="74"/>
                  </a:lnTo>
                  <a:lnTo>
                    <a:pt x="251" y="105"/>
                  </a:lnTo>
                  <a:lnTo>
                    <a:pt x="299" y="153"/>
                  </a:lnTo>
                  <a:lnTo>
                    <a:pt x="285" y="237"/>
                  </a:lnTo>
                  <a:lnTo>
                    <a:pt x="195" y="276"/>
                  </a:lnTo>
                  <a:lnTo>
                    <a:pt x="171" y="335"/>
                  </a:lnTo>
                  <a:lnTo>
                    <a:pt x="178" y="395"/>
                  </a:lnTo>
                  <a:lnTo>
                    <a:pt x="166" y="477"/>
                  </a:lnTo>
                  <a:lnTo>
                    <a:pt x="256" y="477"/>
                  </a:lnTo>
                  <a:lnTo>
                    <a:pt x="268" y="416"/>
                  </a:lnTo>
                  <a:lnTo>
                    <a:pt x="261" y="345"/>
                  </a:lnTo>
                  <a:lnTo>
                    <a:pt x="316" y="307"/>
                  </a:lnTo>
                  <a:lnTo>
                    <a:pt x="358" y="287"/>
                  </a:lnTo>
                  <a:lnTo>
                    <a:pt x="390" y="196"/>
                  </a:lnTo>
                  <a:lnTo>
                    <a:pt x="361" y="98"/>
                  </a:lnTo>
                  <a:lnTo>
                    <a:pt x="264" y="0"/>
                  </a:lnTo>
                  <a:lnTo>
                    <a:pt x="146" y="8"/>
                  </a:lnTo>
                  <a:lnTo>
                    <a:pt x="51" y="67"/>
                  </a:lnTo>
                  <a:lnTo>
                    <a:pt x="10" y="140"/>
                  </a:lnTo>
                  <a:lnTo>
                    <a:pt x="0" y="241"/>
                  </a:lnTo>
                  <a:close/>
                </a:path>
              </a:pathLst>
            </a:custGeom>
            <a:solidFill>
              <a:srgbClr val="FF3300"/>
            </a:solidFill>
            <a:ln w="9525">
              <a:solidFill>
                <a:srgbClr val="FFCC00"/>
              </a:solidFill>
              <a:round/>
            </a:ln>
          </p:spPr>
          <p:txBody>
            <a:bodyPr/>
            <a:lstStyle/>
            <a:p>
              <a:endParaRPr lang="zh-CN" altLang="en-US"/>
            </a:p>
          </p:txBody>
        </p:sp>
        <p:sp>
          <p:nvSpPr>
            <p:cNvPr id="60435" name="Freeform 14"/>
            <p:cNvSpPr/>
            <p:nvPr/>
          </p:nvSpPr>
          <p:spPr bwMode="auto">
            <a:xfrm rot="770286">
              <a:off x="5159" y="2986"/>
              <a:ext cx="160" cy="100"/>
            </a:xfrm>
            <a:custGeom>
              <a:avLst/>
              <a:gdLst>
                <a:gd name="T0" fmla="*/ 782 w 126"/>
                <a:gd name="T1" fmla="*/ 0 h 109"/>
                <a:gd name="T2" fmla="*/ 156 w 126"/>
                <a:gd name="T3" fmla="*/ 7 h 109"/>
                <a:gd name="T4" fmla="*/ 0 w 126"/>
                <a:gd name="T5" fmla="*/ 26 h 109"/>
                <a:gd name="T6" fmla="*/ 500 w 126"/>
                <a:gd name="T7" fmla="*/ 39 h 109"/>
                <a:gd name="T8" fmla="*/ 1713 w 126"/>
                <a:gd name="T9" fmla="*/ 39 h 109"/>
                <a:gd name="T10" fmla="*/ 2223 w 126"/>
                <a:gd name="T11" fmla="*/ 24 h 109"/>
                <a:gd name="T12" fmla="*/ 1801 w 126"/>
                <a:gd name="T13" fmla="*/ 6 h 109"/>
                <a:gd name="T14" fmla="*/ 782 w 126"/>
                <a:gd name="T15" fmla="*/ 0 h 109"/>
                <a:gd name="T16" fmla="*/ 0 60000 65536"/>
                <a:gd name="T17" fmla="*/ 0 60000 65536"/>
                <a:gd name="T18" fmla="*/ 0 60000 65536"/>
                <a:gd name="T19" fmla="*/ 0 60000 65536"/>
                <a:gd name="T20" fmla="*/ 0 60000 65536"/>
                <a:gd name="T21" fmla="*/ 0 60000 65536"/>
                <a:gd name="T22" fmla="*/ 0 60000 65536"/>
                <a:gd name="T23" fmla="*/ 0 60000 65536"/>
                <a:gd name="T24" fmla="*/ 0 w 126"/>
                <a:gd name="T25" fmla="*/ 0 h 109"/>
                <a:gd name="T26" fmla="*/ 126 w 126"/>
                <a:gd name="T27" fmla="*/ 109 h 10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26" h="109">
                  <a:moveTo>
                    <a:pt x="45" y="0"/>
                  </a:moveTo>
                  <a:lnTo>
                    <a:pt x="9" y="20"/>
                  </a:lnTo>
                  <a:lnTo>
                    <a:pt x="0" y="73"/>
                  </a:lnTo>
                  <a:lnTo>
                    <a:pt x="28" y="109"/>
                  </a:lnTo>
                  <a:lnTo>
                    <a:pt x="98" y="109"/>
                  </a:lnTo>
                  <a:lnTo>
                    <a:pt x="126" y="66"/>
                  </a:lnTo>
                  <a:lnTo>
                    <a:pt x="102" y="14"/>
                  </a:lnTo>
                  <a:lnTo>
                    <a:pt x="45" y="0"/>
                  </a:lnTo>
                  <a:close/>
                </a:path>
              </a:pathLst>
            </a:custGeom>
            <a:solidFill>
              <a:srgbClr val="FF3300"/>
            </a:solidFill>
            <a:ln w="9525">
              <a:solidFill>
                <a:srgbClr val="00FFFF"/>
              </a:solidFill>
              <a:round/>
            </a:ln>
          </p:spPr>
          <p:txBody>
            <a:bodyPr/>
            <a:lstStyle/>
            <a:p>
              <a:endParaRPr lang="zh-CN" altLang="en-US"/>
            </a:p>
          </p:txBody>
        </p:sp>
      </p:grpSp>
      <p:grpSp>
        <p:nvGrpSpPr>
          <p:cNvPr id="5" name="Group 25"/>
          <p:cNvGrpSpPr/>
          <p:nvPr/>
        </p:nvGrpSpPr>
        <p:grpSpPr bwMode="auto">
          <a:xfrm>
            <a:off x="5936432" y="126454"/>
            <a:ext cx="2946400" cy="1257300"/>
            <a:chOff x="3136" y="156"/>
            <a:chExt cx="1856" cy="792"/>
          </a:xfrm>
        </p:grpSpPr>
        <p:sp>
          <p:nvSpPr>
            <p:cNvPr id="60427" name="Freeform 26"/>
            <p:cNvSpPr/>
            <p:nvPr/>
          </p:nvSpPr>
          <p:spPr bwMode="auto">
            <a:xfrm>
              <a:off x="3136" y="156"/>
              <a:ext cx="1856" cy="718"/>
            </a:xfrm>
            <a:custGeom>
              <a:avLst/>
              <a:gdLst>
                <a:gd name="T0" fmla="*/ 3749 w 993"/>
                <a:gd name="T1" fmla="*/ 411 h 681"/>
                <a:gd name="T2" fmla="*/ 84 w 993"/>
                <a:gd name="T3" fmla="*/ 778 h 681"/>
                <a:gd name="T4" fmla="*/ 1024 w 993"/>
                <a:gd name="T5" fmla="*/ 945 h 681"/>
                <a:gd name="T6" fmla="*/ 17513 w 993"/>
                <a:gd name="T7" fmla="*/ 945 h 681"/>
                <a:gd name="T8" fmla="*/ 75386 w 993"/>
                <a:gd name="T9" fmla="*/ 930 h 681"/>
                <a:gd name="T10" fmla="*/ 78107 w 993"/>
                <a:gd name="T11" fmla="*/ 579 h 681"/>
                <a:gd name="T12" fmla="*/ 3749 w 993"/>
                <a:gd name="T13" fmla="*/ 411 h 68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93" h="681">
                  <a:moveTo>
                    <a:pt x="47" y="285"/>
                  </a:moveTo>
                  <a:cubicBezTo>
                    <a:pt x="38" y="372"/>
                    <a:pt x="19" y="453"/>
                    <a:pt x="1" y="538"/>
                  </a:cubicBezTo>
                  <a:cubicBezTo>
                    <a:pt x="5" y="576"/>
                    <a:pt x="0" y="617"/>
                    <a:pt x="13" y="653"/>
                  </a:cubicBezTo>
                  <a:cubicBezTo>
                    <a:pt x="23" y="681"/>
                    <a:pt x="203" y="653"/>
                    <a:pt x="220" y="653"/>
                  </a:cubicBezTo>
                  <a:cubicBezTo>
                    <a:pt x="462" y="647"/>
                    <a:pt x="704" y="646"/>
                    <a:pt x="946" y="642"/>
                  </a:cubicBezTo>
                  <a:cubicBezTo>
                    <a:pt x="965" y="562"/>
                    <a:pt x="964" y="481"/>
                    <a:pt x="980" y="400"/>
                  </a:cubicBezTo>
                  <a:cubicBezTo>
                    <a:pt x="891" y="0"/>
                    <a:pt x="993" y="296"/>
                    <a:pt x="47" y="285"/>
                  </a:cubicBezTo>
                  <a:close/>
                </a:path>
              </a:pathLst>
            </a:custGeom>
            <a:solidFill>
              <a:srgbClr val="CCFFFF"/>
            </a:solidFill>
            <a:ln w="12700" cap="sq" cmpd="sng">
              <a:noFill/>
              <a:prstDash val="solid"/>
              <a:round/>
            </a:ln>
            <a:effectLst>
              <a:outerShdw dist="117088" dir="2436078" algn="ctr" rotWithShape="0">
                <a:srgbClr val="C0C0C0"/>
              </a:outerShdw>
            </a:effectLst>
          </p:spPr>
          <p:txBody>
            <a:bodyPr wrap="none" anchor="ctr"/>
            <a:lstStyle/>
            <a:p>
              <a:endParaRPr lang="zh-CN" altLang="en-US"/>
            </a:p>
          </p:txBody>
        </p:sp>
        <p:sp>
          <p:nvSpPr>
            <p:cNvPr id="60428" name="Rectangle 27"/>
            <p:cNvSpPr>
              <a:spLocks noChangeArrowheads="1"/>
            </p:cNvSpPr>
            <p:nvPr/>
          </p:nvSpPr>
          <p:spPr bwMode="auto">
            <a:xfrm>
              <a:off x="3228" y="376"/>
              <a:ext cx="516" cy="538"/>
            </a:xfrm>
            <a:prstGeom prst="rect">
              <a:avLst/>
            </a:prstGeom>
            <a:noFill/>
            <a:ln w="12700" cap="sq">
              <a:noFill/>
              <a:miter lim="800000"/>
            </a:ln>
            <a:effectLst>
              <a:outerShdw dist="12700" algn="ctr" rotWithShape="0">
                <a:srgbClr val="000000"/>
              </a:outerShdw>
            </a:effectLst>
          </p:spPr>
          <p:txBody>
            <a:bodyPr wrap="none">
              <a:spAutoFit/>
            </a:bodyPr>
            <a:lstStyle/>
            <a:p>
              <a:r>
                <a:rPr kumimoji="1" lang="zh-CN" altLang="en-US" sz="5000">
                  <a:solidFill>
                    <a:srgbClr val="FF3300"/>
                  </a:solidFill>
                  <a:latin typeface="华文新魏" pitchFamily="2" charset="-122"/>
                  <a:ea typeface="华文新魏" pitchFamily="2" charset="-122"/>
                </a:rPr>
                <a:t>插</a:t>
              </a:r>
              <a:endParaRPr kumimoji="1" lang="zh-CN" altLang="en-US" sz="5000">
                <a:solidFill>
                  <a:srgbClr val="FF3300"/>
                </a:solidFill>
                <a:latin typeface="华文新魏" pitchFamily="2" charset="-122"/>
                <a:ea typeface="华文新魏" pitchFamily="2" charset="-122"/>
              </a:endParaRPr>
            </a:p>
          </p:txBody>
        </p:sp>
        <p:sp>
          <p:nvSpPr>
            <p:cNvPr id="60429" name="Rectangle 28"/>
            <p:cNvSpPr>
              <a:spLocks noChangeArrowheads="1"/>
            </p:cNvSpPr>
            <p:nvPr/>
          </p:nvSpPr>
          <p:spPr bwMode="auto">
            <a:xfrm>
              <a:off x="3588" y="400"/>
              <a:ext cx="524" cy="548"/>
            </a:xfrm>
            <a:prstGeom prst="rect">
              <a:avLst/>
            </a:prstGeom>
            <a:noFill/>
            <a:ln w="12700" cap="sq">
              <a:noFill/>
              <a:miter lim="800000"/>
            </a:ln>
            <a:effectLst>
              <a:outerShdw dist="25400" algn="ctr" rotWithShape="0">
                <a:srgbClr val="000000"/>
              </a:outerShdw>
            </a:effectLst>
          </p:spPr>
          <p:txBody>
            <a:bodyPr wrap="none">
              <a:spAutoFit/>
            </a:bodyPr>
            <a:lstStyle/>
            <a:p>
              <a:r>
                <a:rPr kumimoji="1" lang="zh-CN" altLang="en-US" sz="5100">
                  <a:solidFill>
                    <a:srgbClr val="FF3300"/>
                  </a:solidFill>
                  <a:latin typeface="华文新魏" pitchFamily="2" charset="-122"/>
                  <a:ea typeface="华文新魏" pitchFamily="2" charset="-122"/>
                </a:rPr>
                <a:t>入</a:t>
              </a:r>
              <a:endParaRPr kumimoji="1" lang="zh-CN" altLang="en-US" sz="5100">
                <a:solidFill>
                  <a:srgbClr val="FF3300"/>
                </a:solidFill>
                <a:latin typeface="华文新魏" pitchFamily="2" charset="-122"/>
                <a:ea typeface="华文新魏" pitchFamily="2" charset="-122"/>
              </a:endParaRPr>
            </a:p>
          </p:txBody>
        </p:sp>
        <p:sp>
          <p:nvSpPr>
            <p:cNvPr id="60430" name="Rectangle 29"/>
            <p:cNvSpPr>
              <a:spLocks noChangeArrowheads="1"/>
            </p:cNvSpPr>
            <p:nvPr/>
          </p:nvSpPr>
          <p:spPr bwMode="auto">
            <a:xfrm>
              <a:off x="4008" y="355"/>
              <a:ext cx="516" cy="538"/>
            </a:xfrm>
            <a:prstGeom prst="rect">
              <a:avLst/>
            </a:prstGeom>
            <a:noFill/>
            <a:ln w="12700" cap="sq">
              <a:noFill/>
              <a:miter lim="800000"/>
            </a:ln>
            <a:effectLst>
              <a:outerShdw dist="17961" dir="2700000" algn="ctr" rotWithShape="0">
                <a:srgbClr val="000000"/>
              </a:outerShdw>
            </a:effectLst>
          </p:spPr>
          <p:txBody>
            <a:bodyPr wrap="none">
              <a:spAutoFit/>
            </a:bodyPr>
            <a:lstStyle/>
            <a:p>
              <a:r>
                <a:rPr kumimoji="1" lang="zh-CN" altLang="en-US" sz="5000">
                  <a:solidFill>
                    <a:srgbClr val="FF3300"/>
                  </a:solidFill>
                  <a:latin typeface="华文新魏" pitchFamily="2" charset="-122"/>
                  <a:ea typeface="华文新魏" pitchFamily="2" charset="-122"/>
                </a:rPr>
                <a:t>删</a:t>
              </a:r>
              <a:endParaRPr kumimoji="1" lang="zh-CN" altLang="en-US" sz="5000">
                <a:solidFill>
                  <a:srgbClr val="FF3300"/>
                </a:solidFill>
                <a:latin typeface="华文新魏" pitchFamily="2" charset="-122"/>
                <a:ea typeface="华文新魏" pitchFamily="2" charset="-122"/>
              </a:endParaRPr>
            </a:p>
          </p:txBody>
        </p:sp>
        <p:sp>
          <p:nvSpPr>
            <p:cNvPr id="60431" name="Rectangle 30"/>
            <p:cNvSpPr>
              <a:spLocks noChangeArrowheads="1"/>
            </p:cNvSpPr>
            <p:nvPr/>
          </p:nvSpPr>
          <p:spPr bwMode="auto">
            <a:xfrm>
              <a:off x="4332" y="355"/>
              <a:ext cx="516" cy="538"/>
            </a:xfrm>
            <a:prstGeom prst="rect">
              <a:avLst/>
            </a:prstGeom>
            <a:noFill/>
            <a:ln w="12700" cap="sq">
              <a:noFill/>
              <a:miter lim="800000"/>
            </a:ln>
            <a:effectLst>
              <a:outerShdw dist="17961" dir="2700000" algn="ctr" rotWithShape="0">
                <a:schemeClr val="bg2"/>
              </a:outerShdw>
            </a:effectLst>
          </p:spPr>
          <p:txBody>
            <a:bodyPr wrap="none">
              <a:spAutoFit/>
            </a:bodyPr>
            <a:lstStyle/>
            <a:p>
              <a:r>
                <a:rPr kumimoji="1" lang="zh-CN" altLang="en-US" sz="5000">
                  <a:solidFill>
                    <a:srgbClr val="FF3300"/>
                  </a:solidFill>
                  <a:latin typeface="华文新魏" pitchFamily="2" charset="-122"/>
                  <a:ea typeface="华文新魏" pitchFamily="2" charset="-122"/>
                </a:rPr>
                <a:t>除</a:t>
              </a:r>
              <a:endParaRPr kumimoji="1" lang="zh-CN" altLang="en-US" sz="5000">
                <a:solidFill>
                  <a:srgbClr val="FF3300"/>
                </a:solidFill>
                <a:latin typeface="华文新魏" pitchFamily="2" charset="-122"/>
                <a:ea typeface="华文新魏" pitchFamily="2" charset="-122"/>
              </a:endParaRPr>
            </a:p>
          </p:txBody>
        </p:sp>
      </p:grpSp>
      <p:grpSp>
        <p:nvGrpSpPr>
          <p:cNvPr id="6" name="Group 34"/>
          <p:cNvGrpSpPr/>
          <p:nvPr/>
        </p:nvGrpSpPr>
        <p:grpSpPr bwMode="auto">
          <a:xfrm>
            <a:off x="983433" y="188367"/>
            <a:ext cx="7923213" cy="1143000"/>
            <a:chOff x="384" y="255"/>
            <a:chExt cx="4991" cy="720"/>
          </a:xfrm>
        </p:grpSpPr>
        <p:sp>
          <p:nvSpPr>
            <p:cNvPr id="60425" name="Rectangle 35"/>
            <p:cNvSpPr>
              <a:spLocks noChangeArrowheads="1"/>
            </p:cNvSpPr>
            <p:nvPr/>
          </p:nvSpPr>
          <p:spPr bwMode="auto">
            <a:xfrm>
              <a:off x="384" y="255"/>
              <a:ext cx="4991" cy="720"/>
            </a:xfrm>
            <a:prstGeom prst="rect">
              <a:avLst/>
            </a:prstGeom>
            <a:solidFill>
              <a:srgbClr val="A7EEFF"/>
            </a:solidFill>
            <a:ln w="12700" cap="sq">
              <a:noFill/>
              <a:miter lim="800000"/>
            </a:ln>
            <a:effectLst>
              <a:outerShdw dist="143684" dir="2700000" algn="ctr" rotWithShape="0">
                <a:srgbClr val="B0B0B0"/>
              </a:outerShdw>
            </a:effectLst>
          </p:spPr>
          <p:txBody>
            <a:bodyPr wrap="none" anchor="ctr"/>
            <a:lstStyle/>
            <a:p>
              <a:endParaRPr lang="zh-CN" altLang="en-US"/>
            </a:p>
          </p:txBody>
        </p:sp>
        <p:sp>
          <p:nvSpPr>
            <p:cNvPr id="60426" name="Rectangle 36"/>
            <p:cNvSpPr>
              <a:spLocks noChangeArrowheads="1"/>
            </p:cNvSpPr>
            <p:nvPr/>
          </p:nvSpPr>
          <p:spPr bwMode="auto">
            <a:xfrm>
              <a:off x="459" y="384"/>
              <a:ext cx="4898" cy="547"/>
            </a:xfrm>
            <a:prstGeom prst="rect">
              <a:avLst/>
            </a:prstGeom>
            <a:noFill/>
            <a:ln w="9525">
              <a:noFill/>
              <a:miter lim="800000"/>
            </a:ln>
          </p:spPr>
          <p:txBody>
            <a:bodyPr>
              <a:spAutoFit/>
            </a:bodyPr>
            <a:lstStyle/>
            <a:p>
              <a:pPr>
                <a:lnSpc>
                  <a:spcPct val="90000"/>
                </a:lnSpc>
                <a:spcBef>
                  <a:spcPct val="0"/>
                </a:spcBef>
              </a:pPr>
              <a:r>
                <a:rPr kumimoji="1" lang="zh-CN" altLang="en-US" sz="2800" dirty="0">
                  <a:latin typeface="黑体" panose="02010609060101010101" pitchFamily="2" charset="-122"/>
                  <a:ea typeface="黑体" panose="02010609060101010101" pitchFamily="2" charset="-122"/>
                </a:rPr>
                <a:t> </a:t>
              </a:r>
              <a:r>
                <a:rPr kumimoji="1" lang="en-US" altLang="zh-CN" sz="2800" dirty="0">
                  <a:solidFill>
                    <a:schemeClr val="accent2"/>
                  </a:solidFill>
                  <a:latin typeface="黑体" panose="02010609060101010101" pitchFamily="2" charset="-122"/>
                  <a:ea typeface="黑体" panose="02010609060101010101" pitchFamily="2" charset="-122"/>
                </a:rPr>
                <a:t>2.</a:t>
              </a:r>
              <a:r>
                <a:rPr kumimoji="1" lang="zh-CN" altLang="en-US" sz="2800" dirty="0">
                  <a:solidFill>
                    <a:srgbClr val="7030A0"/>
                  </a:solidFill>
                  <a:ea typeface="黑体" panose="02010609060101010101" pitchFamily="2" charset="-122"/>
                </a:rPr>
                <a:t>插入：</a:t>
              </a:r>
              <a:r>
                <a:rPr kumimoji="1" lang="zh-CN" altLang="en-US" sz="2800" dirty="0">
                  <a:solidFill>
                    <a:schemeClr val="accent2"/>
                  </a:solidFill>
                  <a:latin typeface="黑体" panose="02010609060101010101" pitchFamily="2" charset="-122"/>
                  <a:ea typeface="黑体" panose="02010609060101010101" pitchFamily="2" charset="-122"/>
                </a:rPr>
                <a:t>在长度为</a:t>
              </a:r>
              <a:r>
                <a:rPr kumimoji="1" lang="en-US" altLang="zh-CN" sz="2800" dirty="0">
                  <a:solidFill>
                    <a:schemeClr val="accent2"/>
                  </a:solidFill>
                  <a:ea typeface="黑体" panose="02010609060101010101" pitchFamily="2" charset="-122"/>
                </a:rPr>
                <a:t>n</a:t>
              </a:r>
              <a:r>
                <a:rPr kumimoji="1" lang="zh-CN" altLang="en-US" sz="2800" dirty="0">
                  <a:solidFill>
                    <a:schemeClr val="accent2"/>
                  </a:solidFill>
                  <a:latin typeface="黑体" panose="02010609060101010101" pitchFamily="2" charset="-122"/>
                  <a:ea typeface="黑体" panose="02010609060101010101" pitchFamily="2" charset="-122"/>
                </a:rPr>
                <a:t>的顺序表</a:t>
              </a:r>
              <a:r>
                <a:rPr kumimoji="1" lang="en-US" altLang="zh-CN" sz="2800" dirty="0">
                  <a:solidFill>
                    <a:schemeClr val="accent2"/>
                  </a:solidFill>
                  <a:ea typeface="黑体" panose="02010609060101010101" pitchFamily="2" charset="-122"/>
                </a:rPr>
                <a:t>list</a:t>
              </a:r>
              <a:r>
                <a:rPr kumimoji="1" lang="zh-CN" altLang="en-US" sz="2800" dirty="0">
                  <a:solidFill>
                    <a:schemeClr val="accent2"/>
                  </a:solidFill>
                  <a:latin typeface="黑体" panose="02010609060101010101" pitchFamily="2" charset="-122"/>
                  <a:ea typeface="黑体" panose="02010609060101010101" pitchFamily="2" charset="-122"/>
                </a:rPr>
                <a:t>的第</a:t>
              </a:r>
              <a:r>
                <a:rPr kumimoji="1" lang="en-US" altLang="zh-CN" sz="2800" dirty="0" err="1">
                  <a:solidFill>
                    <a:schemeClr val="accent2"/>
                  </a:solidFill>
                  <a:ea typeface="黑体" panose="02010609060101010101" pitchFamily="2" charset="-122"/>
                </a:rPr>
                <a:t>i</a:t>
              </a:r>
              <a:r>
                <a:rPr kumimoji="1" lang="zh-CN" altLang="en-US" sz="2800" dirty="0">
                  <a:solidFill>
                    <a:schemeClr val="accent2"/>
                  </a:solidFill>
                  <a:latin typeface="黑体" panose="02010609060101010101" pitchFamily="2" charset="-122"/>
                  <a:ea typeface="黑体" panose="02010609060101010101" pitchFamily="2" charset="-122"/>
                </a:rPr>
                <a:t>个位置上插入一个新的数据元素</a:t>
              </a:r>
              <a:r>
                <a:rPr kumimoji="1" lang="en-US" altLang="zh-CN" sz="2800" dirty="0">
                  <a:solidFill>
                    <a:schemeClr val="accent2"/>
                  </a:solidFill>
                  <a:ea typeface="黑体" panose="02010609060101010101" pitchFamily="2" charset="-122"/>
                </a:rPr>
                <a:t>item</a:t>
              </a:r>
              <a:endParaRPr kumimoji="1" lang="en-US" altLang="zh-CN" sz="2800" dirty="0">
                <a:solidFill>
                  <a:srgbClr val="7030A0"/>
                </a:solidFill>
                <a:ea typeface="黑体" panose="0201060906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78562"/>
                                        </p:tgtEl>
                                        <p:attrNameLst>
                                          <p:attrName>style.visibility</p:attrName>
                                        </p:attrNameLst>
                                      </p:cBhvr>
                                      <p:to>
                                        <p:strVal val="visible"/>
                                      </p:to>
                                    </p:set>
                                    <p:animEffect transition="in" filter="wipe(up)">
                                      <p:cBhvr>
                                        <p:cTn id="7" dur="500"/>
                                        <p:tgtEl>
                                          <p:spTgt spid="578562"/>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578563"/>
                                        </p:tgtEl>
                                        <p:attrNameLst>
                                          <p:attrName>style.visibility</p:attrName>
                                        </p:attrNameLst>
                                      </p:cBhvr>
                                      <p:to>
                                        <p:strVal val="visible"/>
                                      </p:to>
                                    </p:set>
                                    <p:animEffect transition="in" filter="wipe(up)">
                                      <p:cBhvr>
                                        <p:cTn id="18" dur="500"/>
                                        <p:tgtEl>
                                          <p:spTgt spid="578563"/>
                                        </p:tgtEl>
                                      </p:cBhvr>
                                    </p:animEffect>
                                  </p:childTnLst>
                                </p:cTn>
                              </p:par>
                            </p:childTnLst>
                          </p:cTn>
                        </p:par>
                      </p:childTnLst>
                    </p:cTn>
                  </p:par>
                  <p:par>
                    <p:cTn id="19" fill="hold">
                      <p:stCondLst>
                        <p:cond delay="indefinite"/>
                      </p:stCondLst>
                      <p:childTnLst>
                        <p:par>
                          <p:cTn id="20" fill="hold">
                            <p:stCondLst>
                              <p:cond delay="0"/>
                            </p:stCondLst>
                            <p:childTnLst>
                              <p:par>
                                <p:cTn id="21" presetID="17" presetClass="entr" presetSubtype="1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p:cTn id="23" dur="500" fill="hold"/>
                                        <p:tgtEl>
                                          <p:spTgt spid="3"/>
                                        </p:tgtEl>
                                        <p:attrNameLst>
                                          <p:attrName>ppt_w</p:attrName>
                                        </p:attrNameLst>
                                      </p:cBhvr>
                                      <p:tavLst>
                                        <p:tav tm="0">
                                          <p:val>
                                            <p:fltVal val="0"/>
                                          </p:val>
                                        </p:tav>
                                        <p:tav tm="100000">
                                          <p:val>
                                            <p:strVal val="#ppt_w"/>
                                          </p:val>
                                        </p:tav>
                                      </p:tavLst>
                                    </p:anim>
                                    <p:anim calcmode="lin" valueType="num">
                                      <p:cBhvr>
                                        <p:cTn id="24" dur="500" fill="hold"/>
                                        <p:tgtEl>
                                          <p:spTgt spid="3"/>
                                        </p:tgtEl>
                                        <p:attrNameLst>
                                          <p:attrName>ppt_h</p:attrName>
                                        </p:attrNameLst>
                                      </p:cBhvr>
                                      <p:tavLst>
                                        <p:tav tm="0">
                                          <p:val>
                                            <p:strVal val="#ppt_h"/>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wipe(up)">
                                      <p:cBhvr>
                                        <p:cTn id="2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8562" grpId="0" autoUpdateAnimBg="0"/>
      <p:bldP spid="578563"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ChangeArrowheads="1"/>
          </p:cNvSpPr>
          <p:nvPr/>
        </p:nvSpPr>
        <p:spPr bwMode="auto">
          <a:xfrm>
            <a:off x="2604829" y="1065831"/>
            <a:ext cx="5724644" cy="523220"/>
          </a:xfrm>
          <a:prstGeom prst="rect">
            <a:avLst/>
          </a:prstGeom>
          <a:noFill/>
          <a:ln w="12700" cap="sq">
            <a:noFill/>
            <a:miter lim="800000"/>
          </a:ln>
        </p:spPr>
        <p:txBody>
          <a:bodyPr wrap="none">
            <a:spAutoFit/>
          </a:bodyPr>
          <a:lstStyle/>
          <a:p>
            <a:pPr algn="ctr" fontAlgn="base">
              <a:spcBef>
                <a:spcPct val="0"/>
              </a:spcBef>
            </a:pPr>
            <a:r>
              <a:rPr lang="zh-CN" altLang="en-US" sz="2800">
                <a:solidFill>
                  <a:srgbClr val="002C84"/>
                </a:solidFill>
              </a:rPr>
              <a:t> ( </a:t>
            </a:r>
            <a:r>
              <a:rPr lang="en-US" altLang="zh-CN" sz="2800">
                <a:solidFill>
                  <a:srgbClr val="002C84"/>
                </a:solidFill>
              </a:rPr>
              <a:t>a</a:t>
            </a:r>
            <a:r>
              <a:rPr lang="en-US" altLang="zh-CN" sz="2800" baseline="-25000">
                <a:solidFill>
                  <a:srgbClr val="002C84"/>
                </a:solidFill>
              </a:rPr>
              <a:t>1</a:t>
            </a:r>
            <a:r>
              <a:rPr lang="en-US" altLang="zh-CN" sz="2800">
                <a:solidFill>
                  <a:srgbClr val="002C84"/>
                </a:solidFill>
              </a:rPr>
              <a:t>, a</a:t>
            </a:r>
            <a:r>
              <a:rPr lang="en-US" altLang="zh-CN" sz="2800" baseline="-25000">
                <a:solidFill>
                  <a:srgbClr val="002C84"/>
                </a:solidFill>
              </a:rPr>
              <a:t>2</a:t>
            </a:r>
            <a:r>
              <a:rPr lang="en-US" altLang="zh-CN" sz="2800">
                <a:solidFill>
                  <a:srgbClr val="002C84"/>
                </a:solidFill>
              </a:rPr>
              <a:t>,</a:t>
            </a:r>
            <a:r>
              <a:rPr lang="en-US" altLang="zh-CN" sz="2800">
                <a:solidFill>
                  <a:srgbClr val="002C84"/>
                </a:solidFill>
                <a:latin typeface="宋体" pitchFamily="2" charset="-122"/>
              </a:rPr>
              <a:t> </a:t>
            </a:r>
            <a:r>
              <a:rPr lang="en-US" altLang="zh-CN" sz="2800">
                <a:solidFill>
                  <a:srgbClr val="002C84"/>
                </a:solidFill>
              </a:rPr>
              <a:t>…</a:t>
            </a:r>
            <a:r>
              <a:rPr lang="en-US" altLang="zh-CN" sz="2800">
                <a:solidFill>
                  <a:srgbClr val="002C84"/>
                </a:solidFill>
                <a:latin typeface="宋体" pitchFamily="2" charset="-122"/>
              </a:rPr>
              <a:t> </a:t>
            </a:r>
            <a:r>
              <a:rPr lang="en-US" altLang="zh-CN" sz="2800">
                <a:solidFill>
                  <a:srgbClr val="002C84"/>
                </a:solidFill>
              </a:rPr>
              <a:t>, a</a:t>
            </a:r>
            <a:r>
              <a:rPr lang="en-US" altLang="zh-CN" sz="2800" baseline="-25000">
                <a:solidFill>
                  <a:srgbClr val="002C84"/>
                </a:solidFill>
              </a:rPr>
              <a:t>i-1</a:t>
            </a:r>
            <a:r>
              <a:rPr lang="en-US" altLang="zh-CN" sz="2800">
                <a:solidFill>
                  <a:srgbClr val="002C84"/>
                </a:solidFill>
              </a:rPr>
              <a:t>, a</a:t>
            </a:r>
            <a:r>
              <a:rPr lang="en-US" altLang="zh-CN" sz="2800" baseline="-25000">
                <a:solidFill>
                  <a:srgbClr val="002C84"/>
                </a:solidFill>
              </a:rPr>
              <a:t>i </a:t>
            </a:r>
            <a:r>
              <a:rPr lang="en-US" altLang="zh-CN" sz="2800">
                <a:solidFill>
                  <a:srgbClr val="002C84"/>
                </a:solidFill>
              </a:rPr>
              <a:t>,</a:t>
            </a:r>
            <a:r>
              <a:rPr lang="en-US" altLang="zh-CN" sz="2800" baseline="-25000">
                <a:solidFill>
                  <a:srgbClr val="002C84"/>
                </a:solidFill>
              </a:rPr>
              <a:t> </a:t>
            </a:r>
            <a:r>
              <a:rPr lang="en-US" altLang="zh-CN" sz="2800">
                <a:solidFill>
                  <a:srgbClr val="002C84"/>
                </a:solidFill>
              </a:rPr>
              <a:t>a</a:t>
            </a:r>
            <a:r>
              <a:rPr lang="en-US" altLang="zh-CN" sz="2800" baseline="-25000">
                <a:solidFill>
                  <a:srgbClr val="002C84"/>
                </a:solidFill>
              </a:rPr>
              <a:t>i+1</a:t>
            </a:r>
            <a:r>
              <a:rPr lang="en-US" altLang="zh-CN" sz="2800">
                <a:solidFill>
                  <a:srgbClr val="002C84"/>
                </a:solidFill>
              </a:rPr>
              <a:t>, </a:t>
            </a:r>
            <a:r>
              <a:rPr lang="en-US" altLang="zh-CN" sz="2800" baseline="-25000">
                <a:solidFill>
                  <a:srgbClr val="002C84"/>
                </a:solidFill>
              </a:rPr>
              <a:t> </a:t>
            </a:r>
            <a:r>
              <a:rPr lang="en-US" altLang="zh-CN" sz="2800">
                <a:solidFill>
                  <a:srgbClr val="002C84"/>
                </a:solidFill>
              </a:rPr>
              <a:t>…</a:t>
            </a:r>
            <a:r>
              <a:rPr lang="en-US" altLang="zh-CN" sz="2800">
                <a:solidFill>
                  <a:srgbClr val="002C84"/>
                </a:solidFill>
                <a:latin typeface="宋体" pitchFamily="2" charset="-122"/>
              </a:rPr>
              <a:t> </a:t>
            </a:r>
            <a:r>
              <a:rPr lang="en-US" altLang="zh-CN" sz="2800">
                <a:solidFill>
                  <a:srgbClr val="002C84"/>
                </a:solidFill>
              </a:rPr>
              <a:t>,a</a:t>
            </a:r>
            <a:r>
              <a:rPr lang="en-US" altLang="zh-CN" sz="2800" baseline="-25000">
                <a:solidFill>
                  <a:srgbClr val="002C84"/>
                </a:solidFill>
              </a:rPr>
              <a:t>n-1 </a:t>
            </a:r>
            <a:r>
              <a:rPr lang="en-US" altLang="zh-CN" sz="2800">
                <a:solidFill>
                  <a:srgbClr val="002C84"/>
                </a:solidFill>
              </a:rPr>
              <a:t>,</a:t>
            </a:r>
            <a:r>
              <a:rPr lang="en-US" altLang="zh-CN" sz="2800" baseline="-25000">
                <a:solidFill>
                  <a:srgbClr val="002C84"/>
                </a:solidFill>
              </a:rPr>
              <a:t> </a:t>
            </a:r>
            <a:r>
              <a:rPr lang="en-US" altLang="zh-CN" sz="2800">
                <a:solidFill>
                  <a:srgbClr val="002C84"/>
                </a:solidFill>
              </a:rPr>
              <a:t>a</a:t>
            </a:r>
            <a:r>
              <a:rPr lang="en-US" altLang="zh-CN" sz="2800" baseline="-25000">
                <a:solidFill>
                  <a:srgbClr val="002C84"/>
                </a:solidFill>
              </a:rPr>
              <a:t>n  </a:t>
            </a:r>
            <a:r>
              <a:rPr lang="en-US" altLang="zh-CN" sz="2800">
                <a:solidFill>
                  <a:srgbClr val="002C84"/>
                </a:solidFill>
              </a:rPr>
              <a:t>)</a:t>
            </a:r>
            <a:r>
              <a:rPr lang="zh-CN" altLang="en-US" sz="2800">
                <a:solidFill>
                  <a:srgbClr val="002C84"/>
                </a:solidFill>
                <a:latin typeface="楷体_GB2312" panose="02010609030101010101" pitchFamily="49" charset="-122"/>
              </a:rPr>
              <a:t>	</a:t>
            </a:r>
            <a:endParaRPr lang="en-US" altLang="zh-CN" sz="2800">
              <a:solidFill>
                <a:srgbClr val="002C84"/>
              </a:solidFill>
              <a:latin typeface="楷体_GB2312" panose="02010609030101010101" pitchFamily="49" charset="-122"/>
            </a:endParaRPr>
          </a:p>
        </p:txBody>
      </p:sp>
      <p:sp>
        <p:nvSpPr>
          <p:cNvPr id="296963" name="Rectangle 3"/>
          <p:cNvSpPr>
            <a:spLocks noChangeArrowheads="1"/>
          </p:cNvSpPr>
          <p:nvPr/>
        </p:nvSpPr>
        <p:spPr bwMode="auto">
          <a:xfrm>
            <a:off x="4879776" y="1180131"/>
            <a:ext cx="2971800" cy="457200"/>
          </a:xfrm>
          <a:prstGeom prst="rect">
            <a:avLst/>
          </a:prstGeom>
          <a:noFill/>
          <a:ln w="19050">
            <a:solidFill>
              <a:srgbClr val="FF0000"/>
            </a:solidFill>
            <a:prstDash val="lgDash"/>
            <a:miter lim="800000"/>
          </a:ln>
        </p:spPr>
        <p:txBody>
          <a:bodyPr wrap="none" anchor="ctr"/>
          <a:lstStyle/>
          <a:p>
            <a:endParaRPr lang="zh-CN" altLang="en-US"/>
          </a:p>
        </p:txBody>
      </p:sp>
      <p:sp>
        <p:nvSpPr>
          <p:cNvPr id="296964" name="Text Box 4"/>
          <p:cNvSpPr txBox="1">
            <a:spLocks noChangeArrowheads="1"/>
          </p:cNvSpPr>
          <p:nvPr/>
        </p:nvSpPr>
        <p:spPr bwMode="auto">
          <a:xfrm>
            <a:off x="5451276" y="799131"/>
            <a:ext cx="1828800" cy="427038"/>
          </a:xfrm>
          <a:prstGeom prst="rect">
            <a:avLst/>
          </a:prstGeom>
          <a:noFill/>
          <a:ln w="12700" cap="sq">
            <a:noFill/>
            <a:miter lim="800000"/>
          </a:ln>
          <a:effectLst>
            <a:outerShdw dist="12700" dir="5400000" algn="ctr" rotWithShape="0">
              <a:srgbClr val="000000"/>
            </a:outerShdw>
          </a:effectLst>
        </p:spPr>
        <p:txBody>
          <a:bodyPr>
            <a:spAutoFit/>
          </a:bodyPr>
          <a:lstStyle/>
          <a:p>
            <a:pPr algn="ctr" fontAlgn="base">
              <a:spcBef>
                <a:spcPct val="0"/>
              </a:spcBef>
            </a:pPr>
            <a:r>
              <a:rPr lang="en-US" altLang="zh-CN" sz="2200">
                <a:solidFill>
                  <a:srgbClr val="FF3300"/>
                </a:solidFill>
                <a:ea typeface="宋体" pitchFamily="2" charset="-122"/>
              </a:rPr>
              <a:t>n-i+1</a:t>
            </a:r>
            <a:r>
              <a:rPr lang="zh-CN" altLang="en-US" sz="2200" i="1">
                <a:solidFill>
                  <a:srgbClr val="FF3300"/>
                </a:solidFill>
                <a:ea typeface="黑体" panose="02010609060101010101" pitchFamily="2" charset="-122"/>
              </a:rPr>
              <a:t>个元素</a:t>
            </a:r>
            <a:endParaRPr lang="zh-CN" altLang="en-US" sz="2200" i="1">
              <a:solidFill>
                <a:srgbClr val="FF3300"/>
              </a:solidFill>
              <a:ea typeface="黑体" panose="02010609060101010101" pitchFamily="2" charset="-122"/>
            </a:endParaRPr>
          </a:p>
        </p:txBody>
      </p:sp>
      <p:sp>
        <p:nvSpPr>
          <p:cNvPr id="296965" name="Text Box 5"/>
          <p:cNvSpPr txBox="1">
            <a:spLocks noChangeArrowheads="1"/>
          </p:cNvSpPr>
          <p:nvPr/>
        </p:nvSpPr>
        <p:spPr bwMode="auto">
          <a:xfrm>
            <a:off x="5102026" y="1618281"/>
            <a:ext cx="2559050" cy="427038"/>
          </a:xfrm>
          <a:prstGeom prst="rect">
            <a:avLst/>
          </a:prstGeom>
          <a:noFill/>
          <a:ln w="12700" cap="sq">
            <a:noFill/>
            <a:miter lim="800000"/>
          </a:ln>
          <a:effectLst>
            <a:outerShdw dist="12700" dir="5400000" algn="ctr" rotWithShape="0">
              <a:schemeClr val="bg1"/>
            </a:outerShdw>
          </a:effectLst>
        </p:spPr>
        <p:txBody>
          <a:bodyPr>
            <a:spAutoFit/>
          </a:bodyPr>
          <a:lstStyle/>
          <a:p>
            <a:pPr algn="ctr" fontAlgn="base">
              <a:spcBef>
                <a:spcPct val="0"/>
              </a:spcBef>
            </a:pPr>
            <a:r>
              <a:rPr lang="zh-CN" altLang="en-US" sz="2200" i="1">
                <a:solidFill>
                  <a:srgbClr val="FF3300"/>
                </a:solidFill>
                <a:ea typeface="黑体" panose="02010609060101010101" pitchFamily="2" charset="-122"/>
              </a:rPr>
              <a:t>依次后移一个位置</a:t>
            </a:r>
            <a:endParaRPr lang="zh-CN" altLang="en-US" sz="2200" i="1">
              <a:solidFill>
                <a:srgbClr val="FF3300"/>
              </a:solidFill>
              <a:ea typeface="黑体" panose="02010609060101010101" pitchFamily="2" charset="-122"/>
            </a:endParaRPr>
          </a:p>
        </p:txBody>
      </p:sp>
      <p:sp>
        <p:nvSpPr>
          <p:cNvPr id="296966" name="Text Box 6"/>
          <p:cNvSpPr txBox="1">
            <a:spLocks noChangeArrowheads="1"/>
          </p:cNvSpPr>
          <p:nvPr/>
        </p:nvSpPr>
        <p:spPr bwMode="auto">
          <a:xfrm>
            <a:off x="1522213" y="3229594"/>
            <a:ext cx="4751388" cy="519112"/>
          </a:xfrm>
          <a:prstGeom prst="rect">
            <a:avLst/>
          </a:prstGeom>
          <a:noFill/>
          <a:ln w="12700" cap="sq">
            <a:noFill/>
            <a:miter lim="800000"/>
          </a:ln>
          <a:effectLst>
            <a:outerShdw dist="12700" algn="ctr" rotWithShape="0">
              <a:schemeClr val="bg1"/>
            </a:outerShdw>
          </a:effectLst>
        </p:spPr>
        <p:txBody>
          <a:bodyPr>
            <a:spAutoFit/>
          </a:bodyPr>
          <a:lstStyle/>
          <a:p>
            <a:pPr fontAlgn="base">
              <a:spcBef>
                <a:spcPct val="0"/>
              </a:spcBef>
            </a:pPr>
            <a:r>
              <a:rPr lang="zh-CN" altLang="en-US" sz="2800" dirty="0">
                <a:solidFill>
                  <a:srgbClr val="00B050"/>
                </a:solidFill>
                <a:ea typeface="黑体" panose="02010609060101010101" pitchFamily="2" charset="-122"/>
              </a:rPr>
              <a:t>正常情况下需要做的工作：</a:t>
            </a:r>
            <a:endParaRPr lang="zh-CN" altLang="en-US" sz="2800" dirty="0">
              <a:solidFill>
                <a:srgbClr val="00B050"/>
              </a:solidFill>
              <a:ea typeface="黑体" panose="02010609060101010101" pitchFamily="2" charset="-122"/>
            </a:endParaRPr>
          </a:p>
        </p:txBody>
      </p:sp>
      <p:sp>
        <p:nvSpPr>
          <p:cNvPr id="296967" name="Text Box 7"/>
          <p:cNvSpPr txBox="1">
            <a:spLocks noChangeArrowheads="1"/>
          </p:cNvSpPr>
          <p:nvPr/>
        </p:nvSpPr>
        <p:spPr bwMode="auto">
          <a:xfrm>
            <a:off x="2055613" y="3731245"/>
            <a:ext cx="7315200" cy="473075"/>
          </a:xfrm>
          <a:prstGeom prst="rect">
            <a:avLst/>
          </a:prstGeom>
          <a:noFill/>
          <a:ln w="12700" cap="sq">
            <a:noFill/>
            <a:miter lim="800000"/>
          </a:ln>
        </p:spPr>
        <p:txBody>
          <a:bodyPr>
            <a:spAutoFit/>
          </a:bodyPr>
          <a:lstStyle/>
          <a:p>
            <a:pPr fontAlgn="base">
              <a:spcBef>
                <a:spcPct val="0"/>
              </a:spcBef>
            </a:pPr>
            <a:r>
              <a:rPr lang="zh-CN" altLang="en-US" sz="2500">
                <a:solidFill>
                  <a:srgbClr val="003399"/>
                </a:solidFill>
                <a:ea typeface="幼圆" pitchFamily="49" charset="-122"/>
              </a:rPr>
              <a:t>(1) </a:t>
            </a:r>
            <a:r>
              <a:rPr lang="zh-CN" altLang="en-US" sz="2500">
                <a:solidFill>
                  <a:srgbClr val="003399"/>
                </a:solidFill>
                <a:latin typeface="幼圆" pitchFamily="49" charset="-122"/>
                <a:ea typeface="幼圆" pitchFamily="49" charset="-122"/>
              </a:rPr>
              <a:t>将第</a:t>
            </a:r>
            <a:r>
              <a:rPr lang="en-US" altLang="zh-CN" sz="2500">
                <a:solidFill>
                  <a:srgbClr val="003399"/>
                </a:solidFill>
                <a:ea typeface="幼圆" pitchFamily="49" charset="-122"/>
              </a:rPr>
              <a:t>i</a:t>
            </a:r>
            <a:r>
              <a:rPr lang="zh-CN" altLang="en-US" sz="2500">
                <a:solidFill>
                  <a:srgbClr val="003399"/>
                </a:solidFill>
                <a:latin typeface="幼圆" pitchFamily="49" charset="-122"/>
                <a:ea typeface="幼圆" pitchFamily="49" charset="-122"/>
              </a:rPr>
              <a:t>个元素至第</a:t>
            </a:r>
            <a:r>
              <a:rPr lang="en-US" altLang="zh-CN" sz="2500">
                <a:solidFill>
                  <a:srgbClr val="003399"/>
                </a:solidFill>
                <a:ea typeface="幼圆" pitchFamily="49" charset="-122"/>
              </a:rPr>
              <a:t>n</a:t>
            </a:r>
            <a:r>
              <a:rPr lang="zh-CN" altLang="en-US" sz="2500">
                <a:solidFill>
                  <a:srgbClr val="003399"/>
                </a:solidFill>
                <a:latin typeface="幼圆" pitchFamily="49" charset="-122"/>
                <a:ea typeface="幼圆" pitchFamily="49" charset="-122"/>
              </a:rPr>
              <a:t>个元素依次后移一个位置；</a:t>
            </a:r>
            <a:endParaRPr lang="zh-CN" altLang="en-US" sz="2500">
              <a:solidFill>
                <a:srgbClr val="003399"/>
              </a:solidFill>
              <a:latin typeface="幼圆" pitchFamily="49" charset="-122"/>
              <a:ea typeface="幼圆" pitchFamily="49" charset="-122"/>
            </a:endParaRPr>
          </a:p>
        </p:txBody>
      </p:sp>
      <p:sp>
        <p:nvSpPr>
          <p:cNvPr id="296968" name="Text Box 8"/>
          <p:cNvSpPr txBox="1">
            <a:spLocks noChangeArrowheads="1"/>
          </p:cNvSpPr>
          <p:nvPr/>
        </p:nvSpPr>
        <p:spPr bwMode="auto">
          <a:xfrm>
            <a:off x="2063551" y="4123357"/>
            <a:ext cx="5867400" cy="473075"/>
          </a:xfrm>
          <a:prstGeom prst="rect">
            <a:avLst/>
          </a:prstGeom>
          <a:noFill/>
          <a:ln w="12700" cap="sq">
            <a:noFill/>
            <a:miter lim="800000"/>
          </a:ln>
        </p:spPr>
        <p:txBody>
          <a:bodyPr>
            <a:spAutoFit/>
          </a:bodyPr>
          <a:lstStyle/>
          <a:p>
            <a:pPr fontAlgn="base">
              <a:spcBef>
                <a:spcPct val="0"/>
              </a:spcBef>
            </a:pPr>
            <a:r>
              <a:rPr lang="zh-CN" altLang="en-US" sz="2500">
                <a:solidFill>
                  <a:srgbClr val="003399"/>
                </a:solidFill>
                <a:ea typeface="幼圆" pitchFamily="49" charset="-122"/>
              </a:rPr>
              <a:t>(2) </a:t>
            </a:r>
            <a:r>
              <a:rPr lang="zh-CN" altLang="en-US" sz="2500">
                <a:solidFill>
                  <a:srgbClr val="003399"/>
                </a:solidFill>
                <a:latin typeface="幼圆" pitchFamily="49" charset="-122"/>
                <a:ea typeface="幼圆" pitchFamily="49" charset="-122"/>
              </a:rPr>
              <a:t>将被插入元素插入表的第</a:t>
            </a:r>
            <a:r>
              <a:rPr lang="en-US" altLang="zh-CN" sz="2500">
                <a:solidFill>
                  <a:srgbClr val="003399"/>
                </a:solidFill>
                <a:ea typeface="幼圆" pitchFamily="49" charset="-122"/>
              </a:rPr>
              <a:t>i</a:t>
            </a:r>
            <a:r>
              <a:rPr lang="zh-CN" altLang="en-US" sz="2500">
                <a:solidFill>
                  <a:srgbClr val="003399"/>
                </a:solidFill>
                <a:latin typeface="幼圆" pitchFamily="49" charset="-122"/>
                <a:ea typeface="幼圆" pitchFamily="49" charset="-122"/>
              </a:rPr>
              <a:t>个位置；</a:t>
            </a:r>
            <a:endParaRPr lang="zh-CN" altLang="en-US" sz="2500">
              <a:solidFill>
                <a:srgbClr val="003399"/>
              </a:solidFill>
              <a:latin typeface="幼圆" pitchFamily="49" charset="-122"/>
              <a:ea typeface="幼圆" pitchFamily="49" charset="-122"/>
            </a:endParaRPr>
          </a:p>
        </p:txBody>
      </p:sp>
      <p:sp>
        <p:nvSpPr>
          <p:cNvPr id="296969" name="Text Box 9"/>
          <p:cNvSpPr txBox="1">
            <a:spLocks noChangeArrowheads="1"/>
          </p:cNvSpPr>
          <p:nvPr/>
        </p:nvSpPr>
        <p:spPr bwMode="auto">
          <a:xfrm>
            <a:off x="2063552" y="4509120"/>
            <a:ext cx="4376737" cy="473075"/>
          </a:xfrm>
          <a:prstGeom prst="rect">
            <a:avLst/>
          </a:prstGeom>
          <a:noFill/>
          <a:ln w="12700" cap="sq">
            <a:noFill/>
            <a:miter lim="800000"/>
          </a:ln>
        </p:spPr>
        <p:txBody>
          <a:bodyPr>
            <a:spAutoFit/>
          </a:bodyPr>
          <a:lstStyle/>
          <a:p>
            <a:pPr fontAlgn="base">
              <a:spcBef>
                <a:spcPct val="0"/>
              </a:spcBef>
            </a:pPr>
            <a:r>
              <a:rPr lang="zh-CN" altLang="en-US" sz="2500">
                <a:solidFill>
                  <a:srgbClr val="003399"/>
                </a:solidFill>
                <a:ea typeface="幼圆" pitchFamily="49" charset="-122"/>
              </a:rPr>
              <a:t>(3) </a:t>
            </a:r>
            <a:r>
              <a:rPr lang="zh-CN" altLang="en-US" sz="2500">
                <a:solidFill>
                  <a:srgbClr val="003399"/>
                </a:solidFill>
                <a:latin typeface="幼圆" pitchFamily="49" charset="-122"/>
                <a:ea typeface="幼圆" pitchFamily="49" charset="-122"/>
              </a:rPr>
              <a:t>修改表的长度(表长增</a:t>
            </a:r>
            <a:r>
              <a:rPr lang="zh-CN" altLang="en-US" sz="2500">
                <a:solidFill>
                  <a:srgbClr val="003399"/>
                </a:solidFill>
                <a:ea typeface="幼圆" pitchFamily="49" charset="-122"/>
              </a:rPr>
              <a:t>1</a:t>
            </a:r>
            <a:r>
              <a:rPr lang="zh-CN" altLang="en-US" sz="2500">
                <a:solidFill>
                  <a:srgbClr val="003399"/>
                </a:solidFill>
                <a:latin typeface="幼圆" pitchFamily="49" charset="-122"/>
                <a:ea typeface="幼圆" pitchFamily="49" charset="-122"/>
              </a:rPr>
              <a:t>)。</a:t>
            </a:r>
            <a:endParaRPr lang="zh-CN" altLang="en-US" sz="2500">
              <a:solidFill>
                <a:srgbClr val="003399"/>
              </a:solidFill>
              <a:latin typeface="幼圆" pitchFamily="49" charset="-122"/>
              <a:ea typeface="幼圆" pitchFamily="49" charset="-122"/>
            </a:endParaRPr>
          </a:p>
        </p:txBody>
      </p:sp>
      <p:sp>
        <p:nvSpPr>
          <p:cNvPr id="296970" name="Text Box 10"/>
          <p:cNvSpPr txBox="1">
            <a:spLocks noChangeArrowheads="1"/>
          </p:cNvSpPr>
          <p:nvPr/>
        </p:nvSpPr>
        <p:spPr bwMode="auto">
          <a:xfrm>
            <a:off x="1541263" y="5039345"/>
            <a:ext cx="5233988" cy="523875"/>
          </a:xfrm>
          <a:prstGeom prst="rect">
            <a:avLst/>
          </a:prstGeom>
          <a:noFill/>
          <a:ln w="12700" cap="sq">
            <a:noFill/>
            <a:miter lim="800000"/>
          </a:ln>
          <a:effectLst>
            <a:outerShdw dist="17961" dir="2700000" algn="ctr" rotWithShape="0">
              <a:schemeClr val="bg1"/>
            </a:outerShdw>
          </a:effectLst>
        </p:spPr>
        <p:txBody>
          <a:bodyPr wrap="none">
            <a:spAutoFit/>
          </a:bodyPr>
          <a:lstStyle/>
          <a:p>
            <a:pPr fontAlgn="base">
              <a:spcBef>
                <a:spcPct val="0"/>
              </a:spcBef>
            </a:pPr>
            <a:r>
              <a:rPr lang="zh-CN" altLang="en-US" sz="2800" dirty="0">
                <a:solidFill>
                  <a:srgbClr val="FF0000"/>
                </a:solidFill>
                <a:ea typeface="黑体" panose="02010609060101010101" pitchFamily="2" charset="-122"/>
              </a:rPr>
              <a:t>插入操作需要考虑的异常情况：</a:t>
            </a:r>
            <a:endParaRPr lang="zh-CN" altLang="en-US" sz="2800" dirty="0">
              <a:solidFill>
                <a:srgbClr val="FF0000"/>
              </a:solidFill>
              <a:ea typeface="黑体" panose="02010609060101010101" pitchFamily="2" charset="-122"/>
            </a:endParaRPr>
          </a:p>
        </p:txBody>
      </p:sp>
      <p:sp>
        <p:nvSpPr>
          <p:cNvPr id="296971" name="Text Box 11"/>
          <p:cNvSpPr txBox="1">
            <a:spLocks noChangeArrowheads="1"/>
          </p:cNvSpPr>
          <p:nvPr/>
        </p:nvSpPr>
        <p:spPr bwMode="auto">
          <a:xfrm>
            <a:off x="2047676" y="5517182"/>
            <a:ext cx="2736850" cy="473075"/>
          </a:xfrm>
          <a:prstGeom prst="rect">
            <a:avLst/>
          </a:prstGeom>
          <a:noFill/>
          <a:ln w="12700" cap="sq">
            <a:noFill/>
            <a:miter lim="800000"/>
          </a:ln>
        </p:spPr>
        <p:txBody>
          <a:bodyPr>
            <a:spAutoFit/>
          </a:bodyPr>
          <a:lstStyle/>
          <a:p>
            <a:pPr fontAlgn="base">
              <a:spcBef>
                <a:spcPct val="0"/>
              </a:spcBef>
            </a:pPr>
            <a:r>
              <a:rPr lang="zh-CN" altLang="en-US" sz="2500">
                <a:solidFill>
                  <a:srgbClr val="003399"/>
                </a:solidFill>
                <a:ea typeface="幼圆" pitchFamily="49" charset="-122"/>
              </a:rPr>
              <a:t>(1) </a:t>
            </a:r>
            <a:r>
              <a:rPr lang="zh-CN" altLang="en-US" sz="2500">
                <a:solidFill>
                  <a:srgbClr val="003399"/>
                </a:solidFill>
                <a:latin typeface="幼圆" pitchFamily="49" charset="-122"/>
                <a:ea typeface="幼圆" pitchFamily="49" charset="-122"/>
              </a:rPr>
              <a:t>是否表满？</a:t>
            </a:r>
            <a:endParaRPr lang="zh-CN" altLang="en-US" sz="2500">
              <a:solidFill>
                <a:srgbClr val="003399"/>
              </a:solidFill>
              <a:latin typeface="幼圆" pitchFamily="49" charset="-122"/>
              <a:ea typeface="幼圆" pitchFamily="49" charset="-122"/>
            </a:endParaRPr>
          </a:p>
        </p:txBody>
      </p:sp>
      <p:sp>
        <p:nvSpPr>
          <p:cNvPr id="296972" name="Text Box 12"/>
          <p:cNvSpPr txBox="1">
            <a:spLocks noChangeArrowheads="1"/>
          </p:cNvSpPr>
          <p:nvPr/>
        </p:nvSpPr>
        <p:spPr bwMode="auto">
          <a:xfrm>
            <a:off x="2027039" y="5910882"/>
            <a:ext cx="3527425" cy="473075"/>
          </a:xfrm>
          <a:prstGeom prst="rect">
            <a:avLst/>
          </a:prstGeom>
          <a:noFill/>
          <a:ln w="12700" cap="sq">
            <a:noFill/>
            <a:miter lim="800000"/>
          </a:ln>
        </p:spPr>
        <p:txBody>
          <a:bodyPr>
            <a:spAutoFit/>
          </a:bodyPr>
          <a:lstStyle/>
          <a:p>
            <a:pPr fontAlgn="base">
              <a:spcBef>
                <a:spcPct val="0"/>
              </a:spcBef>
            </a:pPr>
            <a:r>
              <a:rPr lang="zh-CN" altLang="en-US" sz="2500">
                <a:solidFill>
                  <a:srgbClr val="003399"/>
                </a:solidFill>
                <a:ea typeface="幼圆" pitchFamily="49" charset="-122"/>
              </a:rPr>
              <a:t>(2) </a:t>
            </a:r>
            <a:r>
              <a:rPr lang="zh-CN" altLang="en-US" sz="2500">
                <a:solidFill>
                  <a:srgbClr val="003399"/>
                </a:solidFill>
                <a:latin typeface="幼圆" pitchFamily="49" charset="-122"/>
                <a:ea typeface="幼圆" pitchFamily="49" charset="-122"/>
              </a:rPr>
              <a:t>插入位置是否合适</a:t>
            </a:r>
            <a:r>
              <a:rPr lang="zh-CN" altLang="en-US" sz="2500">
                <a:solidFill>
                  <a:srgbClr val="003399"/>
                </a:solidFill>
                <a:ea typeface="幼圆" pitchFamily="49" charset="-122"/>
              </a:rPr>
              <a:t>？</a:t>
            </a:r>
            <a:endParaRPr lang="en-US" altLang="zh-CN" sz="2500">
              <a:solidFill>
                <a:srgbClr val="003399"/>
              </a:solidFill>
              <a:ea typeface="幼圆" pitchFamily="49" charset="-122"/>
            </a:endParaRPr>
          </a:p>
        </p:txBody>
      </p:sp>
      <p:grpSp>
        <p:nvGrpSpPr>
          <p:cNvPr id="2" name="Group 57"/>
          <p:cNvGrpSpPr/>
          <p:nvPr/>
        </p:nvGrpSpPr>
        <p:grpSpPr bwMode="auto">
          <a:xfrm>
            <a:off x="3466901" y="2280270"/>
            <a:ext cx="1223962" cy="503237"/>
            <a:chOff x="1701" y="1365"/>
            <a:chExt cx="771" cy="317"/>
          </a:xfrm>
        </p:grpSpPr>
        <p:sp>
          <p:nvSpPr>
            <p:cNvPr id="61465" name="AutoShape 14"/>
            <p:cNvSpPr>
              <a:spLocks noChangeArrowheads="1"/>
            </p:cNvSpPr>
            <p:nvPr/>
          </p:nvSpPr>
          <p:spPr bwMode="auto">
            <a:xfrm>
              <a:off x="1701" y="1390"/>
              <a:ext cx="635" cy="288"/>
            </a:xfrm>
            <a:prstGeom prst="wedgeRectCallout">
              <a:avLst>
                <a:gd name="adj1" fmla="val 78347"/>
                <a:gd name="adj2" fmla="val -189236"/>
              </a:avLst>
            </a:prstGeom>
            <a:noFill/>
            <a:ln w="63500" cap="sq">
              <a:solidFill>
                <a:srgbClr val="00CCFF"/>
              </a:solidFill>
              <a:miter lim="800000"/>
            </a:ln>
          </p:spPr>
          <p:txBody>
            <a:bodyPr anchor="ctr"/>
            <a:lstStyle/>
            <a:p>
              <a:pPr algn="ctr" fontAlgn="base">
                <a:spcBef>
                  <a:spcPct val="0"/>
                </a:spcBef>
              </a:pPr>
              <a:endParaRPr lang="zh-CN" altLang="en-US" sz="2400">
                <a:ea typeface="宋体" pitchFamily="2" charset="-122"/>
              </a:endParaRPr>
            </a:p>
          </p:txBody>
        </p:sp>
        <p:sp>
          <p:nvSpPr>
            <p:cNvPr id="61466" name="Text Box 15"/>
            <p:cNvSpPr txBox="1">
              <a:spLocks noChangeArrowheads="1"/>
            </p:cNvSpPr>
            <p:nvPr/>
          </p:nvSpPr>
          <p:spPr bwMode="auto">
            <a:xfrm>
              <a:off x="1763" y="1365"/>
              <a:ext cx="709" cy="317"/>
            </a:xfrm>
            <a:prstGeom prst="rect">
              <a:avLst/>
            </a:prstGeom>
            <a:noFill/>
            <a:ln w="12700" cap="sq">
              <a:noFill/>
              <a:miter lim="800000"/>
            </a:ln>
            <a:effectLst>
              <a:outerShdw dist="12700" algn="ctr" rotWithShape="0">
                <a:srgbClr val="000000"/>
              </a:outerShdw>
            </a:effectLst>
          </p:spPr>
          <p:txBody>
            <a:bodyPr>
              <a:spAutoFit/>
            </a:bodyPr>
            <a:lstStyle/>
            <a:p>
              <a:pPr fontAlgn="base">
                <a:spcBef>
                  <a:spcPct val="0"/>
                </a:spcBef>
              </a:pPr>
              <a:r>
                <a:rPr lang="en-US" altLang="zh-CN" sz="2700">
                  <a:solidFill>
                    <a:srgbClr val="FF3300"/>
                  </a:solidFill>
                  <a:ea typeface="宋体" pitchFamily="2" charset="-122"/>
                </a:rPr>
                <a:t>item</a:t>
              </a:r>
              <a:endParaRPr lang="en-US" altLang="zh-CN" sz="2700">
                <a:solidFill>
                  <a:srgbClr val="FF3300"/>
                </a:solidFill>
                <a:ea typeface="宋体" pitchFamily="2" charset="-122"/>
              </a:endParaRPr>
            </a:p>
          </p:txBody>
        </p:sp>
      </p:grpSp>
      <p:grpSp>
        <p:nvGrpSpPr>
          <p:cNvPr id="3" name="Group 43"/>
          <p:cNvGrpSpPr/>
          <p:nvPr/>
        </p:nvGrpSpPr>
        <p:grpSpPr bwMode="auto">
          <a:xfrm>
            <a:off x="7138788" y="2288206"/>
            <a:ext cx="2362200" cy="533400"/>
            <a:chOff x="4080" y="1272"/>
            <a:chExt cx="1488" cy="336"/>
          </a:xfrm>
        </p:grpSpPr>
        <p:sp>
          <p:nvSpPr>
            <p:cNvPr id="61463" name="AutoShape 28"/>
            <p:cNvSpPr>
              <a:spLocks noChangeArrowheads="1"/>
            </p:cNvSpPr>
            <p:nvPr/>
          </p:nvSpPr>
          <p:spPr bwMode="auto">
            <a:xfrm>
              <a:off x="4080" y="1272"/>
              <a:ext cx="1296" cy="336"/>
            </a:xfrm>
            <a:prstGeom prst="wedgeRectCallout">
              <a:avLst>
                <a:gd name="adj1" fmla="val -84028"/>
                <a:gd name="adj2" fmla="val -80954"/>
              </a:avLst>
            </a:prstGeom>
            <a:noFill/>
            <a:ln w="60325" cap="sq">
              <a:solidFill>
                <a:srgbClr val="33CCCC"/>
              </a:solidFill>
              <a:miter lim="800000"/>
            </a:ln>
          </p:spPr>
          <p:txBody>
            <a:bodyPr anchor="ctr"/>
            <a:lstStyle/>
            <a:p>
              <a:pPr algn="ctr"/>
              <a:endParaRPr lang="zh-CN" altLang="en-US" sz="2600"/>
            </a:p>
          </p:txBody>
        </p:sp>
        <p:sp>
          <p:nvSpPr>
            <p:cNvPr id="61464" name="Rectangle 29"/>
            <p:cNvSpPr>
              <a:spLocks noChangeArrowheads="1"/>
            </p:cNvSpPr>
            <p:nvPr/>
          </p:nvSpPr>
          <p:spPr bwMode="auto">
            <a:xfrm>
              <a:off x="4137" y="1293"/>
              <a:ext cx="1431" cy="298"/>
            </a:xfrm>
            <a:prstGeom prst="rect">
              <a:avLst/>
            </a:prstGeom>
            <a:noFill/>
            <a:ln w="12700" cap="sq">
              <a:noFill/>
              <a:miter lim="800000"/>
            </a:ln>
          </p:spPr>
          <p:txBody>
            <a:bodyPr>
              <a:spAutoFit/>
            </a:bodyPr>
            <a:lstStyle/>
            <a:p>
              <a:r>
                <a:rPr lang="en-US" altLang="zh-CN" sz="2500" dirty="0">
                  <a:solidFill>
                    <a:srgbClr val="000099"/>
                  </a:solidFill>
                </a:rPr>
                <a:t>A[j+1]</a:t>
              </a:r>
              <a:r>
                <a:rPr lang="en-US" altLang="zh-CN" sz="2500" dirty="0">
                  <a:solidFill>
                    <a:srgbClr val="000099"/>
                  </a:solidFill>
                  <a:sym typeface="Symbol" pitchFamily="18" charset="2"/>
                </a:rPr>
                <a:t>=</a:t>
              </a:r>
              <a:r>
                <a:rPr lang="en-US" altLang="zh-CN" sz="2500" dirty="0">
                  <a:solidFill>
                    <a:srgbClr val="000099"/>
                  </a:solidFill>
                </a:rPr>
                <a:t>A[j]；</a:t>
              </a:r>
              <a:endParaRPr lang="en-US" altLang="zh-CN" sz="2500" baseline="-25000" dirty="0">
                <a:solidFill>
                  <a:srgbClr val="000099"/>
                </a:solidFill>
              </a:endParaRPr>
            </a:p>
          </p:txBody>
        </p:sp>
      </p:grpSp>
      <p:grpSp>
        <p:nvGrpSpPr>
          <p:cNvPr id="4" name="Group 42"/>
          <p:cNvGrpSpPr/>
          <p:nvPr/>
        </p:nvGrpSpPr>
        <p:grpSpPr bwMode="auto">
          <a:xfrm>
            <a:off x="4546475" y="5342534"/>
            <a:ext cx="3099024" cy="769938"/>
            <a:chOff x="2304" y="3300"/>
            <a:chExt cx="1392" cy="485"/>
          </a:xfrm>
        </p:grpSpPr>
        <p:sp>
          <p:nvSpPr>
            <p:cNvPr id="61458" name="Text Box 31"/>
            <p:cNvSpPr txBox="1">
              <a:spLocks noChangeArrowheads="1"/>
            </p:cNvSpPr>
            <p:nvPr/>
          </p:nvSpPr>
          <p:spPr bwMode="auto">
            <a:xfrm>
              <a:off x="2304" y="3300"/>
              <a:ext cx="1392" cy="485"/>
            </a:xfrm>
            <a:prstGeom prst="rect">
              <a:avLst/>
            </a:prstGeom>
            <a:noFill/>
            <a:ln w="12700" cap="sq">
              <a:noFill/>
              <a:miter lim="800000"/>
            </a:ln>
          </p:spPr>
          <p:txBody>
            <a:bodyPr>
              <a:spAutoFit/>
            </a:bodyPr>
            <a:lstStyle/>
            <a:p>
              <a:r>
                <a:rPr lang="en-US" altLang="zh-CN" sz="4400" dirty="0">
                  <a:solidFill>
                    <a:srgbClr val="000078"/>
                  </a:solidFill>
                </a:rPr>
                <a:t>n=</a:t>
              </a:r>
              <a:r>
                <a:rPr lang="en-US" altLang="zh-CN" sz="4400" dirty="0" err="1">
                  <a:solidFill>
                    <a:srgbClr val="000078"/>
                  </a:solidFill>
                </a:rPr>
                <a:t>MaxSize</a:t>
              </a:r>
              <a:endParaRPr lang="en-US" altLang="zh-CN" sz="4400" dirty="0">
                <a:solidFill>
                  <a:srgbClr val="000078"/>
                </a:solidFill>
              </a:endParaRPr>
            </a:p>
          </p:txBody>
        </p:sp>
        <p:grpSp>
          <p:nvGrpSpPr>
            <p:cNvPr id="5" name="Group 32"/>
            <p:cNvGrpSpPr/>
            <p:nvPr/>
          </p:nvGrpSpPr>
          <p:grpSpPr bwMode="auto">
            <a:xfrm rot="-194015">
              <a:off x="3444" y="3372"/>
              <a:ext cx="240" cy="288"/>
              <a:chOff x="4992" y="576"/>
              <a:chExt cx="557" cy="624"/>
            </a:xfrm>
          </p:grpSpPr>
          <p:sp>
            <p:nvSpPr>
              <p:cNvPr id="61460" name="Freeform 33"/>
              <p:cNvSpPr/>
              <p:nvPr/>
            </p:nvSpPr>
            <p:spPr bwMode="auto">
              <a:xfrm rot="770286">
                <a:off x="4992" y="576"/>
                <a:ext cx="557" cy="624"/>
              </a:xfrm>
              <a:custGeom>
                <a:avLst/>
                <a:gdLst>
                  <a:gd name="T0" fmla="*/ 2605 w 439"/>
                  <a:gd name="T1" fmla="*/ 63 h 683"/>
                  <a:gd name="T2" fmla="*/ 3372 w 439"/>
                  <a:gd name="T3" fmla="*/ 47 h 683"/>
                  <a:gd name="T4" fmla="*/ 4733 w 439"/>
                  <a:gd name="T5" fmla="*/ 58 h 683"/>
                  <a:gd name="T6" fmla="*/ 4607 w 439"/>
                  <a:gd name="T7" fmla="*/ 83 h 683"/>
                  <a:gd name="T8" fmla="*/ 2977 w 439"/>
                  <a:gd name="T9" fmla="*/ 102 h 683"/>
                  <a:gd name="T10" fmla="*/ 2658 w 439"/>
                  <a:gd name="T11" fmla="*/ 160 h 683"/>
                  <a:gd name="T12" fmla="*/ 2977 w 439"/>
                  <a:gd name="T13" fmla="*/ 178 h 683"/>
                  <a:gd name="T14" fmla="*/ 2448 w 439"/>
                  <a:gd name="T15" fmla="*/ 198 h 683"/>
                  <a:gd name="T16" fmla="*/ 2565 w 439"/>
                  <a:gd name="T17" fmla="*/ 217 h 683"/>
                  <a:gd name="T18" fmla="*/ 3706 w 439"/>
                  <a:gd name="T19" fmla="*/ 231 h 683"/>
                  <a:gd name="T20" fmla="*/ 5226 w 439"/>
                  <a:gd name="T21" fmla="*/ 222 h 683"/>
                  <a:gd name="T22" fmla="*/ 5708 w 439"/>
                  <a:gd name="T23" fmla="*/ 198 h 683"/>
                  <a:gd name="T24" fmla="*/ 5102 w 439"/>
                  <a:gd name="T25" fmla="*/ 175 h 683"/>
                  <a:gd name="T26" fmla="*/ 5765 w 439"/>
                  <a:gd name="T27" fmla="*/ 163 h 683"/>
                  <a:gd name="T28" fmla="*/ 5765 w 439"/>
                  <a:gd name="T29" fmla="*/ 131 h 683"/>
                  <a:gd name="T30" fmla="*/ 7452 w 439"/>
                  <a:gd name="T31" fmla="*/ 104 h 683"/>
                  <a:gd name="T32" fmla="*/ 7643 w 439"/>
                  <a:gd name="T33" fmla="*/ 63 h 683"/>
                  <a:gd name="T34" fmla="*/ 6541 w 439"/>
                  <a:gd name="T35" fmla="*/ 20 h 683"/>
                  <a:gd name="T36" fmla="*/ 4352 w 439"/>
                  <a:gd name="T37" fmla="*/ 0 h 683"/>
                  <a:gd name="T38" fmla="*/ 1945 w 439"/>
                  <a:gd name="T39" fmla="*/ 13 h 683"/>
                  <a:gd name="T40" fmla="*/ 529 w 439"/>
                  <a:gd name="T41" fmla="*/ 39 h 683"/>
                  <a:gd name="T42" fmla="*/ 0 w 439"/>
                  <a:gd name="T43" fmla="*/ 79 h 683"/>
                  <a:gd name="T44" fmla="*/ 66 w 439"/>
                  <a:gd name="T45" fmla="*/ 102 h 683"/>
                  <a:gd name="T46" fmla="*/ 2565 w 439"/>
                  <a:gd name="T47" fmla="*/ 100 h 683"/>
                  <a:gd name="T48" fmla="*/ 2605 w 439"/>
                  <a:gd name="T49" fmla="*/ 63 h 68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39"/>
                  <a:gd name="T76" fmla="*/ 0 h 683"/>
                  <a:gd name="T77" fmla="*/ 439 w 439"/>
                  <a:gd name="T78" fmla="*/ 683 h 68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39" h="683">
                    <a:moveTo>
                      <a:pt x="150" y="185"/>
                    </a:moveTo>
                    <a:lnTo>
                      <a:pt x="194" y="138"/>
                    </a:lnTo>
                    <a:lnTo>
                      <a:pt x="272" y="167"/>
                    </a:lnTo>
                    <a:lnTo>
                      <a:pt x="265" y="244"/>
                    </a:lnTo>
                    <a:lnTo>
                      <a:pt x="171" y="304"/>
                    </a:lnTo>
                    <a:lnTo>
                      <a:pt x="153" y="474"/>
                    </a:lnTo>
                    <a:lnTo>
                      <a:pt x="171" y="527"/>
                    </a:lnTo>
                    <a:lnTo>
                      <a:pt x="140" y="585"/>
                    </a:lnTo>
                    <a:lnTo>
                      <a:pt x="147" y="645"/>
                    </a:lnTo>
                    <a:lnTo>
                      <a:pt x="213" y="683"/>
                    </a:lnTo>
                    <a:lnTo>
                      <a:pt x="300" y="656"/>
                    </a:lnTo>
                    <a:lnTo>
                      <a:pt x="328" y="585"/>
                    </a:lnTo>
                    <a:lnTo>
                      <a:pt x="293" y="518"/>
                    </a:lnTo>
                    <a:lnTo>
                      <a:pt x="331" y="480"/>
                    </a:lnTo>
                    <a:lnTo>
                      <a:pt x="331" y="387"/>
                    </a:lnTo>
                    <a:lnTo>
                      <a:pt x="429" y="308"/>
                    </a:lnTo>
                    <a:lnTo>
                      <a:pt x="439" y="188"/>
                    </a:lnTo>
                    <a:lnTo>
                      <a:pt x="376" y="59"/>
                    </a:lnTo>
                    <a:lnTo>
                      <a:pt x="251" y="0"/>
                    </a:lnTo>
                    <a:lnTo>
                      <a:pt x="112" y="38"/>
                    </a:lnTo>
                    <a:lnTo>
                      <a:pt x="31" y="115"/>
                    </a:lnTo>
                    <a:lnTo>
                      <a:pt x="0" y="234"/>
                    </a:lnTo>
                    <a:lnTo>
                      <a:pt x="4" y="304"/>
                    </a:lnTo>
                    <a:lnTo>
                      <a:pt x="147" y="296"/>
                    </a:lnTo>
                    <a:lnTo>
                      <a:pt x="150" y="185"/>
                    </a:lnTo>
                    <a:close/>
                  </a:path>
                </a:pathLst>
              </a:custGeom>
              <a:solidFill>
                <a:srgbClr val="FFFF00"/>
              </a:solidFill>
              <a:ln w="9525">
                <a:solidFill>
                  <a:srgbClr val="00FFFF"/>
                </a:solidFill>
                <a:round/>
              </a:ln>
            </p:spPr>
            <p:txBody>
              <a:bodyPr/>
              <a:lstStyle/>
              <a:p>
                <a:endParaRPr lang="zh-CN" altLang="en-US"/>
              </a:p>
            </p:txBody>
          </p:sp>
          <p:sp>
            <p:nvSpPr>
              <p:cNvPr id="61461" name="Freeform 34"/>
              <p:cNvSpPr/>
              <p:nvPr/>
            </p:nvSpPr>
            <p:spPr bwMode="auto">
              <a:xfrm rot="770286">
                <a:off x="5028" y="576"/>
                <a:ext cx="496" cy="435"/>
              </a:xfrm>
              <a:custGeom>
                <a:avLst/>
                <a:gdLst>
                  <a:gd name="T0" fmla="*/ 0 w 390"/>
                  <a:gd name="T1" fmla="*/ 80 h 477"/>
                  <a:gd name="T2" fmla="*/ 1014 w 390"/>
                  <a:gd name="T3" fmla="*/ 76 h 477"/>
                  <a:gd name="T4" fmla="*/ 1590 w 390"/>
                  <a:gd name="T5" fmla="*/ 80 h 477"/>
                  <a:gd name="T6" fmla="*/ 1559 w 390"/>
                  <a:gd name="T7" fmla="*/ 57 h 477"/>
                  <a:gd name="T8" fmla="*/ 1983 w 390"/>
                  <a:gd name="T9" fmla="*/ 33 h 477"/>
                  <a:gd name="T10" fmla="*/ 3686 w 390"/>
                  <a:gd name="T11" fmla="*/ 25 h 477"/>
                  <a:gd name="T12" fmla="*/ 4488 w 390"/>
                  <a:gd name="T13" fmla="*/ 36 h 477"/>
                  <a:gd name="T14" fmla="*/ 5344 w 390"/>
                  <a:gd name="T15" fmla="*/ 51 h 477"/>
                  <a:gd name="T16" fmla="*/ 5092 w 390"/>
                  <a:gd name="T17" fmla="*/ 79 h 477"/>
                  <a:gd name="T18" fmla="*/ 3491 w 390"/>
                  <a:gd name="T19" fmla="*/ 91 h 477"/>
                  <a:gd name="T20" fmla="*/ 3051 w 390"/>
                  <a:gd name="T21" fmla="*/ 111 h 477"/>
                  <a:gd name="T22" fmla="*/ 3173 w 390"/>
                  <a:gd name="T23" fmla="*/ 130 h 477"/>
                  <a:gd name="T24" fmla="*/ 2973 w 390"/>
                  <a:gd name="T25" fmla="*/ 158 h 477"/>
                  <a:gd name="T26" fmla="*/ 4600 w 390"/>
                  <a:gd name="T27" fmla="*/ 158 h 477"/>
                  <a:gd name="T28" fmla="*/ 4809 w 390"/>
                  <a:gd name="T29" fmla="*/ 138 h 477"/>
                  <a:gd name="T30" fmla="*/ 4676 w 390"/>
                  <a:gd name="T31" fmla="*/ 114 h 477"/>
                  <a:gd name="T32" fmla="*/ 5663 w 390"/>
                  <a:gd name="T33" fmla="*/ 101 h 477"/>
                  <a:gd name="T34" fmla="*/ 6402 w 390"/>
                  <a:gd name="T35" fmla="*/ 95 h 477"/>
                  <a:gd name="T36" fmla="*/ 6991 w 390"/>
                  <a:gd name="T37" fmla="*/ 65 h 477"/>
                  <a:gd name="T38" fmla="*/ 6471 w 390"/>
                  <a:gd name="T39" fmla="*/ 33 h 477"/>
                  <a:gd name="T40" fmla="*/ 4730 w 390"/>
                  <a:gd name="T41" fmla="*/ 0 h 477"/>
                  <a:gd name="T42" fmla="*/ 2619 w 390"/>
                  <a:gd name="T43" fmla="*/ 5 h 477"/>
                  <a:gd name="T44" fmla="*/ 928 w 390"/>
                  <a:gd name="T45" fmla="*/ 23 h 477"/>
                  <a:gd name="T46" fmla="*/ 196 w 390"/>
                  <a:gd name="T47" fmla="*/ 47 h 477"/>
                  <a:gd name="T48" fmla="*/ 0 w 390"/>
                  <a:gd name="T49" fmla="*/ 80 h 47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90"/>
                  <a:gd name="T76" fmla="*/ 0 h 477"/>
                  <a:gd name="T77" fmla="*/ 390 w 390"/>
                  <a:gd name="T78" fmla="*/ 477 h 47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90" h="477">
                    <a:moveTo>
                      <a:pt x="0" y="241"/>
                    </a:moveTo>
                    <a:lnTo>
                      <a:pt x="57" y="230"/>
                    </a:lnTo>
                    <a:lnTo>
                      <a:pt x="89" y="241"/>
                    </a:lnTo>
                    <a:lnTo>
                      <a:pt x="87" y="175"/>
                    </a:lnTo>
                    <a:lnTo>
                      <a:pt x="111" y="101"/>
                    </a:lnTo>
                    <a:lnTo>
                      <a:pt x="206" y="74"/>
                    </a:lnTo>
                    <a:lnTo>
                      <a:pt x="251" y="105"/>
                    </a:lnTo>
                    <a:lnTo>
                      <a:pt x="299" y="153"/>
                    </a:lnTo>
                    <a:lnTo>
                      <a:pt x="285" y="237"/>
                    </a:lnTo>
                    <a:lnTo>
                      <a:pt x="195" y="276"/>
                    </a:lnTo>
                    <a:lnTo>
                      <a:pt x="171" y="335"/>
                    </a:lnTo>
                    <a:lnTo>
                      <a:pt x="178" y="395"/>
                    </a:lnTo>
                    <a:lnTo>
                      <a:pt x="166" y="477"/>
                    </a:lnTo>
                    <a:lnTo>
                      <a:pt x="256" y="477"/>
                    </a:lnTo>
                    <a:lnTo>
                      <a:pt x="268" y="416"/>
                    </a:lnTo>
                    <a:lnTo>
                      <a:pt x="261" y="345"/>
                    </a:lnTo>
                    <a:lnTo>
                      <a:pt x="316" y="307"/>
                    </a:lnTo>
                    <a:lnTo>
                      <a:pt x="358" y="287"/>
                    </a:lnTo>
                    <a:lnTo>
                      <a:pt x="390" y="196"/>
                    </a:lnTo>
                    <a:lnTo>
                      <a:pt x="361" y="98"/>
                    </a:lnTo>
                    <a:lnTo>
                      <a:pt x="264" y="0"/>
                    </a:lnTo>
                    <a:lnTo>
                      <a:pt x="146" y="8"/>
                    </a:lnTo>
                    <a:lnTo>
                      <a:pt x="51" y="67"/>
                    </a:lnTo>
                    <a:lnTo>
                      <a:pt x="10" y="140"/>
                    </a:lnTo>
                    <a:lnTo>
                      <a:pt x="0" y="241"/>
                    </a:lnTo>
                    <a:close/>
                  </a:path>
                </a:pathLst>
              </a:custGeom>
              <a:solidFill>
                <a:srgbClr val="FF3300"/>
              </a:solidFill>
              <a:ln w="9525">
                <a:solidFill>
                  <a:srgbClr val="FFCC00"/>
                </a:solidFill>
                <a:round/>
              </a:ln>
            </p:spPr>
            <p:txBody>
              <a:bodyPr/>
              <a:lstStyle/>
              <a:p>
                <a:endParaRPr lang="zh-CN" altLang="en-US"/>
              </a:p>
            </p:txBody>
          </p:sp>
          <p:sp>
            <p:nvSpPr>
              <p:cNvPr id="61462" name="Freeform 35"/>
              <p:cNvSpPr/>
              <p:nvPr/>
            </p:nvSpPr>
            <p:spPr bwMode="auto">
              <a:xfrm rot="770286">
                <a:off x="5159" y="1066"/>
                <a:ext cx="160" cy="100"/>
              </a:xfrm>
              <a:custGeom>
                <a:avLst/>
                <a:gdLst>
                  <a:gd name="T0" fmla="*/ 782 w 126"/>
                  <a:gd name="T1" fmla="*/ 0 h 109"/>
                  <a:gd name="T2" fmla="*/ 156 w 126"/>
                  <a:gd name="T3" fmla="*/ 7 h 109"/>
                  <a:gd name="T4" fmla="*/ 0 w 126"/>
                  <a:gd name="T5" fmla="*/ 26 h 109"/>
                  <a:gd name="T6" fmla="*/ 500 w 126"/>
                  <a:gd name="T7" fmla="*/ 39 h 109"/>
                  <a:gd name="T8" fmla="*/ 1713 w 126"/>
                  <a:gd name="T9" fmla="*/ 39 h 109"/>
                  <a:gd name="T10" fmla="*/ 2223 w 126"/>
                  <a:gd name="T11" fmla="*/ 24 h 109"/>
                  <a:gd name="T12" fmla="*/ 1801 w 126"/>
                  <a:gd name="T13" fmla="*/ 6 h 109"/>
                  <a:gd name="T14" fmla="*/ 782 w 126"/>
                  <a:gd name="T15" fmla="*/ 0 h 109"/>
                  <a:gd name="T16" fmla="*/ 0 60000 65536"/>
                  <a:gd name="T17" fmla="*/ 0 60000 65536"/>
                  <a:gd name="T18" fmla="*/ 0 60000 65536"/>
                  <a:gd name="T19" fmla="*/ 0 60000 65536"/>
                  <a:gd name="T20" fmla="*/ 0 60000 65536"/>
                  <a:gd name="T21" fmla="*/ 0 60000 65536"/>
                  <a:gd name="T22" fmla="*/ 0 60000 65536"/>
                  <a:gd name="T23" fmla="*/ 0 60000 65536"/>
                  <a:gd name="T24" fmla="*/ 0 w 126"/>
                  <a:gd name="T25" fmla="*/ 0 h 109"/>
                  <a:gd name="T26" fmla="*/ 126 w 126"/>
                  <a:gd name="T27" fmla="*/ 109 h 10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26" h="109">
                    <a:moveTo>
                      <a:pt x="45" y="0"/>
                    </a:moveTo>
                    <a:lnTo>
                      <a:pt x="9" y="20"/>
                    </a:lnTo>
                    <a:lnTo>
                      <a:pt x="0" y="73"/>
                    </a:lnTo>
                    <a:lnTo>
                      <a:pt x="28" y="109"/>
                    </a:lnTo>
                    <a:lnTo>
                      <a:pt x="98" y="109"/>
                    </a:lnTo>
                    <a:lnTo>
                      <a:pt x="126" y="66"/>
                    </a:lnTo>
                    <a:lnTo>
                      <a:pt x="102" y="14"/>
                    </a:lnTo>
                    <a:lnTo>
                      <a:pt x="45" y="0"/>
                    </a:lnTo>
                    <a:close/>
                  </a:path>
                </a:pathLst>
              </a:custGeom>
              <a:solidFill>
                <a:srgbClr val="FF3300"/>
              </a:solidFill>
              <a:ln w="9525">
                <a:solidFill>
                  <a:srgbClr val="00FFFF"/>
                </a:solidFill>
                <a:round/>
              </a:ln>
            </p:spPr>
            <p:txBody>
              <a:bodyPr/>
              <a:lstStyle/>
              <a:p>
                <a:endParaRPr lang="zh-CN" altLang="en-US"/>
              </a:p>
            </p:txBody>
          </p:sp>
        </p:grpSp>
      </p:grpSp>
      <p:sp>
        <p:nvSpPr>
          <p:cNvPr id="297015" name="Rectangle 55"/>
          <p:cNvSpPr>
            <a:spLocks noChangeArrowheads="1"/>
          </p:cNvSpPr>
          <p:nvPr/>
        </p:nvSpPr>
        <p:spPr bwMode="auto">
          <a:xfrm>
            <a:off x="5410001" y="5918819"/>
            <a:ext cx="3384550" cy="457200"/>
          </a:xfrm>
          <a:prstGeom prst="rect">
            <a:avLst/>
          </a:prstGeom>
          <a:noFill/>
          <a:ln w="9525">
            <a:noFill/>
            <a:miter lim="800000"/>
          </a:ln>
        </p:spPr>
        <p:txBody>
          <a:bodyPr>
            <a:spAutoFit/>
          </a:bodyPr>
          <a:lstStyle/>
          <a:p>
            <a:pPr fontAlgn="base">
              <a:spcBef>
                <a:spcPct val="0"/>
              </a:spcBef>
            </a:pPr>
            <a:r>
              <a:rPr lang="zh-CN" altLang="en-US" sz="2400" dirty="0">
                <a:solidFill>
                  <a:schemeClr val="accent2"/>
                </a:solidFill>
                <a:ea typeface="幼圆" pitchFamily="49" charset="-122"/>
              </a:rPr>
              <a:t>(</a:t>
            </a:r>
            <a:r>
              <a:rPr lang="zh-CN" altLang="en-US" sz="2400" dirty="0">
                <a:solidFill>
                  <a:schemeClr val="accent2"/>
                </a:solidFill>
                <a:latin typeface="幼圆" pitchFamily="49" charset="-122"/>
                <a:ea typeface="幼圆" pitchFamily="49" charset="-122"/>
              </a:rPr>
              <a:t>正常位置:</a:t>
            </a:r>
            <a:r>
              <a:rPr lang="en-US" altLang="zh-CN" sz="2400" dirty="0">
                <a:solidFill>
                  <a:schemeClr val="accent2"/>
                </a:solidFill>
                <a:ea typeface="幼圆" pitchFamily="49" charset="-122"/>
              </a:rPr>
              <a:t>0</a:t>
            </a:r>
            <a:r>
              <a:rPr lang="zh-CN" altLang="en-US" sz="2400" dirty="0">
                <a:solidFill>
                  <a:schemeClr val="accent2"/>
                </a:solidFill>
                <a:ea typeface="幼圆" pitchFamily="49" charset="-122"/>
              </a:rPr>
              <a:t>≤</a:t>
            </a:r>
            <a:r>
              <a:rPr lang="en-US" altLang="zh-CN" sz="2400" dirty="0" err="1">
                <a:solidFill>
                  <a:schemeClr val="accent2"/>
                </a:solidFill>
                <a:ea typeface="幼圆" pitchFamily="49" charset="-122"/>
              </a:rPr>
              <a:t>i≤n</a:t>
            </a:r>
            <a:r>
              <a:rPr lang="en-US" altLang="zh-CN" sz="2400" dirty="0">
                <a:solidFill>
                  <a:schemeClr val="accent2"/>
                </a:solidFill>
                <a:ea typeface="幼圆" pitchFamily="49" charset="-122"/>
              </a:rPr>
              <a:t>)</a:t>
            </a:r>
            <a:endParaRPr lang="en-US" altLang="zh-CN" sz="2400" dirty="0">
              <a:solidFill>
                <a:schemeClr val="accent2"/>
              </a:solidFill>
              <a:ea typeface="幼圆" pitchFamily="49" charset="-122"/>
            </a:endParaRPr>
          </a:p>
        </p:txBody>
      </p:sp>
      <p:sp>
        <p:nvSpPr>
          <p:cNvPr id="297016" name="Rectangle 56"/>
          <p:cNvSpPr>
            <a:spLocks noChangeArrowheads="1"/>
          </p:cNvSpPr>
          <p:nvPr/>
        </p:nvSpPr>
        <p:spPr bwMode="auto">
          <a:xfrm>
            <a:off x="6052939" y="4501181"/>
            <a:ext cx="1444625" cy="457200"/>
          </a:xfrm>
          <a:prstGeom prst="rect">
            <a:avLst/>
          </a:prstGeom>
          <a:noFill/>
          <a:ln w="9525">
            <a:noFill/>
            <a:miter lim="800000"/>
          </a:ln>
        </p:spPr>
        <p:txBody>
          <a:bodyPr>
            <a:spAutoFit/>
          </a:bodyPr>
          <a:lstStyle/>
          <a:p>
            <a:pPr fontAlgn="base">
              <a:spcBef>
                <a:spcPct val="0"/>
              </a:spcBef>
            </a:pPr>
            <a:r>
              <a:rPr lang="zh-CN" altLang="en-US" sz="2400">
                <a:solidFill>
                  <a:schemeClr val="accent2"/>
                </a:solidFill>
                <a:ea typeface="幼圆" pitchFamily="49" charset="-122"/>
              </a:rPr>
              <a:t>( </a:t>
            </a:r>
            <a:r>
              <a:rPr lang="en-US" altLang="zh-CN" sz="2400">
                <a:solidFill>
                  <a:schemeClr val="accent2"/>
                </a:solidFill>
                <a:ea typeface="幼圆" pitchFamily="49" charset="-122"/>
              </a:rPr>
              <a:t>n++; )</a:t>
            </a:r>
            <a:endParaRPr lang="en-US" altLang="zh-CN" sz="2400">
              <a:solidFill>
                <a:schemeClr val="accent2"/>
              </a:solidFill>
              <a:ea typeface="幼圆"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96966"/>
                                        </p:tgtEl>
                                        <p:attrNameLst>
                                          <p:attrName>style.visibility</p:attrName>
                                        </p:attrNameLst>
                                      </p:cBhvr>
                                      <p:to>
                                        <p:strVal val="visible"/>
                                      </p:to>
                                    </p:set>
                                    <p:anim calcmode="lin" valueType="num">
                                      <p:cBhvr additive="base">
                                        <p:cTn id="7" dur="500" fill="hold"/>
                                        <p:tgtEl>
                                          <p:spTgt spid="296966"/>
                                        </p:tgtEl>
                                        <p:attrNameLst>
                                          <p:attrName>ppt_x</p:attrName>
                                        </p:attrNameLst>
                                      </p:cBhvr>
                                      <p:tavLst>
                                        <p:tav tm="0">
                                          <p:val>
                                            <p:strVal val="0-#ppt_w/2"/>
                                          </p:val>
                                        </p:tav>
                                        <p:tav tm="100000">
                                          <p:val>
                                            <p:strVal val="#ppt_x"/>
                                          </p:val>
                                        </p:tav>
                                      </p:tavLst>
                                    </p:anim>
                                    <p:anim calcmode="lin" valueType="num">
                                      <p:cBhvr additive="base">
                                        <p:cTn id="8" dur="500" fill="hold"/>
                                        <p:tgtEl>
                                          <p:spTgt spid="29696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2" fill="hold" grpId="0" nodeType="clickEffect">
                                  <p:stCondLst>
                                    <p:cond delay="0"/>
                                  </p:stCondLst>
                                  <p:childTnLst>
                                    <p:set>
                                      <p:cBhvr>
                                        <p:cTn id="12" dur="1" fill="hold">
                                          <p:stCondLst>
                                            <p:cond delay="0"/>
                                          </p:stCondLst>
                                        </p:cTn>
                                        <p:tgtEl>
                                          <p:spTgt spid="296967"/>
                                        </p:tgtEl>
                                        <p:attrNameLst>
                                          <p:attrName>style.visibility</p:attrName>
                                        </p:attrNameLst>
                                      </p:cBhvr>
                                      <p:to>
                                        <p:strVal val="visible"/>
                                      </p:to>
                                    </p:set>
                                    <p:animEffect transition="in" filter="wipe(right)">
                                      <p:cBhvr>
                                        <p:cTn id="13" dur="500"/>
                                        <p:tgtEl>
                                          <p:spTgt spid="296967"/>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296963"/>
                                        </p:tgtEl>
                                        <p:attrNameLst>
                                          <p:attrName>style.visibility</p:attrName>
                                        </p:attrNameLst>
                                      </p:cBhvr>
                                      <p:to>
                                        <p:strVal val="visible"/>
                                      </p:to>
                                    </p:set>
                                    <p:animEffect transition="in" filter="dissolve">
                                      <p:cBhvr>
                                        <p:cTn id="18" dur="500"/>
                                        <p:tgtEl>
                                          <p:spTgt spid="29696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96964"/>
                                        </p:tgtEl>
                                        <p:attrNameLst>
                                          <p:attrName>style.visibility</p:attrName>
                                        </p:attrNameLst>
                                      </p:cBhvr>
                                      <p:to>
                                        <p:strVal val="visible"/>
                                      </p:to>
                                    </p:set>
                                    <p:animEffect transition="in" filter="wipe(left)">
                                      <p:cBhvr>
                                        <p:cTn id="23" dur="500"/>
                                        <p:tgtEl>
                                          <p:spTgt spid="296964"/>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96965"/>
                                        </p:tgtEl>
                                        <p:attrNameLst>
                                          <p:attrName>style.visibility</p:attrName>
                                        </p:attrNameLst>
                                      </p:cBhvr>
                                      <p:to>
                                        <p:strVal val="visible"/>
                                      </p:to>
                                    </p:set>
                                    <p:animEffect transition="in" filter="wipe(left)">
                                      <p:cBhvr>
                                        <p:cTn id="28" dur="500"/>
                                        <p:tgtEl>
                                          <p:spTgt spid="296965"/>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2" fill="hold" nodeType="click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wipe(right)">
                                      <p:cBhvr>
                                        <p:cTn id="33" dur="500"/>
                                        <p:tgtEl>
                                          <p:spTgt spid="3"/>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96968"/>
                                        </p:tgtEl>
                                        <p:attrNameLst>
                                          <p:attrName>style.visibility</p:attrName>
                                        </p:attrNameLst>
                                      </p:cBhvr>
                                      <p:to>
                                        <p:strVal val="visible"/>
                                      </p:to>
                                    </p:set>
                                    <p:animEffect transition="in" filter="wipe(left)">
                                      <p:cBhvr>
                                        <p:cTn id="38" dur="500"/>
                                        <p:tgtEl>
                                          <p:spTgt spid="296968"/>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nodeType="clickEffect">
                                  <p:stCondLst>
                                    <p:cond delay="0"/>
                                  </p:stCondLst>
                                  <p:childTnLst>
                                    <p:set>
                                      <p:cBhvr>
                                        <p:cTn id="42" dur="1" fill="hold">
                                          <p:stCondLst>
                                            <p:cond delay="0"/>
                                          </p:stCondLst>
                                        </p:cTn>
                                        <p:tgtEl>
                                          <p:spTgt spid="2"/>
                                        </p:tgtEl>
                                        <p:attrNameLst>
                                          <p:attrName>style.visibility</p:attrName>
                                        </p:attrNameLst>
                                      </p:cBhvr>
                                      <p:to>
                                        <p:strVal val="visible"/>
                                      </p:to>
                                    </p:set>
                                    <p:animEffect transition="in" filter="wipe(down)">
                                      <p:cBhvr>
                                        <p:cTn id="43" dur="500"/>
                                        <p:tgtEl>
                                          <p:spTgt spid="2"/>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2" fill="hold" grpId="0" nodeType="clickEffect">
                                  <p:stCondLst>
                                    <p:cond delay="0"/>
                                  </p:stCondLst>
                                  <p:childTnLst>
                                    <p:set>
                                      <p:cBhvr>
                                        <p:cTn id="47" dur="1" fill="hold">
                                          <p:stCondLst>
                                            <p:cond delay="0"/>
                                          </p:stCondLst>
                                        </p:cTn>
                                        <p:tgtEl>
                                          <p:spTgt spid="296969"/>
                                        </p:tgtEl>
                                        <p:attrNameLst>
                                          <p:attrName>style.visibility</p:attrName>
                                        </p:attrNameLst>
                                      </p:cBhvr>
                                      <p:to>
                                        <p:strVal val="visible"/>
                                      </p:to>
                                    </p:set>
                                    <p:animEffect transition="in" filter="wipe(right)">
                                      <p:cBhvr>
                                        <p:cTn id="48" dur="500"/>
                                        <p:tgtEl>
                                          <p:spTgt spid="296969"/>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297016"/>
                                        </p:tgtEl>
                                        <p:attrNameLst>
                                          <p:attrName>style.visibility</p:attrName>
                                        </p:attrNameLst>
                                      </p:cBhvr>
                                      <p:to>
                                        <p:strVal val="visible"/>
                                      </p:to>
                                    </p:set>
                                    <p:animEffect transition="in" filter="wipe(left)">
                                      <p:cBhvr>
                                        <p:cTn id="53" dur="500"/>
                                        <p:tgtEl>
                                          <p:spTgt spid="297016"/>
                                        </p:tgtEl>
                                      </p:cBhvr>
                                    </p:animEffect>
                                  </p:childTnLst>
                                </p:cTn>
                              </p:par>
                            </p:childTnLst>
                          </p:cTn>
                        </p:par>
                      </p:childTnLst>
                    </p:cTn>
                  </p:par>
                  <p:par>
                    <p:cTn id="54" fill="hold">
                      <p:stCondLst>
                        <p:cond delay="indefinite"/>
                      </p:stCondLst>
                      <p:childTnLst>
                        <p:par>
                          <p:cTn id="55" fill="hold">
                            <p:stCondLst>
                              <p:cond delay="0"/>
                            </p:stCondLst>
                            <p:childTnLst>
                              <p:par>
                                <p:cTn id="56" presetID="2" presetClass="entr" presetSubtype="8" fill="hold" grpId="0" nodeType="clickEffect">
                                  <p:stCondLst>
                                    <p:cond delay="0"/>
                                  </p:stCondLst>
                                  <p:childTnLst>
                                    <p:set>
                                      <p:cBhvr>
                                        <p:cTn id="57" dur="1" fill="hold">
                                          <p:stCondLst>
                                            <p:cond delay="0"/>
                                          </p:stCondLst>
                                        </p:cTn>
                                        <p:tgtEl>
                                          <p:spTgt spid="296970"/>
                                        </p:tgtEl>
                                        <p:attrNameLst>
                                          <p:attrName>style.visibility</p:attrName>
                                        </p:attrNameLst>
                                      </p:cBhvr>
                                      <p:to>
                                        <p:strVal val="visible"/>
                                      </p:to>
                                    </p:set>
                                    <p:anim calcmode="lin" valueType="num">
                                      <p:cBhvr additive="base">
                                        <p:cTn id="58" dur="500" fill="hold"/>
                                        <p:tgtEl>
                                          <p:spTgt spid="296970"/>
                                        </p:tgtEl>
                                        <p:attrNameLst>
                                          <p:attrName>ppt_x</p:attrName>
                                        </p:attrNameLst>
                                      </p:cBhvr>
                                      <p:tavLst>
                                        <p:tav tm="0">
                                          <p:val>
                                            <p:strVal val="0-#ppt_w/2"/>
                                          </p:val>
                                        </p:tav>
                                        <p:tav tm="100000">
                                          <p:val>
                                            <p:strVal val="#ppt_x"/>
                                          </p:val>
                                        </p:tav>
                                      </p:tavLst>
                                    </p:anim>
                                    <p:anim calcmode="lin" valueType="num">
                                      <p:cBhvr additive="base">
                                        <p:cTn id="59" dur="500" fill="hold"/>
                                        <p:tgtEl>
                                          <p:spTgt spid="296970"/>
                                        </p:tgtEl>
                                        <p:attrNameLst>
                                          <p:attrName>ppt_y</p:attrName>
                                        </p:attrNameLst>
                                      </p:cBhvr>
                                      <p:tavLst>
                                        <p:tav tm="0">
                                          <p:val>
                                            <p:strVal val="#ppt_y"/>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2" presetClass="entr" presetSubtype="2" fill="hold" grpId="0" nodeType="clickEffect">
                                  <p:stCondLst>
                                    <p:cond delay="0"/>
                                  </p:stCondLst>
                                  <p:childTnLst>
                                    <p:set>
                                      <p:cBhvr>
                                        <p:cTn id="63" dur="1" fill="hold">
                                          <p:stCondLst>
                                            <p:cond delay="0"/>
                                          </p:stCondLst>
                                        </p:cTn>
                                        <p:tgtEl>
                                          <p:spTgt spid="296971"/>
                                        </p:tgtEl>
                                        <p:attrNameLst>
                                          <p:attrName>style.visibility</p:attrName>
                                        </p:attrNameLst>
                                      </p:cBhvr>
                                      <p:to>
                                        <p:strVal val="visible"/>
                                      </p:to>
                                    </p:set>
                                    <p:animEffect transition="in" filter="wipe(right)">
                                      <p:cBhvr>
                                        <p:cTn id="64" dur="500"/>
                                        <p:tgtEl>
                                          <p:spTgt spid="296971"/>
                                        </p:tgtEl>
                                      </p:cBhvr>
                                    </p:animEffect>
                                  </p:childTnLst>
                                </p:cTn>
                              </p:par>
                            </p:childTnLst>
                          </p:cTn>
                        </p:par>
                      </p:childTnLst>
                    </p:cTn>
                  </p:par>
                  <p:par>
                    <p:cTn id="65" fill="hold">
                      <p:stCondLst>
                        <p:cond delay="indefinite"/>
                      </p:stCondLst>
                      <p:childTnLst>
                        <p:par>
                          <p:cTn id="66" fill="hold">
                            <p:stCondLst>
                              <p:cond delay="0"/>
                            </p:stCondLst>
                            <p:childTnLst>
                              <p:par>
                                <p:cTn id="67" presetID="23" presetClass="entr" presetSubtype="272" fill="hold" nodeType="clickEffect">
                                  <p:stCondLst>
                                    <p:cond delay="0"/>
                                  </p:stCondLst>
                                  <p:childTnLst>
                                    <p:set>
                                      <p:cBhvr>
                                        <p:cTn id="68" dur="1" fill="hold">
                                          <p:stCondLst>
                                            <p:cond delay="0"/>
                                          </p:stCondLst>
                                        </p:cTn>
                                        <p:tgtEl>
                                          <p:spTgt spid="4"/>
                                        </p:tgtEl>
                                        <p:attrNameLst>
                                          <p:attrName>style.visibility</p:attrName>
                                        </p:attrNameLst>
                                      </p:cBhvr>
                                      <p:to>
                                        <p:strVal val="visible"/>
                                      </p:to>
                                    </p:set>
                                    <p:anim calcmode="lin" valueType="num">
                                      <p:cBhvr>
                                        <p:cTn id="69" dur="500" fill="hold"/>
                                        <p:tgtEl>
                                          <p:spTgt spid="4"/>
                                        </p:tgtEl>
                                        <p:attrNameLst>
                                          <p:attrName>ppt_w</p:attrName>
                                        </p:attrNameLst>
                                      </p:cBhvr>
                                      <p:tavLst>
                                        <p:tav tm="0">
                                          <p:val>
                                            <p:strVal val="2/3*#ppt_w"/>
                                          </p:val>
                                        </p:tav>
                                        <p:tav tm="100000">
                                          <p:val>
                                            <p:strVal val="#ppt_w"/>
                                          </p:val>
                                        </p:tav>
                                      </p:tavLst>
                                    </p:anim>
                                    <p:anim calcmode="lin" valueType="num">
                                      <p:cBhvr>
                                        <p:cTn id="70" dur="500" fill="hold"/>
                                        <p:tgtEl>
                                          <p:spTgt spid="4"/>
                                        </p:tgtEl>
                                        <p:attrNameLst>
                                          <p:attrName>ppt_h</p:attrName>
                                        </p:attrNameLst>
                                      </p:cBhvr>
                                      <p:tavLst>
                                        <p:tav tm="0">
                                          <p:val>
                                            <p:strVal val="2/3*#ppt_h"/>
                                          </p:val>
                                        </p:tav>
                                        <p:tav tm="100000">
                                          <p:val>
                                            <p:strVal val="#ppt_h"/>
                                          </p:val>
                                        </p:tav>
                                      </p:tavLst>
                                    </p:anim>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296972"/>
                                        </p:tgtEl>
                                        <p:attrNameLst>
                                          <p:attrName>style.visibility</p:attrName>
                                        </p:attrNameLst>
                                      </p:cBhvr>
                                      <p:to>
                                        <p:strVal val="visible"/>
                                      </p:to>
                                    </p:set>
                                    <p:animEffect transition="in" filter="wipe(left)">
                                      <p:cBhvr>
                                        <p:cTn id="75" dur="500"/>
                                        <p:tgtEl>
                                          <p:spTgt spid="296972"/>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2" fill="hold" grpId="0" nodeType="clickEffect">
                                  <p:stCondLst>
                                    <p:cond delay="0"/>
                                  </p:stCondLst>
                                  <p:childTnLst>
                                    <p:set>
                                      <p:cBhvr>
                                        <p:cTn id="79" dur="1" fill="hold">
                                          <p:stCondLst>
                                            <p:cond delay="0"/>
                                          </p:stCondLst>
                                        </p:cTn>
                                        <p:tgtEl>
                                          <p:spTgt spid="297015"/>
                                        </p:tgtEl>
                                        <p:attrNameLst>
                                          <p:attrName>style.visibility</p:attrName>
                                        </p:attrNameLst>
                                      </p:cBhvr>
                                      <p:to>
                                        <p:strVal val="visible"/>
                                      </p:to>
                                    </p:set>
                                    <p:animEffect transition="in" filter="wipe(right)">
                                      <p:cBhvr>
                                        <p:cTn id="80" dur="500"/>
                                        <p:tgtEl>
                                          <p:spTgt spid="2970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63" grpId="0" animBg="1"/>
      <p:bldP spid="296964" grpId="0" autoUpdateAnimBg="0"/>
      <p:bldP spid="296965" grpId="0" autoUpdateAnimBg="0"/>
      <p:bldP spid="296966" grpId="0" autoUpdateAnimBg="0"/>
      <p:bldP spid="296967" grpId="0" autoUpdateAnimBg="0"/>
      <p:bldP spid="296968" grpId="0" autoUpdateAnimBg="0"/>
      <p:bldP spid="296969" grpId="0" autoUpdateAnimBg="0"/>
      <p:bldP spid="296970" grpId="0" autoUpdateAnimBg="0"/>
      <p:bldP spid="296971" grpId="0" autoUpdateAnimBg="0"/>
      <p:bldP spid="296972" grpId="0" autoUpdateAnimBg="0"/>
      <p:bldP spid="297015" grpId="0"/>
      <p:bldP spid="29701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88"/>
          <p:cNvGrpSpPr/>
          <p:nvPr/>
        </p:nvGrpSpPr>
        <p:grpSpPr bwMode="auto">
          <a:xfrm>
            <a:off x="2711450" y="1447801"/>
            <a:ext cx="6553200" cy="2987675"/>
            <a:chOff x="748" y="912"/>
            <a:chExt cx="4128" cy="1882"/>
          </a:xfrm>
        </p:grpSpPr>
        <p:sp>
          <p:nvSpPr>
            <p:cNvPr id="62467" name="Cloud"/>
            <p:cNvSpPr>
              <a:spLocks noChangeAspect="1" noEditPoints="1" noChangeArrowheads="1"/>
            </p:cNvSpPr>
            <p:nvPr/>
          </p:nvSpPr>
          <p:spPr bwMode="auto">
            <a:xfrm>
              <a:off x="748" y="1392"/>
              <a:ext cx="4128" cy="140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2977 w 21600"/>
                <a:gd name="T13" fmla="*/ 3266 h 21600"/>
                <a:gd name="T14" fmla="*/ 17090 w 21600"/>
                <a:gd name="T15" fmla="*/ 17332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A7EEFF"/>
            </a:solidFill>
            <a:ln w="28575">
              <a:solidFill>
                <a:srgbClr val="969696"/>
              </a:solidFill>
              <a:miter lim="800000"/>
            </a:ln>
            <a:effectLst>
              <a:outerShdw dist="170388" dir="1593903" algn="ctr" rotWithShape="0">
                <a:srgbClr val="C3C3C3"/>
              </a:outerShdw>
            </a:effectLst>
          </p:spPr>
          <p:txBody>
            <a:bodyPr/>
            <a:lstStyle/>
            <a:p>
              <a:endParaRPr lang="zh-CN" altLang="en-US"/>
            </a:p>
          </p:txBody>
        </p:sp>
        <p:sp>
          <p:nvSpPr>
            <p:cNvPr id="62468" name="Rectangle 5"/>
            <p:cNvSpPr>
              <a:spLocks noChangeArrowheads="1"/>
            </p:cNvSpPr>
            <p:nvPr/>
          </p:nvSpPr>
          <p:spPr bwMode="auto">
            <a:xfrm>
              <a:off x="844" y="912"/>
              <a:ext cx="1680" cy="701"/>
            </a:xfrm>
            <a:prstGeom prst="rect">
              <a:avLst/>
            </a:prstGeom>
            <a:noFill/>
            <a:ln w="12700" cap="sq">
              <a:noFill/>
              <a:miter lim="800000"/>
            </a:ln>
            <a:effectLst>
              <a:outerShdw dist="17961" dir="2700000" algn="ctr" rotWithShape="0">
                <a:schemeClr val="bg1"/>
              </a:outerShdw>
            </a:effectLst>
          </p:spPr>
          <p:txBody>
            <a:bodyPr>
              <a:spAutoFit/>
            </a:bodyPr>
            <a:lstStyle/>
            <a:p>
              <a:pPr algn="ctr"/>
              <a:r>
                <a:rPr lang="zh-CN" altLang="en-US" sz="6700">
                  <a:solidFill>
                    <a:schemeClr val="accent2"/>
                  </a:solidFill>
                  <a:ea typeface="华文行楷" pitchFamily="2" charset="-122"/>
                </a:rPr>
                <a:t>约定</a:t>
              </a:r>
              <a:endParaRPr lang="zh-CN" altLang="en-US" sz="6700">
                <a:solidFill>
                  <a:schemeClr val="accent2"/>
                </a:solidFill>
                <a:ea typeface="华文行楷" pitchFamily="2" charset="-122"/>
              </a:endParaRPr>
            </a:p>
          </p:txBody>
        </p:sp>
        <p:sp>
          <p:nvSpPr>
            <p:cNvPr id="62469" name="Rectangle 7"/>
            <p:cNvSpPr>
              <a:spLocks noChangeArrowheads="1"/>
            </p:cNvSpPr>
            <p:nvPr/>
          </p:nvSpPr>
          <p:spPr bwMode="auto">
            <a:xfrm>
              <a:off x="1372" y="1782"/>
              <a:ext cx="3096" cy="642"/>
            </a:xfrm>
            <a:prstGeom prst="rect">
              <a:avLst/>
            </a:prstGeom>
            <a:noFill/>
            <a:ln w="12700" cap="sq">
              <a:noFill/>
              <a:miter lim="800000"/>
            </a:ln>
            <a:effectLst>
              <a:outerShdw dist="12700" algn="ctr" rotWithShape="0">
                <a:schemeClr val="bg1"/>
              </a:outerShdw>
            </a:effectLst>
          </p:spPr>
          <p:txBody>
            <a:bodyPr>
              <a:spAutoFit/>
            </a:bodyPr>
            <a:lstStyle/>
            <a:p>
              <a:pPr>
                <a:lnSpc>
                  <a:spcPct val="95000"/>
                </a:lnSpc>
                <a:spcBef>
                  <a:spcPct val="0"/>
                </a:spcBef>
              </a:pPr>
              <a:r>
                <a:rPr lang="zh-CN" altLang="en-US" sz="3200">
                  <a:solidFill>
                    <a:srgbClr val="FF3300"/>
                  </a:solidFill>
                  <a:latin typeface="黑体" panose="02010609060101010101" pitchFamily="2" charset="-122"/>
                  <a:ea typeface="黑体" panose="02010609060101010101" pitchFamily="2" charset="-122"/>
                </a:rPr>
                <a:t>若插入成功，算法返回</a:t>
              </a:r>
              <a:r>
                <a:rPr lang="zh-CN" altLang="en-US" sz="3200">
                  <a:solidFill>
                    <a:srgbClr val="FF3300"/>
                  </a:solidFill>
                  <a:ea typeface="黑体" panose="02010609060101010101" pitchFamily="2" charset="-122"/>
                </a:rPr>
                <a:t>1</a:t>
              </a:r>
              <a:r>
                <a:rPr lang="zh-CN" altLang="en-US" sz="3200">
                  <a:solidFill>
                    <a:srgbClr val="FF3300"/>
                  </a:solidFill>
                  <a:latin typeface="黑体" panose="02010609060101010101" pitchFamily="2" charset="-122"/>
                  <a:ea typeface="黑体" panose="02010609060101010101" pitchFamily="2" charset="-122"/>
                </a:rPr>
                <a:t>，</a:t>
              </a:r>
              <a:endParaRPr lang="zh-CN" altLang="en-US" sz="3200">
                <a:solidFill>
                  <a:srgbClr val="FF3300"/>
                </a:solidFill>
                <a:latin typeface="黑体" panose="02010609060101010101" pitchFamily="2" charset="-122"/>
                <a:ea typeface="黑体" panose="02010609060101010101" pitchFamily="2" charset="-122"/>
              </a:endParaRPr>
            </a:p>
            <a:p>
              <a:pPr>
                <a:lnSpc>
                  <a:spcPct val="95000"/>
                </a:lnSpc>
                <a:spcBef>
                  <a:spcPct val="0"/>
                </a:spcBef>
              </a:pPr>
              <a:r>
                <a:rPr lang="zh-CN" altLang="en-US" sz="3200">
                  <a:solidFill>
                    <a:srgbClr val="FF3300"/>
                  </a:solidFill>
                  <a:latin typeface="黑体" panose="02010609060101010101" pitchFamily="2" charset="-122"/>
                  <a:ea typeface="黑体" panose="02010609060101010101" pitchFamily="2" charset="-122"/>
                </a:rPr>
                <a:t>否则，算法返回-</a:t>
              </a:r>
              <a:r>
                <a:rPr lang="zh-CN" altLang="en-US" sz="3200">
                  <a:solidFill>
                    <a:srgbClr val="FF3300"/>
                  </a:solidFill>
                  <a:ea typeface="黑体" panose="02010609060101010101" pitchFamily="2" charset="-122"/>
                </a:rPr>
                <a:t>1</a:t>
              </a:r>
              <a:r>
                <a:rPr lang="zh-CN" altLang="en-US" sz="3200">
                  <a:solidFill>
                    <a:srgbClr val="FF3300"/>
                  </a:solidFill>
                  <a:latin typeface="黑体" panose="02010609060101010101" pitchFamily="2" charset="-122"/>
                  <a:ea typeface="黑体" panose="02010609060101010101" pitchFamily="2" charset="-122"/>
                </a:rPr>
                <a:t>。</a:t>
              </a:r>
              <a:endParaRPr lang="zh-CN" altLang="en-US" sz="3200">
                <a:solidFill>
                  <a:srgbClr val="FF3300"/>
                </a:solidFill>
                <a:latin typeface="黑体" panose="02010609060101010101" pitchFamily="2" charset="-122"/>
                <a:ea typeface="黑体" panose="02010609060101010101" pitchFamily="2" charset="-122"/>
              </a:endParaRPr>
            </a:p>
          </p:txBody>
        </p:sp>
      </p:gr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0610" name="Rectangle 2"/>
          <p:cNvSpPr>
            <a:spLocks noChangeArrowheads="1"/>
          </p:cNvSpPr>
          <p:nvPr/>
        </p:nvSpPr>
        <p:spPr bwMode="auto">
          <a:xfrm>
            <a:off x="1872680" y="3063305"/>
            <a:ext cx="7848600" cy="806450"/>
          </a:xfrm>
          <a:prstGeom prst="rect">
            <a:avLst/>
          </a:prstGeom>
          <a:noFill/>
          <a:ln w="12700" cap="sq">
            <a:noFill/>
            <a:miter lim="800000"/>
          </a:ln>
        </p:spPr>
        <p:txBody>
          <a:bodyPr>
            <a:spAutoFit/>
          </a:bodyPr>
          <a:lstStyle/>
          <a:p>
            <a:pPr fontAlgn="base">
              <a:lnSpc>
                <a:spcPct val="90000"/>
              </a:lnSpc>
              <a:spcBef>
                <a:spcPct val="0"/>
              </a:spcBef>
            </a:pPr>
            <a:r>
              <a:rPr lang="zh-CN" altLang="zh-CN" sz="2600" dirty="0"/>
              <a:t> </a:t>
            </a:r>
            <a:r>
              <a:rPr lang="en-US" altLang="zh-CN" sz="2600" dirty="0"/>
              <a:t>for( k=N-1; k&gt;=</a:t>
            </a:r>
            <a:r>
              <a:rPr lang="en-US" altLang="zh-CN" sz="2600" dirty="0" err="1"/>
              <a:t>i</a:t>
            </a:r>
            <a:r>
              <a:rPr lang="en-US" altLang="zh-CN" sz="2600" dirty="0"/>
              <a:t>; k-- )</a:t>
            </a:r>
            <a:endParaRPr lang="en-US" altLang="zh-CN" sz="2600" dirty="0"/>
          </a:p>
          <a:p>
            <a:pPr fontAlgn="base">
              <a:lnSpc>
                <a:spcPct val="90000"/>
              </a:lnSpc>
              <a:spcBef>
                <a:spcPct val="0"/>
              </a:spcBef>
            </a:pPr>
            <a:r>
              <a:rPr lang="en-US" altLang="zh-CN" sz="2600" dirty="0"/>
              <a:t>       list[k+1]=list[k];                 </a:t>
            </a:r>
            <a:r>
              <a:rPr lang="en-US" altLang="zh-CN" sz="2400" dirty="0">
                <a:solidFill>
                  <a:srgbClr val="009900"/>
                </a:solidFill>
              </a:rPr>
              <a:t>/* </a:t>
            </a:r>
            <a:r>
              <a:rPr lang="zh-CN" altLang="en-US" sz="2400" dirty="0">
                <a:solidFill>
                  <a:srgbClr val="007C00"/>
                </a:solidFill>
                <a:ea typeface="幼圆" pitchFamily="49" charset="-122"/>
              </a:rPr>
              <a:t>元素依次后移一个位置</a:t>
            </a:r>
            <a:r>
              <a:rPr lang="zh-CN" altLang="en-US" sz="2400" dirty="0">
                <a:solidFill>
                  <a:srgbClr val="009900"/>
                </a:solidFill>
              </a:rPr>
              <a:t> */</a:t>
            </a:r>
            <a:endParaRPr lang="zh-CN" altLang="en-US" sz="2400" dirty="0">
              <a:solidFill>
                <a:srgbClr val="009900"/>
              </a:solidFill>
            </a:endParaRPr>
          </a:p>
        </p:txBody>
      </p:sp>
      <p:sp>
        <p:nvSpPr>
          <p:cNvPr id="580611" name="Text Box 3"/>
          <p:cNvSpPr txBox="1">
            <a:spLocks noChangeArrowheads="1"/>
          </p:cNvSpPr>
          <p:nvPr/>
        </p:nvSpPr>
        <p:spPr bwMode="auto">
          <a:xfrm>
            <a:off x="1644080" y="3725292"/>
            <a:ext cx="8534400" cy="488950"/>
          </a:xfrm>
          <a:prstGeom prst="rect">
            <a:avLst/>
          </a:prstGeom>
          <a:noFill/>
          <a:ln w="12700" cap="sq">
            <a:noFill/>
            <a:miter lim="800000"/>
            <a:headEnd type="none" w="sm" len="sm"/>
            <a:tailEnd type="none" w="sm" len="sm"/>
          </a:ln>
        </p:spPr>
        <p:txBody>
          <a:bodyPr>
            <a:spAutoFit/>
          </a:bodyPr>
          <a:lstStyle/>
          <a:p>
            <a:pPr fontAlgn="base">
              <a:spcBef>
                <a:spcPct val="0"/>
              </a:spcBef>
            </a:pPr>
            <a:r>
              <a:rPr lang="zh-CN" altLang="zh-CN" sz="2600" dirty="0"/>
              <a:t> </a:t>
            </a:r>
            <a:r>
              <a:rPr lang="zh-CN" altLang="en-US" sz="2600" dirty="0"/>
              <a:t>   </a:t>
            </a:r>
            <a:r>
              <a:rPr lang="en-US" altLang="zh-CN" sz="2600" dirty="0"/>
              <a:t>list[</a:t>
            </a:r>
            <a:r>
              <a:rPr lang="en-US" altLang="zh-CN" sz="2600" dirty="0" err="1"/>
              <a:t>i</a:t>
            </a:r>
            <a:r>
              <a:rPr lang="en-US" altLang="zh-CN" sz="2600" dirty="0"/>
              <a:t>]=item;                              </a:t>
            </a:r>
            <a:r>
              <a:rPr lang="en-US" altLang="zh-CN" sz="2400" dirty="0">
                <a:solidFill>
                  <a:srgbClr val="009900"/>
                </a:solidFill>
              </a:rPr>
              <a:t>/</a:t>
            </a:r>
            <a:r>
              <a:rPr lang="en-US" altLang="zh-CN" sz="2400" dirty="0">
                <a:solidFill>
                  <a:srgbClr val="007C00"/>
                </a:solidFill>
              </a:rPr>
              <a:t>* </a:t>
            </a:r>
            <a:r>
              <a:rPr lang="zh-CN" altLang="en-US" sz="2400" dirty="0">
                <a:solidFill>
                  <a:srgbClr val="007C00"/>
                </a:solidFill>
                <a:ea typeface="幼圆" pitchFamily="49" charset="-122"/>
              </a:rPr>
              <a:t>将</a:t>
            </a:r>
            <a:r>
              <a:rPr lang="en-US" altLang="zh-CN" sz="2400" dirty="0">
                <a:solidFill>
                  <a:srgbClr val="007C00"/>
                </a:solidFill>
              </a:rPr>
              <a:t>item</a:t>
            </a:r>
            <a:r>
              <a:rPr lang="zh-CN" altLang="en-US" sz="2400" dirty="0">
                <a:solidFill>
                  <a:srgbClr val="007C00"/>
                </a:solidFill>
                <a:ea typeface="幼圆" pitchFamily="49" charset="-122"/>
              </a:rPr>
              <a:t>插入表的第</a:t>
            </a:r>
            <a:r>
              <a:rPr lang="en-US" altLang="zh-CN" sz="2400" dirty="0" err="1">
                <a:solidFill>
                  <a:srgbClr val="007C00"/>
                </a:solidFill>
              </a:rPr>
              <a:t>i</a:t>
            </a:r>
            <a:r>
              <a:rPr lang="zh-CN" altLang="en-US" sz="2400" dirty="0">
                <a:solidFill>
                  <a:srgbClr val="007C00"/>
                </a:solidFill>
                <a:ea typeface="幼圆" pitchFamily="49" charset="-122"/>
              </a:rPr>
              <a:t>个位置</a:t>
            </a:r>
            <a:r>
              <a:rPr lang="zh-CN" altLang="en-US" sz="2400" dirty="0">
                <a:solidFill>
                  <a:srgbClr val="007C00"/>
                </a:solidFill>
              </a:rPr>
              <a:t> */</a:t>
            </a:r>
            <a:r>
              <a:rPr lang="zh-CN" altLang="en-US" sz="2600" dirty="0">
                <a:solidFill>
                  <a:schemeClr val="bg1"/>
                </a:solidFill>
              </a:rPr>
              <a:t> </a:t>
            </a:r>
            <a:endParaRPr kumimoji="1" lang="zh-CN" altLang="en-US" sz="2600" dirty="0">
              <a:solidFill>
                <a:schemeClr val="bg1"/>
              </a:solidFill>
              <a:ea typeface="宋体" pitchFamily="2" charset="-122"/>
            </a:endParaRPr>
          </a:p>
        </p:txBody>
      </p:sp>
      <p:sp>
        <p:nvSpPr>
          <p:cNvPr id="580612" name="Text Box 4"/>
          <p:cNvSpPr txBox="1">
            <a:spLocks noChangeArrowheads="1"/>
          </p:cNvSpPr>
          <p:nvPr/>
        </p:nvSpPr>
        <p:spPr bwMode="auto">
          <a:xfrm>
            <a:off x="1890143" y="4053905"/>
            <a:ext cx="7162800" cy="488950"/>
          </a:xfrm>
          <a:prstGeom prst="rect">
            <a:avLst/>
          </a:prstGeom>
          <a:noFill/>
          <a:ln w="12700" cap="sq">
            <a:noFill/>
            <a:miter lim="800000"/>
            <a:headEnd type="none" w="sm" len="sm"/>
            <a:tailEnd type="none" w="sm" len="sm"/>
          </a:ln>
        </p:spPr>
        <p:txBody>
          <a:bodyPr>
            <a:spAutoFit/>
          </a:bodyPr>
          <a:lstStyle/>
          <a:p>
            <a:pPr fontAlgn="base">
              <a:spcBef>
                <a:spcPct val="0"/>
              </a:spcBef>
            </a:pPr>
            <a:r>
              <a:rPr lang="zh-CN" altLang="zh-CN" sz="2600" dirty="0">
                <a:solidFill>
                  <a:schemeClr val="bg1"/>
                </a:solidFill>
              </a:rPr>
              <a:t> </a:t>
            </a:r>
            <a:r>
              <a:rPr lang="en-US" altLang="zh-CN" sz="2600" dirty="0"/>
              <a:t>N++;                                       </a:t>
            </a:r>
            <a:r>
              <a:rPr lang="zh-CN" altLang="zh-CN" sz="2400" dirty="0">
                <a:solidFill>
                  <a:srgbClr val="007C00"/>
                </a:solidFill>
              </a:rPr>
              <a:t>/</a:t>
            </a:r>
            <a:r>
              <a:rPr lang="zh-CN" altLang="en-US" sz="2400" dirty="0">
                <a:solidFill>
                  <a:srgbClr val="007C00"/>
                </a:solidFill>
              </a:rPr>
              <a:t>* </a:t>
            </a:r>
            <a:r>
              <a:rPr lang="zh-CN" altLang="en-US" sz="2400" dirty="0">
                <a:solidFill>
                  <a:srgbClr val="007C00"/>
                </a:solidFill>
                <a:ea typeface="幼圆" pitchFamily="49" charset="-122"/>
              </a:rPr>
              <a:t>线性表的长度加</a:t>
            </a:r>
            <a:r>
              <a:rPr lang="zh-CN" altLang="en-US" sz="2400" dirty="0">
                <a:solidFill>
                  <a:srgbClr val="007C00"/>
                </a:solidFill>
              </a:rPr>
              <a:t>1 */</a:t>
            </a:r>
            <a:endParaRPr lang="zh-CN" altLang="en-US" sz="2400" dirty="0">
              <a:solidFill>
                <a:srgbClr val="007C00"/>
              </a:solidFill>
            </a:endParaRPr>
          </a:p>
        </p:txBody>
      </p:sp>
      <p:sp>
        <p:nvSpPr>
          <p:cNvPr id="580613" name="Text Box 5"/>
          <p:cNvSpPr txBox="1">
            <a:spLocks noChangeArrowheads="1"/>
          </p:cNvSpPr>
          <p:nvPr/>
        </p:nvSpPr>
        <p:spPr bwMode="auto">
          <a:xfrm>
            <a:off x="1720280" y="2399730"/>
            <a:ext cx="7620000" cy="768350"/>
          </a:xfrm>
          <a:prstGeom prst="rect">
            <a:avLst/>
          </a:prstGeom>
          <a:noFill/>
          <a:ln w="12700" cap="sq">
            <a:noFill/>
            <a:miter lim="800000"/>
            <a:headEnd type="none" w="sm" len="sm"/>
            <a:tailEnd type="none" w="sm" len="sm"/>
          </a:ln>
        </p:spPr>
        <p:txBody>
          <a:bodyPr>
            <a:spAutoFit/>
          </a:bodyPr>
          <a:lstStyle/>
          <a:p>
            <a:pPr fontAlgn="base">
              <a:lnSpc>
                <a:spcPct val="85000"/>
              </a:lnSpc>
              <a:spcBef>
                <a:spcPct val="0"/>
              </a:spcBef>
            </a:pPr>
            <a:r>
              <a:rPr lang="zh-CN" altLang="zh-CN" sz="2600" dirty="0">
                <a:solidFill>
                  <a:srgbClr val="0033CC"/>
                </a:solidFill>
              </a:rPr>
              <a:t>   </a:t>
            </a:r>
            <a:r>
              <a:rPr lang="en-US" altLang="zh-CN" sz="2600" dirty="0">
                <a:solidFill>
                  <a:srgbClr val="0033CC"/>
                </a:solidFill>
              </a:rPr>
              <a:t>if (N==</a:t>
            </a:r>
            <a:r>
              <a:rPr lang="en-US" altLang="zh-CN" sz="2600" dirty="0" err="1">
                <a:solidFill>
                  <a:srgbClr val="0033CC"/>
                </a:solidFill>
              </a:rPr>
              <a:t>MaxSize</a:t>
            </a:r>
            <a:r>
              <a:rPr lang="en-US" altLang="zh-CN" sz="2600" dirty="0">
                <a:solidFill>
                  <a:srgbClr val="0033CC"/>
                </a:solidFill>
              </a:rPr>
              <a:t> || </a:t>
            </a:r>
            <a:r>
              <a:rPr lang="en-US" altLang="zh-CN" sz="2600" dirty="0" err="1">
                <a:solidFill>
                  <a:srgbClr val="0033CC"/>
                </a:solidFill>
              </a:rPr>
              <a:t>i</a:t>
            </a:r>
            <a:r>
              <a:rPr lang="en-US" altLang="zh-CN" sz="2600" dirty="0">
                <a:solidFill>
                  <a:srgbClr val="0033CC"/>
                </a:solidFill>
              </a:rPr>
              <a:t>&lt;0 || </a:t>
            </a:r>
            <a:r>
              <a:rPr lang="en-US" altLang="zh-CN" sz="2600" dirty="0" err="1">
                <a:solidFill>
                  <a:srgbClr val="0033CC"/>
                </a:solidFill>
              </a:rPr>
              <a:t>i</a:t>
            </a:r>
            <a:r>
              <a:rPr lang="en-US" altLang="zh-CN" sz="2600" dirty="0">
                <a:solidFill>
                  <a:srgbClr val="0033CC"/>
                </a:solidFill>
              </a:rPr>
              <a:t>&gt;N)</a:t>
            </a:r>
            <a:endParaRPr lang="en-US" altLang="zh-CN" sz="2600" dirty="0">
              <a:solidFill>
                <a:srgbClr val="0033CC"/>
              </a:solidFill>
            </a:endParaRPr>
          </a:p>
          <a:p>
            <a:pPr fontAlgn="base">
              <a:lnSpc>
                <a:spcPct val="85000"/>
              </a:lnSpc>
              <a:spcBef>
                <a:spcPct val="0"/>
              </a:spcBef>
            </a:pPr>
            <a:r>
              <a:rPr lang="en-US" altLang="zh-CN" sz="2600" dirty="0">
                <a:solidFill>
                  <a:srgbClr val="0033CC"/>
                </a:solidFill>
              </a:rPr>
              <a:t>         return </a:t>
            </a:r>
            <a:r>
              <a:rPr lang="en-US" altLang="zh-CN" sz="2600" dirty="0">
                <a:solidFill>
                  <a:srgbClr val="0033CC"/>
                </a:solidFill>
                <a:sym typeface="Symbol" pitchFamily="18" charset="2"/>
              </a:rPr>
              <a:t>-</a:t>
            </a:r>
            <a:r>
              <a:rPr lang="en-US" altLang="zh-CN" sz="2600" dirty="0">
                <a:solidFill>
                  <a:srgbClr val="0033CC"/>
                </a:solidFill>
              </a:rPr>
              <a:t>1;                     </a:t>
            </a:r>
            <a:r>
              <a:rPr lang="en-US" altLang="zh-CN" sz="2200" dirty="0">
                <a:solidFill>
                  <a:srgbClr val="008000"/>
                </a:solidFill>
              </a:rPr>
              <a:t>/* </a:t>
            </a:r>
            <a:r>
              <a:rPr lang="zh-CN" altLang="en-US" sz="2200" dirty="0">
                <a:solidFill>
                  <a:srgbClr val="008000"/>
                </a:solidFill>
                <a:ea typeface="幼圆" pitchFamily="49" charset="-122"/>
              </a:rPr>
              <a:t>插入失败</a:t>
            </a:r>
            <a:r>
              <a:rPr lang="zh-CN" altLang="en-US" sz="2200" dirty="0">
                <a:solidFill>
                  <a:srgbClr val="008000"/>
                </a:solidFill>
              </a:rPr>
              <a:t> */</a:t>
            </a:r>
            <a:endParaRPr kumimoji="1" lang="zh-CN" altLang="en-US" sz="2200" dirty="0">
              <a:solidFill>
                <a:srgbClr val="008000"/>
              </a:solidFill>
              <a:ea typeface="宋体" pitchFamily="2" charset="-122"/>
            </a:endParaRPr>
          </a:p>
        </p:txBody>
      </p:sp>
      <p:sp>
        <p:nvSpPr>
          <p:cNvPr id="580614" name="Text Box 6"/>
          <p:cNvSpPr txBox="1">
            <a:spLocks noChangeArrowheads="1"/>
          </p:cNvSpPr>
          <p:nvPr/>
        </p:nvSpPr>
        <p:spPr bwMode="auto">
          <a:xfrm>
            <a:off x="1415480" y="1052736"/>
            <a:ext cx="8763000" cy="4121128"/>
          </a:xfrm>
          <a:prstGeom prst="rect">
            <a:avLst/>
          </a:prstGeom>
          <a:noFill/>
          <a:ln w="9525">
            <a:noFill/>
            <a:miter lim="800000"/>
          </a:ln>
        </p:spPr>
        <p:txBody>
          <a:bodyPr wrap="square">
            <a:spAutoFit/>
          </a:bodyPr>
          <a:lstStyle/>
          <a:p>
            <a:pPr fontAlgn="base">
              <a:lnSpc>
                <a:spcPct val="85000"/>
              </a:lnSpc>
              <a:spcBef>
                <a:spcPct val="0"/>
              </a:spcBef>
            </a:pPr>
            <a:r>
              <a:rPr lang="en-US" altLang="zh-CN" sz="2400" dirty="0"/>
              <a:t>/* </a:t>
            </a:r>
            <a:r>
              <a:rPr lang="zh-CN" altLang="en-US" sz="2400" dirty="0"/>
              <a:t>假设</a:t>
            </a:r>
            <a:r>
              <a:rPr lang="en-US" altLang="zh-CN" sz="2400" dirty="0"/>
              <a:t>N</a:t>
            </a:r>
            <a:r>
              <a:rPr lang="zh-CN" altLang="en-US" sz="2400" dirty="0"/>
              <a:t>是顺序表的长度（元素个数），为一个全局变量</a:t>
            </a:r>
            <a:r>
              <a:rPr lang="en-US" altLang="zh-CN" sz="2400" dirty="0"/>
              <a:t>*/</a:t>
            </a:r>
            <a:endParaRPr lang="en-US" altLang="zh-CN" sz="2400" dirty="0"/>
          </a:p>
          <a:p>
            <a:pPr fontAlgn="base">
              <a:lnSpc>
                <a:spcPct val="85000"/>
              </a:lnSpc>
              <a:spcBef>
                <a:spcPct val="0"/>
              </a:spcBef>
            </a:pPr>
            <a:r>
              <a:rPr lang="en-US" altLang="zh-CN" sz="2400" dirty="0" err="1"/>
              <a:t>int</a:t>
            </a:r>
            <a:r>
              <a:rPr lang="en-US" altLang="zh-CN" sz="2400" dirty="0"/>
              <a:t>  </a:t>
            </a:r>
            <a:r>
              <a:rPr lang="en-US" altLang="zh-CN" sz="2400" dirty="0" err="1"/>
              <a:t>insertElem</a:t>
            </a:r>
            <a:r>
              <a:rPr lang="en-US" altLang="zh-CN" sz="2400" dirty="0"/>
              <a:t>(</a:t>
            </a:r>
            <a:r>
              <a:rPr lang="en-US" altLang="zh-CN" sz="2400" dirty="0" err="1"/>
              <a:t>ElemType</a:t>
            </a:r>
            <a:r>
              <a:rPr lang="en-US" altLang="zh-CN" sz="2400" dirty="0"/>
              <a:t> list[], </a:t>
            </a:r>
            <a:r>
              <a:rPr lang="en-US" altLang="zh-CN" sz="2400" dirty="0" err="1"/>
              <a:t>int</a:t>
            </a:r>
            <a:r>
              <a:rPr lang="en-US" altLang="zh-CN" sz="2400" dirty="0"/>
              <a:t> </a:t>
            </a:r>
            <a:r>
              <a:rPr lang="en-US" altLang="zh-CN" sz="2400" dirty="0" err="1"/>
              <a:t>i</a:t>
            </a:r>
            <a:r>
              <a:rPr lang="en-US" altLang="zh-CN" sz="2400" dirty="0"/>
              <a:t>, </a:t>
            </a:r>
            <a:r>
              <a:rPr lang="en-US" altLang="zh-CN" sz="2400" dirty="0" err="1"/>
              <a:t>ElemType</a:t>
            </a:r>
            <a:r>
              <a:rPr lang="en-US" altLang="zh-CN" sz="2400" dirty="0"/>
              <a:t> item )</a:t>
            </a:r>
            <a:endParaRPr lang="en-US" altLang="zh-CN" sz="2400" dirty="0"/>
          </a:p>
          <a:p>
            <a:pPr fontAlgn="base">
              <a:lnSpc>
                <a:spcPct val="85000"/>
              </a:lnSpc>
              <a:spcBef>
                <a:spcPct val="0"/>
              </a:spcBef>
            </a:pPr>
            <a:r>
              <a:rPr lang="zh-CN" altLang="en-US" sz="2600" dirty="0"/>
              <a:t>{</a:t>
            </a:r>
            <a:endParaRPr lang="zh-CN" altLang="en-US" sz="2600" dirty="0"/>
          </a:p>
          <a:p>
            <a:pPr fontAlgn="base">
              <a:lnSpc>
                <a:spcPct val="85000"/>
              </a:lnSpc>
              <a:spcBef>
                <a:spcPct val="0"/>
              </a:spcBef>
            </a:pPr>
            <a:r>
              <a:rPr lang="zh-CN" altLang="en-US" sz="2600" dirty="0"/>
              <a:t>      </a:t>
            </a:r>
            <a:r>
              <a:rPr lang="en-US" altLang="zh-CN" sz="2600" dirty="0" err="1"/>
              <a:t>int</a:t>
            </a:r>
            <a:r>
              <a:rPr lang="en-US" altLang="zh-CN" sz="2600" dirty="0"/>
              <a:t> k;</a:t>
            </a:r>
            <a:endParaRPr lang="en-US" altLang="zh-CN" sz="2600" dirty="0"/>
          </a:p>
          <a:p>
            <a:pPr fontAlgn="base">
              <a:lnSpc>
                <a:spcPct val="85000"/>
              </a:lnSpc>
              <a:spcBef>
                <a:spcPct val="0"/>
              </a:spcBef>
            </a:pPr>
            <a:endParaRPr lang="zh-CN" altLang="en-US" sz="2600" dirty="0"/>
          </a:p>
          <a:p>
            <a:pPr fontAlgn="base">
              <a:lnSpc>
                <a:spcPct val="85000"/>
              </a:lnSpc>
              <a:spcBef>
                <a:spcPct val="0"/>
              </a:spcBef>
            </a:pPr>
            <a:endParaRPr lang="zh-CN" altLang="en-US" sz="2600" dirty="0"/>
          </a:p>
          <a:p>
            <a:pPr fontAlgn="base">
              <a:lnSpc>
                <a:spcPct val="85000"/>
              </a:lnSpc>
              <a:spcBef>
                <a:spcPct val="0"/>
              </a:spcBef>
            </a:pPr>
            <a:endParaRPr lang="zh-CN" altLang="en-US" sz="2600" dirty="0"/>
          </a:p>
          <a:p>
            <a:pPr fontAlgn="base">
              <a:lnSpc>
                <a:spcPct val="85000"/>
              </a:lnSpc>
              <a:spcBef>
                <a:spcPct val="0"/>
              </a:spcBef>
            </a:pPr>
            <a:endParaRPr lang="zh-CN" altLang="en-US" sz="2600" dirty="0"/>
          </a:p>
          <a:p>
            <a:pPr fontAlgn="base">
              <a:lnSpc>
                <a:spcPct val="85000"/>
              </a:lnSpc>
              <a:spcBef>
                <a:spcPct val="0"/>
              </a:spcBef>
            </a:pPr>
            <a:endParaRPr lang="zh-CN" altLang="en-US" sz="2600" dirty="0"/>
          </a:p>
          <a:p>
            <a:pPr fontAlgn="base">
              <a:lnSpc>
                <a:spcPct val="85000"/>
              </a:lnSpc>
              <a:spcBef>
                <a:spcPct val="0"/>
              </a:spcBef>
            </a:pPr>
            <a:endParaRPr lang="zh-CN" altLang="en-US" sz="2600" dirty="0"/>
          </a:p>
          <a:p>
            <a:pPr fontAlgn="base">
              <a:lnSpc>
                <a:spcPct val="85000"/>
              </a:lnSpc>
              <a:spcBef>
                <a:spcPct val="0"/>
              </a:spcBef>
            </a:pPr>
            <a:endParaRPr lang="zh-CN" altLang="en-US" sz="2600" dirty="0"/>
          </a:p>
          <a:p>
            <a:pPr fontAlgn="base">
              <a:lnSpc>
                <a:spcPct val="85000"/>
              </a:lnSpc>
              <a:spcBef>
                <a:spcPct val="0"/>
              </a:spcBef>
            </a:pPr>
            <a:r>
              <a:rPr lang="zh-CN" altLang="en-US" sz="2600" dirty="0"/>
              <a:t>}</a:t>
            </a:r>
            <a:endParaRPr lang="zh-CN" altLang="en-US" sz="2600" dirty="0">
              <a:latin typeface="宋体" pitchFamily="2" charset="-122"/>
            </a:endParaRPr>
          </a:p>
        </p:txBody>
      </p:sp>
      <p:sp>
        <p:nvSpPr>
          <p:cNvPr id="580615" name="Rectangle 7"/>
          <p:cNvSpPr>
            <a:spLocks noChangeArrowheads="1"/>
          </p:cNvSpPr>
          <p:nvPr/>
        </p:nvSpPr>
        <p:spPr bwMode="auto">
          <a:xfrm>
            <a:off x="1983806" y="4392043"/>
            <a:ext cx="5832475" cy="430213"/>
          </a:xfrm>
          <a:prstGeom prst="rect">
            <a:avLst/>
          </a:prstGeom>
          <a:noFill/>
          <a:ln w="12700" cap="sq">
            <a:noFill/>
            <a:miter lim="800000"/>
          </a:ln>
        </p:spPr>
        <p:txBody>
          <a:bodyPr>
            <a:spAutoFit/>
          </a:bodyPr>
          <a:lstStyle/>
          <a:p>
            <a:pPr fontAlgn="base">
              <a:lnSpc>
                <a:spcPct val="85000"/>
              </a:lnSpc>
              <a:spcBef>
                <a:spcPct val="0"/>
              </a:spcBef>
            </a:pPr>
            <a:r>
              <a:rPr lang="en-US" altLang="zh-CN" sz="2600" dirty="0"/>
              <a:t>return 1;                                 </a:t>
            </a:r>
            <a:r>
              <a:rPr lang="en-US" altLang="zh-CN" sz="2200" dirty="0">
                <a:solidFill>
                  <a:srgbClr val="008000"/>
                </a:solidFill>
              </a:rPr>
              <a:t>/* </a:t>
            </a:r>
            <a:r>
              <a:rPr lang="zh-CN" altLang="en-US" sz="2200" dirty="0">
                <a:solidFill>
                  <a:srgbClr val="008000"/>
                </a:solidFill>
                <a:ea typeface="幼圆" pitchFamily="49" charset="-122"/>
              </a:rPr>
              <a:t>插入成功</a:t>
            </a:r>
            <a:r>
              <a:rPr lang="zh-CN" altLang="en-US" sz="2200" dirty="0">
                <a:solidFill>
                  <a:srgbClr val="008000"/>
                </a:solidFill>
              </a:rPr>
              <a:t> */</a:t>
            </a:r>
            <a:endParaRPr lang="zh-CN" altLang="en-US" sz="2200" dirty="0">
              <a:solidFill>
                <a:srgbClr val="008000"/>
              </a:solidFill>
            </a:endParaRPr>
          </a:p>
        </p:txBody>
      </p:sp>
      <p:grpSp>
        <p:nvGrpSpPr>
          <p:cNvPr id="2" name="Group 8"/>
          <p:cNvGrpSpPr/>
          <p:nvPr/>
        </p:nvGrpSpPr>
        <p:grpSpPr bwMode="auto">
          <a:xfrm>
            <a:off x="2329881" y="1786955"/>
            <a:ext cx="2556520" cy="989012"/>
            <a:chOff x="816" y="1260"/>
            <a:chExt cx="2059" cy="623"/>
          </a:xfrm>
        </p:grpSpPr>
        <p:sp>
          <p:nvSpPr>
            <p:cNvPr id="63507" name="Line 9"/>
            <p:cNvSpPr>
              <a:spLocks noChangeShapeType="1"/>
            </p:cNvSpPr>
            <p:nvPr/>
          </p:nvSpPr>
          <p:spPr bwMode="auto">
            <a:xfrm flipV="1">
              <a:off x="816" y="1883"/>
              <a:ext cx="1248" cy="0"/>
            </a:xfrm>
            <a:prstGeom prst="line">
              <a:avLst/>
            </a:prstGeom>
            <a:noFill/>
            <a:ln w="44450" cap="sq">
              <a:solidFill>
                <a:srgbClr val="FF0000"/>
              </a:solidFill>
              <a:round/>
            </a:ln>
          </p:spPr>
          <p:txBody>
            <a:bodyPr wrap="none" anchor="ctr"/>
            <a:lstStyle/>
            <a:p>
              <a:endParaRPr lang="zh-CN" altLang="en-US"/>
            </a:p>
          </p:txBody>
        </p:sp>
        <p:sp>
          <p:nvSpPr>
            <p:cNvPr id="63508" name="AutoShape 10"/>
            <p:cNvSpPr>
              <a:spLocks noChangeArrowheads="1"/>
            </p:cNvSpPr>
            <p:nvPr/>
          </p:nvSpPr>
          <p:spPr bwMode="auto">
            <a:xfrm>
              <a:off x="1193" y="1296"/>
              <a:ext cx="1642" cy="229"/>
            </a:xfrm>
            <a:prstGeom prst="wedgeRectCallout">
              <a:avLst>
                <a:gd name="adj1" fmla="val -37917"/>
                <a:gd name="adj2" fmla="val 114319"/>
              </a:avLst>
            </a:prstGeom>
            <a:noFill/>
            <a:ln w="53975" cap="sq">
              <a:solidFill>
                <a:srgbClr val="33CCCC"/>
              </a:solidFill>
              <a:miter lim="800000"/>
            </a:ln>
          </p:spPr>
          <p:txBody>
            <a:bodyPr anchor="ctr"/>
            <a:lstStyle/>
            <a:p>
              <a:pPr algn="ctr" fontAlgn="base">
                <a:spcBef>
                  <a:spcPct val="0"/>
                </a:spcBef>
              </a:pPr>
              <a:endParaRPr lang="zh-CN" altLang="en-US" sz="2400">
                <a:ea typeface="宋体" pitchFamily="2" charset="-122"/>
              </a:endParaRPr>
            </a:p>
          </p:txBody>
        </p:sp>
        <p:sp>
          <p:nvSpPr>
            <p:cNvPr id="63509" name="Text Box 11"/>
            <p:cNvSpPr txBox="1">
              <a:spLocks noChangeArrowheads="1"/>
            </p:cNvSpPr>
            <p:nvPr/>
          </p:nvSpPr>
          <p:spPr bwMode="auto">
            <a:xfrm>
              <a:off x="1135" y="1260"/>
              <a:ext cx="1740" cy="269"/>
            </a:xfrm>
            <a:prstGeom prst="rect">
              <a:avLst/>
            </a:prstGeom>
            <a:noFill/>
            <a:ln w="12700" cap="sq">
              <a:noFill/>
              <a:miter lim="800000"/>
            </a:ln>
          </p:spPr>
          <p:txBody>
            <a:bodyPr wrap="square">
              <a:spAutoFit/>
            </a:bodyPr>
            <a:lstStyle/>
            <a:p>
              <a:pPr fontAlgn="base">
                <a:spcBef>
                  <a:spcPct val="0"/>
                </a:spcBef>
              </a:pPr>
              <a:r>
                <a:rPr lang="zh-CN" altLang="en-US" sz="2200" dirty="0">
                  <a:solidFill>
                    <a:schemeClr val="accent2"/>
                  </a:solidFill>
                  <a:ea typeface="黑体" panose="02010609060101010101" pitchFamily="2" charset="-122"/>
                </a:rPr>
                <a:t>测试空间满否</a:t>
              </a:r>
              <a:endParaRPr lang="zh-CN" altLang="en-US" sz="2200" dirty="0">
                <a:solidFill>
                  <a:schemeClr val="accent2"/>
                </a:solidFill>
                <a:ea typeface="黑体" panose="02010609060101010101" pitchFamily="2" charset="-122"/>
              </a:endParaRPr>
            </a:p>
          </p:txBody>
        </p:sp>
      </p:grpSp>
      <p:grpSp>
        <p:nvGrpSpPr>
          <p:cNvPr id="3" name="Group 12"/>
          <p:cNvGrpSpPr/>
          <p:nvPr/>
        </p:nvGrpSpPr>
        <p:grpSpPr bwMode="auto">
          <a:xfrm>
            <a:off x="2582144" y="2780928"/>
            <a:ext cx="3352800" cy="2743200"/>
            <a:chOff x="1274" y="1884"/>
            <a:chExt cx="2112" cy="1728"/>
          </a:xfrm>
        </p:grpSpPr>
        <p:sp>
          <p:nvSpPr>
            <p:cNvPr id="63504" name="Line 13"/>
            <p:cNvSpPr>
              <a:spLocks noChangeShapeType="1"/>
            </p:cNvSpPr>
            <p:nvPr/>
          </p:nvSpPr>
          <p:spPr bwMode="auto">
            <a:xfrm flipV="1">
              <a:off x="2167" y="1884"/>
              <a:ext cx="1008" cy="0"/>
            </a:xfrm>
            <a:prstGeom prst="line">
              <a:avLst/>
            </a:prstGeom>
            <a:noFill/>
            <a:ln w="44450" cap="sq">
              <a:solidFill>
                <a:srgbClr val="FF0000"/>
              </a:solidFill>
              <a:round/>
            </a:ln>
          </p:spPr>
          <p:txBody>
            <a:bodyPr wrap="none" anchor="ctr"/>
            <a:lstStyle/>
            <a:p>
              <a:endParaRPr lang="zh-CN" altLang="en-US"/>
            </a:p>
          </p:txBody>
        </p:sp>
        <p:sp>
          <p:nvSpPr>
            <p:cNvPr id="63505" name="AutoShape 14"/>
            <p:cNvSpPr>
              <a:spLocks noChangeArrowheads="1"/>
            </p:cNvSpPr>
            <p:nvPr/>
          </p:nvSpPr>
          <p:spPr bwMode="auto">
            <a:xfrm>
              <a:off x="1439" y="3310"/>
              <a:ext cx="1759" cy="302"/>
            </a:xfrm>
            <a:prstGeom prst="wedgeRectCallout">
              <a:avLst>
                <a:gd name="adj1" fmla="val 25611"/>
                <a:gd name="adj2" fmla="val -477815"/>
              </a:avLst>
            </a:prstGeom>
            <a:noFill/>
            <a:ln w="57150" cap="sq">
              <a:solidFill>
                <a:srgbClr val="33CCCC"/>
              </a:solidFill>
              <a:miter lim="800000"/>
            </a:ln>
          </p:spPr>
          <p:txBody>
            <a:bodyPr anchor="ctr"/>
            <a:lstStyle/>
            <a:p>
              <a:pPr algn="ctr" fontAlgn="base">
                <a:spcBef>
                  <a:spcPct val="0"/>
                </a:spcBef>
              </a:pPr>
              <a:endParaRPr lang="zh-CN" altLang="en-US" sz="2400">
                <a:ea typeface="宋体" pitchFamily="2" charset="-122"/>
              </a:endParaRPr>
            </a:p>
          </p:txBody>
        </p:sp>
        <p:sp>
          <p:nvSpPr>
            <p:cNvPr id="63506" name="Text Box 15"/>
            <p:cNvSpPr txBox="1">
              <a:spLocks noChangeArrowheads="1"/>
            </p:cNvSpPr>
            <p:nvPr/>
          </p:nvSpPr>
          <p:spPr bwMode="auto">
            <a:xfrm>
              <a:off x="1274" y="3361"/>
              <a:ext cx="2112" cy="227"/>
            </a:xfrm>
            <a:prstGeom prst="rect">
              <a:avLst/>
            </a:prstGeom>
            <a:noFill/>
            <a:ln w="12700" cap="sq">
              <a:noFill/>
              <a:miter lim="800000"/>
            </a:ln>
          </p:spPr>
          <p:txBody>
            <a:bodyPr>
              <a:spAutoFit/>
            </a:bodyPr>
            <a:lstStyle/>
            <a:p>
              <a:pPr fontAlgn="base">
                <a:lnSpc>
                  <a:spcPct val="80000"/>
                </a:lnSpc>
                <a:spcBef>
                  <a:spcPct val="0"/>
                </a:spcBef>
              </a:pPr>
              <a:r>
                <a:rPr lang="zh-CN" altLang="en-US" sz="2200" dirty="0">
                  <a:solidFill>
                    <a:schemeClr val="accent2"/>
                  </a:solidFill>
                  <a:latin typeface="黑体" panose="02010609060101010101" pitchFamily="2" charset="-122"/>
                  <a:ea typeface="黑体" panose="02010609060101010101" pitchFamily="2" charset="-122"/>
                </a:rPr>
                <a:t>  测试插入位置合适否</a:t>
              </a:r>
              <a:endParaRPr lang="zh-CN" altLang="en-US" sz="2200" dirty="0">
                <a:solidFill>
                  <a:schemeClr val="accent2"/>
                </a:solidFill>
                <a:latin typeface="黑体" panose="02010609060101010101" pitchFamily="2" charset="-122"/>
                <a:ea typeface="黑体" panose="02010609060101010101" pitchFamily="2" charset="-122"/>
              </a:endParaRPr>
            </a:p>
          </p:txBody>
        </p:sp>
      </p:grpSp>
      <p:grpSp>
        <p:nvGrpSpPr>
          <p:cNvPr id="5" name="Group 16"/>
          <p:cNvGrpSpPr/>
          <p:nvPr/>
        </p:nvGrpSpPr>
        <p:grpSpPr bwMode="auto">
          <a:xfrm>
            <a:off x="1266255" y="129606"/>
            <a:ext cx="2590800" cy="1139825"/>
            <a:chOff x="144" y="276"/>
            <a:chExt cx="1632" cy="718"/>
          </a:xfrm>
        </p:grpSpPr>
        <p:sp>
          <p:nvSpPr>
            <p:cNvPr id="63501" name="AutoShape 17"/>
            <p:cNvSpPr>
              <a:spLocks noChangeArrowheads="1"/>
            </p:cNvSpPr>
            <p:nvPr/>
          </p:nvSpPr>
          <p:spPr bwMode="auto">
            <a:xfrm>
              <a:off x="144" y="336"/>
              <a:ext cx="1632" cy="624"/>
            </a:xfrm>
            <a:prstGeom prst="irregularSeal2">
              <a:avLst/>
            </a:prstGeom>
            <a:solidFill>
              <a:srgbClr val="CCFFFF"/>
            </a:solidFill>
            <a:ln w="66675" cap="sq">
              <a:solidFill>
                <a:srgbClr val="99CCFF"/>
              </a:solidFill>
              <a:miter lim="800000"/>
            </a:ln>
            <a:effectLst>
              <a:outerShdw dist="141990" dir="618291" algn="ctr" rotWithShape="0">
                <a:srgbClr val="B9B9B9"/>
              </a:outerShdw>
            </a:effectLst>
          </p:spPr>
          <p:txBody>
            <a:bodyPr wrap="none" anchor="ctr"/>
            <a:lstStyle/>
            <a:p>
              <a:endParaRPr lang="zh-CN" altLang="en-US"/>
            </a:p>
          </p:txBody>
        </p:sp>
        <p:sp>
          <p:nvSpPr>
            <p:cNvPr id="63502" name="Rectangle 18"/>
            <p:cNvSpPr>
              <a:spLocks noChangeArrowheads="1"/>
            </p:cNvSpPr>
            <p:nvPr/>
          </p:nvSpPr>
          <p:spPr bwMode="auto">
            <a:xfrm rot="-195445">
              <a:off x="756" y="276"/>
              <a:ext cx="596" cy="634"/>
            </a:xfrm>
            <a:prstGeom prst="rect">
              <a:avLst/>
            </a:prstGeom>
            <a:noFill/>
            <a:ln w="12700" cap="sq">
              <a:noFill/>
              <a:miter lim="800000"/>
            </a:ln>
            <a:effectLst>
              <a:outerShdw dist="35921" dir="2700000" algn="ctr" rotWithShape="0">
                <a:schemeClr val="bg1"/>
              </a:outerShdw>
            </a:effectLst>
          </p:spPr>
          <p:txBody>
            <a:bodyPr wrap="none">
              <a:spAutoFit/>
            </a:bodyPr>
            <a:lstStyle/>
            <a:p>
              <a:pPr algn="ctr"/>
              <a:r>
                <a:rPr lang="zh-CN" altLang="en-US" sz="6000" i="1" dirty="0">
                  <a:solidFill>
                    <a:srgbClr val="FF3300"/>
                  </a:solidFill>
                  <a:ea typeface="华文新魏" pitchFamily="2" charset="-122"/>
                </a:rPr>
                <a:t>法</a:t>
              </a:r>
              <a:endParaRPr lang="zh-CN" altLang="en-US" sz="6000" i="1" dirty="0">
                <a:solidFill>
                  <a:srgbClr val="FF3300"/>
                </a:solidFill>
                <a:ea typeface="华文新魏" pitchFamily="2" charset="-122"/>
              </a:endParaRPr>
            </a:p>
          </p:txBody>
        </p:sp>
        <p:sp>
          <p:nvSpPr>
            <p:cNvPr id="63503" name="Text Box 19"/>
            <p:cNvSpPr txBox="1">
              <a:spLocks noChangeArrowheads="1"/>
            </p:cNvSpPr>
            <p:nvPr/>
          </p:nvSpPr>
          <p:spPr bwMode="auto">
            <a:xfrm rot="-657574">
              <a:off x="336" y="360"/>
              <a:ext cx="768" cy="634"/>
            </a:xfrm>
            <a:prstGeom prst="rect">
              <a:avLst/>
            </a:prstGeom>
            <a:noFill/>
            <a:ln w="12700" cap="sq">
              <a:noFill/>
              <a:miter lim="800000"/>
            </a:ln>
            <a:effectLst>
              <a:outerShdw dist="35921" dir="2700000" algn="ctr" rotWithShape="0">
                <a:schemeClr val="bg1"/>
              </a:outerShdw>
            </a:effectLst>
          </p:spPr>
          <p:txBody>
            <a:bodyPr>
              <a:spAutoFit/>
            </a:bodyPr>
            <a:lstStyle/>
            <a:p>
              <a:pPr fontAlgn="base">
                <a:spcBef>
                  <a:spcPct val="0"/>
                </a:spcBef>
              </a:pPr>
              <a:r>
                <a:rPr lang="zh-CN" altLang="en-US" sz="6000" i="1" dirty="0">
                  <a:solidFill>
                    <a:srgbClr val="FF3300"/>
                  </a:solidFill>
                  <a:ea typeface="华文新魏" pitchFamily="2" charset="-122"/>
                </a:rPr>
                <a:t>算</a:t>
              </a:r>
              <a:endParaRPr lang="zh-CN" altLang="en-US" sz="6000" i="1" dirty="0">
                <a:solidFill>
                  <a:srgbClr val="FF3300"/>
                </a:solidFill>
                <a:ea typeface="华文新魏" pitchFamily="2" charset="-122"/>
              </a:endParaRPr>
            </a:p>
          </p:txBody>
        </p:sp>
      </p:grpSp>
      <p:sp>
        <p:nvSpPr>
          <p:cNvPr id="20" name="矩形 19"/>
          <p:cNvSpPr>
            <a:spLocks noChangeArrowheads="1"/>
          </p:cNvSpPr>
          <p:nvPr/>
        </p:nvSpPr>
        <p:spPr bwMode="auto">
          <a:xfrm>
            <a:off x="1588519" y="5949380"/>
            <a:ext cx="4821237" cy="584200"/>
          </a:xfrm>
          <a:prstGeom prst="rect">
            <a:avLst/>
          </a:prstGeom>
          <a:noFill/>
          <a:ln w="9525">
            <a:noFill/>
            <a:miter lim="800000"/>
          </a:ln>
        </p:spPr>
        <p:txBody>
          <a:bodyPr>
            <a:spAutoFit/>
          </a:bodyPr>
          <a:lstStyle/>
          <a:p>
            <a:r>
              <a:rPr lang="zh-CN" altLang="en-US" sz="3200">
                <a:solidFill>
                  <a:srgbClr val="000080"/>
                </a:solidFill>
                <a:latin typeface="幼圆" pitchFamily="49" charset="-122"/>
                <a:ea typeface="幼圆" pitchFamily="49" charset="-122"/>
              </a:rPr>
              <a:t>该算法的时间复杂度是：</a:t>
            </a:r>
            <a:endParaRPr lang="zh-CN" altLang="en-US" sz="3200"/>
          </a:p>
        </p:txBody>
      </p:sp>
      <p:sp>
        <p:nvSpPr>
          <p:cNvPr id="4" name="矩形 3"/>
          <p:cNvSpPr>
            <a:spLocks noChangeArrowheads="1"/>
          </p:cNvSpPr>
          <p:nvPr/>
        </p:nvSpPr>
        <p:spPr bwMode="auto">
          <a:xfrm>
            <a:off x="6110537" y="5877273"/>
            <a:ext cx="963725" cy="646331"/>
          </a:xfrm>
          <a:prstGeom prst="rect">
            <a:avLst/>
          </a:prstGeom>
          <a:noFill/>
          <a:ln w="9525">
            <a:noFill/>
            <a:miter lim="800000"/>
          </a:ln>
        </p:spPr>
        <p:txBody>
          <a:bodyPr wrap="none">
            <a:spAutoFit/>
          </a:bodyPr>
          <a:lstStyle/>
          <a:p>
            <a:r>
              <a:rPr lang="en-US" altLang="zh-CN" sz="3600" b="1" dirty="0">
                <a:solidFill>
                  <a:srgbClr val="FF3300"/>
                </a:solidFill>
                <a:ea typeface="幼圆" pitchFamily="49" charset="-122"/>
              </a:rPr>
              <a:t>O(n)</a:t>
            </a:r>
            <a:endParaRPr lang="zh-CN" altLang="en-US" sz="3600" b="1"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580610"/>
                                        </p:tgtEl>
                                        <p:attrNameLst>
                                          <p:attrName>style.visibility</p:attrName>
                                        </p:attrNameLst>
                                      </p:cBhvr>
                                      <p:to>
                                        <p:strVal val="visible"/>
                                      </p:to>
                                    </p:set>
                                    <p:animEffect transition="in" filter="blinds(vertical)">
                                      <p:cBhvr>
                                        <p:cTn id="7" dur="500"/>
                                        <p:tgtEl>
                                          <p:spTgt spid="5806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580611"/>
                                        </p:tgtEl>
                                        <p:attrNameLst>
                                          <p:attrName>style.visibility</p:attrName>
                                        </p:attrNameLst>
                                      </p:cBhvr>
                                      <p:to>
                                        <p:strVal val="visible"/>
                                      </p:to>
                                    </p:set>
                                    <p:animEffect transition="in" filter="blinds(vertical)">
                                      <p:cBhvr>
                                        <p:cTn id="12" dur="500"/>
                                        <p:tgtEl>
                                          <p:spTgt spid="58061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grpId="0" nodeType="clickEffect">
                                  <p:stCondLst>
                                    <p:cond delay="0"/>
                                  </p:stCondLst>
                                  <p:childTnLst>
                                    <p:set>
                                      <p:cBhvr>
                                        <p:cTn id="16" dur="1" fill="hold">
                                          <p:stCondLst>
                                            <p:cond delay="0"/>
                                          </p:stCondLst>
                                        </p:cTn>
                                        <p:tgtEl>
                                          <p:spTgt spid="580612"/>
                                        </p:tgtEl>
                                        <p:attrNameLst>
                                          <p:attrName>style.visibility</p:attrName>
                                        </p:attrNameLst>
                                      </p:cBhvr>
                                      <p:to>
                                        <p:strVal val="visible"/>
                                      </p:to>
                                    </p:set>
                                    <p:animEffect transition="in" filter="blinds(vertical)">
                                      <p:cBhvr>
                                        <p:cTn id="17" dur="500"/>
                                        <p:tgtEl>
                                          <p:spTgt spid="580612"/>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580615"/>
                                        </p:tgtEl>
                                        <p:attrNameLst>
                                          <p:attrName>style.visibility</p:attrName>
                                        </p:attrNameLst>
                                      </p:cBhvr>
                                      <p:to>
                                        <p:strVal val="visible"/>
                                      </p:to>
                                    </p:set>
                                    <p:animEffect transition="in" filter="slide(fromBottom)">
                                      <p:cBhvr>
                                        <p:cTn id="22" dur="500"/>
                                        <p:tgtEl>
                                          <p:spTgt spid="58061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5" fill="hold" grpId="0" nodeType="clickEffect">
                                  <p:stCondLst>
                                    <p:cond delay="0"/>
                                  </p:stCondLst>
                                  <p:childTnLst>
                                    <p:set>
                                      <p:cBhvr>
                                        <p:cTn id="26" dur="1" fill="hold">
                                          <p:stCondLst>
                                            <p:cond delay="0"/>
                                          </p:stCondLst>
                                        </p:cTn>
                                        <p:tgtEl>
                                          <p:spTgt spid="580613"/>
                                        </p:tgtEl>
                                        <p:attrNameLst>
                                          <p:attrName>style.visibility</p:attrName>
                                        </p:attrNameLst>
                                      </p:cBhvr>
                                      <p:to>
                                        <p:strVal val="visible"/>
                                      </p:to>
                                    </p:set>
                                    <p:animEffect transition="in" filter="blinds(vertical)">
                                      <p:cBhvr>
                                        <p:cTn id="27" dur="500"/>
                                        <p:tgtEl>
                                          <p:spTgt spid="58061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right)">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wipe(down)">
                                      <p:cBhvr>
                                        <p:cTn id="37" dur="500"/>
                                        <p:tgtEl>
                                          <p:spTgt spid="3"/>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blinds(horizontal)">
                                      <p:cBhvr>
                                        <p:cTn id="42" dur="500"/>
                                        <p:tgtEl>
                                          <p:spTgt spid="20"/>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4"/>
                                        </p:tgtEl>
                                        <p:attrNameLst>
                                          <p:attrName>style.visibility</p:attrName>
                                        </p:attrNameLst>
                                      </p:cBhvr>
                                      <p:to>
                                        <p:strVal val="visible"/>
                                      </p:to>
                                    </p:set>
                                    <p:animEffect transition="in" filter="blinds(horizontal)">
                                      <p:cBhvr>
                                        <p:cTn id="4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0610" grpId="0" autoUpdateAnimBg="0"/>
      <p:bldP spid="580611" grpId="0" autoUpdateAnimBg="0"/>
      <p:bldP spid="580612" grpId="0" autoUpdateAnimBg="0"/>
      <p:bldP spid="580613" grpId="0" autoUpdateAnimBg="0"/>
      <p:bldP spid="580615" grpId="0" autoUpdateAnimBg="0"/>
      <p:bldP spid="20" grpId="0"/>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8"/>
          <p:cNvGrpSpPr/>
          <p:nvPr/>
        </p:nvGrpSpPr>
        <p:grpSpPr bwMode="auto">
          <a:xfrm>
            <a:off x="1982788" y="1663700"/>
            <a:ext cx="8228012" cy="3733800"/>
            <a:chOff x="289" y="1200"/>
            <a:chExt cx="5183" cy="2352"/>
          </a:xfrm>
        </p:grpSpPr>
        <p:sp>
          <p:nvSpPr>
            <p:cNvPr id="64519" name="Freeform 9"/>
            <p:cNvSpPr/>
            <p:nvPr/>
          </p:nvSpPr>
          <p:spPr bwMode="auto">
            <a:xfrm>
              <a:off x="289" y="1200"/>
              <a:ext cx="5136" cy="2352"/>
            </a:xfrm>
            <a:custGeom>
              <a:avLst/>
              <a:gdLst>
                <a:gd name="T0" fmla="*/ 517 w 4969"/>
                <a:gd name="T1" fmla="*/ 63 h 2578"/>
                <a:gd name="T2" fmla="*/ 1684 w 4969"/>
                <a:gd name="T3" fmla="*/ 68 h 2578"/>
                <a:gd name="T4" fmla="*/ 2638 w 4969"/>
                <a:gd name="T5" fmla="*/ 39 h 2578"/>
                <a:gd name="T6" fmla="*/ 3377 w 4969"/>
                <a:gd name="T7" fmla="*/ 63 h 2578"/>
                <a:gd name="T8" fmla="*/ 4047 w 4969"/>
                <a:gd name="T9" fmla="*/ 99 h 2578"/>
                <a:gd name="T10" fmla="*/ 5455 w 4969"/>
                <a:gd name="T11" fmla="*/ 93 h 2578"/>
                <a:gd name="T12" fmla="*/ 6011 w 4969"/>
                <a:gd name="T13" fmla="*/ 63 h 2578"/>
                <a:gd name="T14" fmla="*/ 6211 w 4969"/>
                <a:gd name="T15" fmla="*/ 111 h 2578"/>
                <a:gd name="T16" fmla="*/ 6181 w 4969"/>
                <a:gd name="T17" fmla="*/ 129 h 2578"/>
                <a:gd name="T18" fmla="*/ 6154 w 4969"/>
                <a:gd name="T19" fmla="*/ 349 h 2578"/>
                <a:gd name="T20" fmla="*/ 6124 w 4969"/>
                <a:gd name="T21" fmla="*/ 539 h 2578"/>
                <a:gd name="T22" fmla="*/ 6099 w 4969"/>
                <a:gd name="T23" fmla="*/ 884 h 2578"/>
                <a:gd name="T24" fmla="*/ 6111 w 4969"/>
                <a:gd name="T25" fmla="*/ 826 h 2578"/>
                <a:gd name="T26" fmla="*/ 6124 w 4969"/>
                <a:gd name="T27" fmla="*/ 794 h 2578"/>
                <a:gd name="T28" fmla="*/ 6140 w 4969"/>
                <a:gd name="T29" fmla="*/ 826 h 2578"/>
                <a:gd name="T30" fmla="*/ 6169 w 4969"/>
                <a:gd name="T31" fmla="*/ 842 h 2578"/>
                <a:gd name="T32" fmla="*/ 6140 w 4969"/>
                <a:gd name="T33" fmla="*/ 1336 h 2578"/>
                <a:gd name="T34" fmla="*/ 4789 w 4969"/>
                <a:gd name="T35" fmla="*/ 1329 h 2578"/>
                <a:gd name="T36" fmla="*/ 4871 w 4969"/>
                <a:gd name="T37" fmla="*/ 1324 h 2578"/>
                <a:gd name="T38" fmla="*/ 3535 w 4969"/>
                <a:gd name="T39" fmla="*/ 1316 h 2578"/>
                <a:gd name="T40" fmla="*/ 2083 w 4969"/>
                <a:gd name="T41" fmla="*/ 1299 h 2578"/>
                <a:gd name="T42" fmla="*/ 1242 w 4969"/>
                <a:gd name="T43" fmla="*/ 1299 h 2578"/>
                <a:gd name="T44" fmla="*/ 161 w 4969"/>
                <a:gd name="T45" fmla="*/ 1353 h 2578"/>
                <a:gd name="T46" fmla="*/ 90 w 4969"/>
                <a:gd name="T47" fmla="*/ 663 h 2578"/>
                <a:gd name="T48" fmla="*/ 133 w 4969"/>
                <a:gd name="T49" fmla="*/ 82 h 2578"/>
                <a:gd name="T50" fmla="*/ 190 w 4969"/>
                <a:gd name="T51" fmla="*/ 88 h 2578"/>
                <a:gd name="T52" fmla="*/ 275 w 4969"/>
                <a:gd name="T53" fmla="*/ 99 h 2578"/>
                <a:gd name="T54" fmla="*/ 389 w 4969"/>
                <a:gd name="T55" fmla="*/ 52 h 2578"/>
                <a:gd name="T56" fmla="*/ 517 w 4969"/>
                <a:gd name="T57" fmla="*/ 63 h 2578"/>
                <a:gd name="T58" fmla="*/ 517 w 4969"/>
                <a:gd name="T59" fmla="*/ 63 h 257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4969" h="2578">
                  <a:moveTo>
                    <a:pt x="410" y="121"/>
                  </a:moveTo>
                  <a:cubicBezTo>
                    <a:pt x="749" y="132"/>
                    <a:pt x="984" y="140"/>
                    <a:pt x="1336" y="132"/>
                  </a:cubicBezTo>
                  <a:cubicBezTo>
                    <a:pt x="1588" y="105"/>
                    <a:pt x="1841" y="98"/>
                    <a:pt x="2093" y="76"/>
                  </a:cubicBezTo>
                  <a:cubicBezTo>
                    <a:pt x="1871" y="226"/>
                    <a:pt x="2499" y="91"/>
                    <a:pt x="2680" y="121"/>
                  </a:cubicBezTo>
                  <a:cubicBezTo>
                    <a:pt x="3241" y="111"/>
                    <a:pt x="3496" y="0"/>
                    <a:pt x="3211" y="189"/>
                  </a:cubicBezTo>
                  <a:cubicBezTo>
                    <a:pt x="2900" y="395"/>
                    <a:pt x="3956" y="182"/>
                    <a:pt x="4329" y="178"/>
                  </a:cubicBezTo>
                  <a:cubicBezTo>
                    <a:pt x="4474" y="140"/>
                    <a:pt x="4621" y="130"/>
                    <a:pt x="4770" y="121"/>
                  </a:cubicBezTo>
                  <a:cubicBezTo>
                    <a:pt x="4910" y="140"/>
                    <a:pt x="4969" y="91"/>
                    <a:pt x="4928" y="212"/>
                  </a:cubicBezTo>
                  <a:cubicBezTo>
                    <a:pt x="4924" y="225"/>
                    <a:pt x="4913" y="234"/>
                    <a:pt x="4905" y="245"/>
                  </a:cubicBezTo>
                  <a:cubicBezTo>
                    <a:pt x="4854" y="402"/>
                    <a:pt x="4898" y="255"/>
                    <a:pt x="4883" y="663"/>
                  </a:cubicBezTo>
                  <a:cubicBezTo>
                    <a:pt x="4875" y="867"/>
                    <a:pt x="4874" y="861"/>
                    <a:pt x="4860" y="1025"/>
                  </a:cubicBezTo>
                  <a:cubicBezTo>
                    <a:pt x="4855" y="1243"/>
                    <a:pt x="4838" y="1462"/>
                    <a:pt x="4838" y="1680"/>
                  </a:cubicBezTo>
                  <a:cubicBezTo>
                    <a:pt x="4838" y="1718"/>
                    <a:pt x="4844" y="1605"/>
                    <a:pt x="4849" y="1567"/>
                  </a:cubicBezTo>
                  <a:cubicBezTo>
                    <a:pt x="4851" y="1548"/>
                    <a:pt x="4856" y="1529"/>
                    <a:pt x="4860" y="1510"/>
                  </a:cubicBezTo>
                  <a:cubicBezTo>
                    <a:pt x="4864" y="1529"/>
                    <a:pt x="4864" y="1549"/>
                    <a:pt x="4871" y="1567"/>
                  </a:cubicBezTo>
                  <a:cubicBezTo>
                    <a:pt x="4876" y="1580"/>
                    <a:pt x="4894" y="1587"/>
                    <a:pt x="4894" y="1601"/>
                  </a:cubicBezTo>
                  <a:cubicBezTo>
                    <a:pt x="4894" y="1913"/>
                    <a:pt x="4879" y="2226"/>
                    <a:pt x="4871" y="2538"/>
                  </a:cubicBezTo>
                  <a:cubicBezTo>
                    <a:pt x="4514" y="2534"/>
                    <a:pt x="4156" y="2535"/>
                    <a:pt x="3799" y="2527"/>
                  </a:cubicBezTo>
                  <a:cubicBezTo>
                    <a:pt x="3776" y="2527"/>
                    <a:pt x="3889" y="2517"/>
                    <a:pt x="3866" y="2516"/>
                  </a:cubicBezTo>
                  <a:cubicBezTo>
                    <a:pt x="3512" y="2508"/>
                    <a:pt x="3159" y="2508"/>
                    <a:pt x="2805" y="2504"/>
                  </a:cubicBezTo>
                  <a:cubicBezTo>
                    <a:pt x="2734" y="2506"/>
                    <a:pt x="1040" y="2578"/>
                    <a:pt x="1653" y="2470"/>
                  </a:cubicBezTo>
                  <a:cubicBezTo>
                    <a:pt x="1450" y="2572"/>
                    <a:pt x="1204" y="2516"/>
                    <a:pt x="986" y="2470"/>
                  </a:cubicBezTo>
                  <a:cubicBezTo>
                    <a:pt x="872" y="2472"/>
                    <a:pt x="318" y="2382"/>
                    <a:pt x="128" y="2572"/>
                  </a:cubicBezTo>
                  <a:cubicBezTo>
                    <a:pt x="0" y="2261"/>
                    <a:pt x="85" y="1659"/>
                    <a:pt x="71" y="1262"/>
                  </a:cubicBezTo>
                  <a:cubicBezTo>
                    <a:pt x="81" y="466"/>
                    <a:pt x="28" y="556"/>
                    <a:pt x="105" y="155"/>
                  </a:cubicBezTo>
                  <a:cubicBezTo>
                    <a:pt x="120" y="159"/>
                    <a:pt x="138" y="157"/>
                    <a:pt x="151" y="166"/>
                  </a:cubicBezTo>
                  <a:cubicBezTo>
                    <a:pt x="211" y="206"/>
                    <a:pt x="126" y="211"/>
                    <a:pt x="218" y="189"/>
                  </a:cubicBezTo>
                  <a:cubicBezTo>
                    <a:pt x="244" y="150"/>
                    <a:pt x="269" y="125"/>
                    <a:pt x="309" y="99"/>
                  </a:cubicBezTo>
                  <a:cubicBezTo>
                    <a:pt x="348" y="107"/>
                    <a:pt x="373" y="111"/>
                    <a:pt x="410" y="121"/>
                  </a:cubicBezTo>
                  <a:cubicBezTo>
                    <a:pt x="410" y="121"/>
                    <a:pt x="501" y="150"/>
                    <a:pt x="410" y="121"/>
                  </a:cubicBezTo>
                  <a:close/>
                </a:path>
              </a:pathLst>
            </a:custGeom>
            <a:solidFill>
              <a:srgbClr val="C9E4FF"/>
            </a:solidFill>
            <a:ln w="31750" cap="sq" cmpd="sng">
              <a:noFill/>
              <a:prstDash val="solid"/>
              <a:round/>
            </a:ln>
            <a:effectLst>
              <a:outerShdw dist="224686" dir="2837437" algn="ctr" rotWithShape="0">
                <a:srgbClr val="B9B9B9"/>
              </a:outerShdw>
            </a:effectLst>
          </p:spPr>
          <p:txBody>
            <a:bodyPr wrap="none" anchor="ctr"/>
            <a:lstStyle/>
            <a:p>
              <a:endParaRPr lang="zh-CN" altLang="en-US"/>
            </a:p>
          </p:txBody>
        </p:sp>
        <p:sp>
          <p:nvSpPr>
            <p:cNvPr id="64520" name="Text Box 10"/>
            <p:cNvSpPr txBox="1">
              <a:spLocks noChangeArrowheads="1"/>
            </p:cNvSpPr>
            <p:nvPr/>
          </p:nvSpPr>
          <p:spPr bwMode="auto">
            <a:xfrm>
              <a:off x="624" y="1632"/>
              <a:ext cx="4848" cy="1473"/>
            </a:xfrm>
            <a:prstGeom prst="rect">
              <a:avLst/>
            </a:prstGeom>
            <a:noFill/>
            <a:ln w="9525">
              <a:noFill/>
              <a:miter lim="800000"/>
            </a:ln>
          </p:spPr>
          <p:txBody>
            <a:bodyPr>
              <a:spAutoFit/>
            </a:bodyPr>
            <a:lstStyle/>
            <a:p>
              <a:pPr algn="just" fontAlgn="base">
                <a:spcBef>
                  <a:spcPct val="0"/>
                </a:spcBef>
              </a:pPr>
              <a:r>
                <a:rPr lang="zh-CN" altLang="en-US" sz="2600" dirty="0">
                  <a:solidFill>
                    <a:srgbClr val="000080"/>
                  </a:solidFill>
                  <a:latin typeface="幼圆" pitchFamily="49" charset="-122"/>
                  <a:ea typeface="幼圆" pitchFamily="49" charset="-122"/>
                </a:rPr>
                <a:t>   若设</a:t>
              </a:r>
              <a:r>
                <a:rPr lang="en-US" altLang="zh-CN" sz="2600" dirty="0">
                  <a:solidFill>
                    <a:srgbClr val="000080"/>
                  </a:solidFill>
                  <a:ea typeface="幼圆" pitchFamily="49" charset="-122"/>
                </a:rPr>
                <a:t>p</a:t>
              </a:r>
              <a:r>
                <a:rPr lang="en-US" altLang="zh-CN" sz="2600" baseline="-25000" dirty="0">
                  <a:solidFill>
                    <a:srgbClr val="000080"/>
                  </a:solidFill>
                  <a:ea typeface="幼圆" pitchFamily="49" charset="-122"/>
                </a:rPr>
                <a:t>i</a:t>
              </a:r>
              <a:r>
                <a:rPr lang="zh-CN" altLang="en-US" sz="2600" dirty="0">
                  <a:solidFill>
                    <a:srgbClr val="000080"/>
                  </a:solidFill>
                  <a:latin typeface="幼圆" pitchFamily="49" charset="-122"/>
                  <a:ea typeface="幼圆" pitchFamily="49" charset="-122"/>
                </a:rPr>
                <a:t>为插入一个元素于线性表第</a:t>
              </a:r>
              <a:r>
                <a:rPr lang="en-US" altLang="zh-CN" sz="2600" dirty="0" err="1">
                  <a:solidFill>
                    <a:srgbClr val="000080"/>
                  </a:solidFill>
                  <a:ea typeface="幼圆" pitchFamily="49" charset="-122"/>
                </a:rPr>
                <a:t>i</a:t>
              </a:r>
              <a:r>
                <a:rPr lang="zh-CN" altLang="en-US" sz="2600" dirty="0">
                  <a:solidFill>
                    <a:srgbClr val="000080"/>
                  </a:solidFill>
                  <a:latin typeface="幼圆" pitchFamily="49" charset="-122"/>
                  <a:ea typeface="幼圆" pitchFamily="49" charset="-122"/>
                </a:rPr>
                <a:t>个位置的</a:t>
              </a:r>
              <a:endParaRPr lang="zh-CN" altLang="en-US" sz="2600" dirty="0">
                <a:solidFill>
                  <a:srgbClr val="000080"/>
                </a:solidFill>
                <a:latin typeface="幼圆" pitchFamily="49" charset="-122"/>
                <a:ea typeface="幼圆" pitchFamily="49" charset="-122"/>
              </a:endParaRPr>
            </a:p>
            <a:p>
              <a:pPr algn="just" fontAlgn="base">
                <a:spcBef>
                  <a:spcPct val="0"/>
                </a:spcBef>
              </a:pPr>
              <a:r>
                <a:rPr lang="zh-CN" altLang="en-US" sz="2600" dirty="0">
                  <a:solidFill>
                    <a:srgbClr val="000080"/>
                  </a:solidFill>
                  <a:latin typeface="幼圆" pitchFamily="49" charset="-122"/>
                  <a:ea typeface="幼圆" pitchFamily="49" charset="-122"/>
                </a:rPr>
                <a:t>概率(概率相等)，则在长度为</a:t>
              </a:r>
              <a:r>
                <a:rPr lang="en-US" altLang="zh-CN" sz="2600" dirty="0">
                  <a:solidFill>
                    <a:srgbClr val="000080"/>
                  </a:solidFill>
                  <a:ea typeface="幼圆" pitchFamily="49" charset="-122"/>
                </a:rPr>
                <a:t>n</a:t>
              </a:r>
              <a:r>
                <a:rPr lang="zh-CN" altLang="en-US" sz="2600" dirty="0">
                  <a:solidFill>
                    <a:srgbClr val="000080"/>
                  </a:solidFill>
                  <a:latin typeface="幼圆" pitchFamily="49" charset="-122"/>
                  <a:ea typeface="幼圆" pitchFamily="49" charset="-122"/>
                </a:rPr>
                <a:t>的线性表中插入</a:t>
              </a:r>
              <a:endParaRPr lang="zh-CN" altLang="en-US" sz="2600" dirty="0">
                <a:solidFill>
                  <a:srgbClr val="000080"/>
                </a:solidFill>
                <a:latin typeface="幼圆" pitchFamily="49" charset="-122"/>
                <a:ea typeface="幼圆" pitchFamily="49" charset="-122"/>
              </a:endParaRPr>
            </a:p>
            <a:p>
              <a:pPr algn="just" fontAlgn="base">
                <a:spcBef>
                  <a:spcPct val="0"/>
                </a:spcBef>
              </a:pPr>
              <a:r>
                <a:rPr lang="zh-CN" altLang="en-US" sz="2600" dirty="0">
                  <a:solidFill>
                    <a:srgbClr val="000080"/>
                  </a:solidFill>
                  <a:latin typeface="幼圆" pitchFamily="49" charset="-122"/>
                  <a:ea typeface="幼圆" pitchFamily="49" charset="-122"/>
                </a:rPr>
                <a:t>一个元素需要移动其他的元素的平均次数为</a:t>
              </a:r>
              <a:endParaRPr lang="zh-CN" altLang="en-US" sz="2600" dirty="0">
                <a:solidFill>
                  <a:srgbClr val="000080"/>
                </a:solidFill>
                <a:latin typeface="幼圆" pitchFamily="49" charset="-122"/>
                <a:ea typeface="幼圆" pitchFamily="49" charset="-122"/>
              </a:endParaRPr>
            </a:p>
            <a:p>
              <a:pPr algn="just" fontAlgn="base">
                <a:lnSpc>
                  <a:spcPct val="85000"/>
                </a:lnSpc>
                <a:spcBef>
                  <a:spcPct val="0"/>
                </a:spcBef>
              </a:pPr>
              <a:r>
                <a:rPr lang="zh-CN" altLang="en-US" sz="2600" dirty="0">
                  <a:solidFill>
                    <a:srgbClr val="000080"/>
                  </a:solidFill>
                  <a:latin typeface="幼圆" pitchFamily="49" charset="-122"/>
                  <a:ea typeface="幼圆" pitchFamily="49" charset="-122"/>
                </a:rPr>
                <a:t>    </a:t>
              </a:r>
              <a:endParaRPr lang="zh-CN" altLang="en-US" sz="2600" dirty="0">
                <a:solidFill>
                  <a:srgbClr val="000080"/>
                </a:solidFill>
                <a:latin typeface="幼圆" pitchFamily="49" charset="-122"/>
                <a:ea typeface="幼圆" pitchFamily="49" charset="-122"/>
              </a:endParaRPr>
            </a:p>
            <a:p>
              <a:pPr algn="just" fontAlgn="base">
                <a:lnSpc>
                  <a:spcPct val="85000"/>
                </a:lnSpc>
                <a:spcBef>
                  <a:spcPct val="0"/>
                </a:spcBef>
              </a:pPr>
              <a:r>
                <a:rPr lang="zh-CN" altLang="en-US" sz="2600" dirty="0">
                  <a:solidFill>
                    <a:srgbClr val="000080"/>
                  </a:solidFill>
                  <a:ea typeface="幼圆" pitchFamily="49" charset="-122"/>
                </a:rPr>
                <a:t>               </a:t>
              </a:r>
              <a:r>
                <a:rPr lang="en-US" altLang="zh-CN" sz="2600" dirty="0" err="1">
                  <a:solidFill>
                    <a:srgbClr val="000080"/>
                  </a:solidFill>
                  <a:ea typeface="幼圆" pitchFamily="49" charset="-122"/>
                </a:rPr>
                <a:t>T</a:t>
              </a:r>
              <a:r>
                <a:rPr lang="en-US" altLang="zh-CN" sz="2600" baseline="-25000" dirty="0" err="1">
                  <a:solidFill>
                    <a:srgbClr val="000080"/>
                  </a:solidFill>
                  <a:ea typeface="幼圆" pitchFamily="49" charset="-122"/>
                </a:rPr>
                <a:t>is</a:t>
              </a:r>
              <a:r>
                <a:rPr lang="en-US" altLang="zh-CN" sz="2600" dirty="0">
                  <a:solidFill>
                    <a:srgbClr val="000080"/>
                  </a:solidFill>
                  <a:ea typeface="幼圆" pitchFamily="49" charset="-122"/>
                </a:rPr>
                <a:t>= </a:t>
              </a:r>
              <a:r>
                <a:rPr lang="en-US" altLang="zh-CN" sz="2800" dirty="0">
                  <a:solidFill>
                    <a:srgbClr val="000080"/>
                  </a:solidFill>
                  <a:ea typeface="幼圆" pitchFamily="49" charset="-122"/>
                  <a:sym typeface="Symbol" pitchFamily="18" charset="2"/>
                </a:rPr>
                <a:t></a:t>
              </a:r>
              <a:r>
                <a:rPr lang="en-US" altLang="zh-CN" sz="2600" dirty="0">
                  <a:solidFill>
                    <a:srgbClr val="000080"/>
                  </a:solidFill>
                  <a:ea typeface="幼圆" pitchFamily="49" charset="-122"/>
                </a:rPr>
                <a:t>p</a:t>
              </a:r>
              <a:r>
                <a:rPr lang="en-US" altLang="zh-CN" sz="2600" baseline="-25000" dirty="0">
                  <a:solidFill>
                    <a:srgbClr val="000080"/>
                  </a:solidFill>
                  <a:ea typeface="幼圆" pitchFamily="49" charset="-122"/>
                </a:rPr>
                <a:t>i</a:t>
              </a:r>
              <a:r>
                <a:rPr lang="en-US" altLang="zh-CN" sz="2600" dirty="0">
                  <a:solidFill>
                    <a:srgbClr val="000080"/>
                  </a:solidFill>
                  <a:ea typeface="幼圆" pitchFamily="49" charset="-122"/>
                </a:rPr>
                <a:t>(n-i+1) = </a:t>
              </a:r>
              <a:r>
                <a:rPr lang="en-US" altLang="zh-CN" sz="2800" dirty="0">
                  <a:solidFill>
                    <a:srgbClr val="000080"/>
                  </a:solidFill>
                  <a:ea typeface="幼圆" pitchFamily="49" charset="-122"/>
                  <a:sym typeface="Symbol" pitchFamily="18" charset="2"/>
                </a:rPr>
                <a:t></a:t>
              </a:r>
              <a:r>
                <a:rPr lang="en-US" altLang="zh-CN" sz="2600" dirty="0">
                  <a:solidFill>
                    <a:srgbClr val="000080"/>
                  </a:solidFill>
                  <a:ea typeface="幼圆" pitchFamily="49" charset="-122"/>
                </a:rPr>
                <a:t>(n-i+1)/(n+1) = n/2</a:t>
              </a:r>
              <a:endParaRPr lang="en-US" altLang="zh-CN" sz="2600" dirty="0">
                <a:solidFill>
                  <a:srgbClr val="000080"/>
                </a:solidFill>
                <a:ea typeface="幼圆" pitchFamily="49" charset="-122"/>
              </a:endParaRPr>
            </a:p>
            <a:p>
              <a:pPr algn="just" fontAlgn="base">
                <a:lnSpc>
                  <a:spcPct val="85000"/>
                </a:lnSpc>
                <a:spcBef>
                  <a:spcPct val="0"/>
                </a:spcBef>
              </a:pPr>
              <a:endParaRPr lang="en-US" altLang="zh-CN" sz="2600" dirty="0">
                <a:solidFill>
                  <a:srgbClr val="000080"/>
                </a:solidFill>
                <a:ea typeface="幼圆" pitchFamily="49" charset="-122"/>
              </a:endParaRPr>
            </a:p>
          </p:txBody>
        </p:sp>
        <p:sp>
          <p:nvSpPr>
            <p:cNvPr id="64521" name="Text Box 11"/>
            <p:cNvSpPr txBox="1">
              <a:spLocks noChangeArrowheads="1"/>
            </p:cNvSpPr>
            <p:nvPr/>
          </p:nvSpPr>
          <p:spPr bwMode="auto">
            <a:xfrm>
              <a:off x="1655" y="2493"/>
              <a:ext cx="289" cy="508"/>
            </a:xfrm>
            <a:prstGeom prst="rect">
              <a:avLst/>
            </a:prstGeom>
            <a:noFill/>
            <a:ln w="9525">
              <a:noFill/>
              <a:miter lim="800000"/>
            </a:ln>
          </p:spPr>
          <p:txBody>
            <a:bodyPr wrap="square">
              <a:spAutoFit/>
            </a:bodyPr>
            <a:lstStyle/>
            <a:p>
              <a:pPr algn="ctr" fontAlgn="base">
                <a:lnSpc>
                  <a:spcPct val="80000"/>
                </a:lnSpc>
              </a:pPr>
              <a:r>
                <a:rPr lang="en-US" altLang="zh-CN" sz="1600" dirty="0">
                  <a:solidFill>
                    <a:srgbClr val="000080"/>
                  </a:solidFill>
                  <a:ea typeface="宋体" pitchFamily="2" charset="-122"/>
                </a:rPr>
                <a:t>n</a:t>
              </a:r>
              <a:endParaRPr lang="en-US" altLang="zh-CN" sz="1600" dirty="0">
                <a:solidFill>
                  <a:srgbClr val="000080"/>
                </a:solidFill>
                <a:ea typeface="宋体" pitchFamily="2" charset="-122"/>
              </a:endParaRPr>
            </a:p>
            <a:p>
              <a:pPr algn="ctr" fontAlgn="base">
                <a:lnSpc>
                  <a:spcPct val="80000"/>
                </a:lnSpc>
              </a:pPr>
              <a:endParaRPr lang="en-US" altLang="zh-CN" sz="1600" dirty="0">
                <a:solidFill>
                  <a:srgbClr val="000080"/>
                </a:solidFill>
                <a:ea typeface="宋体" pitchFamily="2" charset="-122"/>
              </a:endParaRPr>
            </a:p>
            <a:p>
              <a:pPr algn="ctr" fontAlgn="base">
                <a:lnSpc>
                  <a:spcPct val="80000"/>
                </a:lnSpc>
              </a:pPr>
              <a:endParaRPr lang="en-US" altLang="zh-CN" sz="1000" dirty="0">
                <a:solidFill>
                  <a:srgbClr val="000080"/>
                </a:solidFill>
                <a:ea typeface="宋体" pitchFamily="2" charset="-122"/>
              </a:endParaRPr>
            </a:p>
            <a:p>
              <a:pPr algn="ctr" fontAlgn="base">
                <a:lnSpc>
                  <a:spcPct val="80000"/>
                </a:lnSpc>
              </a:pPr>
              <a:r>
                <a:rPr lang="en-US" altLang="zh-CN" sz="1600" dirty="0" err="1">
                  <a:solidFill>
                    <a:srgbClr val="000080"/>
                  </a:solidFill>
                  <a:ea typeface="宋体" pitchFamily="2" charset="-122"/>
                </a:rPr>
                <a:t>i</a:t>
              </a:r>
              <a:r>
                <a:rPr lang="en-US" altLang="zh-CN" sz="1600" dirty="0">
                  <a:solidFill>
                    <a:srgbClr val="000080"/>
                  </a:solidFill>
                  <a:ea typeface="宋体" pitchFamily="2" charset="-122"/>
                </a:rPr>
                <a:t>=1</a:t>
              </a:r>
              <a:endParaRPr lang="en-US" altLang="zh-CN" sz="1600" dirty="0">
                <a:solidFill>
                  <a:srgbClr val="000080"/>
                </a:solidFill>
                <a:ea typeface="宋体" pitchFamily="2" charset="-122"/>
              </a:endParaRPr>
            </a:p>
          </p:txBody>
        </p:sp>
        <p:sp>
          <p:nvSpPr>
            <p:cNvPr id="64522" name="Text Box 12"/>
            <p:cNvSpPr txBox="1">
              <a:spLocks noChangeArrowheads="1"/>
            </p:cNvSpPr>
            <p:nvPr/>
          </p:nvSpPr>
          <p:spPr bwMode="auto">
            <a:xfrm>
              <a:off x="2653" y="2493"/>
              <a:ext cx="260" cy="461"/>
            </a:xfrm>
            <a:prstGeom prst="rect">
              <a:avLst/>
            </a:prstGeom>
            <a:noFill/>
            <a:ln w="9525">
              <a:noFill/>
              <a:miter lim="800000"/>
            </a:ln>
          </p:spPr>
          <p:txBody>
            <a:bodyPr wrap="none">
              <a:spAutoFit/>
            </a:bodyPr>
            <a:lstStyle/>
            <a:p>
              <a:pPr algn="ctr" fontAlgn="base">
                <a:lnSpc>
                  <a:spcPct val="80000"/>
                </a:lnSpc>
              </a:pPr>
              <a:r>
                <a:rPr lang="en-US" altLang="zh-CN" sz="1600" dirty="0">
                  <a:solidFill>
                    <a:srgbClr val="000080"/>
                  </a:solidFill>
                  <a:ea typeface="宋体" pitchFamily="2" charset="-122"/>
                </a:rPr>
                <a:t>n</a:t>
              </a:r>
              <a:endParaRPr lang="en-US" altLang="zh-CN" sz="1600" dirty="0">
                <a:solidFill>
                  <a:srgbClr val="000080"/>
                </a:solidFill>
                <a:ea typeface="宋体" pitchFamily="2" charset="-122"/>
              </a:endParaRPr>
            </a:p>
            <a:p>
              <a:pPr algn="ctr" fontAlgn="base">
                <a:lnSpc>
                  <a:spcPct val="80000"/>
                </a:lnSpc>
              </a:pPr>
              <a:endParaRPr lang="en-US" altLang="zh-CN" sz="1000" dirty="0">
                <a:solidFill>
                  <a:srgbClr val="000080"/>
                </a:solidFill>
                <a:ea typeface="宋体" pitchFamily="2" charset="-122"/>
              </a:endParaRPr>
            </a:p>
            <a:p>
              <a:pPr algn="ctr" fontAlgn="base">
                <a:lnSpc>
                  <a:spcPct val="80000"/>
                </a:lnSpc>
              </a:pPr>
              <a:endParaRPr lang="en-US" altLang="zh-CN" sz="1000" dirty="0">
                <a:solidFill>
                  <a:srgbClr val="000080"/>
                </a:solidFill>
                <a:ea typeface="宋体" pitchFamily="2" charset="-122"/>
              </a:endParaRPr>
            </a:p>
            <a:p>
              <a:pPr algn="ctr" fontAlgn="base">
                <a:lnSpc>
                  <a:spcPct val="80000"/>
                </a:lnSpc>
              </a:pPr>
              <a:r>
                <a:rPr lang="en-US" altLang="zh-CN" sz="1600" dirty="0" err="1">
                  <a:solidFill>
                    <a:srgbClr val="000080"/>
                  </a:solidFill>
                  <a:ea typeface="宋体" pitchFamily="2" charset="-122"/>
                </a:rPr>
                <a:t>i</a:t>
              </a:r>
              <a:r>
                <a:rPr lang="en-US" altLang="zh-CN" sz="1600" dirty="0">
                  <a:solidFill>
                    <a:srgbClr val="000080"/>
                  </a:solidFill>
                  <a:ea typeface="宋体" pitchFamily="2" charset="-122"/>
                </a:rPr>
                <a:t>=1</a:t>
              </a:r>
              <a:endParaRPr lang="en-US" altLang="zh-CN" sz="1600" dirty="0">
                <a:solidFill>
                  <a:srgbClr val="000080"/>
                </a:solidFill>
                <a:ea typeface="宋体" pitchFamily="2" charset="-122"/>
              </a:endParaRPr>
            </a:p>
          </p:txBody>
        </p:sp>
      </p:grpSp>
      <p:sp>
        <p:nvSpPr>
          <p:cNvPr id="396327" name="Line 39"/>
          <p:cNvSpPr>
            <a:spLocks noChangeShapeType="1"/>
          </p:cNvSpPr>
          <p:nvPr/>
        </p:nvSpPr>
        <p:spPr bwMode="auto">
          <a:xfrm>
            <a:off x="3431704" y="3212976"/>
            <a:ext cx="1295400" cy="0"/>
          </a:xfrm>
          <a:prstGeom prst="line">
            <a:avLst/>
          </a:prstGeom>
          <a:noFill/>
          <a:ln w="47625">
            <a:solidFill>
              <a:srgbClr val="FF0000"/>
            </a:solidFill>
            <a:round/>
          </a:ln>
        </p:spPr>
        <p:txBody>
          <a:bodyPr wrap="none" anchor="ctr"/>
          <a:lstStyle/>
          <a:p>
            <a:endParaRPr lang="zh-CN" altLang="en-US"/>
          </a:p>
        </p:txBody>
      </p:sp>
      <p:grpSp>
        <p:nvGrpSpPr>
          <p:cNvPr id="3" name="Group 26"/>
          <p:cNvGrpSpPr/>
          <p:nvPr/>
        </p:nvGrpSpPr>
        <p:grpSpPr bwMode="auto">
          <a:xfrm>
            <a:off x="6083300" y="836614"/>
            <a:ext cx="4343400" cy="1457325"/>
            <a:chOff x="2832" y="474"/>
            <a:chExt cx="2736" cy="918"/>
          </a:xfrm>
        </p:grpSpPr>
        <p:sp>
          <p:nvSpPr>
            <p:cNvPr id="64517" name="Cloud"/>
            <p:cNvSpPr>
              <a:spLocks noChangeAspect="1" noEditPoints="1" noChangeArrowheads="1"/>
            </p:cNvSpPr>
            <p:nvPr/>
          </p:nvSpPr>
          <p:spPr bwMode="auto">
            <a:xfrm>
              <a:off x="2832" y="474"/>
              <a:ext cx="2736" cy="91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2976 w 21600"/>
                <a:gd name="T13" fmla="*/ 3271 h 21600"/>
                <a:gd name="T14" fmla="*/ 17084 w 21600"/>
                <a:gd name="T15" fmla="*/ 17341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FFFFFF"/>
            </a:solidFill>
            <a:ln w="28575">
              <a:solidFill>
                <a:srgbClr val="808080"/>
              </a:solidFill>
              <a:miter lim="800000"/>
            </a:ln>
            <a:effectLst>
              <a:outerShdw dist="143684" dir="2700000" algn="ctr" rotWithShape="0">
                <a:srgbClr val="B9B9B9"/>
              </a:outerShdw>
            </a:effectLst>
          </p:spPr>
          <p:txBody>
            <a:bodyPr/>
            <a:lstStyle/>
            <a:p>
              <a:endParaRPr lang="zh-CN" altLang="en-US"/>
            </a:p>
          </p:txBody>
        </p:sp>
        <p:sp>
          <p:nvSpPr>
            <p:cNvPr id="64518" name="Rectangle 7"/>
            <p:cNvSpPr>
              <a:spLocks noChangeArrowheads="1"/>
            </p:cNvSpPr>
            <p:nvPr/>
          </p:nvSpPr>
          <p:spPr bwMode="auto">
            <a:xfrm>
              <a:off x="3016" y="664"/>
              <a:ext cx="2448" cy="593"/>
            </a:xfrm>
            <a:prstGeom prst="rect">
              <a:avLst/>
            </a:prstGeom>
            <a:noFill/>
            <a:ln w="12700" cap="sq">
              <a:noFill/>
              <a:miter lim="800000"/>
            </a:ln>
          </p:spPr>
          <p:txBody>
            <a:bodyPr>
              <a:spAutoFit/>
            </a:bodyPr>
            <a:lstStyle/>
            <a:p>
              <a:pPr>
                <a:lnSpc>
                  <a:spcPct val="80000"/>
                </a:lnSpc>
                <a:spcBef>
                  <a:spcPct val="0"/>
                </a:spcBef>
              </a:pPr>
              <a:r>
                <a:rPr lang="zh-CN" altLang="en-US" sz="2300" i="1">
                  <a:solidFill>
                    <a:srgbClr val="000099"/>
                  </a:solidFill>
                  <a:latin typeface="黑体" panose="02010609060101010101" pitchFamily="2" charset="-122"/>
                  <a:ea typeface="黑体" panose="02010609060101010101" pitchFamily="2" charset="-122"/>
                </a:rPr>
                <a:t>衡量插入和删除算法时间效率的另一个重要指标：</a:t>
              </a:r>
              <a:endParaRPr lang="zh-CN" altLang="en-US" sz="2300" i="1">
                <a:solidFill>
                  <a:srgbClr val="000099"/>
                </a:solidFill>
                <a:latin typeface="黑体" panose="02010609060101010101" pitchFamily="2" charset="-122"/>
                <a:ea typeface="黑体" panose="02010609060101010101" pitchFamily="2" charset="-122"/>
              </a:endParaRPr>
            </a:p>
            <a:p>
              <a:pPr>
                <a:lnSpc>
                  <a:spcPct val="80000"/>
                </a:lnSpc>
                <a:spcBef>
                  <a:spcPct val="0"/>
                </a:spcBef>
              </a:pPr>
              <a:r>
                <a:rPr lang="zh-CN" altLang="en-US" sz="2300" i="1">
                  <a:solidFill>
                    <a:schemeClr val="accent2"/>
                  </a:solidFill>
                  <a:latin typeface="黑体" panose="02010609060101010101" pitchFamily="2" charset="-122"/>
                  <a:ea typeface="黑体" panose="02010609060101010101" pitchFamily="2" charset="-122"/>
                </a:rPr>
                <a:t>元素移动次数的平均值</a:t>
              </a:r>
              <a:endParaRPr lang="zh-CN" altLang="en-US" sz="2300" i="1">
                <a:solidFill>
                  <a:schemeClr val="accent2"/>
                </a:solidFill>
                <a:latin typeface="黑体" panose="02010609060101010101" pitchFamily="2" charset="-122"/>
                <a:ea typeface="黑体" panose="02010609060101010101" pitchFamily="2" charset="-122"/>
              </a:endParaRPr>
            </a:p>
          </p:txBody>
        </p:sp>
      </p:gr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Rectangle 2"/>
          <p:cNvSpPr>
            <a:spLocks noChangeArrowheads="1"/>
          </p:cNvSpPr>
          <p:nvPr/>
        </p:nvSpPr>
        <p:spPr bwMode="auto">
          <a:xfrm>
            <a:off x="1415480" y="1412776"/>
            <a:ext cx="8136904" cy="1303338"/>
          </a:xfrm>
          <a:prstGeom prst="rect">
            <a:avLst/>
          </a:prstGeom>
          <a:noFill/>
          <a:ln w="9525">
            <a:noFill/>
            <a:miter lim="800000"/>
          </a:ln>
        </p:spPr>
        <p:txBody>
          <a:bodyPr wrap="square" anchor="ctr">
            <a:spAutoFit/>
          </a:bodyPr>
          <a:lstStyle/>
          <a:p>
            <a:pPr fontAlgn="base">
              <a:lnSpc>
                <a:spcPct val="90000"/>
              </a:lnSpc>
              <a:spcBef>
                <a:spcPct val="0"/>
              </a:spcBef>
            </a:pPr>
            <a:r>
              <a:rPr lang="zh-CN" altLang="en-US" sz="2600" dirty="0">
                <a:solidFill>
                  <a:srgbClr val="000080"/>
                </a:solidFill>
                <a:latin typeface="幼圆" pitchFamily="49" charset="-122"/>
                <a:ea typeface="幼圆" pitchFamily="49" charset="-122"/>
              </a:rPr>
              <a:t>    把线性表的第</a:t>
            </a:r>
            <a:r>
              <a:rPr lang="en-US" altLang="zh-CN" sz="2600" dirty="0" err="1">
                <a:solidFill>
                  <a:srgbClr val="000080"/>
                </a:solidFill>
                <a:ea typeface="幼圆" pitchFamily="49" charset="-122"/>
              </a:rPr>
              <a:t>i</a:t>
            </a:r>
            <a:r>
              <a:rPr lang="zh-CN" altLang="en-US" sz="2600" dirty="0">
                <a:solidFill>
                  <a:srgbClr val="000080"/>
                </a:solidFill>
                <a:latin typeface="幼圆" pitchFamily="49" charset="-122"/>
                <a:ea typeface="幼圆" pitchFamily="49" charset="-122"/>
              </a:rPr>
              <a:t>个数据元素从线性表中去掉，使得长度为</a:t>
            </a:r>
            <a:r>
              <a:rPr lang="en-US" altLang="zh-CN" sz="2600" dirty="0">
                <a:solidFill>
                  <a:srgbClr val="000080"/>
                </a:solidFill>
                <a:ea typeface="幼圆" pitchFamily="49" charset="-122"/>
              </a:rPr>
              <a:t>n </a:t>
            </a:r>
            <a:r>
              <a:rPr lang="zh-CN" altLang="en-US" sz="2600" dirty="0">
                <a:solidFill>
                  <a:srgbClr val="000080"/>
                </a:solidFill>
                <a:latin typeface="幼圆" pitchFamily="49" charset="-122"/>
                <a:ea typeface="幼圆" pitchFamily="49" charset="-122"/>
              </a:rPr>
              <a:t>的线性表</a:t>
            </a:r>
            <a:endParaRPr lang="zh-CN" altLang="en-US" sz="2600" dirty="0">
              <a:solidFill>
                <a:srgbClr val="000080"/>
              </a:solidFill>
              <a:latin typeface="幼圆" pitchFamily="49" charset="-122"/>
              <a:ea typeface="幼圆" pitchFamily="49" charset="-122"/>
            </a:endParaRPr>
          </a:p>
          <a:p>
            <a:pPr algn="ctr" fontAlgn="base">
              <a:spcBef>
                <a:spcPct val="25000"/>
              </a:spcBef>
            </a:pPr>
            <a:r>
              <a:rPr lang="zh-CN" altLang="en-US" sz="2600" dirty="0">
                <a:solidFill>
                  <a:srgbClr val="000080"/>
                </a:solidFill>
              </a:rPr>
              <a:t>        (  </a:t>
            </a:r>
            <a:r>
              <a:rPr lang="en-US" altLang="zh-CN" sz="2500" dirty="0">
                <a:solidFill>
                  <a:srgbClr val="000080"/>
                </a:solidFill>
              </a:rPr>
              <a:t>a</a:t>
            </a:r>
            <a:r>
              <a:rPr lang="en-US" altLang="zh-CN" sz="2500" baseline="-25000" dirty="0">
                <a:solidFill>
                  <a:srgbClr val="000080"/>
                </a:solidFill>
              </a:rPr>
              <a:t>1</a:t>
            </a:r>
            <a:r>
              <a:rPr lang="en-US" altLang="zh-CN" sz="2500" dirty="0">
                <a:solidFill>
                  <a:srgbClr val="000080"/>
                </a:solidFill>
              </a:rPr>
              <a:t>, a</a:t>
            </a:r>
            <a:r>
              <a:rPr lang="en-US" altLang="zh-CN" sz="2500" baseline="-25000" dirty="0">
                <a:solidFill>
                  <a:srgbClr val="000080"/>
                </a:solidFill>
              </a:rPr>
              <a:t>2</a:t>
            </a:r>
            <a:r>
              <a:rPr lang="en-US" altLang="zh-CN" sz="2500" dirty="0">
                <a:solidFill>
                  <a:srgbClr val="000080"/>
                </a:solidFill>
              </a:rPr>
              <a:t>,</a:t>
            </a:r>
            <a:r>
              <a:rPr lang="en-US" altLang="zh-CN" sz="2500" dirty="0">
                <a:solidFill>
                  <a:srgbClr val="000080"/>
                </a:solidFill>
                <a:latin typeface="宋体" pitchFamily="2" charset="-122"/>
              </a:rPr>
              <a:t>  </a:t>
            </a:r>
            <a:r>
              <a:rPr lang="en-US" altLang="zh-CN" sz="2500" dirty="0">
                <a:solidFill>
                  <a:srgbClr val="000080"/>
                </a:solidFill>
              </a:rPr>
              <a:t>…</a:t>
            </a:r>
            <a:r>
              <a:rPr lang="en-US" altLang="zh-CN" sz="2500" dirty="0">
                <a:solidFill>
                  <a:srgbClr val="000080"/>
                </a:solidFill>
                <a:latin typeface="宋体" pitchFamily="2" charset="-122"/>
              </a:rPr>
              <a:t> </a:t>
            </a:r>
            <a:r>
              <a:rPr lang="en-US" altLang="zh-CN" sz="2500" dirty="0">
                <a:solidFill>
                  <a:srgbClr val="000080"/>
                </a:solidFill>
              </a:rPr>
              <a:t>, a</a:t>
            </a:r>
            <a:r>
              <a:rPr lang="en-US" altLang="zh-CN" sz="2500" baseline="-25000" dirty="0">
                <a:solidFill>
                  <a:srgbClr val="000080"/>
                </a:solidFill>
              </a:rPr>
              <a:t>i-1</a:t>
            </a:r>
            <a:r>
              <a:rPr lang="en-US" altLang="zh-CN" sz="2500" dirty="0">
                <a:solidFill>
                  <a:srgbClr val="000080"/>
                </a:solidFill>
              </a:rPr>
              <a:t>, a</a:t>
            </a:r>
            <a:r>
              <a:rPr lang="en-US" altLang="zh-CN" sz="2500" baseline="-25000" dirty="0">
                <a:solidFill>
                  <a:srgbClr val="000080"/>
                </a:solidFill>
              </a:rPr>
              <a:t>i </a:t>
            </a:r>
            <a:r>
              <a:rPr lang="en-US" altLang="zh-CN" sz="2500" dirty="0">
                <a:solidFill>
                  <a:srgbClr val="000080"/>
                </a:solidFill>
              </a:rPr>
              <a:t>,</a:t>
            </a:r>
            <a:r>
              <a:rPr lang="en-US" altLang="zh-CN" sz="2500" baseline="-25000" dirty="0">
                <a:solidFill>
                  <a:srgbClr val="000080"/>
                </a:solidFill>
              </a:rPr>
              <a:t> </a:t>
            </a:r>
            <a:r>
              <a:rPr lang="en-US" altLang="zh-CN" sz="2500" dirty="0">
                <a:solidFill>
                  <a:srgbClr val="000080"/>
                </a:solidFill>
              </a:rPr>
              <a:t>a</a:t>
            </a:r>
            <a:r>
              <a:rPr lang="en-US" altLang="zh-CN" sz="2500" baseline="-25000" dirty="0">
                <a:solidFill>
                  <a:srgbClr val="000080"/>
                </a:solidFill>
              </a:rPr>
              <a:t>i+1</a:t>
            </a:r>
            <a:r>
              <a:rPr lang="en-US" altLang="zh-CN" sz="2500" dirty="0">
                <a:solidFill>
                  <a:srgbClr val="000080"/>
                </a:solidFill>
              </a:rPr>
              <a:t>, </a:t>
            </a:r>
            <a:r>
              <a:rPr lang="en-US" altLang="zh-CN" sz="2500" baseline="-25000" dirty="0">
                <a:solidFill>
                  <a:srgbClr val="000080"/>
                </a:solidFill>
              </a:rPr>
              <a:t>  </a:t>
            </a:r>
            <a:r>
              <a:rPr lang="en-US" altLang="zh-CN" sz="2500" dirty="0">
                <a:solidFill>
                  <a:srgbClr val="000080"/>
                </a:solidFill>
              </a:rPr>
              <a:t>…</a:t>
            </a:r>
            <a:r>
              <a:rPr lang="en-US" altLang="zh-CN" sz="2500" dirty="0">
                <a:solidFill>
                  <a:srgbClr val="000080"/>
                </a:solidFill>
                <a:latin typeface="宋体" pitchFamily="2" charset="-122"/>
              </a:rPr>
              <a:t> </a:t>
            </a:r>
            <a:r>
              <a:rPr lang="en-US" altLang="zh-CN" sz="2500" dirty="0">
                <a:solidFill>
                  <a:srgbClr val="000080"/>
                </a:solidFill>
              </a:rPr>
              <a:t>,a</a:t>
            </a:r>
            <a:r>
              <a:rPr lang="en-US" altLang="zh-CN" sz="2500" baseline="-25000" dirty="0">
                <a:solidFill>
                  <a:srgbClr val="000080"/>
                </a:solidFill>
              </a:rPr>
              <a:t>n-1 </a:t>
            </a:r>
            <a:r>
              <a:rPr lang="en-US" altLang="zh-CN" sz="2500" dirty="0">
                <a:solidFill>
                  <a:srgbClr val="000080"/>
                </a:solidFill>
              </a:rPr>
              <a:t>,</a:t>
            </a:r>
            <a:r>
              <a:rPr lang="en-US" altLang="zh-CN" sz="2500" baseline="-25000" dirty="0">
                <a:solidFill>
                  <a:srgbClr val="000080"/>
                </a:solidFill>
              </a:rPr>
              <a:t> </a:t>
            </a:r>
            <a:r>
              <a:rPr lang="en-US" altLang="zh-CN" sz="2500" dirty="0">
                <a:solidFill>
                  <a:srgbClr val="000080"/>
                </a:solidFill>
              </a:rPr>
              <a:t>a</a:t>
            </a:r>
            <a:r>
              <a:rPr lang="en-US" altLang="zh-CN" sz="2500" baseline="-25000" dirty="0">
                <a:solidFill>
                  <a:srgbClr val="000080"/>
                </a:solidFill>
              </a:rPr>
              <a:t>n </a:t>
            </a:r>
            <a:r>
              <a:rPr lang="en-US" altLang="zh-CN" sz="2600" baseline="-25000" dirty="0">
                <a:solidFill>
                  <a:srgbClr val="000080"/>
                </a:solidFill>
              </a:rPr>
              <a:t> </a:t>
            </a:r>
            <a:r>
              <a:rPr lang="en-US" altLang="zh-CN" sz="2600" dirty="0">
                <a:solidFill>
                  <a:srgbClr val="000080"/>
                </a:solidFill>
              </a:rPr>
              <a:t>)</a:t>
            </a:r>
            <a:r>
              <a:rPr lang="zh-CN" altLang="en-US" sz="2400" dirty="0">
                <a:solidFill>
                  <a:srgbClr val="000080"/>
                </a:solidFill>
                <a:ea typeface="宋体" pitchFamily="2" charset="-122"/>
              </a:rPr>
              <a:t>	</a:t>
            </a:r>
            <a:endParaRPr lang="zh-CN" altLang="en-US" sz="2400" dirty="0">
              <a:solidFill>
                <a:srgbClr val="000080"/>
              </a:solidFill>
              <a:ea typeface="宋体" pitchFamily="2" charset="-122"/>
            </a:endParaRPr>
          </a:p>
        </p:txBody>
      </p:sp>
      <p:sp>
        <p:nvSpPr>
          <p:cNvPr id="297987" name="Text Box 3"/>
          <p:cNvSpPr txBox="1">
            <a:spLocks noChangeArrowheads="1"/>
          </p:cNvSpPr>
          <p:nvPr/>
        </p:nvSpPr>
        <p:spPr bwMode="auto">
          <a:xfrm>
            <a:off x="1491680" y="4124524"/>
            <a:ext cx="6705600" cy="772519"/>
          </a:xfrm>
          <a:prstGeom prst="rect">
            <a:avLst/>
          </a:prstGeom>
          <a:noFill/>
          <a:ln w="9525">
            <a:noFill/>
            <a:miter lim="800000"/>
          </a:ln>
        </p:spPr>
        <p:txBody>
          <a:bodyPr anchor="ctr">
            <a:spAutoFit/>
          </a:bodyPr>
          <a:lstStyle/>
          <a:p>
            <a:pPr eaLnBrk="1" fontAlgn="base" hangingPunct="1">
              <a:lnSpc>
                <a:spcPct val="85000"/>
              </a:lnSpc>
            </a:pPr>
            <a:r>
              <a:rPr lang="zh-CN" altLang="en-US" sz="2600">
                <a:solidFill>
                  <a:srgbClr val="000080"/>
                </a:solidFill>
                <a:latin typeface="幼圆" pitchFamily="49" charset="-122"/>
                <a:ea typeface="幼圆" pitchFamily="49" charset="-122"/>
              </a:rPr>
              <a:t>转换成长度为 </a:t>
            </a:r>
            <a:r>
              <a:rPr lang="en-US" altLang="zh-CN" sz="2600">
                <a:solidFill>
                  <a:srgbClr val="000080"/>
                </a:solidFill>
                <a:ea typeface="幼圆" pitchFamily="49" charset="-122"/>
              </a:rPr>
              <a:t>n-1</a:t>
            </a:r>
            <a:r>
              <a:rPr lang="en-US" altLang="zh-CN" sz="2600">
                <a:solidFill>
                  <a:srgbClr val="000080"/>
                </a:solidFill>
                <a:latin typeface="幼圆" pitchFamily="49" charset="-122"/>
                <a:ea typeface="幼圆" pitchFamily="49" charset="-122"/>
              </a:rPr>
              <a:t> </a:t>
            </a:r>
            <a:r>
              <a:rPr lang="zh-CN" altLang="en-US" sz="2600">
                <a:solidFill>
                  <a:srgbClr val="000080"/>
                </a:solidFill>
                <a:latin typeface="幼圆" pitchFamily="49" charset="-122"/>
                <a:ea typeface="幼圆" pitchFamily="49" charset="-122"/>
              </a:rPr>
              <a:t>的线性表</a:t>
            </a:r>
            <a:endParaRPr lang="zh-CN" altLang="en-US" sz="2600">
              <a:solidFill>
                <a:srgbClr val="000080"/>
              </a:solidFill>
              <a:latin typeface="幼圆" pitchFamily="49" charset="-122"/>
              <a:ea typeface="幼圆" pitchFamily="49" charset="-122"/>
            </a:endParaRPr>
          </a:p>
          <a:p>
            <a:pPr eaLnBrk="1" fontAlgn="base" hangingPunct="1">
              <a:lnSpc>
                <a:spcPct val="85000"/>
              </a:lnSpc>
            </a:pPr>
            <a:r>
              <a:rPr lang="zh-CN" altLang="en-US" sz="2600">
                <a:solidFill>
                  <a:srgbClr val="000080"/>
                </a:solidFill>
              </a:rPr>
              <a:t>                ( </a:t>
            </a:r>
            <a:r>
              <a:rPr lang="en-US" altLang="zh-CN" sz="2500">
                <a:solidFill>
                  <a:srgbClr val="000080"/>
                </a:solidFill>
              </a:rPr>
              <a:t>a</a:t>
            </a:r>
            <a:r>
              <a:rPr lang="en-US" altLang="zh-CN" sz="2500" baseline="-25000">
                <a:solidFill>
                  <a:srgbClr val="000080"/>
                </a:solidFill>
              </a:rPr>
              <a:t>1</a:t>
            </a:r>
            <a:r>
              <a:rPr lang="en-US" altLang="zh-CN" sz="2500">
                <a:solidFill>
                  <a:srgbClr val="000080"/>
                </a:solidFill>
              </a:rPr>
              <a:t>, a</a:t>
            </a:r>
            <a:r>
              <a:rPr lang="en-US" altLang="zh-CN" sz="2500" baseline="-25000">
                <a:solidFill>
                  <a:srgbClr val="000080"/>
                </a:solidFill>
              </a:rPr>
              <a:t>2</a:t>
            </a:r>
            <a:r>
              <a:rPr lang="en-US" altLang="zh-CN" sz="2500">
                <a:solidFill>
                  <a:srgbClr val="000080"/>
                </a:solidFill>
              </a:rPr>
              <a:t>,</a:t>
            </a:r>
            <a:r>
              <a:rPr lang="en-US" altLang="zh-CN" sz="2500">
                <a:solidFill>
                  <a:srgbClr val="000080"/>
                </a:solidFill>
                <a:latin typeface="宋体" pitchFamily="2" charset="-122"/>
              </a:rPr>
              <a:t> </a:t>
            </a:r>
            <a:r>
              <a:rPr lang="en-US" altLang="zh-CN" sz="2500">
                <a:solidFill>
                  <a:srgbClr val="000080"/>
                </a:solidFill>
              </a:rPr>
              <a:t>…</a:t>
            </a:r>
            <a:r>
              <a:rPr lang="en-US" altLang="zh-CN" sz="2500">
                <a:solidFill>
                  <a:srgbClr val="000080"/>
                </a:solidFill>
                <a:latin typeface="宋体" pitchFamily="2" charset="-122"/>
              </a:rPr>
              <a:t> </a:t>
            </a:r>
            <a:r>
              <a:rPr lang="en-US" altLang="zh-CN" sz="2500">
                <a:solidFill>
                  <a:srgbClr val="000080"/>
                </a:solidFill>
              </a:rPr>
              <a:t>, a</a:t>
            </a:r>
            <a:r>
              <a:rPr lang="en-US" altLang="zh-CN" sz="2500" baseline="-25000">
                <a:solidFill>
                  <a:srgbClr val="000080"/>
                </a:solidFill>
              </a:rPr>
              <a:t>i-1</a:t>
            </a:r>
            <a:r>
              <a:rPr lang="en-US" altLang="zh-CN" sz="2500">
                <a:solidFill>
                  <a:srgbClr val="000080"/>
                </a:solidFill>
              </a:rPr>
              <a:t>,  a</a:t>
            </a:r>
            <a:r>
              <a:rPr lang="en-US" altLang="zh-CN" sz="2500" baseline="-25000">
                <a:solidFill>
                  <a:srgbClr val="000080"/>
                </a:solidFill>
              </a:rPr>
              <a:t>i+1</a:t>
            </a:r>
            <a:r>
              <a:rPr lang="en-US" altLang="zh-CN" sz="2500">
                <a:solidFill>
                  <a:srgbClr val="000080"/>
                </a:solidFill>
              </a:rPr>
              <a:t>, …</a:t>
            </a:r>
            <a:r>
              <a:rPr lang="en-US" altLang="zh-CN" sz="2500">
                <a:solidFill>
                  <a:srgbClr val="000080"/>
                </a:solidFill>
                <a:latin typeface="宋体" pitchFamily="2" charset="-122"/>
              </a:rPr>
              <a:t> </a:t>
            </a:r>
            <a:r>
              <a:rPr lang="en-US" altLang="zh-CN" sz="2500">
                <a:solidFill>
                  <a:srgbClr val="000080"/>
                </a:solidFill>
              </a:rPr>
              <a:t>, a</a:t>
            </a:r>
            <a:r>
              <a:rPr lang="en-US" altLang="zh-CN" sz="2500" baseline="-25000">
                <a:solidFill>
                  <a:srgbClr val="000080"/>
                </a:solidFill>
              </a:rPr>
              <a:t>n-1</a:t>
            </a:r>
            <a:r>
              <a:rPr lang="en-US" altLang="zh-CN" sz="2500">
                <a:solidFill>
                  <a:srgbClr val="000080"/>
                </a:solidFill>
              </a:rPr>
              <a:t>, a</a:t>
            </a:r>
            <a:r>
              <a:rPr lang="en-US" altLang="zh-CN" sz="2500" baseline="-25000">
                <a:solidFill>
                  <a:srgbClr val="000080"/>
                </a:solidFill>
              </a:rPr>
              <a:t>n </a:t>
            </a:r>
            <a:r>
              <a:rPr lang="en-US" altLang="zh-CN" sz="2600">
                <a:solidFill>
                  <a:srgbClr val="000080"/>
                </a:solidFill>
              </a:rPr>
              <a:t>)</a:t>
            </a:r>
            <a:endParaRPr lang="zh-CN" altLang="en-US" sz="2600">
              <a:solidFill>
                <a:srgbClr val="000080"/>
              </a:solidFill>
            </a:endParaRPr>
          </a:p>
        </p:txBody>
      </p:sp>
      <p:grpSp>
        <p:nvGrpSpPr>
          <p:cNvPr id="2" name="Group 29"/>
          <p:cNvGrpSpPr/>
          <p:nvPr/>
        </p:nvGrpSpPr>
        <p:grpSpPr bwMode="auto">
          <a:xfrm>
            <a:off x="2939480" y="2860576"/>
            <a:ext cx="4800600" cy="781050"/>
            <a:chOff x="1392" y="2139"/>
            <a:chExt cx="3024" cy="492"/>
          </a:xfrm>
        </p:grpSpPr>
        <p:sp>
          <p:nvSpPr>
            <p:cNvPr id="65552" name="AutoShape 5"/>
            <p:cNvSpPr/>
            <p:nvPr/>
          </p:nvSpPr>
          <p:spPr bwMode="auto">
            <a:xfrm rot="5400000" flipH="1" flipV="1">
              <a:off x="2797" y="734"/>
              <a:ext cx="213" cy="3024"/>
            </a:xfrm>
            <a:prstGeom prst="leftBrace">
              <a:avLst>
                <a:gd name="adj1" fmla="val 118310"/>
                <a:gd name="adj2" fmla="val 49995"/>
              </a:avLst>
            </a:prstGeom>
            <a:noFill/>
            <a:ln w="31750">
              <a:solidFill>
                <a:schemeClr val="folHlink"/>
              </a:solidFill>
              <a:round/>
            </a:ln>
          </p:spPr>
          <p:txBody>
            <a:bodyPr vert="eaVert" wrap="none" anchor="ctr"/>
            <a:lstStyle/>
            <a:p>
              <a:pPr algn="ctr"/>
              <a:endParaRPr lang="zh-CN" altLang="en-US" sz="2600">
                <a:solidFill>
                  <a:srgbClr val="993366"/>
                </a:solidFill>
              </a:endParaRPr>
            </a:p>
          </p:txBody>
        </p:sp>
        <p:sp>
          <p:nvSpPr>
            <p:cNvPr id="65553" name="Text Box 6"/>
            <p:cNvSpPr txBox="1">
              <a:spLocks noChangeArrowheads="1"/>
            </p:cNvSpPr>
            <p:nvPr/>
          </p:nvSpPr>
          <p:spPr bwMode="auto">
            <a:xfrm>
              <a:off x="2354" y="2352"/>
              <a:ext cx="1246" cy="279"/>
            </a:xfrm>
            <a:prstGeom prst="rect">
              <a:avLst/>
            </a:prstGeom>
            <a:noFill/>
            <a:ln w="9525">
              <a:noFill/>
              <a:miter lim="800000"/>
            </a:ln>
          </p:spPr>
          <p:txBody>
            <a:bodyPr>
              <a:spAutoFit/>
            </a:bodyPr>
            <a:lstStyle/>
            <a:p>
              <a:pPr algn="ctr"/>
              <a:r>
                <a:rPr lang="en-US" altLang="zh-CN" sz="2300">
                  <a:solidFill>
                    <a:srgbClr val="993366"/>
                  </a:solidFill>
                  <a:latin typeface="幼圆" pitchFamily="49" charset="-122"/>
                  <a:ea typeface="幼圆" pitchFamily="49" charset="-122"/>
                </a:rPr>
                <a:t>n</a:t>
              </a:r>
              <a:r>
                <a:rPr lang="zh-CN" altLang="en-US" sz="2300">
                  <a:solidFill>
                    <a:srgbClr val="993366"/>
                  </a:solidFill>
                  <a:latin typeface="幼圆" pitchFamily="49" charset="-122"/>
                  <a:ea typeface="幼圆" pitchFamily="49" charset="-122"/>
                </a:rPr>
                <a:t>个数据元素</a:t>
              </a:r>
              <a:endParaRPr lang="zh-CN" altLang="en-US" sz="2300">
                <a:solidFill>
                  <a:srgbClr val="993366"/>
                </a:solidFill>
                <a:latin typeface="幼圆" pitchFamily="49" charset="-122"/>
                <a:ea typeface="幼圆" pitchFamily="49" charset="-122"/>
              </a:endParaRPr>
            </a:p>
          </p:txBody>
        </p:sp>
      </p:grpSp>
      <p:grpSp>
        <p:nvGrpSpPr>
          <p:cNvPr id="3" name="Group 37"/>
          <p:cNvGrpSpPr/>
          <p:nvPr/>
        </p:nvGrpSpPr>
        <p:grpSpPr bwMode="auto">
          <a:xfrm>
            <a:off x="3187130" y="5108476"/>
            <a:ext cx="4191000" cy="838200"/>
            <a:chOff x="1548" y="3336"/>
            <a:chExt cx="2640" cy="528"/>
          </a:xfrm>
        </p:grpSpPr>
        <p:sp>
          <p:nvSpPr>
            <p:cNvPr id="65550" name="AutoShape 8"/>
            <p:cNvSpPr/>
            <p:nvPr/>
          </p:nvSpPr>
          <p:spPr bwMode="auto">
            <a:xfrm rot="5400000" flipH="1" flipV="1">
              <a:off x="2748" y="2136"/>
              <a:ext cx="240" cy="2640"/>
            </a:xfrm>
            <a:prstGeom prst="leftBrace">
              <a:avLst>
                <a:gd name="adj1" fmla="val 91667"/>
                <a:gd name="adj2" fmla="val 50000"/>
              </a:avLst>
            </a:prstGeom>
            <a:noFill/>
            <a:ln w="31750">
              <a:solidFill>
                <a:schemeClr val="folHlink"/>
              </a:solidFill>
              <a:round/>
            </a:ln>
          </p:spPr>
          <p:txBody>
            <a:bodyPr wrap="none" anchor="ctr"/>
            <a:lstStyle/>
            <a:p>
              <a:endParaRPr lang="zh-CN" altLang="en-US"/>
            </a:p>
          </p:txBody>
        </p:sp>
        <p:sp>
          <p:nvSpPr>
            <p:cNvPr id="65551" name="Text Box 9"/>
            <p:cNvSpPr txBox="1">
              <a:spLocks noChangeArrowheads="1"/>
            </p:cNvSpPr>
            <p:nvPr/>
          </p:nvSpPr>
          <p:spPr bwMode="auto">
            <a:xfrm>
              <a:off x="2204" y="3585"/>
              <a:ext cx="1444" cy="279"/>
            </a:xfrm>
            <a:prstGeom prst="rect">
              <a:avLst/>
            </a:prstGeom>
            <a:noFill/>
            <a:ln w="9525">
              <a:noFill/>
              <a:miter lim="800000"/>
            </a:ln>
          </p:spPr>
          <p:txBody>
            <a:bodyPr>
              <a:spAutoFit/>
            </a:bodyPr>
            <a:lstStyle/>
            <a:p>
              <a:pPr algn="ctr"/>
              <a:r>
                <a:rPr lang="en-US" altLang="zh-CN" sz="2300">
                  <a:solidFill>
                    <a:srgbClr val="993366"/>
                  </a:solidFill>
                  <a:ea typeface="宋体" pitchFamily="2" charset="-122"/>
                </a:rPr>
                <a:t>n-1</a:t>
              </a:r>
              <a:r>
                <a:rPr lang="zh-CN" altLang="en-US" sz="2300">
                  <a:solidFill>
                    <a:srgbClr val="993366"/>
                  </a:solidFill>
                  <a:latin typeface="幼圆" pitchFamily="49" charset="-122"/>
                  <a:ea typeface="幼圆" pitchFamily="49" charset="-122"/>
                </a:rPr>
                <a:t>个数据元素</a:t>
              </a:r>
              <a:endParaRPr lang="zh-CN" altLang="en-US" sz="2300">
                <a:solidFill>
                  <a:srgbClr val="993366"/>
                </a:solidFill>
                <a:latin typeface="幼圆" pitchFamily="49" charset="-122"/>
                <a:ea typeface="幼圆" pitchFamily="49" charset="-122"/>
              </a:endParaRPr>
            </a:p>
          </p:txBody>
        </p:sp>
      </p:grpSp>
      <p:grpSp>
        <p:nvGrpSpPr>
          <p:cNvPr id="4" name="Group 41"/>
          <p:cNvGrpSpPr/>
          <p:nvPr/>
        </p:nvGrpSpPr>
        <p:grpSpPr bwMode="auto">
          <a:xfrm>
            <a:off x="8197281" y="2925665"/>
            <a:ext cx="1514475" cy="1900237"/>
            <a:chOff x="4704" y="1872"/>
            <a:chExt cx="954" cy="1197"/>
          </a:xfrm>
        </p:grpSpPr>
        <p:sp>
          <p:nvSpPr>
            <p:cNvPr id="65546" name="AutoShape 11"/>
            <p:cNvSpPr>
              <a:spLocks noChangeArrowheads="1"/>
            </p:cNvSpPr>
            <p:nvPr/>
          </p:nvSpPr>
          <p:spPr bwMode="auto">
            <a:xfrm>
              <a:off x="4704" y="1872"/>
              <a:ext cx="366" cy="1197"/>
            </a:xfrm>
            <a:prstGeom prst="curvedLeftArrow">
              <a:avLst>
                <a:gd name="adj1" fmla="val 65410"/>
                <a:gd name="adj2" fmla="val 130820"/>
                <a:gd name="adj3" fmla="val 33333"/>
              </a:avLst>
            </a:prstGeom>
            <a:solidFill>
              <a:srgbClr val="FF6600"/>
            </a:solidFill>
            <a:ln w="25400" cap="sq">
              <a:solidFill>
                <a:srgbClr val="FFFF00"/>
              </a:solidFill>
              <a:miter lim="800000"/>
            </a:ln>
            <a:effectLst>
              <a:outerShdw dist="35921" dir="2700000" algn="ctr" rotWithShape="0">
                <a:srgbClr val="969696"/>
              </a:outerShdw>
            </a:effectLst>
          </p:spPr>
          <p:txBody>
            <a:bodyPr wrap="none" anchor="ctr"/>
            <a:lstStyle/>
            <a:p>
              <a:endParaRPr lang="zh-CN" altLang="en-US"/>
            </a:p>
          </p:txBody>
        </p:sp>
        <p:sp>
          <p:nvSpPr>
            <p:cNvPr id="65547" name="Freeform 25"/>
            <p:cNvSpPr/>
            <p:nvPr/>
          </p:nvSpPr>
          <p:spPr bwMode="auto">
            <a:xfrm rot="949094">
              <a:off x="5101" y="2231"/>
              <a:ext cx="557" cy="478"/>
            </a:xfrm>
            <a:custGeom>
              <a:avLst/>
              <a:gdLst>
                <a:gd name="T0" fmla="*/ 2605 w 439"/>
                <a:gd name="T1" fmla="*/ 2 h 683"/>
                <a:gd name="T2" fmla="*/ 3372 w 439"/>
                <a:gd name="T3" fmla="*/ 2 h 683"/>
                <a:gd name="T4" fmla="*/ 4733 w 439"/>
                <a:gd name="T5" fmla="*/ 2 h 683"/>
                <a:gd name="T6" fmla="*/ 4607 w 439"/>
                <a:gd name="T7" fmla="*/ 3 h 683"/>
                <a:gd name="T8" fmla="*/ 2977 w 439"/>
                <a:gd name="T9" fmla="*/ 4 h 683"/>
                <a:gd name="T10" fmla="*/ 2658 w 439"/>
                <a:gd name="T11" fmla="*/ 6 h 683"/>
                <a:gd name="T12" fmla="*/ 2977 w 439"/>
                <a:gd name="T13" fmla="*/ 7 h 683"/>
                <a:gd name="T14" fmla="*/ 2448 w 439"/>
                <a:gd name="T15" fmla="*/ 8 h 683"/>
                <a:gd name="T16" fmla="*/ 2565 w 439"/>
                <a:gd name="T17" fmla="*/ 9 h 683"/>
                <a:gd name="T18" fmla="*/ 3706 w 439"/>
                <a:gd name="T19" fmla="*/ 9 h 683"/>
                <a:gd name="T20" fmla="*/ 5226 w 439"/>
                <a:gd name="T21" fmla="*/ 9 h 683"/>
                <a:gd name="T22" fmla="*/ 5708 w 439"/>
                <a:gd name="T23" fmla="*/ 8 h 683"/>
                <a:gd name="T24" fmla="*/ 5102 w 439"/>
                <a:gd name="T25" fmla="*/ 7 h 683"/>
                <a:gd name="T26" fmla="*/ 5765 w 439"/>
                <a:gd name="T27" fmla="*/ 6 h 683"/>
                <a:gd name="T28" fmla="*/ 5765 w 439"/>
                <a:gd name="T29" fmla="*/ 5 h 683"/>
                <a:gd name="T30" fmla="*/ 7452 w 439"/>
                <a:gd name="T31" fmla="*/ 4 h 683"/>
                <a:gd name="T32" fmla="*/ 7643 w 439"/>
                <a:gd name="T33" fmla="*/ 2 h 683"/>
                <a:gd name="T34" fmla="*/ 6541 w 439"/>
                <a:gd name="T35" fmla="*/ 1 h 683"/>
                <a:gd name="T36" fmla="*/ 4352 w 439"/>
                <a:gd name="T37" fmla="*/ 0 h 683"/>
                <a:gd name="T38" fmla="*/ 1945 w 439"/>
                <a:gd name="T39" fmla="*/ 1 h 683"/>
                <a:gd name="T40" fmla="*/ 529 w 439"/>
                <a:gd name="T41" fmla="*/ 1 h 683"/>
                <a:gd name="T42" fmla="*/ 0 w 439"/>
                <a:gd name="T43" fmla="*/ 3 h 683"/>
                <a:gd name="T44" fmla="*/ 66 w 439"/>
                <a:gd name="T45" fmla="*/ 4 h 683"/>
                <a:gd name="T46" fmla="*/ 2565 w 439"/>
                <a:gd name="T47" fmla="*/ 4 h 683"/>
                <a:gd name="T48" fmla="*/ 2605 w 439"/>
                <a:gd name="T49" fmla="*/ 2 h 68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39"/>
                <a:gd name="T76" fmla="*/ 0 h 683"/>
                <a:gd name="T77" fmla="*/ 439 w 439"/>
                <a:gd name="T78" fmla="*/ 683 h 68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39" h="683">
                  <a:moveTo>
                    <a:pt x="150" y="185"/>
                  </a:moveTo>
                  <a:lnTo>
                    <a:pt x="194" y="138"/>
                  </a:lnTo>
                  <a:lnTo>
                    <a:pt x="272" y="167"/>
                  </a:lnTo>
                  <a:lnTo>
                    <a:pt x="265" y="244"/>
                  </a:lnTo>
                  <a:lnTo>
                    <a:pt x="171" y="304"/>
                  </a:lnTo>
                  <a:lnTo>
                    <a:pt x="153" y="474"/>
                  </a:lnTo>
                  <a:lnTo>
                    <a:pt x="171" y="527"/>
                  </a:lnTo>
                  <a:lnTo>
                    <a:pt x="140" y="585"/>
                  </a:lnTo>
                  <a:lnTo>
                    <a:pt x="147" y="645"/>
                  </a:lnTo>
                  <a:lnTo>
                    <a:pt x="213" y="683"/>
                  </a:lnTo>
                  <a:lnTo>
                    <a:pt x="300" y="656"/>
                  </a:lnTo>
                  <a:lnTo>
                    <a:pt x="328" y="585"/>
                  </a:lnTo>
                  <a:lnTo>
                    <a:pt x="293" y="518"/>
                  </a:lnTo>
                  <a:lnTo>
                    <a:pt x="331" y="480"/>
                  </a:lnTo>
                  <a:lnTo>
                    <a:pt x="331" y="387"/>
                  </a:lnTo>
                  <a:lnTo>
                    <a:pt x="429" y="308"/>
                  </a:lnTo>
                  <a:lnTo>
                    <a:pt x="439" y="188"/>
                  </a:lnTo>
                  <a:lnTo>
                    <a:pt x="376" y="59"/>
                  </a:lnTo>
                  <a:lnTo>
                    <a:pt x="251" y="0"/>
                  </a:lnTo>
                  <a:lnTo>
                    <a:pt x="112" y="38"/>
                  </a:lnTo>
                  <a:lnTo>
                    <a:pt x="31" y="115"/>
                  </a:lnTo>
                  <a:lnTo>
                    <a:pt x="0" y="234"/>
                  </a:lnTo>
                  <a:lnTo>
                    <a:pt x="4" y="304"/>
                  </a:lnTo>
                  <a:lnTo>
                    <a:pt x="147" y="296"/>
                  </a:lnTo>
                  <a:lnTo>
                    <a:pt x="150" y="185"/>
                  </a:lnTo>
                  <a:close/>
                </a:path>
              </a:pathLst>
            </a:custGeom>
            <a:solidFill>
              <a:srgbClr val="FFFF00"/>
            </a:solidFill>
            <a:ln w="25400">
              <a:solidFill>
                <a:srgbClr val="00FFFF"/>
              </a:solidFill>
              <a:round/>
            </a:ln>
          </p:spPr>
          <p:txBody>
            <a:bodyPr/>
            <a:lstStyle/>
            <a:p>
              <a:endParaRPr lang="zh-CN" altLang="en-US"/>
            </a:p>
          </p:txBody>
        </p:sp>
        <p:sp>
          <p:nvSpPr>
            <p:cNvPr id="65548" name="Freeform 26"/>
            <p:cNvSpPr/>
            <p:nvPr/>
          </p:nvSpPr>
          <p:spPr bwMode="auto">
            <a:xfrm rot="949094">
              <a:off x="5139" y="2253"/>
              <a:ext cx="496" cy="333"/>
            </a:xfrm>
            <a:custGeom>
              <a:avLst/>
              <a:gdLst>
                <a:gd name="T0" fmla="*/ 0 w 390"/>
                <a:gd name="T1" fmla="*/ 20 h 477"/>
                <a:gd name="T2" fmla="*/ 305 w 390"/>
                <a:gd name="T3" fmla="*/ 19 h 477"/>
                <a:gd name="T4" fmla="*/ 478 w 390"/>
                <a:gd name="T5" fmla="*/ 20 h 477"/>
                <a:gd name="T6" fmla="*/ 469 w 390"/>
                <a:gd name="T7" fmla="*/ 14 h 477"/>
                <a:gd name="T8" fmla="*/ 596 w 390"/>
                <a:gd name="T9" fmla="*/ 8 h 477"/>
                <a:gd name="T10" fmla="*/ 1108 w 390"/>
                <a:gd name="T11" fmla="*/ 6 h 477"/>
                <a:gd name="T12" fmla="*/ 1349 w 390"/>
                <a:gd name="T13" fmla="*/ 8 h 477"/>
                <a:gd name="T14" fmla="*/ 1606 w 390"/>
                <a:gd name="T15" fmla="*/ 12 h 477"/>
                <a:gd name="T16" fmla="*/ 1530 w 390"/>
                <a:gd name="T17" fmla="*/ 19 h 477"/>
                <a:gd name="T18" fmla="*/ 1049 w 390"/>
                <a:gd name="T19" fmla="*/ 22 h 477"/>
                <a:gd name="T20" fmla="*/ 917 w 390"/>
                <a:gd name="T21" fmla="*/ 27 h 477"/>
                <a:gd name="T22" fmla="*/ 954 w 390"/>
                <a:gd name="T23" fmla="*/ 32 h 477"/>
                <a:gd name="T24" fmla="*/ 893 w 390"/>
                <a:gd name="T25" fmla="*/ 38 h 477"/>
                <a:gd name="T26" fmla="*/ 1382 w 390"/>
                <a:gd name="T27" fmla="*/ 38 h 477"/>
                <a:gd name="T28" fmla="*/ 1445 w 390"/>
                <a:gd name="T29" fmla="*/ 33 h 477"/>
                <a:gd name="T30" fmla="*/ 1405 w 390"/>
                <a:gd name="T31" fmla="*/ 28 h 477"/>
                <a:gd name="T32" fmla="*/ 1702 w 390"/>
                <a:gd name="T33" fmla="*/ 25 h 477"/>
                <a:gd name="T34" fmla="*/ 1924 w 390"/>
                <a:gd name="T35" fmla="*/ 23 h 477"/>
                <a:gd name="T36" fmla="*/ 2101 w 390"/>
                <a:gd name="T37" fmla="*/ 16 h 477"/>
                <a:gd name="T38" fmla="*/ 1945 w 390"/>
                <a:gd name="T39" fmla="*/ 8 h 477"/>
                <a:gd name="T40" fmla="*/ 1422 w 390"/>
                <a:gd name="T41" fmla="*/ 0 h 477"/>
                <a:gd name="T42" fmla="*/ 787 w 390"/>
                <a:gd name="T43" fmla="*/ 1 h 477"/>
                <a:gd name="T44" fmla="*/ 279 w 390"/>
                <a:gd name="T45" fmla="*/ 6 h 477"/>
                <a:gd name="T46" fmla="*/ 59 w 390"/>
                <a:gd name="T47" fmla="*/ 11 h 477"/>
                <a:gd name="T48" fmla="*/ 0 w 390"/>
                <a:gd name="T49" fmla="*/ 20 h 47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390" h="477">
                  <a:moveTo>
                    <a:pt x="0" y="241"/>
                  </a:moveTo>
                  <a:lnTo>
                    <a:pt x="57" y="230"/>
                  </a:lnTo>
                  <a:lnTo>
                    <a:pt x="89" y="241"/>
                  </a:lnTo>
                  <a:lnTo>
                    <a:pt x="87" y="175"/>
                  </a:lnTo>
                  <a:lnTo>
                    <a:pt x="111" y="101"/>
                  </a:lnTo>
                  <a:lnTo>
                    <a:pt x="206" y="74"/>
                  </a:lnTo>
                  <a:lnTo>
                    <a:pt x="251" y="105"/>
                  </a:lnTo>
                  <a:lnTo>
                    <a:pt x="299" y="153"/>
                  </a:lnTo>
                  <a:lnTo>
                    <a:pt x="285" y="237"/>
                  </a:lnTo>
                  <a:lnTo>
                    <a:pt x="195" y="276"/>
                  </a:lnTo>
                  <a:lnTo>
                    <a:pt x="171" y="335"/>
                  </a:lnTo>
                  <a:lnTo>
                    <a:pt x="178" y="395"/>
                  </a:lnTo>
                  <a:lnTo>
                    <a:pt x="166" y="477"/>
                  </a:lnTo>
                  <a:lnTo>
                    <a:pt x="256" y="477"/>
                  </a:lnTo>
                  <a:lnTo>
                    <a:pt x="268" y="416"/>
                  </a:lnTo>
                  <a:lnTo>
                    <a:pt x="261" y="345"/>
                  </a:lnTo>
                  <a:lnTo>
                    <a:pt x="316" y="307"/>
                  </a:lnTo>
                  <a:lnTo>
                    <a:pt x="358" y="287"/>
                  </a:lnTo>
                  <a:lnTo>
                    <a:pt x="390" y="196"/>
                  </a:lnTo>
                  <a:lnTo>
                    <a:pt x="361" y="98"/>
                  </a:lnTo>
                  <a:lnTo>
                    <a:pt x="264" y="0"/>
                  </a:lnTo>
                  <a:lnTo>
                    <a:pt x="146" y="8"/>
                  </a:lnTo>
                  <a:lnTo>
                    <a:pt x="51" y="67"/>
                  </a:lnTo>
                  <a:lnTo>
                    <a:pt x="10" y="140"/>
                  </a:lnTo>
                  <a:lnTo>
                    <a:pt x="0" y="241"/>
                  </a:lnTo>
                  <a:close/>
                </a:path>
              </a:pathLst>
            </a:custGeom>
            <a:solidFill>
              <a:srgbClr val="FF3300"/>
            </a:solidFill>
            <a:ln w="9525">
              <a:solidFill>
                <a:srgbClr val="FFCC00"/>
              </a:solidFill>
              <a:round/>
            </a:ln>
            <a:effectLst>
              <a:outerShdw dist="35921" dir="2700000" algn="ctr" rotWithShape="0">
                <a:srgbClr val="969696"/>
              </a:outerShdw>
            </a:effectLst>
          </p:spPr>
          <p:txBody>
            <a:bodyPr/>
            <a:lstStyle/>
            <a:p>
              <a:endParaRPr lang="zh-CN" altLang="en-US"/>
            </a:p>
          </p:txBody>
        </p:sp>
        <p:sp>
          <p:nvSpPr>
            <p:cNvPr id="65549" name="Freeform 27"/>
            <p:cNvSpPr/>
            <p:nvPr/>
          </p:nvSpPr>
          <p:spPr bwMode="auto">
            <a:xfrm rot="949094">
              <a:off x="5265" y="2626"/>
              <a:ext cx="160" cy="76"/>
            </a:xfrm>
            <a:custGeom>
              <a:avLst/>
              <a:gdLst>
                <a:gd name="T0" fmla="*/ 782 w 126"/>
                <a:gd name="T1" fmla="*/ 0 h 109"/>
                <a:gd name="T2" fmla="*/ 156 w 126"/>
                <a:gd name="T3" fmla="*/ 1 h 109"/>
                <a:gd name="T4" fmla="*/ 0 w 126"/>
                <a:gd name="T5" fmla="*/ 1 h 109"/>
                <a:gd name="T6" fmla="*/ 500 w 126"/>
                <a:gd name="T7" fmla="*/ 1 h 109"/>
                <a:gd name="T8" fmla="*/ 1713 w 126"/>
                <a:gd name="T9" fmla="*/ 1 h 109"/>
                <a:gd name="T10" fmla="*/ 2223 w 126"/>
                <a:gd name="T11" fmla="*/ 1 h 109"/>
                <a:gd name="T12" fmla="*/ 1801 w 126"/>
                <a:gd name="T13" fmla="*/ 1 h 109"/>
                <a:gd name="T14" fmla="*/ 782 w 126"/>
                <a:gd name="T15" fmla="*/ 0 h 109"/>
                <a:gd name="T16" fmla="*/ 0 60000 65536"/>
                <a:gd name="T17" fmla="*/ 0 60000 65536"/>
                <a:gd name="T18" fmla="*/ 0 60000 65536"/>
                <a:gd name="T19" fmla="*/ 0 60000 65536"/>
                <a:gd name="T20" fmla="*/ 0 60000 65536"/>
                <a:gd name="T21" fmla="*/ 0 60000 65536"/>
                <a:gd name="T22" fmla="*/ 0 60000 65536"/>
                <a:gd name="T23" fmla="*/ 0 60000 65536"/>
                <a:gd name="T24" fmla="*/ 0 w 126"/>
                <a:gd name="T25" fmla="*/ 0 h 109"/>
                <a:gd name="T26" fmla="*/ 126 w 126"/>
                <a:gd name="T27" fmla="*/ 109 h 10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26" h="109">
                  <a:moveTo>
                    <a:pt x="45" y="0"/>
                  </a:moveTo>
                  <a:lnTo>
                    <a:pt x="9" y="20"/>
                  </a:lnTo>
                  <a:lnTo>
                    <a:pt x="0" y="73"/>
                  </a:lnTo>
                  <a:lnTo>
                    <a:pt x="28" y="109"/>
                  </a:lnTo>
                  <a:lnTo>
                    <a:pt x="98" y="109"/>
                  </a:lnTo>
                  <a:lnTo>
                    <a:pt x="126" y="66"/>
                  </a:lnTo>
                  <a:lnTo>
                    <a:pt x="102" y="14"/>
                  </a:lnTo>
                  <a:lnTo>
                    <a:pt x="45" y="0"/>
                  </a:lnTo>
                  <a:close/>
                </a:path>
              </a:pathLst>
            </a:custGeom>
            <a:solidFill>
              <a:srgbClr val="FF3300"/>
            </a:solidFill>
            <a:ln w="19050">
              <a:solidFill>
                <a:srgbClr val="00FFFF"/>
              </a:solidFill>
              <a:round/>
            </a:ln>
          </p:spPr>
          <p:txBody>
            <a:bodyPr/>
            <a:lstStyle/>
            <a:p>
              <a:endParaRPr lang="zh-CN" altLang="en-US"/>
            </a:p>
          </p:txBody>
        </p:sp>
      </p:grpSp>
      <p:grpSp>
        <p:nvGrpSpPr>
          <p:cNvPr id="5" name="Group 36"/>
          <p:cNvGrpSpPr/>
          <p:nvPr/>
        </p:nvGrpSpPr>
        <p:grpSpPr bwMode="auto">
          <a:xfrm>
            <a:off x="1275780" y="193576"/>
            <a:ext cx="8705848" cy="762000"/>
            <a:chOff x="296" y="288"/>
            <a:chExt cx="4977" cy="480"/>
          </a:xfrm>
        </p:grpSpPr>
        <p:sp>
          <p:nvSpPr>
            <p:cNvPr id="65544" name="Rectangle 33"/>
            <p:cNvSpPr>
              <a:spLocks noChangeArrowheads="1"/>
            </p:cNvSpPr>
            <p:nvPr/>
          </p:nvSpPr>
          <p:spPr bwMode="auto">
            <a:xfrm>
              <a:off x="296" y="288"/>
              <a:ext cx="4600" cy="480"/>
            </a:xfrm>
            <a:prstGeom prst="rect">
              <a:avLst/>
            </a:prstGeom>
            <a:solidFill>
              <a:srgbClr val="A7EEFF"/>
            </a:solidFill>
            <a:ln w="12700" cap="sq">
              <a:noFill/>
              <a:miter lim="800000"/>
            </a:ln>
            <a:effectLst>
              <a:outerShdw dist="135003" dir="2471156" algn="ctr" rotWithShape="0">
                <a:srgbClr val="B0B0B0"/>
              </a:outerShdw>
            </a:effectLst>
          </p:spPr>
          <p:txBody>
            <a:bodyPr wrap="none" anchor="ctr"/>
            <a:lstStyle/>
            <a:p>
              <a:endParaRPr lang="zh-CN" altLang="en-US"/>
            </a:p>
          </p:txBody>
        </p:sp>
        <p:sp>
          <p:nvSpPr>
            <p:cNvPr id="65545" name="Rectangle 35"/>
            <p:cNvSpPr>
              <a:spLocks noChangeArrowheads="1"/>
            </p:cNvSpPr>
            <p:nvPr/>
          </p:nvSpPr>
          <p:spPr bwMode="auto">
            <a:xfrm>
              <a:off x="336" y="381"/>
              <a:ext cx="4937" cy="330"/>
            </a:xfrm>
            <a:prstGeom prst="rect">
              <a:avLst/>
            </a:prstGeom>
            <a:noFill/>
            <a:ln w="12700" cap="sq">
              <a:noFill/>
              <a:miter lim="800000"/>
            </a:ln>
          </p:spPr>
          <p:txBody>
            <a:bodyPr wrap="square">
              <a:spAutoFit/>
            </a:bodyPr>
            <a:lstStyle/>
            <a:p>
              <a:pPr fontAlgn="base">
                <a:spcBef>
                  <a:spcPct val="0"/>
                </a:spcBef>
              </a:pPr>
              <a:r>
                <a:rPr lang="zh-CN" altLang="en-US" sz="2800" dirty="0">
                  <a:solidFill>
                    <a:schemeClr val="accent2"/>
                  </a:solidFill>
                  <a:latin typeface="黑体" panose="02010609060101010101" pitchFamily="2" charset="-122"/>
                  <a:ea typeface="黑体" panose="02010609060101010101" pitchFamily="2" charset="-122"/>
                </a:rPr>
                <a:t> </a:t>
              </a:r>
              <a:r>
                <a:rPr lang="en-US" altLang="zh-CN" sz="2800" dirty="0">
                  <a:solidFill>
                    <a:schemeClr val="accent2"/>
                  </a:solidFill>
                  <a:latin typeface="黑体" panose="02010609060101010101" pitchFamily="2" charset="-122"/>
                  <a:ea typeface="黑体" panose="02010609060101010101" pitchFamily="2" charset="-122"/>
                </a:rPr>
                <a:t>3.</a:t>
              </a:r>
              <a:r>
                <a:rPr lang="zh-CN" altLang="en-US" sz="2800" dirty="0">
                  <a:solidFill>
                    <a:srgbClr val="7030A0"/>
                  </a:solidFill>
                  <a:latin typeface="黑体" panose="02010609060101010101" pitchFamily="2" charset="-122"/>
                  <a:ea typeface="黑体" panose="02010609060101010101" pitchFamily="2" charset="-122"/>
                </a:rPr>
                <a:t>删除：</a:t>
              </a:r>
              <a:r>
                <a:rPr lang="zh-CN" altLang="en-US" sz="2800" dirty="0">
                  <a:solidFill>
                    <a:schemeClr val="accent2"/>
                  </a:solidFill>
                  <a:latin typeface="黑体" panose="02010609060101010101" pitchFamily="2" charset="-122"/>
                  <a:ea typeface="黑体" panose="02010609060101010101" pitchFamily="2" charset="-122"/>
                </a:rPr>
                <a:t>删除长度为</a:t>
              </a:r>
              <a:r>
                <a:rPr lang="en-US" altLang="zh-CN" sz="2800" dirty="0">
                  <a:solidFill>
                    <a:schemeClr val="accent2"/>
                  </a:solidFill>
                  <a:ea typeface="黑体" panose="02010609060101010101" pitchFamily="2" charset="-122"/>
                </a:rPr>
                <a:t>n</a:t>
              </a:r>
              <a:r>
                <a:rPr lang="zh-CN" altLang="en-US" sz="2800" dirty="0">
                  <a:solidFill>
                    <a:schemeClr val="accent2"/>
                  </a:solidFill>
                  <a:latin typeface="黑体" panose="02010609060101010101" pitchFamily="2" charset="-122"/>
                  <a:ea typeface="黑体" panose="02010609060101010101" pitchFamily="2" charset="-122"/>
                </a:rPr>
                <a:t>的顺序表</a:t>
              </a:r>
              <a:r>
                <a:rPr lang="en-US" altLang="zh-CN" sz="2800" dirty="0">
                  <a:solidFill>
                    <a:schemeClr val="accent2"/>
                  </a:solidFill>
                  <a:ea typeface="黑体" panose="02010609060101010101" pitchFamily="2" charset="-122"/>
                </a:rPr>
                <a:t>list</a:t>
              </a:r>
              <a:r>
                <a:rPr lang="zh-CN" altLang="en-US" sz="2800" dirty="0">
                  <a:solidFill>
                    <a:schemeClr val="accent2"/>
                  </a:solidFill>
                  <a:latin typeface="黑体" panose="02010609060101010101" pitchFamily="2" charset="-122"/>
                  <a:ea typeface="黑体" panose="02010609060101010101" pitchFamily="2" charset="-122"/>
                </a:rPr>
                <a:t>的某个数据元素</a:t>
              </a:r>
              <a:endParaRPr lang="zh-CN" altLang="en-US" sz="2800" dirty="0">
                <a:solidFill>
                  <a:srgbClr val="7030A0"/>
                </a:solidFill>
                <a:latin typeface="黑体" panose="02010609060101010101" pitchFamily="2" charset="-122"/>
                <a:ea typeface="黑体" panose="0201060906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ChangeArrowheads="1"/>
          </p:cNvSpPr>
          <p:nvPr/>
        </p:nvSpPr>
        <p:spPr bwMode="auto">
          <a:xfrm>
            <a:off x="2724066" y="1089719"/>
            <a:ext cx="5724644" cy="523220"/>
          </a:xfrm>
          <a:prstGeom prst="rect">
            <a:avLst/>
          </a:prstGeom>
          <a:noFill/>
          <a:ln w="12700" cap="sq">
            <a:noFill/>
            <a:miter lim="800000"/>
          </a:ln>
        </p:spPr>
        <p:txBody>
          <a:bodyPr wrap="none">
            <a:spAutoFit/>
          </a:bodyPr>
          <a:lstStyle/>
          <a:p>
            <a:pPr algn="ctr" fontAlgn="base">
              <a:spcBef>
                <a:spcPct val="0"/>
              </a:spcBef>
            </a:pPr>
            <a:r>
              <a:rPr lang="zh-CN" altLang="en-US" sz="2800" dirty="0">
                <a:solidFill>
                  <a:srgbClr val="002C84"/>
                </a:solidFill>
              </a:rPr>
              <a:t> ( </a:t>
            </a:r>
            <a:r>
              <a:rPr lang="en-US" altLang="zh-CN" sz="2800" dirty="0">
                <a:solidFill>
                  <a:srgbClr val="002C84"/>
                </a:solidFill>
              </a:rPr>
              <a:t>a</a:t>
            </a:r>
            <a:r>
              <a:rPr lang="en-US" altLang="zh-CN" sz="2800" baseline="-25000" dirty="0">
                <a:solidFill>
                  <a:srgbClr val="002C84"/>
                </a:solidFill>
              </a:rPr>
              <a:t>1</a:t>
            </a:r>
            <a:r>
              <a:rPr lang="en-US" altLang="zh-CN" sz="2800" dirty="0">
                <a:solidFill>
                  <a:srgbClr val="002C84"/>
                </a:solidFill>
              </a:rPr>
              <a:t>, a</a:t>
            </a:r>
            <a:r>
              <a:rPr lang="en-US" altLang="zh-CN" sz="2800" baseline="-25000" dirty="0">
                <a:solidFill>
                  <a:srgbClr val="002C84"/>
                </a:solidFill>
              </a:rPr>
              <a:t>2</a:t>
            </a:r>
            <a:r>
              <a:rPr lang="en-US" altLang="zh-CN" sz="2800" dirty="0">
                <a:solidFill>
                  <a:srgbClr val="002C84"/>
                </a:solidFill>
              </a:rPr>
              <a:t>,</a:t>
            </a:r>
            <a:r>
              <a:rPr lang="en-US" altLang="zh-CN" sz="2800" dirty="0">
                <a:solidFill>
                  <a:srgbClr val="002C84"/>
                </a:solidFill>
                <a:latin typeface="宋体" pitchFamily="2" charset="-122"/>
              </a:rPr>
              <a:t> </a:t>
            </a:r>
            <a:r>
              <a:rPr lang="en-US" altLang="zh-CN" sz="2800" dirty="0">
                <a:solidFill>
                  <a:srgbClr val="002C84"/>
                </a:solidFill>
              </a:rPr>
              <a:t>…</a:t>
            </a:r>
            <a:r>
              <a:rPr lang="en-US" altLang="zh-CN" sz="2800" dirty="0">
                <a:solidFill>
                  <a:srgbClr val="002C84"/>
                </a:solidFill>
                <a:latin typeface="宋体" pitchFamily="2" charset="-122"/>
              </a:rPr>
              <a:t> </a:t>
            </a:r>
            <a:r>
              <a:rPr lang="en-US" altLang="zh-CN" sz="2800" dirty="0">
                <a:solidFill>
                  <a:srgbClr val="002C84"/>
                </a:solidFill>
              </a:rPr>
              <a:t>, a</a:t>
            </a:r>
            <a:r>
              <a:rPr lang="en-US" altLang="zh-CN" sz="2800" baseline="-25000" dirty="0">
                <a:solidFill>
                  <a:srgbClr val="002C84"/>
                </a:solidFill>
              </a:rPr>
              <a:t>i-1</a:t>
            </a:r>
            <a:r>
              <a:rPr lang="en-US" altLang="zh-CN" sz="2800" dirty="0">
                <a:solidFill>
                  <a:srgbClr val="002C84"/>
                </a:solidFill>
              </a:rPr>
              <a:t>, </a:t>
            </a:r>
            <a:r>
              <a:rPr lang="en-US" altLang="zh-CN" sz="2800" dirty="0" err="1">
                <a:solidFill>
                  <a:srgbClr val="002C84"/>
                </a:solidFill>
              </a:rPr>
              <a:t>a</a:t>
            </a:r>
            <a:r>
              <a:rPr lang="en-US" altLang="zh-CN" sz="2800" baseline="-25000" dirty="0" err="1">
                <a:solidFill>
                  <a:srgbClr val="002C84"/>
                </a:solidFill>
              </a:rPr>
              <a:t>i</a:t>
            </a:r>
            <a:r>
              <a:rPr lang="en-US" altLang="zh-CN" sz="2800" baseline="-25000" dirty="0">
                <a:solidFill>
                  <a:srgbClr val="002C84"/>
                </a:solidFill>
              </a:rPr>
              <a:t> </a:t>
            </a:r>
            <a:r>
              <a:rPr lang="en-US" altLang="zh-CN" sz="2800" dirty="0">
                <a:solidFill>
                  <a:srgbClr val="002C84"/>
                </a:solidFill>
              </a:rPr>
              <a:t>,</a:t>
            </a:r>
            <a:r>
              <a:rPr lang="en-US" altLang="zh-CN" sz="2800" baseline="-25000" dirty="0">
                <a:solidFill>
                  <a:srgbClr val="002C84"/>
                </a:solidFill>
              </a:rPr>
              <a:t> </a:t>
            </a:r>
            <a:r>
              <a:rPr lang="en-US" altLang="zh-CN" sz="2800" dirty="0">
                <a:solidFill>
                  <a:srgbClr val="002C84"/>
                </a:solidFill>
              </a:rPr>
              <a:t>a</a:t>
            </a:r>
            <a:r>
              <a:rPr lang="en-US" altLang="zh-CN" sz="2800" baseline="-25000" dirty="0">
                <a:solidFill>
                  <a:srgbClr val="002C84"/>
                </a:solidFill>
              </a:rPr>
              <a:t>i+1</a:t>
            </a:r>
            <a:r>
              <a:rPr lang="en-US" altLang="zh-CN" sz="2800" dirty="0">
                <a:solidFill>
                  <a:srgbClr val="002C84"/>
                </a:solidFill>
              </a:rPr>
              <a:t>, </a:t>
            </a:r>
            <a:r>
              <a:rPr lang="en-US" altLang="zh-CN" sz="2800" baseline="-25000" dirty="0">
                <a:solidFill>
                  <a:srgbClr val="002C84"/>
                </a:solidFill>
              </a:rPr>
              <a:t> </a:t>
            </a:r>
            <a:r>
              <a:rPr lang="en-US" altLang="zh-CN" sz="2800" dirty="0">
                <a:solidFill>
                  <a:srgbClr val="002C84"/>
                </a:solidFill>
              </a:rPr>
              <a:t>…</a:t>
            </a:r>
            <a:r>
              <a:rPr lang="en-US" altLang="zh-CN" sz="2800" dirty="0">
                <a:solidFill>
                  <a:srgbClr val="002C84"/>
                </a:solidFill>
                <a:latin typeface="宋体" pitchFamily="2" charset="-122"/>
              </a:rPr>
              <a:t> </a:t>
            </a:r>
            <a:r>
              <a:rPr lang="en-US" altLang="zh-CN" sz="2800" dirty="0">
                <a:solidFill>
                  <a:srgbClr val="002C84"/>
                </a:solidFill>
              </a:rPr>
              <a:t>,a</a:t>
            </a:r>
            <a:r>
              <a:rPr lang="en-US" altLang="zh-CN" sz="2800" baseline="-25000" dirty="0">
                <a:solidFill>
                  <a:srgbClr val="002C84"/>
                </a:solidFill>
              </a:rPr>
              <a:t>n-1 </a:t>
            </a:r>
            <a:r>
              <a:rPr lang="en-US" altLang="zh-CN" sz="2800" dirty="0">
                <a:solidFill>
                  <a:srgbClr val="002C84"/>
                </a:solidFill>
              </a:rPr>
              <a:t>,</a:t>
            </a:r>
            <a:r>
              <a:rPr lang="en-US" altLang="zh-CN" sz="2800" baseline="-25000" dirty="0">
                <a:solidFill>
                  <a:srgbClr val="002C84"/>
                </a:solidFill>
              </a:rPr>
              <a:t> </a:t>
            </a:r>
            <a:r>
              <a:rPr lang="en-US" altLang="zh-CN" sz="2800" dirty="0">
                <a:solidFill>
                  <a:srgbClr val="002C84"/>
                </a:solidFill>
              </a:rPr>
              <a:t>a</a:t>
            </a:r>
            <a:r>
              <a:rPr lang="en-US" altLang="zh-CN" sz="2800" baseline="-25000" dirty="0">
                <a:solidFill>
                  <a:srgbClr val="002C84"/>
                </a:solidFill>
              </a:rPr>
              <a:t>n  </a:t>
            </a:r>
            <a:r>
              <a:rPr lang="en-US" altLang="zh-CN" sz="2800" dirty="0">
                <a:solidFill>
                  <a:srgbClr val="002C84"/>
                </a:solidFill>
              </a:rPr>
              <a:t>)</a:t>
            </a:r>
            <a:r>
              <a:rPr lang="zh-CN" altLang="en-US" sz="2800" dirty="0">
                <a:solidFill>
                  <a:srgbClr val="002C84"/>
                </a:solidFill>
                <a:latin typeface="楷体_GB2312" panose="02010609030101010101" pitchFamily="49" charset="-122"/>
              </a:rPr>
              <a:t>	</a:t>
            </a:r>
            <a:endParaRPr lang="en-US" altLang="zh-CN" sz="2800" dirty="0">
              <a:solidFill>
                <a:srgbClr val="002C84"/>
              </a:solidFill>
              <a:latin typeface="楷体_GB2312" panose="02010609030101010101" pitchFamily="49" charset="-122"/>
            </a:endParaRPr>
          </a:p>
        </p:txBody>
      </p:sp>
      <p:sp>
        <p:nvSpPr>
          <p:cNvPr id="581635" name="Rectangle 3"/>
          <p:cNvSpPr>
            <a:spLocks noChangeArrowheads="1"/>
          </p:cNvSpPr>
          <p:nvPr/>
        </p:nvSpPr>
        <p:spPr bwMode="auto">
          <a:xfrm>
            <a:off x="5494313" y="1204019"/>
            <a:ext cx="2457450" cy="457200"/>
          </a:xfrm>
          <a:prstGeom prst="rect">
            <a:avLst/>
          </a:prstGeom>
          <a:noFill/>
          <a:ln w="31750">
            <a:solidFill>
              <a:srgbClr val="FF0000"/>
            </a:solidFill>
            <a:prstDash val="lgDash"/>
            <a:miter lim="800000"/>
          </a:ln>
        </p:spPr>
        <p:txBody>
          <a:bodyPr wrap="none" anchor="ctr"/>
          <a:lstStyle/>
          <a:p>
            <a:endParaRPr lang="zh-CN" altLang="en-US"/>
          </a:p>
        </p:txBody>
      </p:sp>
      <p:sp>
        <p:nvSpPr>
          <p:cNvPr id="581636" name="Text Box 4"/>
          <p:cNvSpPr txBox="1">
            <a:spLocks noChangeArrowheads="1"/>
          </p:cNvSpPr>
          <p:nvPr/>
        </p:nvSpPr>
        <p:spPr bwMode="auto">
          <a:xfrm>
            <a:off x="5968975" y="823019"/>
            <a:ext cx="1506538" cy="427038"/>
          </a:xfrm>
          <a:prstGeom prst="rect">
            <a:avLst/>
          </a:prstGeom>
          <a:noFill/>
          <a:ln w="12700" cap="sq">
            <a:noFill/>
            <a:miter lim="800000"/>
          </a:ln>
        </p:spPr>
        <p:txBody>
          <a:bodyPr>
            <a:spAutoFit/>
          </a:bodyPr>
          <a:lstStyle/>
          <a:p>
            <a:pPr fontAlgn="base">
              <a:spcBef>
                <a:spcPct val="0"/>
              </a:spcBef>
            </a:pPr>
            <a:r>
              <a:rPr lang="en-US" altLang="zh-CN" sz="2200">
                <a:solidFill>
                  <a:srgbClr val="FF3300"/>
                </a:solidFill>
                <a:ea typeface="宋体" pitchFamily="2" charset="-122"/>
              </a:rPr>
              <a:t>n-i</a:t>
            </a:r>
            <a:r>
              <a:rPr lang="zh-CN" altLang="en-US" sz="2200">
                <a:solidFill>
                  <a:srgbClr val="FF3300"/>
                </a:solidFill>
                <a:ea typeface="黑体" panose="02010609060101010101" pitchFamily="2" charset="-122"/>
              </a:rPr>
              <a:t>个元素</a:t>
            </a:r>
            <a:endParaRPr lang="zh-CN" altLang="en-US" sz="2200">
              <a:solidFill>
                <a:srgbClr val="FF3300"/>
              </a:solidFill>
              <a:ea typeface="黑体" panose="02010609060101010101" pitchFamily="2" charset="-122"/>
            </a:endParaRPr>
          </a:p>
        </p:txBody>
      </p:sp>
      <p:sp>
        <p:nvSpPr>
          <p:cNvPr id="581637" name="Text Box 5"/>
          <p:cNvSpPr txBox="1">
            <a:spLocks noChangeArrowheads="1"/>
          </p:cNvSpPr>
          <p:nvPr/>
        </p:nvSpPr>
        <p:spPr bwMode="auto">
          <a:xfrm>
            <a:off x="5487963" y="1680269"/>
            <a:ext cx="2597150" cy="427038"/>
          </a:xfrm>
          <a:prstGeom prst="rect">
            <a:avLst/>
          </a:prstGeom>
          <a:noFill/>
          <a:ln w="12700" cap="sq">
            <a:noFill/>
            <a:miter lim="800000"/>
          </a:ln>
        </p:spPr>
        <p:txBody>
          <a:bodyPr>
            <a:spAutoFit/>
          </a:bodyPr>
          <a:lstStyle/>
          <a:p>
            <a:pPr fontAlgn="base">
              <a:spcBef>
                <a:spcPct val="0"/>
              </a:spcBef>
            </a:pPr>
            <a:r>
              <a:rPr lang="zh-CN" altLang="en-US" sz="2200">
                <a:solidFill>
                  <a:srgbClr val="FF3300"/>
                </a:solidFill>
                <a:ea typeface="黑体" panose="02010609060101010101" pitchFamily="2" charset="-122"/>
              </a:rPr>
              <a:t>依次前移一个位置</a:t>
            </a:r>
            <a:endParaRPr lang="zh-CN" altLang="en-US" sz="2200">
              <a:solidFill>
                <a:srgbClr val="FF3300"/>
              </a:solidFill>
              <a:ea typeface="黑体" panose="02010609060101010101" pitchFamily="2" charset="-122"/>
            </a:endParaRPr>
          </a:p>
        </p:txBody>
      </p:sp>
      <p:sp>
        <p:nvSpPr>
          <p:cNvPr id="581638" name="Text Box 6"/>
          <p:cNvSpPr txBox="1">
            <a:spLocks noChangeArrowheads="1"/>
          </p:cNvSpPr>
          <p:nvPr/>
        </p:nvSpPr>
        <p:spPr bwMode="auto">
          <a:xfrm>
            <a:off x="1571600" y="3224907"/>
            <a:ext cx="4876800" cy="519112"/>
          </a:xfrm>
          <a:prstGeom prst="rect">
            <a:avLst/>
          </a:prstGeom>
          <a:noFill/>
          <a:ln w="12700" cap="sq">
            <a:noFill/>
            <a:miter lim="800000"/>
          </a:ln>
          <a:effectLst>
            <a:outerShdw dist="12700" algn="ctr" rotWithShape="0">
              <a:srgbClr val="000000"/>
            </a:outerShdw>
          </a:effectLst>
        </p:spPr>
        <p:txBody>
          <a:bodyPr>
            <a:spAutoFit/>
          </a:bodyPr>
          <a:lstStyle/>
          <a:p>
            <a:pPr fontAlgn="base">
              <a:spcBef>
                <a:spcPct val="0"/>
              </a:spcBef>
            </a:pPr>
            <a:r>
              <a:rPr lang="zh-CN" altLang="en-US" sz="2800" dirty="0">
                <a:solidFill>
                  <a:srgbClr val="00E400"/>
                </a:solidFill>
                <a:ea typeface="黑体" panose="02010609060101010101" pitchFamily="2" charset="-122"/>
              </a:rPr>
              <a:t>正常情况下需要做的工作：</a:t>
            </a:r>
            <a:endParaRPr lang="zh-CN" altLang="en-US" sz="2800" dirty="0">
              <a:solidFill>
                <a:srgbClr val="00E400"/>
              </a:solidFill>
              <a:ea typeface="黑体" panose="02010609060101010101" pitchFamily="2" charset="-122"/>
            </a:endParaRPr>
          </a:p>
        </p:txBody>
      </p:sp>
      <p:sp>
        <p:nvSpPr>
          <p:cNvPr id="581639" name="Text Box 7"/>
          <p:cNvSpPr txBox="1">
            <a:spLocks noChangeArrowheads="1"/>
          </p:cNvSpPr>
          <p:nvPr/>
        </p:nvSpPr>
        <p:spPr bwMode="auto">
          <a:xfrm>
            <a:off x="2009800" y="3717032"/>
            <a:ext cx="8172400" cy="477054"/>
          </a:xfrm>
          <a:prstGeom prst="rect">
            <a:avLst/>
          </a:prstGeom>
          <a:noFill/>
          <a:ln w="12700" cap="sq">
            <a:noFill/>
            <a:miter lim="800000"/>
          </a:ln>
        </p:spPr>
        <p:txBody>
          <a:bodyPr wrap="square">
            <a:spAutoFit/>
          </a:bodyPr>
          <a:lstStyle/>
          <a:p>
            <a:pPr fontAlgn="base">
              <a:spcBef>
                <a:spcPct val="0"/>
              </a:spcBef>
            </a:pPr>
            <a:r>
              <a:rPr lang="zh-CN" altLang="en-US" sz="2500" dirty="0">
                <a:solidFill>
                  <a:srgbClr val="003399"/>
                </a:solidFill>
                <a:ea typeface="幼圆" pitchFamily="49" charset="-122"/>
              </a:rPr>
              <a:t>(1) </a:t>
            </a:r>
            <a:r>
              <a:rPr lang="zh-CN" altLang="en-US" sz="2500" dirty="0">
                <a:solidFill>
                  <a:srgbClr val="003399"/>
                </a:solidFill>
                <a:latin typeface="幼圆" pitchFamily="49" charset="-122"/>
                <a:ea typeface="幼圆" pitchFamily="49" charset="-122"/>
              </a:rPr>
              <a:t>将删除元素的下一元素至第</a:t>
            </a:r>
            <a:r>
              <a:rPr lang="en-US" altLang="zh-CN" sz="2500" dirty="0">
                <a:solidFill>
                  <a:srgbClr val="003399"/>
                </a:solidFill>
                <a:ea typeface="幼圆" pitchFamily="49" charset="-122"/>
              </a:rPr>
              <a:t>n</a:t>
            </a:r>
            <a:r>
              <a:rPr lang="zh-CN" altLang="en-US" sz="2500" dirty="0">
                <a:solidFill>
                  <a:srgbClr val="003399"/>
                </a:solidFill>
                <a:latin typeface="幼圆" pitchFamily="49" charset="-122"/>
                <a:ea typeface="幼圆" pitchFamily="49" charset="-122"/>
              </a:rPr>
              <a:t>个元素依次前移一个位置；</a:t>
            </a:r>
            <a:endParaRPr lang="zh-CN" altLang="en-US" sz="2500" dirty="0">
              <a:solidFill>
                <a:srgbClr val="003399"/>
              </a:solidFill>
              <a:latin typeface="幼圆" pitchFamily="49" charset="-122"/>
              <a:ea typeface="幼圆" pitchFamily="49" charset="-122"/>
            </a:endParaRPr>
          </a:p>
        </p:txBody>
      </p:sp>
      <p:sp>
        <p:nvSpPr>
          <p:cNvPr id="581640" name="Text Box 8"/>
          <p:cNvSpPr txBox="1">
            <a:spLocks noChangeArrowheads="1"/>
          </p:cNvSpPr>
          <p:nvPr/>
        </p:nvSpPr>
        <p:spPr bwMode="auto">
          <a:xfrm>
            <a:off x="2009800" y="4115495"/>
            <a:ext cx="5062488" cy="473075"/>
          </a:xfrm>
          <a:prstGeom prst="rect">
            <a:avLst/>
          </a:prstGeom>
          <a:noFill/>
          <a:ln w="12700" cap="sq">
            <a:noFill/>
            <a:miter lim="800000"/>
          </a:ln>
        </p:spPr>
        <p:txBody>
          <a:bodyPr wrap="square">
            <a:spAutoFit/>
          </a:bodyPr>
          <a:lstStyle/>
          <a:p>
            <a:pPr fontAlgn="base">
              <a:spcBef>
                <a:spcPct val="0"/>
              </a:spcBef>
            </a:pPr>
            <a:r>
              <a:rPr lang="zh-CN" altLang="en-US" sz="2500" dirty="0">
                <a:solidFill>
                  <a:srgbClr val="003399"/>
                </a:solidFill>
                <a:ea typeface="幼圆" pitchFamily="49" charset="-122"/>
              </a:rPr>
              <a:t>(2)</a:t>
            </a:r>
            <a:r>
              <a:rPr lang="zh-CN" altLang="en-US" sz="2500" dirty="0">
                <a:solidFill>
                  <a:srgbClr val="003399"/>
                </a:solidFill>
                <a:latin typeface="幼圆" pitchFamily="49" charset="-122"/>
                <a:ea typeface="幼圆" pitchFamily="49" charset="-122"/>
              </a:rPr>
              <a:t> 修改表的长度(表长减</a:t>
            </a:r>
            <a:r>
              <a:rPr lang="zh-CN" altLang="en-US" sz="2500" dirty="0">
                <a:solidFill>
                  <a:srgbClr val="003399"/>
                </a:solidFill>
                <a:ea typeface="幼圆" pitchFamily="49" charset="-122"/>
              </a:rPr>
              <a:t>1</a:t>
            </a:r>
            <a:r>
              <a:rPr lang="zh-CN" altLang="en-US" sz="2500" dirty="0">
                <a:solidFill>
                  <a:srgbClr val="003399"/>
                </a:solidFill>
                <a:latin typeface="幼圆" pitchFamily="49" charset="-122"/>
                <a:ea typeface="幼圆" pitchFamily="49" charset="-122"/>
              </a:rPr>
              <a:t>)。</a:t>
            </a:r>
            <a:endParaRPr lang="zh-CN" altLang="en-US" sz="2500" dirty="0">
              <a:solidFill>
                <a:srgbClr val="003399"/>
              </a:solidFill>
              <a:latin typeface="幼圆" pitchFamily="49" charset="-122"/>
              <a:ea typeface="幼圆" pitchFamily="49" charset="-122"/>
            </a:endParaRPr>
          </a:p>
        </p:txBody>
      </p:sp>
      <p:sp>
        <p:nvSpPr>
          <p:cNvPr id="581641" name="Text Box 9"/>
          <p:cNvSpPr txBox="1">
            <a:spLocks noChangeArrowheads="1"/>
          </p:cNvSpPr>
          <p:nvPr/>
        </p:nvSpPr>
        <p:spPr bwMode="auto">
          <a:xfrm>
            <a:off x="1590650" y="4701283"/>
            <a:ext cx="5195888" cy="523875"/>
          </a:xfrm>
          <a:prstGeom prst="rect">
            <a:avLst/>
          </a:prstGeom>
          <a:noFill/>
          <a:ln w="12700" cap="sq">
            <a:noFill/>
            <a:miter lim="800000"/>
          </a:ln>
          <a:effectLst>
            <a:outerShdw dist="17961" dir="2700000" algn="ctr" rotWithShape="0">
              <a:srgbClr val="000000"/>
            </a:outerShdw>
          </a:effectLst>
        </p:spPr>
        <p:txBody>
          <a:bodyPr>
            <a:spAutoFit/>
          </a:bodyPr>
          <a:lstStyle/>
          <a:p>
            <a:pPr fontAlgn="base">
              <a:spcBef>
                <a:spcPct val="0"/>
              </a:spcBef>
            </a:pPr>
            <a:r>
              <a:rPr lang="zh-CN" altLang="en-US" sz="2800" dirty="0">
                <a:solidFill>
                  <a:srgbClr val="FF0000"/>
                </a:solidFill>
                <a:ea typeface="黑体" panose="02010609060101010101" pitchFamily="2" charset="-122"/>
              </a:rPr>
              <a:t>删除操作需要考虑的异常情况：</a:t>
            </a:r>
            <a:endParaRPr lang="zh-CN" altLang="en-US" sz="2800" dirty="0">
              <a:solidFill>
                <a:srgbClr val="FF0000"/>
              </a:solidFill>
              <a:ea typeface="黑体" panose="02010609060101010101" pitchFamily="2" charset="-122"/>
            </a:endParaRPr>
          </a:p>
        </p:txBody>
      </p:sp>
      <p:sp>
        <p:nvSpPr>
          <p:cNvPr id="581642" name="Text Box 10"/>
          <p:cNvSpPr txBox="1">
            <a:spLocks noChangeArrowheads="1"/>
          </p:cNvSpPr>
          <p:nvPr/>
        </p:nvSpPr>
        <p:spPr bwMode="auto">
          <a:xfrm>
            <a:off x="2171675" y="5212458"/>
            <a:ext cx="2590800" cy="473075"/>
          </a:xfrm>
          <a:prstGeom prst="rect">
            <a:avLst/>
          </a:prstGeom>
          <a:noFill/>
          <a:ln w="12700" cap="sq">
            <a:noFill/>
            <a:miter lim="800000"/>
          </a:ln>
        </p:spPr>
        <p:txBody>
          <a:bodyPr>
            <a:spAutoFit/>
          </a:bodyPr>
          <a:lstStyle/>
          <a:p>
            <a:pPr fontAlgn="base">
              <a:spcBef>
                <a:spcPct val="0"/>
              </a:spcBef>
            </a:pPr>
            <a:r>
              <a:rPr lang="zh-CN" altLang="en-US" sz="2500">
                <a:solidFill>
                  <a:srgbClr val="003399"/>
                </a:solidFill>
                <a:ea typeface="幼圆" pitchFamily="49" charset="-122"/>
              </a:rPr>
              <a:t>(1) </a:t>
            </a:r>
            <a:r>
              <a:rPr lang="zh-CN" altLang="en-US" sz="2500">
                <a:solidFill>
                  <a:srgbClr val="003399"/>
                </a:solidFill>
                <a:latin typeface="幼圆" pitchFamily="49" charset="-122"/>
                <a:ea typeface="幼圆" pitchFamily="49" charset="-122"/>
              </a:rPr>
              <a:t>是否表空？</a:t>
            </a:r>
            <a:endParaRPr lang="zh-CN" altLang="en-US" sz="2500">
              <a:solidFill>
                <a:srgbClr val="003399"/>
              </a:solidFill>
              <a:latin typeface="幼圆" pitchFamily="49" charset="-122"/>
              <a:ea typeface="幼圆" pitchFamily="49" charset="-122"/>
            </a:endParaRPr>
          </a:p>
        </p:txBody>
      </p:sp>
      <p:sp>
        <p:nvSpPr>
          <p:cNvPr id="581643" name="Text Box 11"/>
          <p:cNvSpPr txBox="1">
            <a:spLocks noChangeArrowheads="1"/>
          </p:cNvSpPr>
          <p:nvPr/>
        </p:nvSpPr>
        <p:spPr bwMode="auto">
          <a:xfrm>
            <a:off x="2185963" y="5626795"/>
            <a:ext cx="3644900" cy="473075"/>
          </a:xfrm>
          <a:prstGeom prst="rect">
            <a:avLst/>
          </a:prstGeom>
          <a:noFill/>
          <a:ln w="12700" cap="sq">
            <a:noFill/>
            <a:miter lim="800000"/>
          </a:ln>
        </p:spPr>
        <p:txBody>
          <a:bodyPr>
            <a:spAutoFit/>
          </a:bodyPr>
          <a:lstStyle/>
          <a:p>
            <a:pPr fontAlgn="base">
              <a:spcBef>
                <a:spcPct val="0"/>
              </a:spcBef>
            </a:pPr>
            <a:r>
              <a:rPr lang="zh-CN" altLang="en-US" sz="2500">
                <a:solidFill>
                  <a:srgbClr val="003399"/>
                </a:solidFill>
                <a:ea typeface="幼圆" pitchFamily="49" charset="-122"/>
              </a:rPr>
              <a:t>(2) </a:t>
            </a:r>
            <a:r>
              <a:rPr lang="zh-CN" altLang="en-US" sz="2500">
                <a:solidFill>
                  <a:srgbClr val="003399"/>
                </a:solidFill>
                <a:latin typeface="幼圆" pitchFamily="49" charset="-122"/>
                <a:ea typeface="幼圆" pitchFamily="49" charset="-122"/>
              </a:rPr>
              <a:t>删除位置是否合适</a:t>
            </a:r>
            <a:r>
              <a:rPr lang="zh-CN" altLang="en-US" sz="2500">
                <a:solidFill>
                  <a:srgbClr val="003399"/>
                </a:solidFill>
                <a:ea typeface="幼圆" pitchFamily="49" charset="-122"/>
              </a:rPr>
              <a:t>？</a:t>
            </a:r>
            <a:endParaRPr lang="en-US" altLang="zh-CN" sz="2500">
              <a:solidFill>
                <a:srgbClr val="003399"/>
              </a:solidFill>
              <a:ea typeface="幼圆" pitchFamily="49" charset="-122"/>
            </a:endParaRPr>
          </a:p>
        </p:txBody>
      </p:sp>
      <p:grpSp>
        <p:nvGrpSpPr>
          <p:cNvPr id="2" name="Group 12"/>
          <p:cNvGrpSpPr/>
          <p:nvPr/>
        </p:nvGrpSpPr>
        <p:grpSpPr bwMode="auto">
          <a:xfrm>
            <a:off x="7338988" y="2350194"/>
            <a:ext cx="2362200" cy="558800"/>
            <a:chOff x="4080" y="1376"/>
            <a:chExt cx="1488" cy="352"/>
          </a:xfrm>
        </p:grpSpPr>
        <p:sp>
          <p:nvSpPr>
            <p:cNvPr id="66583" name="AutoShape 13"/>
            <p:cNvSpPr>
              <a:spLocks noChangeArrowheads="1"/>
            </p:cNvSpPr>
            <p:nvPr/>
          </p:nvSpPr>
          <p:spPr bwMode="auto">
            <a:xfrm>
              <a:off x="4080" y="1392"/>
              <a:ext cx="1248" cy="336"/>
            </a:xfrm>
            <a:prstGeom prst="wedgeRectCallout">
              <a:avLst>
                <a:gd name="adj1" fmla="val -93028"/>
                <a:gd name="adj2" fmla="val -80954"/>
              </a:avLst>
            </a:prstGeom>
            <a:noFill/>
            <a:ln w="63500" cap="sq">
              <a:solidFill>
                <a:srgbClr val="33CCCC"/>
              </a:solidFill>
              <a:miter lim="800000"/>
            </a:ln>
          </p:spPr>
          <p:txBody>
            <a:bodyPr anchor="ctr"/>
            <a:lstStyle/>
            <a:p>
              <a:pPr algn="ctr"/>
              <a:endParaRPr lang="zh-CN" altLang="en-US" sz="2600"/>
            </a:p>
          </p:txBody>
        </p:sp>
        <p:sp>
          <p:nvSpPr>
            <p:cNvPr id="66584" name="Rectangle 14"/>
            <p:cNvSpPr>
              <a:spLocks noChangeArrowheads="1"/>
            </p:cNvSpPr>
            <p:nvPr/>
          </p:nvSpPr>
          <p:spPr bwMode="auto">
            <a:xfrm>
              <a:off x="4098" y="1376"/>
              <a:ext cx="1470" cy="308"/>
            </a:xfrm>
            <a:prstGeom prst="rect">
              <a:avLst/>
            </a:prstGeom>
            <a:noFill/>
            <a:ln w="12700" cap="sq">
              <a:noFill/>
              <a:miter lim="800000"/>
            </a:ln>
          </p:spPr>
          <p:txBody>
            <a:bodyPr>
              <a:spAutoFit/>
            </a:bodyPr>
            <a:lstStyle/>
            <a:p>
              <a:r>
                <a:rPr lang="en-US" altLang="zh-CN" sz="2600" dirty="0">
                  <a:solidFill>
                    <a:srgbClr val="000080"/>
                  </a:solidFill>
                </a:rPr>
                <a:t>list[j-1]</a:t>
              </a:r>
              <a:r>
                <a:rPr lang="en-US" altLang="zh-CN" sz="2600" dirty="0">
                  <a:solidFill>
                    <a:srgbClr val="000080"/>
                  </a:solidFill>
                  <a:sym typeface="Symbol" pitchFamily="18" charset="2"/>
                </a:rPr>
                <a:t>=list</a:t>
              </a:r>
              <a:r>
                <a:rPr lang="en-US" altLang="zh-CN" sz="2600" dirty="0">
                  <a:solidFill>
                    <a:srgbClr val="000080"/>
                  </a:solidFill>
                </a:rPr>
                <a:t>[j]；</a:t>
              </a:r>
              <a:endParaRPr lang="en-US" altLang="zh-CN" sz="2600" baseline="-25000" dirty="0">
                <a:solidFill>
                  <a:srgbClr val="000080"/>
                </a:solidFill>
              </a:endParaRPr>
            </a:p>
          </p:txBody>
        </p:sp>
      </p:grpSp>
      <p:sp>
        <p:nvSpPr>
          <p:cNvPr id="581647" name="Oval 15"/>
          <p:cNvSpPr>
            <a:spLocks noChangeArrowheads="1"/>
          </p:cNvSpPr>
          <p:nvPr/>
        </p:nvSpPr>
        <p:spPr bwMode="auto">
          <a:xfrm>
            <a:off x="5106144" y="1181571"/>
            <a:ext cx="381000" cy="457200"/>
          </a:xfrm>
          <a:prstGeom prst="ellipse">
            <a:avLst/>
          </a:prstGeom>
          <a:noFill/>
          <a:ln w="44450" cap="sq">
            <a:solidFill>
              <a:srgbClr val="FF3300"/>
            </a:solidFill>
            <a:round/>
          </a:ln>
        </p:spPr>
        <p:txBody>
          <a:bodyPr wrap="none" anchor="ctr"/>
          <a:lstStyle/>
          <a:p>
            <a:endParaRPr lang="zh-CN" altLang="en-US"/>
          </a:p>
        </p:txBody>
      </p:sp>
      <p:grpSp>
        <p:nvGrpSpPr>
          <p:cNvPr id="3" name="Group 16"/>
          <p:cNvGrpSpPr/>
          <p:nvPr/>
        </p:nvGrpSpPr>
        <p:grpSpPr bwMode="auto">
          <a:xfrm>
            <a:off x="4505300" y="5064819"/>
            <a:ext cx="1752600" cy="685800"/>
            <a:chOff x="2304" y="3072"/>
            <a:chExt cx="1104" cy="432"/>
          </a:xfrm>
        </p:grpSpPr>
        <p:sp>
          <p:nvSpPr>
            <p:cNvPr id="66577" name="Freeform 17"/>
            <p:cNvSpPr/>
            <p:nvPr/>
          </p:nvSpPr>
          <p:spPr bwMode="auto">
            <a:xfrm>
              <a:off x="2304" y="3072"/>
              <a:ext cx="901" cy="432"/>
            </a:xfrm>
            <a:custGeom>
              <a:avLst/>
              <a:gdLst>
                <a:gd name="T0" fmla="*/ 950 w 536"/>
                <a:gd name="T1" fmla="*/ 410 h 372"/>
                <a:gd name="T2" fmla="*/ 1395 w 536"/>
                <a:gd name="T3" fmla="*/ 877 h 372"/>
                <a:gd name="T4" fmla="*/ 7092 w 536"/>
                <a:gd name="T5" fmla="*/ 905 h 372"/>
                <a:gd name="T6" fmla="*/ 9249 w 536"/>
                <a:gd name="T7" fmla="*/ 939 h 372"/>
                <a:gd name="T8" fmla="*/ 18428 w 536"/>
                <a:gd name="T9" fmla="*/ 905 h 372"/>
                <a:gd name="T10" fmla="*/ 17996 w 536"/>
                <a:gd name="T11" fmla="*/ 350 h 372"/>
                <a:gd name="T12" fmla="*/ 950 w 536"/>
                <a:gd name="T13" fmla="*/ 410 h 3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36" h="372">
                  <a:moveTo>
                    <a:pt x="25" y="145"/>
                  </a:moveTo>
                  <a:cubicBezTo>
                    <a:pt x="29" y="199"/>
                    <a:pt x="0" y="267"/>
                    <a:pt x="37" y="307"/>
                  </a:cubicBezTo>
                  <a:cubicBezTo>
                    <a:pt x="71" y="344"/>
                    <a:pt x="137" y="312"/>
                    <a:pt x="187" y="318"/>
                  </a:cubicBezTo>
                  <a:cubicBezTo>
                    <a:pt x="206" y="320"/>
                    <a:pt x="225" y="326"/>
                    <a:pt x="244" y="330"/>
                  </a:cubicBezTo>
                  <a:cubicBezTo>
                    <a:pt x="325" y="326"/>
                    <a:pt x="426" y="372"/>
                    <a:pt x="486" y="318"/>
                  </a:cubicBezTo>
                  <a:cubicBezTo>
                    <a:pt x="535" y="274"/>
                    <a:pt x="536" y="147"/>
                    <a:pt x="475" y="122"/>
                  </a:cubicBezTo>
                  <a:cubicBezTo>
                    <a:pt x="178" y="0"/>
                    <a:pt x="139" y="40"/>
                    <a:pt x="25" y="145"/>
                  </a:cubicBezTo>
                  <a:close/>
                </a:path>
              </a:pathLst>
            </a:custGeom>
            <a:solidFill>
              <a:srgbClr val="97FFFF"/>
            </a:solidFill>
            <a:ln w="12700" cap="sq" cmpd="sng">
              <a:noFill/>
              <a:prstDash val="solid"/>
              <a:round/>
            </a:ln>
            <a:effectLst>
              <a:outerShdw dist="56796" dir="1593903" algn="ctr" rotWithShape="0">
                <a:srgbClr val="C0C0C0"/>
              </a:outerShdw>
            </a:effectLst>
          </p:spPr>
          <p:txBody>
            <a:bodyPr wrap="none" anchor="ctr"/>
            <a:lstStyle/>
            <a:p>
              <a:endParaRPr lang="zh-CN" altLang="en-US"/>
            </a:p>
          </p:txBody>
        </p:sp>
        <p:sp>
          <p:nvSpPr>
            <p:cNvPr id="66578" name="Rectangle 18"/>
            <p:cNvSpPr>
              <a:spLocks noChangeArrowheads="1"/>
            </p:cNvSpPr>
            <p:nvPr/>
          </p:nvSpPr>
          <p:spPr bwMode="auto">
            <a:xfrm>
              <a:off x="2316" y="3150"/>
              <a:ext cx="1092" cy="327"/>
            </a:xfrm>
            <a:prstGeom prst="rect">
              <a:avLst/>
            </a:prstGeom>
            <a:noFill/>
            <a:ln w="12700" cap="sq">
              <a:noFill/>
              <a:miter lim="800000"/>
            </a:ln>
          </p:spPr>
          <p:txBody>
            <a:bodyPr>
              <a:spAutoFit/>
            </a:bodyPr>
            <a:lstStyle/>
            <a:p>
              <a:r>
                <a:rPr lang="zh-CN" altLang="en-US" sz="2800">
                  <a:solidFill>
                    <a:srgbClr val="003399"/>
                  </a:solidFill>
                  <a:latin typeface="幼圆" pitchFamily="49" charset="-122"/>
                  <a:ea typeface="幼圆" pitchFamily="49" charset="-122"/>
                </a:rPr>
                <a:t> </a:t>
              </a:r>
              <a:r>
                <a:rPr lang="en-US" altLang="zh-CN" sz="2800">
                  <a:solidFill>
                    <a:srgbClr val="FF3300"/>
                  </a:solidFill>
                  <a:ea typeface="宋体" pitchFamily="2" charset="-122"/>
                  <a:cs typeface="Times New Roman" panose="02020503050405090304" pitchFamily="18" charset="0"/>
                </a:rPr>
                <a:t>n=0</a:t>
              </a:r>
              <a:endParaRPr lang="zh-CN" altLang="en-US" sz="3300">
                <a:solidFill>
                  <a:srgbClr val="003399"/>
                </a:solidFill>
                <a:latin typeface="幼圆" pitchFamily="49" charset="-122"/>
                <a:ea typeface="幼圆" pitchFamily="49" charset="-122"/>
              </a:endParaRPr>
            </a:p>
          </p:txBody>
        </p:sp>
        <p:grpSp>
          <p:nvGrpSpPr>
            <p:cNvPr id="4" name="Group 19"/>
            <p:cNvGrpSpPr/>
            <p:nvPr/>
          </p:nvGrpSpPr>
          <p:grpSpPr bwMode="auto">
            <a:xfrm rot="-194015">
              <a:off x="2880" y="3168"/>
              <a:ext cx="240" cy="288"/>
              <a:chOff x="4992" y="576"/>
              <a:chExt cx="557" cy="624"/>
            </a:xfrm>
          </p:grpSpPr>
          <p:sp>
            <p:nvSpPr>
              <p:cNvPr id="66580" name="Freeform 20"/>
              <p:cNvSpPr/>
              <p:nvPr/>
            </p:nvSpPr>
            <p:spPr bwMode="auto">
              <a:xfrm rot="770286">
                <a:off x="4992" y="576"/>
                <a:ext cx="557" cy="624"/>
              </a:xfrm>
              <a:custGeom>
                <a:avLst/>
                <a:gdLst>
                  <a:gd name="T0" fmla="*/ 2605 w 439"/>
                  <a:gd name="T1" fmla="*/ 63 h 683"/>
                  <a:gd name="T2" fmla="*/ 3372 w 439"/>
                  <a:gd name="T3" fmla="*/ 47 h 683"/>
                  <a:gd name="T4" fmla="*/ 4733 w 439"/>
                  <a:gd name="T5" fmla="*/ 58 h 683"/>
                  <a:gd name="T6" fmla="*/ 4607 w 439"/>
                  <a:gd name="T7" fmla="*/ 83 h 683"/>
                  <a:gd name="T8" fmla="*/ 2977 w 439"/>
                  <a:gd name="T9" fmla="*/ 102 h 683"/>
                  <a:gd name="T10" fmla="*/ 2658 w 439"/>
                  <a:gd name="T11" fmla="*/ 160 h 683"/>
                  <a:gd name="T12" fmla="*/ 2977 w 439"/>
                  <a:gd name="T13" fmla="*/ 178 h 683"/>
                  <a:gd name="T14" fmla="*/ 2448 w 439"/>
                  <a:gd name="T15" fmla="*/ 198 h 683"/>
                  <a:gd name="T16" fmla="*/ 2565 w 439"/>
                  <a:gd name="T17" fmla="*/ 217 h 683"/>
                  <a:gd name="T18" fmla="*/ 3706 w 439"/>
                  <a:gd name="T19" fmla="*/ 231 h 683"/>
                  <a:gd name="T20" fmla="*/ 5226 w 439"/>
                  <a:gd name="T21" fmla="*/ 222 h 683"/>
                  <a:gd name="T22" fmla="*/ 5708 w 439"/>
                  <a:gd name="T23" fmla="*/ 198 h 683"/>
                  <a:gd name="T24" fmla="*/ 5102 w 439"/>
                  <a:gd name="T25" fmla="*/ 175 h 683"/>
                  <a:gd name="T26" fmla="*/ 5765 w 439"/>
                  <a:gd name="T27" fmla="*/ 163 h 683"/>
                  <a:gd name="T28" fmla="*/ 5765 w 439"/>
                  <a:gd name="T29" fmla="*/ 131 h 683"/>
                  <a:gd name="T30" fmla="*/ 7452 w 439"/>
                  <a:gd name="T31" fmla="*/ 104 h 683"/>
                  <a:gd name="T32" fmla="*/ 7643 w 439"/>
                  <a:gd name="T33" fmla="*/ 63 h 683"/>
                  <a:gd name="T34" fmla="*/ 6541 w 439"/>
                  <a:gd name="T35" fmla="*/ 20 h 683"/>
                  <a:gd name="T36" fmla="*/ 4352 w 439"/>
                  <a:gd name="T37" fmla="*/ 0 h 683"/>
                  <a:gd name="T38" fmla="*/ 1945 w 439"/>
                  <a:gd name="T39" fmla="*/ 13 h 683"/>
                  <a:gd name="T40" fmla="*/ 529 w 439"/>
                  <a:gd name="T41" fmla="*/ 39 h 683"/>
                  <a:gd name="T42" fmla="*/ 0 w 439"/>
                  <a:gd name="T43" fmla="*/ 79 h 683"/>
                  <a:gd name="T44" fmla="*/ 66 w 439"/>
                  <a:gd name="T45" fmla="*/ 102 h 683"/>
                  <a:gd name="T46" fmla="*/ 2565 w 439"/>
                  <a:gd name="T47" fmla="*/ 100 h 683"/>
                  <a:gd name="T48" fmla="*/ 2605 w 439"/>
                  <a:gd name="T49" fmla="*/ 63 h 68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39"/>
                  <a:gd name="T76" fmla="*/ 0 h 683"/>
                  <a:gd name="T77" fmla="*/ 439 w 439"/>
                  <a:gd name="T78" fmla="*/ 683 h 68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39" h="683">
                    <a:moveTo>
                      <a:pt x="150" y="185"/>
                    </a:moveTo>
                    <a:lnTo>
                      <a:pt x="194" y="138"/>
                    </a:lnTo>
                    <a:lnTo>
                      <a:pt x="272" y="167"/>
                    </a:lnTo>
                    <a:lnTo>
                      <a:pt x="265" y="244"/>
                    </a:lnTo>
                    <a:lnTo>
                      <a:pt x="171" y="304"/>
                    </a:lnTo>
                    <a:lnTo>
                      <a:pt x="153" y="474"/>
                    </a:lnTo>
                    <a:lnTo>
                      <a:pt x="171" y="527"/>
                    </a:lnTo>
                    <a:lnTo>
                      <a:pt x="140" y="585"/>
                    </a:lnTo>
                    <a:lnTo>
                      <a:pt x="147" y="645"/>
                    </a:lnTo>
                    <a:lnTo>
                      <a:pt x="213" y="683"/>
                    </a:lnTo>
                    <a:lnTo>
                      <a:pt x="300" y="656"/>
                    </a:lnTo>
                    <a:lnTo>
                      <a:pt x="328" y="585"/>
                    </a:lnTo>
                    <a:lnTo>
                      <a:pt x="293" y="518"/>
                    </a:lnTo>
                    <a:lnTo>
                      <a:pt x="331" y="480"/>
                    </a:lnTo>
                    <a:lnTo>
                      <a:pt x="331" y="387"/>
                    </a:lnTo>
                    <a:lnTo>
                      <a:pt x="429" y="308"/>
                    </a:lnTo>
                    <a:lnTo>
                      <a:pt x="439" y="188"/>
                    </a:lnTo>
                    <a:lnTo>
                      <a:pt x="376" y="59"/>
                    </a:lnTo>
                    <a:lnTo>
                      <a:pt x="251" y="0"/>
                    </a:lnTo>
                    <a:lnTo>
                      <a:pt x="112" y="38"/>
                    </a:lnTo>
                    <a:lnTo>
                      <a:pt x="31" y="115"/>
                    </a:lnTo>
                    <a:lnTo>
                      <a:pt x="0" y="234"/>
                    </a:lnTo>
                    <a:lnTo>
                      <a:pt x="4" y="304"/>
                    </a:lnTo>
                    <a:lnTo>
                      <a:pt x="147" y="296"/>
                    </a:lnTo>
                    <a:lnTo>
                      <a:pt x="150" y="185"/>
                    </a:lnTo>
                    <a:close/>
                  </a:path>
                </a:pathLst>
              </a:custGeom>
              <a:solidFill>
                <a:srgbClr val="FFFF00"/>
              </a:solidFill>
              <a:ln w="9525">
                <a:solidFill>
                  <a:srgbClr val="00FFFF"/>
                </a:solidFill>
                <a:round/>
              </a:ln>
            </p:spPr>
            <p:txBody>
              <a:bodyPr/>
              <a:lstStyle/>
              <a:p>
                <a:endParaRPr lang="zh-CN" altLang="en-US"/>
              </a:p>
            </p:txBody>
          </p:sp>
          <p:sp>
            <p:nvSpPr>
              <p:cNvPr id="66581" name="Freeform 21"/>
              <p:cNvSpPr/>
              <p:nvPr/>
            </p:nvSpPr>
            <p:spPr bwMode="auto">
              <a:xfrm rot="770286">
                <a:off x="5028" y="576"/>
                <a:ext cx="496" cy="435"/>
              </a:xfrm>
              <a:custGeom>
                <a:avLst/>
                <a:gdLst>
                  <a:gd name="T0" fmla="*/ 0 w 390"/>
                  <a:gd name="T1" fmla="*/ 80 h 477"/>
                  <a:gd name="T2" fmla="*/ 1014 w 390"/>
                  <a:gd name="T3" fmla="*/ 76 h 477"/>
                  <a:gd name="T4" fmla="*/ 1590 w 390"/>
                  <a:gd name="T5" fmla="*/ 80 h 477"/>
                  <a:gd name="T6" fmla="*/ 1559 w 390"/>
                  <a:gd name="T7" fmla="*/ 57 h 477"/>
                  <a:gd name="T8" fmla="*/ 1983 w 390"/>
                  <a:gd name="T9" fmla="*/ 33 h 477"/>
                  <a:gd name="T10" fmla="*/ 3686 w 390"/>
                  <a:gd name="T11" fmla="*/ 25 h 477"/>
                  <a:gd name="T12" fmla="*/ 4488 w 390"/>
                  <a:gd name="T13" fmla="*/ 36 h 477"/>
                  <a:gd name="T14" fmla="*/ 5344 w 390"/>
                  <a:gd name="T15" fmla="*/ 51 h 477"/>
                  <a:gd name="T16" fmla="*/ 5092 w 390"/>
                  <a:gd name="T17" fmla="*/ 79 h 477"/>
                  <a:gd name="T18" fmla="*/ 3491 w 390"/>
                  <a:gd name="T19" fmla="*/ 91 h 477"/>
                  <a:gd name="T20" fmla="*/ 3051 w 390"/>
                  <a:gd name="T21" fmla="*/ 111 h 477"/>
                  <a:gd name="T22" fmla="*/ 3173 w 390"/>
                  <a:gd name="T23" fmla="*/ 130 h 477"/>
                  <a:gd name="T24" fmla="*/ 2973 w 390"/>
                  <a:gd name="T25" fmla="*/ 158 h 477"/>
                  <a:gd name="T26" fmla="*/ 4600 w 390"/>
                  <a:gd name="T27" fmla="*/ 158 h 477"/>
                  <a:gd name="T28" fmla="*/ 4809 w 390"/>
                  <a:gd name="T29" fmla="*/ 138 h 477"/>
                  <a:gd name="T30" fmla="*/ 4676 w 390"/>
                  <a:gd name="T31" fmla="*/ 114 h 477"/>
                  <a:gd name="T32" fmla="*/ 5663 w 390"/>
                  <a:gd name="T33" fmla="*/ 101 h 477"/>
                  <a:gd name="T34" fmla="*/ 6402 w 390"/>
                  <a:gd name="T35" fmla="*/ 95 h 477"/>
                  <a:gd name="T36" fmla="*/ 6991 w 390"/>
                  <a:gd name="T37" fmla="*/ 65 h 477"/>
                  <a:gd name="T38" fmla="*/ 6471 w 390"/>
                  <a:gd name="T39" fmla="*/ 33 h 477"/>
                  <a:gd name="T40" fmla="*/ 4730 w 390"/>
                  <a:gd name="T41" fmla="*/ 0 h 477"/>
                  <a:gd name="T42" fmla="*/ 2619 w 390"/>
                  <a:gd name="T43" fmla="*/ 5 h 477"/>
                  <a:gd name="T44" fmla="*/ 928 w 390"/>
                  <a:gd name="T45" fmla="*/ 23 h 477"/>
                  <a:gd name="T46" fmla="*/ 196 w 390"/>
                  <a:gd name="T47" fmla="*/ 47 h 477"/>
                  <a:gd name="T48" fmla="*/ 0 w 390"/>
                  <a:gd name="T49" fmla="*/ 80 h 47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90"/>
                  <a:gd name="T76" fmla="*/ 0 h 477"/>
                  <a:gd name="T77" fmla="*/ 390 w 390"/>
                  <a:gd name="T78" fmla="*/ 477 h 47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90" h="477">
                    <a:moveTo>
                      <a:pt x="0" y="241"/>
                    </a:moveTo>
                    <a:lnTo>
                      <a:pt x="57" y="230"/>
                    </a:lnTo>
                    <a:lnTo>
                      <a:pt x="89" y="241"/>
                    </a:lnTo>
                    <a:lnTo>
                      <a:pt x="87" y="175"/>
                    </a:lnTo>
                    <a:lnTo>
                      <a:pt x="111" y="101"/>
                    </a:lnTo>
                    <a:lnTo>
                      <a:pt x="206" y="74"/>
                    </a:lnTo>
                    <a:lnTo>
                      <a:pt x="251" y="105"/>
                    </a:lnTo>
                    <a:lnTo>
                      <a:pt x="299" y="153"/>
                    </a:lnTo>
                    <a:lnTo>
                      <a:pt x="285" y="237"/>
                    </a:lnTo>
                    <a:lnTo>
                      <a:pt x="195" y="276"/>
                    </a:lnTo>
                    <a:lnTo>
                      <a:pt x="171" y="335"/>
                    </a:lnTo>
                    <a:lnTo>
                      <a:pt x="178" y="395"/>
                    </a:lnTo>
                    <a:lnTo>
                      <a:pt x="166" y="477"/>
                    </a:lnTo>
                    <a:lnTo>
                      <a:pt x="256" y="477"/>
                    </a:lnTo>
                    <a:lnTo>
                      <a:pt x="268" y="416"/>
                    </a:lnTo>
                    <a:lnTo>
                      <a:pt x="261" y="345"/>
                    </a:lnTo>
                    <a:lnTo>
                      <a:pt x="316" y="307"/>
                    </a:lnTo>
                    <a:lnTo>
                      <a:pt x="358" y="287"/>
                    </a:lnTo>
                    <a:lnTo>
                      <a:pt x="390" y="196"/>
                    </a:lnTo>
                    <a:lnTo>
                      <a:pt x="361" y="98"/>
                    </a:lnTo>
                    <a:lnTo>
                      <a:pt x="264" y="0"/>
                    </a:lnTo>
                    <a:lnTo>
                      <a:pt x="146" y="8"/>
                    </a:lnTo>
                    <a:lnTo>
                      <a:pt x="51" y="67"/>
                    </a:lnTo>
                    <a:lnTo>
                      <a:pt x="10" y="140"/>
                    </a:lnTo>
                    <a:lnTo>
                      <a:pt x="0" y="241"/>
                    </a:lnTo>
                    <a:close/>
                  </a:path>
                </a:pathLst>
              </a:custGeom>
              <a:solidFill>
                <a:srgbClr val="FF3300"/>
              </a:solidFill>
              <a:ln w="9525">
                <a:solidFill>
                  <a:srgbClr val="FFCC00"/>
                </a:solidFill>
                <a:round/>
              </a:ln>
            </p:spPr>
            <p:txBody>
              <a:bodyPr/>
              <a:lstStyle/>
              <a:p>
                <a:endParaRPr lang="zh-CN" altLang="en-US"/>
              </a:p>
            </p:txBody>
          </p:sp>
          <p:sp>
            <p:nvSpPr>
              <p:cNvPr id="66582" name="Freeform 22"/>
              <p:cNvSpPr/>
              <p:nvPr/>
            </p:nvSpPr>
            <p:spPr bwMode="auto">
              <a:xfrm rot="770286">
                <a:off x="5159" y="1066"/>
                <a:ext cx="160" cy="100"/>
              </a:xfrm>
              <a:custGeom>
                <a:avLst/>
                <a:gdLst>
                  <a:gd name="T0" fmla="*/ 782 w 126"/>
                  <a:gd name="T1" fmla="*/ 0 h 109"/>
                  <a:gd name="T2" fmla="*/ 156 w 126"/>
                  <a:gd name="T3" fmla="*/ 7 h 109"/>
                  <a:gd name="T4" fmla="*/ 0 w 126"/>
                  <a:gd name="T5" fmla="*/ 26 h 109"/>
                  <a:gd name="T6" fmla="*/ 500 w 126"/>
                  <a:gd name="T7" fmla="*/ 39 h 109"/>
                  <a:gd name="T8" fmla="*/ 1713 w 126"/>
                  <a:gd name="T9" fmla="*/ 39 h 109"/>
                  <a:gd name="T10" fmla="*/ 2223 w 126"/>
                  <a:gd name="T11" fmla="*/ 24 h 109"/>
                  <a:gd name="T12" fmla="*/ 1801 w 126"/>
                  <a:gd name="T13" fmla="*/ 6 h 109"/>
                  <a:gd name="T14" fmla="*/ 782 w 126"/>
                  <a:gd name="T15" fmla="*/ 0 h 109"/>
                  <a:gd name="T16" fmla="*/ 0 60000 65536"/>
                  <a:gd name="T17" fmla="*/ 0 60000 65536"/>
                  <a:gd name="T18" fmla="*/ 0 60000 65536"/>
                  <a:gd name="T19" fmla="*/ 0 60000 65536"/>
                  <a:gd name="T20" fmla="*/ 0 60000 65536"/>
                  <a:gd name="T21" fmla="*/ 0 60000 65536"/>
                  <a:gd name="T22" fmla="*/ 0 60000 65536"/>
                  <a:gd name="T23" fmla="*/ 0 60000 65536"/>
                  <a:gd name="T24" fmla="*/ 0 w 126"/>
                  <a:gd name="T25" fmla="*/ 0 h 109"/>
                  <a:gd name="T26" fmla="*/ 126 w 126"/>
                  <a:gd name="T27" fmla="*/ 109 h 10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26" h="109">
                    <a:moveTo>
                      <a:pt x="45" y="0"/>
                    </a:moveTo>
                    <a:lnTo>
                      <a:pt x="9" y="20"/>
                    </a:lnTo>
                    <a:lnTo>
                      <a:pt x="0" y="73"/>
                    </a:lnTo>
                    <a:lnTo>
                      <a:pt x="28" y="109"/>
                    </a:lnTo>
                    <a:lnTo>
                      <a:pt x="98" y="109"/>
                    </a:lnTo>
                    <a:lnTo>
                      <a:pt x="126" y="66"/>
                    </a:lnTo>
                    <a:lnTo>
                      <a:pt x="102" y="14"/>
                    </a:lnTo>
                    <a:lnTo>
                      <a:pt x="45" y="0"/>
                    </a:lnTo>
                    <a:close/>
                  </a:path>
                </a:pathLst>
              </a:custGeom>
              <a:solidFill>
                <a:srgbClr val="FF3300"/>
              </a:solidFill>
              <a:ln w="9525">
                <a:solidFill>
                  <a:srgbClr val="00FFFF"/>
                </a:solidFill>
                <a:round/>
              </a:ln>
            </p:spPr>
            <p:txBody>
              <a:bodyPr/>
              <a:lstStyle/>
              <a:p>
                <a:endParaRPr lang="zh-CN" altLang="en-US"/>
              </a:p>
            </p:txBody>
          </p:sp>
        </p:grpSp>
      </p:grpSp>
      <p:sp>
        <p:nvSpPr>
          <p:cNvPr id="581655" name="Text Box 23"/>
          <p:cNvSpPr txBox="1">
            <a:spLocks noChangeArrowheads="1"/>
          </p:cNvSpPr>
          <p:nvPr/>
        </p:nvSpPr>
        <p:spPr bwMode="auto">
          <a:xfrm>
            <a:off x="5526063" y="5607745"/>
            <a:ext cx="3789362" cy="473075"/>
          </a:xfrm>
          <a:prstGeom prst="rect">
            <a:avLst/>
          </a:prstGeom>
          <a:noFill/>
          <a:ln w="12700" cap="sq">
            <a:noFill/>
            <a:miter lim="800000"/>
          </a:ln>
        </p:spPr>
        <p:txBody>
          <a:bodyPr>
            <a:spAutoFit/>
          </a:bodyPr>
          <a:lstStyle/>
          <a:p>
            <a:pPr fontAlgn="base">
              <a:spcBef>
                <a:spcPct val="0"/>
              </a:spcBef>
            </a:pPr>
            <a:r>
              <a:rPr lang="zh-CN" altLang="en-US" sz="2500" dirty="0">
                <a:solidFill>
                  <a:srgbClr val="003399"/>
                </a:solidFill>
                <a:ea typeface="幼圆" pitchFamily="49" charset="-122"/>
              </a:rPr>
              <a:t>( 正常位置</a:t>
            </a:r>
            <a:r>
              <a:rPr lang="en-US" altLang="zh-CN" sz="2500" dirty="0">
                <a:solidFill>
                  <a:srgbClr val="003399"/>
                </a:solidFill>
                <a:ea typeface="幼圆" pitchFamily="49" charset="-122"/>
              </a:rPr>
              <a:t>:0</a:t>
            </a:r>
            <a:r>
              <a:rPr lang="en-US" altLang="zh-CN" sz="2500" dirty="0">
                <a:solidFill>
                  <a:srgbClr val="FF3300"/>
                </a:solidFill>
                <a:ea typeface="宋体" pitchFamily="2" charset="-122"/>
                <a:cs typeface="Times New Roman" panose="02020503050405090304" pitchFamily="18" charset="0"/>
              </a:rPr>
              <a:t>≤i≤n-1 </a:t>
            </a:r>
            <a:r>
              <a:rPr lang="en-US" altLang="zh-CN" sz="2500" dirty="0">
                <a:solidFill>
                  <a:srgbClr val="003399"/>
                </a:solidFill>
                <a:ea typeface="幼圆" pitchFamily="49" charset="-122"/>
              </a:rPr>
              <a:t>)</a:t>
            </a:r>
            <a:endParaRPr lang="en-US" altLang="zh-CN" sz="2500" dirty="0">
              <a:solidFill>
                <a:srgbClr val="003399"/>
              </a:solidFill>
              <a:ea typeface="幼圆" pitchFamily="49" charset="-122"/>
            </a:endParaRPr>
          </a:p>
        </p:txBody>
      </p:sp>
      <p:sp>
        <p:nvSpPr>
          <p:cNvPr id="581656" name="Rectangle 24"/>
          <p:cNvSpPr>
            <a:spLocks noChangeArrowheads="1"/>
          </p:cNvSpPr>
          <p:nvPr/>
        </p:nvSpPr>
        <p:spPr bwMode="auto">
          <a:xfrm>
            <a:off x="6286476" y="4109144"/>
            <a:ext cx="1444625" cy="457200"/>
          </a:xfrm>
          <a:prstGeom prst="rect">
            <a:avLst/>
          </a:prstGeom>
          <a:noFill/>
          <a:ln w="9525">
            <a:noFill/>
            <a:miter lim="800000"/>
          </a:ln>
        </p:spPr>
        <p:txBody>
          <a:bodyPr>
            <a:spAutoFit/>
          </a:bodyPr>
          <a:lstStyle/>
          <a:p>
            <a:pPr fontAlgn="base">
              <a:spcBef>
                <a:spcPct val="0"/>
              </a:spcBef>
            </a:pPr>
            <a:r>
              <a:rPr lang="zh-CN" altLang="en-US" sz="2400">
                <a:solidFill>
                  <a:schemeClr val="accent2"/>
                </a:solidFill>
                <a:ea typeface="幼圆" pitchFamily="49" charset="-122"/>
              </a:rPr>
              <a:t>( </a:t>
            </a:r>
            <a:r>
              <a:rPr lang="en-US" altLang="zh-CN" sz="2400">
                <a:solidFill>
                  <a:schemeClr val="accent2"/>
                </a:solidFill>
                <a:ea typeface="幼圆" pitchFamily="49" charset="-122"/>
              </a:rPr>
              <a:t>n</a:t>
            </a:r>
            <a:r>
              <a:rPr lang="en-US" altLang="zh-CN" sz="2400">
                <a:solidFill>
                  <a:schemeClr val="accent2"/>
                </a:solidFill>
                <a:latin typeface="宋体" pitchFamily="2" charset="-122"/>
                <a:ea typeface="宋体" pitchFamily="2" charset="-122"/>
              </a:rPr>
              <a:t>--</a:t>
            </a:r>
            <a:r>
              <a:rPr lang="en-US" altLang="zh-CN" sz="2400">
                <a:solidFill>
                  <a:schemeClr val="accent2"/>
                </a:solidFill>
                <a:ea typeface="幼圆" pitchFamily="49" charset="-122"/>
              </a:rPr>
              <a:t>; )</a:t>
            </a:r>
            <a:endParaRPr lang="en-US" altLang="zh-CN" sz="2400">
              <a:solidFill>
                <a:schemeClr val="accent2"/>
              </a:solidFill>
              <a:ea typeface="幼圆"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81638"/>
                                        </p:tgtEl>
                                        <p:attrNameLst>
                                          <p:attrName>style.visibility</p:attrName>
                                        </p:attrNameLst>
                                      </p:cBhvr>
                                      <p:to>
                                        <p:strVal val="visible"/>
                                      </p:to>
                                    </p:set>
                                    <p:anim calcmode="lin" valueType="num">
                                      <p:cBhvr additive="base">
                                        <p:cTn id="7" dur="500" fill="hold"/>
                                        <p:tgtEl>
                                          <p:spTgt spid="581638"/>
                                        </p:tgtEl>
                                        <p:attrNameLst>
                                          <p:attrName>ppt_x</p:attrName>
                                        </p:attrNameLst>
                                      </p:cBhvr>
                                      <p:tavLst>
                                        <p:tav tm="0">
                                          <p:val>
                                            <p:strVal val="0-#ppt_w/2"/>
                                          </p:val>
                                        </p:tav>
                                        <p:tav tm="100000">
                                          <p:val>
                                            <p:strVal val="#ppt_x"/>
                                          </p:val>
                                        </p:tav>
                                      </p:tavLst>
                                    </p:anim>
                                    <p:anim calcmode="lin" valueType="num">
                                      <p:cBhvr additive="base">
                                        <p:cTn id="8" dur="500" fill="hold"/>
                                        <p:tgtEl>
                                          <p:spTgt spid="58163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2" fill="hold" grpId="0" nodeType="clickEffect">
                                  <p:stCondLst>
                                    <p:cond delay="0"/>
                                  </p:stCondLst>
                                  <p:childTnLst>
                                    <p:set>
                                      <p:cBhvr>
                                        <p:cTn id="12" dur="1" fill="hold">
                                          <p:stCondLst>
                                            <p:cond delay="0"/>
                                          </p:stCondLst>
                                        </p:cTn>
                                        <p:tgtEl>
                                          <p:spTgt spid="581639"/>
                                        </p:tgtEl>
                                        <p:attrNameLst>
                                          <p:attrName>style.visibility</p:attrName>
                                        </p:attrNameLst>
                                      </p:cBhvr>
                                      <p:to>
                                        <p:strVal val="visible"/>
                                      </p:to>
                                    </p:set>
                                    <p:animEffect transition="in" filter="wipe(right)">
                                      <p:cBhvr>
                                        <p:cTn id="13" dur="500"/>
                                        <p:tgtEl>
                                          <p:spTgt spid="581639"/>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581635"/>
                                        </p:tgtEl>
                                        <p:attrNameLst>
                                          <p:attrName>style.visibility</p:attrName>
                                        </p:attrNameLst>
                                      </p:cBhvr>
                                      <p:to>
                                        <p:strVal val="visible"/>
                                      </p:to>
                                    </p:set>
                                    <p:animEffect transition="in" filter="blinds(horizontal)">
                                      <p:cBhvr>
                                        <p:cTn id="18" dur="500"/>
                                        <p:tgtEl>
                                          <p:spTgt spid="581635"/>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581636"/>
                                        </p:tgtEl>
                                        <p:attrNameLst>
                                          <p:attrName>style.visibility</p:attrName>
                                        </p:attrNameLst>
                                      </p:cBhvr>
                                      <p:to>
                                        <p:strVal val="visible"/>
                                      </p:to>
                                    </p:set>
                                    <p:animEffect transition="in" filter="blinds(horizontal)">
                                      <p:cBhvr>
                                        <p:cTn id="21" dur="500"/>
                                        <p:tgtEl>
                                          <p:spTgt spid="581636"/>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581637"/>
                                        </p:tgtEl>
                                        <p:attrNameLst>
                                          <p:attrName>style.visibility</p:attrName>
                                        </p:attrNameLst>
                                      </p:cBhvr>
                                      <p:to>
                                        <p:strVal val="visible"/>
                                      </p:to>
                                    </p:set>
                                    <p:animEffect transition="in" filter="blinds(horizontal)">
                                      <p:cBhvr>
                                        <p:cTn id="24" dur="500"/>
                                        <p:tgtEl>
                                          <p:spTgt spid="581637"/>
                                        </p:tgtEl>
                                      </p:cBhvr>
                                    </p:animEffect>
                                  </p:childTnLst>
                                </p:cTn>
                              </p:par>
                              <p:par>
                                <p:cTn id="25" presetID="3" presetClass="entr" presetSubtype="10" fill="hold" nodeType="with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blinds(horizontal)">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581640"/>
                                        </p:tgtEl>
                                        <p:attrNameLst>
                                          <p:attrName>style.visibility</p:attrName>
                                        </p:attrNameLst>
                                      </p:cBhvr>
                                      <p:to>
                                        <p:strVal val="visible"/>
                                      </p:to>
                                    </p:set>
                                    <p:animEffect transition="in" filter="blinds(horizontal)">
                                      <p:cBhvr>
                                        <p:cTn id="32" dur="500"/>
                                        <p:tgtEl>
                                          <p:spTgt spid="581640"/>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581656"/>
                                        </p:tgtEl>
                                        <p:attrNameLst>
                                          <p:attrName>style.visibility</p:attrName>
                                        </p:attrNameLst>
                                      </p:cBhvr>
                                      <p:to>
                                        <p:strVal val="visible"/>
                                      </p:to>
                                    </p:set>
                                    <p:animEffect transition="in" filter="blinds(horizontal)">
                                      <p:cBhvr>
                                        <p:cTn id="35" dur="500"/>
                                        <p:tgtEl>
                                          <p:spTgt spid="581656"/>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8" fill="hold" grpId="0" nodeType="clickEffect">
                                  <p:stCondLst>
                                    <p:cond delay="0"/>
                                  </p:stCondLst>
                                  <p:childTnLst>
                                    <p:set>
                                      <p:cBhvr>
                                        <p:cTn id="39" dur="1" fill="hold">
                                          <p:stCondLst>
                                            <p:cond delay="0"/>
                                          </p:stCondLst>
                                        </p:cTn>
                                        <p:tgtEl>
                                          <p:spTgt spid="581641"/>
                                        </p:tgtEl>
                                        <p:attrNameLst>
                                          <p:attrName>style.visibility</p:attrName>
                                        </p:attrNameLst>
                                      </p:cBhvr>
                                      <p:to>
                                        <p:strVal val="visible"/>
                                      </p:to>
                                    </p:set>
                                    <p:anim calcmode="lin" valueType="num">
                                      <p:cBhvr additive="base">
                                        <p:cTn id="40" dur="500" fill="hold"/>
                                        <p:tgtEl>
                                          <p:spTgt spid="581641"/>
                                        </p:tgtEl>
                                        <p:attrNameLst>
                                          <p:attrName>ppt_x</p:attrName>
                                        </p:attrNameLst>
                                      </p:cBhvr>
                                      <p:tavLst>
                                        <p:tav tm="0">
                                          <p:val>
                                            <p:strVal val="0-#ppt_w/2"/>
                                          </p:val>
                                        </p:tav>
                                        <p:tav tm="100000">
                                          <p:val>
                                            <p:strVal val="#ppt_x"/>
                                          </p:val>
                                        </p:tav>
                                      </p:tavLst>
                                    </p:anim>
                                    <p:anim calcmode="lin" valueType="num">
                                      <p:cBhvr additive="base">
                                        <p:cTn id="41" dur="500" fill="hold"/>
                                        <p:tgtEl>
                                          <p:spTgt spid="581641"/>
                                        </p:tgtEl>
                                        <p:attrNameLst>
                                          <p:attrName>ppt_y</p:attrName>
                                        </p:attrNameLst>
                                      </p:cBhvr>
                                      <p:tavLst>
                                        <p:tav tm="0">
                                          <p:val>
                                            <p:strVal val="#ppt_y"/>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2" presetClass="entr" presetSubtype="2" fill="hold" grpId="0" nodeType="clickEffect">
                                  <p:stCondLst>
                                    <p:cond delay="0"/>
                                  </p:stCondLst>
                                  <p:childTnLst>
                                    <p:set>
                                      <p:cBhvr>
                                        <p:cTn id="45" dur="1" fill="hold">
                                          <p:stCondLst>
                                            <p:cond delay="0"/>
                                          </p:stCondLst>
                                        </p:cTn>
                                        <p:tgtEl>
                                          <p:spTgt spid="581642"/>
                                        </p:tgtEl>
                                        <p:attrNameLst>
                                          <p:attrName>style.visibility</p:attrName>
                                        </p:attrNameLst>
                                      </p:cBhvr>
                                      <p:to>
                                        <p:strVal val="visible"/>
                                      </p:to>
                                    </p:set>
                                    <p:animEffect transition="in" filter="wipe(right)">
                                      <p:cBhvr>
                                        <p:cTn id="46" dur="500"/>
                                        <p:tgtEl>
                                          <p:spTgt spid="581642"/>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2" fill="hold" nodeType="clickEffect">
                                  <p:stCondLst>
                                    <p:cond delay="0"/>
                                  </p:stCondLst>
                                  <p:childTnLst>
                                    <p:set>
                                      <p:cBhvr>
                                        <p:cTn id="50" dur="1" fill="hold">
                                          <p:stCondLst>
                                            <p:cond delay="0"/>
                                          </p:stCondLst>
                                        </p:cTn>
                                        <p:tgtEl>
                                          <p:spTgt spid="3"/>
                                        </p:tgtEl>
                                        <p:attrNameLst>
                                          <p:attrName>style.visibility</p:attrName>
                                        </p:attrNameLst>
                                      </p:cBhvr>
                                      <p:to>
                                        <p:strVal val="visible"/>
                                      </p:to>
                                    </p:set>
                                    <p:animEffect transition="in" filter="wipe(right)">
                                      <p:cBhvr>
                                        <p:cTn id="51" dur="500"/>
                                        <p:tgtEl>
                                          <p:spTgt spid="3"/>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581643"/>
                                        </p:tgtEl>
                                        <p:attrNameLst>
                                          <p:attrName>style.visibility</p:attrName>
                                        </p:attrNameLst>
                                      </p:cBhvr>
                                      <p:to>
                                        <p:strVal val="visible"/>
                                      </p:to>
                                    </p:set>
                                    <p:animEffect transition="in" filter="wipe(left)">
                                      <p:cBhvr>
                                        <p:cTn id="56" dur="500"/>
                                        <p:tgtEl>
                                          <p:spTgt spid="581643"/>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2" fill="hold" grpId="0" nodeType="clickEffect">
                                  <p:stCondLst>
                                    <p:cond delay="0"/>
                                  </p:stCondLst>
                                  <p:childTnLst>
                                    <p:set>
                                      <p:cBhvr>
                                        <p:cTn id="60" dur="1" fill="hold">
                                          <p:stCondLst>
                                            <p:cond delay="0"/>
                                          </p:stCondLst>
                                        </p:cTn>
                                        <p:tgtEl>
                                          <p:spTgt spid="581655"/>
                                        </p:tgtEl>
                                        <p:attrNameLst>
                                          <p:attrName>style.visibility</p:attrName>
                                        </p:attrNameLst>
                                      </p:cBhvr>
                                      <p:to>
                                        <p:strVal val="visible"/>
                                      </p:to>
                                    </p:set>
                                    <p:animEffect transition="in" filter="wipe(right)">
                                      <p:cBhvr>
                                        <p:cTn id="61" dur="500"/>
                                        <p:tgtEl>
                                          <p:spTgt spid="5816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1635" grpId="0" animBg="1"/>
      <p:bldP spid="581636" grpId="0"/>
      <p:bldP spid="581637" grpId="0"/>
      <p:bldP spid="581638" grpId="0" autoUpdateAnimBg="0"/>
      <p:bldP spid="581639" grpId="0" autoUpdateAnimBg="0"/>
      <p:bldP spid="581640" grpId="0"/>
      <p:bldP spid="581641" grpId="0" autoUpdateAnimBg="0"/>
      <p:bldP spid="581642" grpId="0" autoUpdateAnimBg="0"/>
      <p:bldP spid="581643" grpId="0" autoUpdateAnimBg="0"/>
      <p:bldP spid="581655" grpId="0" autoUpdateAnimBg="0"/>
      <p:bldP spid="58165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Cloud"/>
          <p:cNvSpPr>
            <a:spLocks noChangeAspect="1" noEditPoints="1" noChangeArrowheads="1"/>
          </p:cNvSpPr>
          <p:nvPr/>
        </p:nvSpPr>
        <p:spPr bwMode="auto">
          <a:xfrm>
            <a:off x="2667000" y="2209801"/>
            <a:ext cx="6553200" cy="2225675"/>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A7EEFF"/>
          </a:solidFill>
          <a:ln w="28575">
            <a:solidFill>
              <a:srgbClr val="969696"/>
            </a:solidFill>
            <a:miter lim="800000"/>
          </a:ln>
          <a:effectLst>
            <a:outerShdw dist="170388" dir="1593903" algn="ctr" rotWithShape="0">
              <a:srgbClr val="C3C3C3"/>
            </a:outerShdw>
          </a:effectLst>
        </p:spPr>
        <p:txBody>
          <a:bodyPr/>
          <a:lstStyle/>
          <a:p>
            <a:endParaRPr lang="zh-CN" altLang="en-US"/>
          </a:p>
        </p:txBody>
      </p:sp>
      <p:sp>
        <p:nvSpPr>
          <p:cNvPr id="67587" name="Rectangle 84"/>
          <p:cNvSpPr>
            <a:spLocks noChangeArrowheads="1"/>
          </p:cNvSpPr>
          <p:nvPr/>
        </p:nvSpPr>
        <p:spPr bwMode="auto">
          <a:xfrm>
            <a:off x="2819400" y="1447800"/>
            <a:ext cx="2667000" cy="1112838"/>
          </a:xfrm>
          <a:prstGeom prst="rect">
            <a:avLst/>
          </a:prstGeom>
          <a:noFill/>
          <a:ln w="12700" cap="sq">
            <a:noFill/>
            <a:miter lim="800000"/>
          </a:ln>
          <a:effectLst>
            <a:outerShdw dist="17961" dir="2700000" algn="ctr" rotWithShape="0">
              <a:schemeClr val="bg1"/>
            </a:outerShdw>
          </a:effectLst>
        </p:spPr>
        <p:txBody>
          <a:bodyPr>
            <a:spAutoFit/>
          </a:bodyPr>
          <a:lstStyle/>
          <a:p>
            <a:pPr algn="ctr"/>
            <a:r>
              <a:rPr lang="zh-CN" altLang="en-US" sz="6700">
                <a:solidFill>
                  <a:schemeClr val="accent2"/>
                </a:solidFill>
                <a:ea typeface="华文行楷" pitchFamily="2" charset="-122"/>
              </a:rPr>
              <a:t>约定</a:t>
            </a:r>
            <a:endParaRPr lang="zh-CN" altLang="en-US" sz="6700">
              <a:solidFill>
                <a:schemeClr val="accent2"/>
              </a:solidFill>
              <a:ea typeface="华文行楷" pitchFamily="2" charset="-122"/>
            </a:endParaRPr>
          </a:p>
        </p:txBody>
      </p:sp>
      <p:sp>
        <p:nvSpPr>
          <p:cNvPr id="67588" name="Rectangle 85"/>
          <p:cNvSpPr>
            <a:spLocks noChangeArrowheads="1"/>
          </p:cNvSpPr>
          <p:nvPr/>
        </p:nvSpPr>
        <p:spPr bwMode="auto">
          <a:xfrm>
            <a:off x="3657601" y="2828926"/>
            <a:ext cx="4875213" cy="1019175"/>
          </a:xfrm>
          <a:prstGeom prst="rect">
            <a:avLst/>
          </a:prstGeom>
          <a:noFill/>
          <a:ln w="12700" cap="sq">
            <a:noFill/>
            <a:miter lim="800000"/>
          </a:ln>
          <a:effectLst>
            <a:outerShdw dist="12700" algn="ctr" rotWithShape="0">
              <a:schemeClr val="bg1"/>
            </a:outerShdw>
          </a:effectLst>
        </p:spPr>
        <p:txBody>
          <a:bodyPr wrap="none">
            <a:spAutoFit/>
          </a:bodyPr>
          <a:lstStyle/>
          <a:p>
            <a:pPr>
              <a:lnSpc>
                <a:spcPct val="95000"/>
              </a:lnSpc>
              <a:spcBef>
                <a:spcPct val="0"/>
              </a:spcBef>
            </a:pPr>
            <a:r>
              <a:rPr lang="zh-CN" altLang="en-US" sz="3200">
                <a:solidFill>
                  <a:srgbClr val="FF3300"/>
                </a:solidFill>
                <a:latin typeface="黑体" panose="02010609060101010101" pitchFamily="2" charset="-122"/>
                <a:ea typeface="黑体" panose="02010609060101010101" pitchFamily="2" charset="-122"/>
              </a:rPr>
              <a:t>若删除成功，算法返回</a:t>
            </a:r>
            <a:r>
              <a:rPr lang="zh-CN" altLang="en-US" sz="3200">
                <a:solidFill>
                  <a:srgbClr val="FF3300"/>
                </a:solidFill>
                <a:ea typeface="黑体" panose="02010609060101010101" pitchFamily="2" charset="-122"/>
              </a:rPr>
              <a:t>1</a:t>
            </a:r>
            <a:r>
              <a:rPr lang="zh-CN" altLang="en-US" sz="3200">
                <a:solidFill>
                  <a:srgbClr val="FF3300"/>
                </a:solidFill>
                <a:latin typeface="黑体" panose="02010609060101010101" pitchFamily="2" charset="-122"/>
                <a:ea typeface="黑体" panose="02010609060101010101" pitchFamily="2" charset="-122"/>
              </a:rPr>
              <a:t>，</a:t>
            </a:r>
            <a:endParaRPr lang="zh-CN" altLang="en-US" sz="3200">
              <a:solidFill>
                <a:srgbClr val="FF3300"/>
              </a:solidFill>
              <a:latin typeface="黑体" panose="02010609060101010101" pitchFamily="2" charset="-122"/>
              <a:ea typeface="黑体" panose="02010609060101010101" pitchFamily="2" charset="-122"/>
            </a:endParaRPr>
          </a:p>
          <a:p>
            <a:pPr>
              <a:lnSpc>
                <a:spcPct val="95000"/>
              </a:lnSpc>
              <a:spcBef>
                <a:spcPct val="0"/>
              </a:spcBef>
            </a:pPr>
            <a:r>
              <a:rPr lang="zh-CN" altLang="en-US" sz="3200">
                <a:solidFill>
                  <a:srgbClr val="FF3300"/>
                </a:solidFill>
                <a:latin typeface="黑体" panose="02010609060101010101" pitchFamily="2" charset="-122"/>
                <a:ea typeface="黑体" panose="02010609060101010101" pitchFamily="2" charset="-122"/>
              </a:rPr>
              <a:t>否则，算法返回-</a:t>
            </a:r>
            <a:r>
              <a:rPr lang="zh-CN" altLang="en-US" sz="3200">
                <a:solidFill>
                  <a:srgbClr val="FF3300"/>
                </a:solidFill>
                <a:ea typeface="黑体" panose="02010609060101010101" pitchFamily="2" charset="-122"/>
              </a:rPr>
              <a:t>1</a:t>
            </a:r>
            <a:r>
              <a:rPr lang="zh-CN" altLang="en-US" sz="3200">
                <a:solidFill>
                  <a:srgbClr val="FF3300"/>
                </a:solidFill>
                <a:latin typeface="黑体" panose="02010609060101010101" pitchFamily="2" charset="-122"/>
                <a:ea typeface="黑体" panose="02010609060101010101" pitchFamily="2" charset="-122"/>
              </a:rPr>
              <a:t>。</a:t>
            </a:r>
            <a:endParaRPr lang="zh-CN" altLang="en-US" sz="3200">
              <a:solidFill>
                <a:srgbClr val="FF3300"/>
              </a:solidFill>
              <a:latin typeface="黑体" panose="02010609060101010101" pitchFamily="2" charset="-122"/>
              <a:ea typeface="黑体" panose="02010609060101010101" pitchFamily="2" charset="-122"/>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7" name="Text Box 3"/>
          <p:cNvSpPr txBox="1">
            <a:spLocks noChangeArrowheads="1"/>
          </p:cNvSpPr>
          <p:nvPr/>
        </p:nvSpPr>
        <p:spPr bwMode="auto">
          <a:xfrm>
            <a:off x="1217239" y="3567608"/>
            <a:ext cx="8001000" cy="847725"/>
          </a:xfrm>
          <a:prstGeom prst="rect">
            <a:avLst/>
          </a:prstGeom>
          <a:noFill/>
          <a:ln w="12700" cap="sq">
            <a:noFill/>
            <a:miter lim="800000"/>
            <a:headEnd type="none" w="sm" len="sm"/>
            <a:tailEnd type="none" w="sm" len="sm"/>
          </a:ln>
        </p:spPr>
        <p:txBody>
          <a:bodyPr>
            <a:spAutoFit/>
          </a:bodyPr>
          <a:lstStyle/>
          <a:p>
            <a:pPr fontAlgn="base">
              <a:lnSpc>
                <a:spcPct val="95000"/>
              </a:lnSpc>
              <a:spcBef>
                <a:spcPct val="0"/>
              </a:spcBef>
            </a:pPr>
            <a:r>
              <a:rPr lang="zh-CN" altLang="zh-CN" sz="2600" dirty="0"/>
              <a:t>              </a:t>
            </a:r>
            <a:r>
              <a:rPr lang="en-US" altLang="zh-CN" sz="2600" dirty="0"/>
              <a:t>for( k=i+1; k&lt;N; k++ ) </a:t>
            </a:r>
            <a:endParaRPr lang="en-US" altLang="zh-CN" sz="2600" dirty="0"/>
          </a:p>
          <a:p>
            <a:pPr fontAlgn="base">
              <a:lnSpc>
                <a:spcPct val="95000"/>
              </a:lnSpc>
              <a:spcBef>
                <a:spcPct val="0"/>
              </a:spcBef>
            </a:pPr>
            <a:r>
              <a:rPr lang="en-US" altLang="zh-CN" sz="2600" dirty="0"/>
              <a:t>                   list[k-1]=list[k];            </a:t>
            </a:r>
            <a:r>
              <a:rPr lang="en-US" altLang="zh-CN" sz="2200" dirty="0">
                <a:solidFill>
                  <a:srgbClr val="007C00"/>
                </a:solidFill>
              </a:rPr>
              <a:t>/* </a:t>
            </a:r>
            <a:r>
              <a:rPr lang="zh-CN" altLang="en-US" sz="2200" dirty="0">
                <a:solidFill>
                  <a:srgbClr val="007C00"/>
                </a:solidFill>
                <a:ea typeface="幼圆" pitchFamily="49" charset="-122"/>
              </a:rPr>
              <a:t>元素依次前移一个位置</a:t>
            </a:r>
            <a:r>
              <a:rPr lang="zh-CN" altLang="en-US" sz="2200" dirty="0">
                <a:solidFill>
                  <a:srgbClr val="007C00"/>
                </a:solidFill>
              </a:rPr>
              <a:t> *</a:t>
            </a:r>
            <a:r>
              <a:rPr lang="zh-CN" altLang="zh-CN" sz="2200" dirty="0">
                <a:solidFill>
                  <a:srgbClr val="007C00"/>
                </a:solidFill>
              </a:rPr>
              <a:t>/</a:t>
            </a:r>
            <a:endParaRPr lang="zh-CN" altLang="en-US" sz="2200" dirty="0">
              <a:solidFill>
                <a:srgbClr val="007C00"/>
              </a:solidFill>
            </a:endParaRPr>
          </a:p>
        </p:txBody>
      </p:sp>
      <p:sp>
        <p:nvSpPr>
          <p:cNvPr id="359428" name="Text Box 4"/>
          <p:cNvSpPr txBox="1">
            <a:spLocks noChangeArrowheads="1"/>
          </p:cNvSpPr>
          <p:nvPr/>
        </p:nvSpPr>
        <p:spPr bwMode="auto">
          <a:xfrm>
            <a:off x="1726827" y="4231182"/>
            <a:ext cx="2057400" cy="488950"/>
          </a:xfrm>
          <a:prstGeom prst="rect">
            <a:avLst/>
          </a:prstGeom>
          <a:noFill/>
          <a:ln w="12700" cap="sq">
            <a:noFill/>
            <a:miter lim="800000"/>
            <a:headEnd type="none" w="sm" len="sm"/>
            <a:tailEnd type="none" w="sm" len="sm"/>
          </a:ln>
        </p:spPr>
        <p:txBody>
          <a:bodyPr>
            <a:spAutoFit/>
          </a:bodyPr>
          <a:lstStyle/>
          <a:p>
            <a:pPr fontAlgn="base">
              <a:spcBef>
                <a:spcPct val="0"/>
              </a:spcBef>
            </a:pPr>
            <a:r>
              <a:rPr lang="zh-CN" altLang="zh-CN" sz="2600" dirty="0">
                <a:solidFill>
                  <a:schemeClr val="bg1"/>
                </a:solidFill>
              </a:rPr>
              <a:t>        </a:t>
            </a:r>
            <a:r>
              <a:rPr lang="en-US" altLang="zh-CN" sz="2600" dirty="0"/>
              <a:t>N</a:t>
            </a:r>
            <a:r>
              <a:rPr lang="en-US" altLang="zh-CN" sz="2600" dirty="0">
                <a:latin typeface="宋体" pitchFamily="2" charset="-122"/>
                <a:ea typeface="宋体" pitchFamily="2" charset="-122"/>
              </a:rPr>
              <a:t>--</a:t>
            </a:r>
            <a:r>
              <a:rPr lang="en-US" altLang="zh-CN" sz="2600" dirty="0"/>
              <a:t>;</a:t>
            </a:r>
            <a:endParaRPr kumimoji="1" lang="zh-CN" altLang="en-US" sz="2600" dirty="0">
              <a:ea typeface="宋体" pitchFamily="2" charset="-122"/>
            </a:endParaRPr>
          </a:p>
        </p:txBody>
      </p:sp>
      <p:sp>
        <p:nvSpPr>
          <p:cNvPr id="359429" name="Text Box 5"/>
          <p:cNvSpPr txBox="1">
            <a:spLocks noChangeArrowheads="1"/>
          </p:cNvSpPr>
          <p:nvPr/>
        </p:nvSpPr>
        <p:spPr bwMode="auto">
          <a:xfrm>
            <a:off x="5447928" y="4293096"/>
            <a:ext cx="3335337" cy="427037"/>
          </a:xfrm>
          <a:prstGeom prst="rect">
            <a:avLst/>
          </a:prstGeom>
          <a:noFill/>
          <a:ln w="12700" cap="sq">
            <a:noFill/>
            <a:miter lim="800000"/>
            <a:headEnd type="none" w="sm" len="sm"/>
            <a:tailEnd type="none" w="sm" len="sm"/>
          </a:ln>
        </p:spPr>
        <p:txBody>
          <a:bodyPr>
            <a:spAutoFit/>
          </a:bodyPr>
          <a:lstStyle/>
          <a:p>
            <a:pPr fontAlgn="base">
              <a:spcBef>
                <a:spcPct val="0"/>
              </a:spcBef>
            </a:pPr>
            <a:r>
              <a:rPr lang="zh-CN" altLang="zh-CN" sz="2200">
                <a:solidFill>
                  <a:srgbClr val="009900"/>
                </a:solidFill>
              </a:rPr>
              <a:t> </a:t>
            </a:r>
            <a:r>
              <a:rPr lang="zh-CN" altLang="zh-CN" sz="2200">
                <a:solidFill>
                  <a:srgbClr val="008000"/>
                </a:solidFill>
              </a:rPr>
              <a:t>/</a:t>
            </a:r>
            <a:r>
              <a:rPr lang="zh-CN" altLang="en-US" sz="2200">
                <a:solidFill>
                  <a:srgbClr val="008000"/>
                </a:solidFill>
              </a:rPr>
              <a:t>* </a:t>
            </a:r>
            <a:r>
              <a:rPr lang="zh-CN" altLang="en-US" sz="2200">
                <a:solidFill>
                  <a:srgbClr val="008000"/>
                </a:solidFill>
                <a:latin typeface="宋体" pitchFamily="2" charset="-122"/>
                <a:ea typeface="幼圆" pitchFamily="49" charset="-122"/>
              </a:rPr>
              <a:t>线性表的长度减</a:t>
            </a:r>
            <a:r>
              <a:rPr lang="zh-CN" altLang="en-US" sz="2200">
                <a:solidFill>
                  <a:srgbClr val="008000"/>
                </a:solidFill>
                <a:latin typeface="宋体" pitchFamily="2" charset="-122"/>
              </a:rPr>
              <a:t>1 *</a:t>
            </a:r>
            <a:r>
              <a:rPr lang="zh-CN" altLang="zh-CN" sz="2200">
                <a:solidFill>
                  <a:srgbClr val="008000"/>
                </a:solidFill>
              </a:rPr>
              <a:t>/</a:t>
            </a:r>
            <a:endParaRPr lang="zh-CN" altLang="en-US" sz="2200">
              <a:solidFill>
                <a:srgbClr val="008000"/>
              </a:solidFill>
            </a:endParaRPr>
          </a:p>
        </p:txBody>
      </p:sp>
      <p:sp>
        <p:nvSpPr>
          <p:cNvPr id="359430" name="Text Box 6"/>
          <p:cNvSpPr txBox="1">
            <a:spLocks noChangeArrowheads="1"/>
          </p:cNvSpPr>
          <p:nvPr/>
        </p:nvSpPr>
        <p:spPr bwMode="auto">
          <a:xfrm>
            <a:off x="1785564" y="2846882"/>
            <a:ext cx="7696200" cy="806450"/>
          </a:xfrm>
          <a:prstGeom prst="rect">
            <a:avLst/>
          </a:prstGeom>
          <a:noFill/>
          <a:ln w="12700" cap="sq">
            <a:noFill/>
            <a:miter lim="800000"/>
            <a:headEnd type="none" w="sm" len="sm"/>
            <a:tailEnd type="none" w="sm" len="sm"/>
          </a:ln>
        </p:spPr>
        <p:txBody>
          <a:bodyPr>
            <a:spAutoFit/>
          </a:bodyPr>
          <a:lstStyle/>
          <a:p>
            <a:pPr fontAlgn="base">
              <a:lnSpc>
                <a:spcPct val="90000"/>
              </a:lnSpc>
              <a:spcBef>
                <a:spcPct val="0"/>
              </a:spcBef>
            </a:pPr>
            <a:r>
              <a:rPr lang="zh-CN" altLang="zh-CN" sz="2600" dirty="0">
                <a:solidFill>
                  <a:srgbClr val="0033CC"/>
                </a:solidFill>
              </a:rPr>
              <a:t>       </a:t>
            </a:r>
            <a:r>
              <a:rPr lang="en-US" altLang="zh-CN" sz="2600" dirty="0">
                <a:solidFill>
                  <a:srgbClr val="0033CC"/>
                </a:solidFill>
              </a:rPr>
              <a:t>if(N==0|| </a:t>
            </a:r>
            <a:r>
              <a:rPr lang="en-US" altLang="zh-CN" sz="2600" dirty="0" err="1">
                <a:solidFill>
                  <a:srgbClr val="0033CC"/>
                </a:solidFill>
              </a:rPr>
              <a:t>i</a:t>
            </a:r>
            <a:r>
              <a:rPr lang="en-US" altLang="zh-CN" sz="2600" dirty="0">
                <a:solidFill>
                  <a:srgbClr val="0033CC"/>
                </a:solidFill>
              </a:rPr>
              <a:t>&lt;0 || </a:t>
            </a:r>
            <a:r>
              <a:rPr lang="en-US" altLang="zh-CN" sz="2600" dirty="0" err="1">
                <a:solidFill>
                  <a:srgbClr val="0033CC"/>
                </a:solidFill>
              </a:rPr>
              <a:t>i</a:t>
            </a:r>
            <a:r>
              <a:rPr lang="en-US" altLang="zh-CN" sz="2600" dirty="0">
                <a:solidFill>
                  <a:srgbClr val="0033CC"/>
                </a:solidFill>
              </a:rPr>
              <a:t>&gt;N-1 )</a:t>
            </a:r>
            <a:endParaRPr lang="en-US" altLang="zh-CN" sz="2600" dirty="0">
              <a:solidFill>
                <a:srgbClr val="0033CC"/>
              </a:solidFill>
              <a:latin typeface="宋体" pitchFamily="2" charset="-122"/>
            </a:endParaRPr>
          </a:p>
          <a:p>
            <a:pPr fontAlgn="base">
              <a:lnSpc>
                <a:spcPct val="90000"/>
              </a:lnSpc>
              <a:spcBef>
                <a:spcPct val="0"/>
              </a:spcBef>
            </a:pPr>
            <a:r>
              <a:rPr lang="en-US" altLang="zh-CN" sz="2600" dirty="0">
                <a:solidFill>
                  <a:srgbClr val="0033CC"/>
                </a:solidFill>
              </a:rPr>
              <a:t>            </a:t>
            </a:r>
            <a:r>
              <a:rPr lang="en-US" altLang="zh-CN" sz="2600" dirty="0" err="1">
                <a:solidFill>
                  <a:srgbClr val="0033CC"/>
                </a:solidFill>
              </a:rPr>
              <a:t>retutn</a:t>
            </a:r>
            <a:r>
              <a:rPr lang="en-US" altLang="zh-CN" sz="2600" dirty="0">
                <a:solidFill>
                  <a:srgbClr val="0033CC"/>
                </a:solidFill>
              </a:rPr>
              <a:t> -1;                 </a:t>
            </a:r>
            <a:r>
              <a:rPr lang="en-US" altLang="zh-CN" sz="2200" dirty="0">
                <a:solidFill>
                  <a:srgbClr val="008000"/>
                </a:solidFill>
              </a:rPr>
              <a:t>/* </a:t>
            </a:r>
            <a:r>
              <a:rPr lang="zh-CN" altLang="en-US" sz="2200" dirty="0">
                <a:solidFill>
                  <a:srgbClr val="008000"/>
                </a:solidFill>
                <a:ea typeface="幼圆" pitchFamily="49" charset="-122"/>
              </a:rPr>
              <a:t>删除失败</a:t>
            </a:r>
            <a:r>
              <a:rPr lang="zh-CN" altLang="en-US" sz="2200" dirty="0">
                <a:solidFill>
                  <a:srgbClr val="008000"/>
                </a:solidFill>
              </a:rPr>
              <a:t> */</a:t>
            </a:r>
            <a:r>
              <a:rPr lang="en-US" altLang="zh-CN" sz="2600" dirty="0">
                <a:solidFill>
                  <a:srgbClr val="0033CC"/>
                </a:solidFill>
              </a:rPr>
              <a:t>   </a:t>
            </a:r>
            <a:endParaRPr kumimoji="1" lang="zh-CN" altLang="en-US" sz="2600" dirty="0">
              <a:solidFill>
                <a:srgbClr val="0033CC"/>
              </a:solidFill>
              <a:ea typeface="宋体" pitchFamily="2" charset="-122"/>
            </a:endParaRPr>
          </a:p>
        </p:txBody>
      </p:sp>
      <p:sp>
        <p:nvSpPr>
          <p:cNvPr id="359438" name="Text Box 14"/>
          <p:cNvSpPr txBox="1">
            <a:spLocks noChangeArrowheads="1"/>
          </p:cNvSpPr>
          <p:nvPr/>
        </p:nvSpPr>
        <p:spPr bwMode="auto">
          <a:xfrm>
            <a:off x="1770757" y="1403299"/>
            <a:ext cx="7713663" cy="3807196"/>
          </a:xfrm>
          <a:prstGeom prst="rect">
            <a:avLst/>
          </a:prstGeom>
          <a:noFill/>
          <a:ln w="9525">
            <a:noFill/>
            <a:miter lim="800000"/>
          </a:ln>
        </p:spPr>
        <p:txBody>
          <a:bodyPr wrap="square">
            <a:spAutoFit/>
          </a:bodyPr>
          <a:lstStyle/>
          <a:p>
            <a:pPr eaLnBrk="1" fontAlgn="base" hangingPunct="1">
              <a:lnSpc>
                <a:spcPct val="85000"/>
              </a:lnSpc>
              <a:spcBef>
                <a:spcPct val="0"/>
              </a:spcBef>
            </a:pPr>
            <a:r>
              <a:rPr lang="en-US" altLang="zh-CN" sz="2400" dirty="0">
                <a:latin typeface="宋体" pitchFamily="2" charset="-122"/>
              </a:rPr>
              <a:t>/* </a:t>
            </a:r>
            <a:r>
              <a:rPr lang="zh-CN" altLang="en-US" sz="2400" dirty="0">
                <a:latin typeface="宋体" pitchFamily="2" charset="-122"/>
              </a:rPr>
              <a:t>假设</a:t>
            </a:r>
            <a:r>
              <a:rPr lang="en-US" altLang="zh-CN" sz="2400" dirty="0">
                <a:latin typeface="宋体" pitchFamily="2" charset="-122"/>
              </a:rPr>
              <a:t>N</a:t>
            </a:r>
            <a:r>
              <a:rPr lang="zh-CN" altLang="en-US" sz="2400" dirty="0">
                <a:latin typeface="宋体" pitchFamily="2" charset="-122"/>
              </a:rPr>
              <a:t>是表的长度（元素个数），为一个全局变量 </a:t>
            </a:r>
            <a:r>
              <a:rPr lang="en-US" altLang="zh-CN" sz="2400" dirty="0">
                <a:latin typeface="宋体" pitchFamily="2" charset="-122"/>
              </a:rPr>
              <a:t>*/</a:t>
            </a:r>
            <a:r>
              <a:rPr lang="zh-CN" altLang="zh-CN" sz="2400" dirty="0">
                <a:solidFill>
                  <a:schemeClr val="bg1"/>
                </a:solidFill>
                <a:latin typeface="宋体" pitchFamily="2" charset="-122"/>
              </a:rPr>
              <a:t> </a:t>
            </a:r>
            <a:endParaRPr lang="en-US" altLang="zh-CN" sz="2400" dirty="0">
              <a:solidFill>
                <a:schemeClr val="bg1"/>
              </a:solidFill>
              <a:latin typeface="宋体" pitchFamily="2" charset="-122"/>
            </a:endParaRPr>
          </a:p>
          <a:p>
            <a:pPr eaLnBrk="1" fontAlgn="base" hangingPunct="1">
              <a:lnSpc>
                <a:spcPct val="85000"/>
              </a:lnSpc>
              <a:spcBef>
                <a:spcPct val="0"/>
              </a:spcBef>
            </a:pPr>
            <a:r>
              <a:rPr lang="en-US" altLang="zh-CN" sz="2600" dirty="0" err="1"/>
              <a:t>int</a:t>
            </a:r>
            <a:r>
              <a:rPr lang="en-US" altLang="zh-CN" sz="2600" dirty="0"/>
              <a:t>  </a:t>
            </a:r>
            <a:r>
              <a:rPr lang="en-US" altLang="zh-CN" sz="2600" dirty="0" err="1"/>
              <a:t>deleteElem</a:t>
            </a:r>
            <a:r>
              <a:rPr lang="en-US" altLang="zh-CN" sz="2600" dirty="0"/>
              <a:t>( </a:t>
            </a:r>
            <a:r>
              <a:rPr lang="en-US" altLang="zh-CN" sz="2600" dirty="0" err="1"/>
              <a:t>ElemType</a:t>
            </a:r>
            <a:r>
              <a:rPr lang="en-US" altLang="zh-CN" sz="2600" dirty="0"/>
              <a:t> list[ ],   </a:t>
            </a:r>
            <a:r>
              <a:rPr lang="en-US" altLang="zh-CN" sz="2600" dirty="0" err="1"/>
              <a:t>int</a:t>
            </a:r>
            <a:r>
              <a:rPr lang="en-US" altLang="zh-CN" sz="2600" dirty="0"/>
              <a:t> </a:t>
            </a:r>
            <a:r>
              <a:rPr lang="en-US" altLang="zh-CN" sz="2600" dirty="0" err="1"/>
              <a:t>i</a:t>
            </a:r>
            <a:r>
              <a:rPr lang="en-US" altLang="zh-CN" sz="2600" dirty="0"/>
              <a:t> )</a:t>
            </a:r>
            <a:endParaRPr lang="en-US" altLang="zh-CN" sz="2600" dirty="0"/>
          </a:p>
          <a:p>
            <a:pPr eaLnBrk="1" fontAlgn="base" hangingPunct="1">
              <a:lnSpc>
                <a:spcPct val="85000"/>
              </a:lnSpc>
              <a:spcBef>
                <a:spcPct val="0"/>
              </a:spcBef>
            </a:pPr>
            <a:r>
              <a:rPr lang="zh-CN" altLang="en-US" sz="2600" dirty="0"/>
              <a:t>{</a:t>
            </a:r>
            <a:endParaRPr lang="zh-CN" altLang="en-US" sz="2600" dirty="0"/>
          </a:p>
          <a:p>
            <a:pPr eaLnBrk="1" fontAlgn="base" hangingPunct="1">
              <a:lnSpc>
                <a:spcPct val="85000"/>
              </a:lnSpc>
              <a:spcBef>
                <a:spcPct val="0"/>
              </a:spcBef>
            </a:pPr>
            <a:r>
              <a:rPr lang="zh-CN" altLang="en-US" sz="2600" dirty="0"/>
              <a:t>        </a:t>
            </a:r>
            <a:r>
              <a:rPr lang="en-US" altLang="zh-CN" sz="2600" dirty="0" err="1"/>
              <a:t>int</a:t>
            </a:r>
            <a:r>
              <a:rPr lang="en-US" altLang="zh-CN" sz="2600" dirty="0"/>
              <a:t> k;</a:t>
            </a:r>
            <a:endParaRPr lang="en-US" altLang="zh-CN" sz="2600" dirty="0"/>
          </a:p>
          <a:p>
            <a:pPr eaLnBrk="1" fontAlgn="base" hangingPunct="1">
              <a:lnSpc>
                <a:spcPct val="85000"/>
              </a:lnSpc>
              <a:spcBef>
                <a:spcPct val="0"/>
              </a:spcBef>
            </a:pPr>
            <a:endParaRPr lang="en-US" altLang="zh-CN" sz="2600" dirty="0"/>
          </a:p>
          <a:p>
            <a:pPr eaLnBrk="1" fontAlgn="base" hangingPunct="1">
              <a:lnSpc>
                <a:spcPct val="85000"/>
              </a:lnSpc>
              <a:spcBef>
                <a:spcPct val="0"/>
              </a:spcBef>
            </a:pPr>
            <a:endParaRPr lang="en-US" altLang="zh-CN" sz="2600" dirty="0"/>
          </a:p>
          <a:p>
            <a:pPr eaLnBrk="1" fontAlgn="base" hangingPunct="1">
              <a:lnSpc>
                <a:spcPct val="85000"/>
              </a:lnSpc>
              <a:spcBef>
                <a:spcPct val="0"/>
              </a:spcBef>
            </a:pPr>
            <a:endParaRPr lang="en-US" altLang="zh-CN" sz="2600" dirty="0"/>
          </a:p>
          <a:p>
            <a:pPr eaLnBrk="1" fontAlgn="base" hangingPunct="1">
              <a:lnSpc>
                <a:spcPct val="85000"/>
              </a:lnSpc>
              <a:spcBef>
                <a:spcPct val="0"/>
              </a:spcBef>
            </a:pPr>
            <a:endParaRPr lang="zh-CN" altLang="en-US" sz="2600" dirty="0"/>
          </a:p>
          <a:p>
            <a:pPr eaLnBrk="1" fontAlgn="base" hangingPunct="1">
              <a:lnSpc>
                <a:spcPct val="85000"/>
              </a:lnSpc>
              <a:spcBef>
                <a:spcPct val="0"/>
              </a:spcBef>
            </a:pPr>
            <a:endParaRPr lang="zh-CN" altLang="en-US" sz="2600" dirty="0"/>
          </a:p>
          <a:p>
            <a:pPr eaLnBrk="1" fontAlgn="base" hangingPunct="1">
              <a:lnSpc>
                <a:spcPct val="85000"/>
              </a:lnSpc>
              <a:spcBef>
                <a:spcPct val="0"/>
              </a:spcBef>
            </a:pPr>
            <a:endParaRPr lang="zh-CN" altLang="en-US" sz="2600" dirty="0"/>
          </a:p>
          <a:p>
            <a:pPr eaLnBrk="1" fontAlgn="base" hangingPunct="1">
              <a:lnSpc>
                <a:spcPct val="85000"/>
              </a:lnSpc>
              <a:spcBef>
                <a:spcPct val="0"/>
              </a:spcBef>
            </a:pPr>
            <a:r>
              <a:rPr lang="zh-CN" altLang="en-US" sz="2600" dirty="0"/>
              <a:t>}</a:t>
            </a:r>
            <a:endParaRPr lang="zh-CN" altLang="en-US" sz="2600" dirty="0"/>
          </a:p>
        </p:txBody>
      </p:sp>
      <p:sp>
        <p:nvSpPr>
          <p:cNvPr id="359471" name="Text Box 47"/>
          <p:cNvSpPr txBox="1">
            <a:spLocks noChangeArrowheads="1"/>
          </p:cNvSpPr>
          <p:nvPr/>
        </p:nvSpPr>
        <p:spPr bwMode="auto">
          <a:xfrm>
            <a:off x="2377702" y="4535982"/>
            <a:ext cx="5351462" cy="488950"/>
          </a:xfrm>
          <a:prstGeom prst="rect">
            <a:avLst/>
          </a:prstGeom>
          <a:noFill/>
          <a:ln w="12700" cap="sq">
            <a:noFill/>
            <a:miter lim="800000"/>
            <a:headEnd type="none" w="sm" len="sm"/>
            <a:tailEnd type="none" w="sm" len="sm"/>
          </a:ln>
        </p:spPr>
        <p:txBody>
          <a:bodyPr>
            <a:spAutoFit/>
          </a:bodyPr>
          <a:lstStyle/>
          <a:p>
            <a:pPr fontAlgn="base">
              <a:spcBef>
                <a:spcPct val="0"/>
              </a:spcBef>
            </a:pPr>
            <a:r>
              <a:rPr lang="en-US" altLang="zh-CN" sz="2600" dirty="0"/>
              <a:t>return 1;                        </a:t>
            </a:r>
            <a:r>
              <a:rPr lang="en-US" altLang="zh-CN" sz="2200" dirty="0">
                <a:solidFill>
                  <a:srgbClr val="008000"/>
                </a:solidFill>
              </a:rPr>
              <a:t>/* </a:t>
            </a:r>
            <a:r>
              <a:rPr lang="zh-CN" altLang="en-US" sz="2200" dirty="0">
                <a:solidFill>
                  <a:srgbClr val="008000"/>
                </a:solidFill>
                <a:ea typeface="幼圆" pitchFamily="49" charset="-122"/>
              </a:rPr>
              <a:t>删除成功</a:t>
            </a:r>
            <a:r>
              <a:rPr lang="zh-CN" altLang="en-US" sz="2200" dirty="0">
                <a:solidFill>
                  <a:srgbClr val="008000"/>
                </a:solidFill>
              </a:rPr>
              <a:t> */</a:t>
            </a:r>
            <a:endParaRPr lang="zh-CN" altLang="en-US" sz="2200" dirty="0">
              <a:solidFill>
                <a:srgbClr val="008000"/>
              </a:solidFill>
            </a:endParaRPr>
          </a:p>
        </p:txBody>
      </p:sp>
      <p:grpSp>
        <p:nvGrpSpPr>
          <p:cNvPr id="2" name="Group 68"/>
          <p:cNvGrpSpPr/>
          <p:nvPr/>
        </p:nvGrpSpPr>
        <p:grpSpPr bwMode="auto">
          <a:xfrm>
            <a:off x="1175964" y="214807"/>
            <a:ext cx="2590800" cy="1189038"/>
            <a:chOff x="192" y="232"/>
            <a:chExt cx="1632" cy="749"/>
          </a:xfrm>
        </p:grpSpPr>
        <p:sp>
          <p:nvSpPr>
            <p:cNvPr id="68623" name="AutoShape 62"/>
            <p:cNvSpPr>
              <a:spLocks noChangeArrowheads="1"/>
            </p:cNvSpPr>
            <p:nvPr/>
          </p:nvSpPr>
          <p:spPr bwMode="auto">
            <a:xfrm rot="-326418">
              <a:off x="192" y="287"/>
              <a:ext cx="1632" cy="624"/>
            </a:xfrm>
            <a:prstGeom prst="irregularSeal2">
              <a:avLst/>
            </a:prstGeom>
            <a:solidFill>
              <a:srgbClr val="FFFFE7"/>
            </a:solidFill>
            <a:ln w="63500" cap="sq">
              <a:solidFill>
                <a:schemeClr val="tx2"/>
              </a:solidFill>
              <a:miter lim="800000"/>
            </a:ln>
            <a:effectLst>
              <a:outerShdw dist="165100" dir="1357192" algn="ctr" rotWithShape="0">
                <a:srgbClr val="B9B9B9"/>
              </a:outerShdw>
            </a:effectLst>
          </p:spPr>
          <p:txBody>
            <a:bodyPr wrap="none" anchor="ctr"/>
            <a:lstStyle/>
            <a:p>
              <a:endParaRPr lang="zh-CN" altLang="en-US"/>
            </a:p>
          </p:txBody>
        </p:sp>
        <p:sp>
          <p:nvSpPr>
            <p:cNvPr id="68624" name="Rectangle 63"/>
            <p:cNvSpPr>
              <a:spLocks noChangeArrowheads="1"/>
            </p:cNvSpPr>
            <p:nvPr/>
          </p:nvSpPr>
          <p:spPr bwMode="auto">
            <a:xfrm rot="-521862">
              <a:off x="787" y="232"/>
              <a:ext cx="596" cy="634"/>
            </a:xfrm>
            <a:prstGeom prst="rect">
              <a:avLst/>
            </a:prstGeom>
            <a:noFill/>
            <a:ln w="12700" cap="sq">
              <a:noFill/>
              <a:miter lim="800000"/>
            </a:ln>
            <a:effectLst>
              <a:outerShdw dist="35921" dir="2700000" algn="ctr" rotWithShape="0">
                <a:schemeClr val="bg1"/>
              </a:outerShdw>
            </a:effectLst>
          </p:spPr>
          <p:txBody>
            <a:bodyPr wrap="none">
              <a:spAutoFit/>
            </a:bodyPr>
            <a:lstStyle/>
            <a:p>
              <a:pPr algn="ctr"/>
              <a:r>
                <a:rPr lang="zh-CN" altLang="en-US" sz="6000" i="1">
                  <a:solidFill>
                    <a:srgbClr val="FF3300"/>
                  </a:solidFill>
                  <a:ea typeface="华文新魏" pitchFamily="2" charset="-122"/>
                </a:rPr>
                <a:t>法</a:t>
              </a:r>
              <a:endParaRPr lang="zh-CN" altLang="en-US" sz="6000" i="1">
                <a:solidFill>
                  <a:srgbClr val="FF3300"/>
                </a:solidFill>
                <a:ea typeface="华文新魏" pitchFamily="2" charset="-122"/>
              </a:endParaRPr>
            </a:p>
          </p:txBody>
        </p:sp>
        <p:sp>
          <p:nvSpPr>
            <p:cNvPr id="68625" name="Text Box 64"/>
            <p:cNvSpPr txBox="1">
              <a:spLocks noChangeArrowheads="1"/>
            </p:cNvSpPr>
            <p:nvPr/>
          </p:nvSpPr>
          <p:spPr bwMode="auto">
            <a:xfrm rot="-983991">
              <a:off x="377" y="347"/>
              <a:ext cx="768" cy="634"/>
            </a:xfrm>
            <a:prstGeom prst="rect">
              <a:avLst/>
            </a:prstGeom>
            <a:noFill/>
            <a:ln w="12700" cap="sq">
              <a:noFill/>
              <a:miter lim="800000"/>
            </a:ln>
            <a:effectLst>
              <a:outerShdw dist="35921" dir="2700000" algn="ctr" rotWithShape="0">
                <a:schemeClr val="bg1"/>
              </a:outerShdw>
            </a:effectLst>
          </p:spPr>
          <p:txBody>
            <a:bodyPr>
              <a:spAutoFit/>
            </a:bodyPr>
            <a:lstStyle/>
            <a:p>
              <a:pPr fontAlgn="base">
                <a:spcBef>
                  <a:spcPct val="0"/>
                </a:spcBef>
              </a:pPr>
              <a:r>
                <a:rPr lang="zh-CN" altLang="en-US" sz="6000" i="1">
                  <a:solidFill>
                    <a:srgbClr val="FF3300"/>
                  </a:solidFill>
                  <a:ea typeface="华文新魏" pitchFamily="2" charset="-122"/>
                </a:rPr>
                <a:t>算</a:t>
              </a:r>
              <a:endParaRPr lang="zh-CN" altLang="en-US" sz="6000" i="1">
                <a:solidFill>
                  <a:srgbClr val="FF3300"/>
                </a:solidFill>
                <a:ea typeface="华文新魏" pitchFamily="2" charset="-122"/>
              </a:endParaRPr>
            </a:p>
          </p:txBody>
        </p:sp>
      </p:grpSp>
      <p:grpSp>
        <p:nvGrpSpPr>
          <p:cNvPr id="3" name="Group 70"/>
          <p:cNvGrpSpPr/>
          <p:nvPr/>
        </p:nvGrpSpPr>
        <p:grpSpPr bwMode="auto">
          <a:xfrm>
            <a:off x="2839664" y="2296020"/>
            <a:ext cx="5683250" cy="976312"/>
            <a:chOff x="1240" y="1449"/>
            <a:chExt cx="3580" cy="615"/>
          </a:xfrm>
        </p:grpSpPr>
        <p:sp>
          <p:nvSpPr>
            <p:cNvPr id="68620" name="Line 71"/>
            <p:cNvSpPr>
              <a:spLocks noChangeShapeType="1"/>
            </p:cNvSpPr>
            <p:nvPr/>
          </p:nvSpPr>
          <p:spPr bwMode="auto">
            <a:xfrm flipV="1">
              <a:off x="1240" y="2057"/>
              <a:ext cx="764" cy="7"/>
            </a:xfrm>
            <a:prstGeom prst="line">
              <a:avLst/>
            </a:prstGeom>
            <a:noFill/>
            <a:ln w="41275" cap="sq">
              <a:solidFill>
                <a:srgbClr val="FF0000"/>
              </a:solidFill>
              <a:round/>
            </a:ln>
          </p:spPr>
          <p:txBody>
            <a:bodyPr wrap="none" anchor="ctr"/>
            <a:lstStyle/>
            <a:p>
              <a:endParaRPr lang="zh-CN" altLang="en-US"/>
            </a:p>
          </p:txBody>
        </p:sp>
        <p:sp>
          <p:nvSpPr>
            <p:cNvPr id="68621" name="AutoShape 72"/>
            <p:cNvSpPr>
              <a:spLocks noChangeArrowheads="1"/>
            </p:cNvSpPr>
            <p:nvPr/>
          </p:nvSpPr>
          <p:spPr bwMode="auto">
            <a:xfrm>
              <a:off x="2304" y="1462"/>
              <a:ext cx="2073" cy="288"/>
            </a:xfrm>
            <a:prstGeom prst="wedgeRectCallout">
              <a:avLst>
                <a:gd name="adj1" fmla="val -57912"/>
                <a:gd name="adj2" fmla="val 128125"/>
              </a:avLst>
            </a:prstGeom>
            <a:noFill/>
            <a:ln w="57150" cap="sq">
              <a:solidFill>
                <a:srgbClr val="33CCCC"/>
              </a:solidFill>
              <a:miter lim="800000"/>
            </a:ln>
          </p:spPr>
          <p:txBody>
            <a:bodyPr anchor="ctr"/>
            <a:lstStyle/>
            <a:p>
              <a:pPr algn="ctr" fontAlgn="base">
                <a:spcBef>
                  <a:spcPct val="0"/>
                </a:spcBef>
              </a:pPr>
              <a:endParaRPr lang="zh-CN" altLang="en-US" sz="2400">
                <a:ea typeface="宋体" pitchFamily="2" charset="-122"/>
              </a:endParaRPr>
            </a:p>
          </p:txBody>
        </p:sp>
        <p:sp>
          <p:nvSpPr>
            <p:cNvPr id="68622" name="Text Box 73"/>
            <p:cNvSpPr txBox="1">
              <a:spLocks noChangeArrowheads="1"/>
            </p:cNvSpPr>
            <p:nvPr/>
          </p:nvSpPr>
          <p:spPr bwMode="auto">
            <a:xfrm>
              <a:off x="2318" y="1449"/>
              <a:ext cx="2502" cy="269"/>
            </a:xfrm>
            <a:prstGeom prst="rect">
              <a:avLst/>
            </a:prstGeom>
            <a:noFill/>
            <a:ln w="12700" cap="sq">
              <a:noFill/>
              <a:miter lim="800000"/>
            </a:ln>
          </p:spPr>
          <p:txBody>
            <a:bodyPr>
              <a:spAutoFit/>
            </a:bodyPr>
            <a:lstStyle/>
            <a:p>
              <a:pPr fontAlgn="base">
                <a:spcBef>
                  <a:spcPct val="0"/>
                </a:spcBef>
              </a:pPr>
              <a:r>
                <a:rPr lang="zh-CN" altLang="en-US" sz="2200">
                  <a:solidFill>
                    <a:schemeClr val="accent2"/>
                  </a:solidFill>
                  <a:ea typeface="黑体" panose="02010609060101010101" pitchFamily="2" charset="-122"/>
                </a:rPr>
                <a:t>测试表空和位置合适与否</a:t>
              </a:r>
              <a:endParaRPr lang="zh-CN" altLang="en-US" sz="2200">
                <a:solidFill>
                  <a:schemeClr val="accent2"/>
                </a:solidFill>
                <a:ea typeface="黑体" panose="02010609060101010101" pitchFamily="2" charset="-122"/>
              </a:endParaRPr>
            </a:p>
          </p:txBody>
        </p:sp>
      </p:grpSp>
      <p:sp>
        <p:nvSpPr>
          <p:cNvPr id="16" name="矩形 15"/>
          <p:cNvSpPr>
            <a:spLocks noChangeArrowheads="1"/>
          </p:cNvSpPr>
          <p:nvPr/>
        </p:nvSpPr>
        <p:spPr bwMode="auto">
          <a:xfrm>
            <a:off x="1726828" y="5736132"/>
            <a:ext cx="4821237" cy="584200"/>
          </a:xfrm>
          <a:prstGeom prst="rect">
            <a:avLst/>
          </a:prstGeom>
          <a:noFill/>
          <a:ln w="9525">
            <a:noFill/>
            <a:miter lim="800000"/>
          </a:ln>
        </p:spPr>
        <p:txBody>
          <a:bodyPr>
            <a:spAutoFit/>
          </a:bodyPr>
          <a:lstStyle/>
          <a:p>
            <a:r>
              <a:rPr lang="zh-CN" altLang="en-US" sz="3200">
                <a:solidFill>
                  <a:srgbClr val="000080"/>
                </a:solidFill>
                <a:latin typeface="幼圆" pitchFamily="49" charset="-122"/>
                <a:ea typeface="幼圆" pitchFamily="49" charset="-122"/>
              </a:rPr>
              <a:t>该算法的时间复杂度是：</a:t>
            </a:r>
            <a:endParaRPr lang="zh-CN" altLang="en-US" sz="3200"/>
          </a:p>
        </p:txBody>
      </p:sp>
      <p:sp>
        <p:nvSpPr>
          <p:cNvPr id="17" name="矩形 16"/>
          <p:cNvSpPr>
            <a:spLocks noChangeArrowheads="1"/>
          </p:cNvSpPr>
          <p:nvPr/>
        </p:nvSpPr>
        <p:spPr bwMode="auto">
          <a:xfrm>
            <a:off x="6105153" y="5604371"/>
            <a:ext cx="963725" cy="646331"/>
          </a:xfrm>
          <a:prstGeom prst="rect">
            <a:avLst/>
          </a:prstGeom>
          <a:noFill/>
          <a:ln w="9525">
            <a:noFill/>
            <a:miter lim="800000"/>
          </a:ln>
        </p:spPr>
        <p:txBody>
          <a:bodyPr wrap="none">
            <a:spAutoFit/>
          </a:bodyPr>
          <a:lstStyle/>
          <a:p>
            <a:r>
              <a:rPr lang="en-US" altLang="zh-CN" sz="3600" b="1" dirty="0">
                <a:solidFill>
                  <a:srgbClr val="FF0000"/>
                </a:solidFill>
                <a:ea typeface="幼圆" pitchFamily="49" charset="-122"/>
              </a:rPr>
              <a:t>O(n)</a:t>
            </a:r>
            <a:endParaRPr lang="zh-CN" altLang="en-US" sz="3600" b="1" dirty="0">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359427"/>
                                        </p:tgtEl>
                                        <p:attrNameLst>
                                          <p:attrName>style.visibility</p:attrName>
                                        </p:attrNameLst>
                                      </p:cBhvr>
                                      <p:to>
                                        <p:strVal val="visible"/>
                                      </p:to>
                                    </p:set>
                                    <p:animEffect transition="in" filter="blinds(vertical)">
                                      <p:cBhvr>
                                        <p:cTn id="7" dur="500"/>
                                        <p:tgtEl>
                                          <p:spTgt spid="35942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359428"/>
                                        </p:tgtEl>
                                        <p:attrNameLst>
                                          <p:attrName>style.visibility</p:attrName>
                                        </p:attrNameLst>
                                      </p:cBhvr>
                                      <p:to>
                                        <p:strVal val="visible"/>
                                      </p:to>
                                    </p:set>
                                    <p:animEffect transition="in" filter="blinds(vertical)">
                                      <p:cBhvr>
                                        <p:cTn id="12" dur="500"/>
                                        <p:tgtEl>
                                          <p:spTgt spid="359428"/>
                                        </p:tgtEl>
                                      </p:cBhvr>
                                    </p:animEffect>
                                  </p:childTnLst>
                                </p:cTn>
                              </p:par>
                            </p:childTnLst>
                          </p:cTn>
                        </p:par>
                        <p:par>
                          <p:cTn id="13" fill="hold">
                            <p:stCondLst>
                              <p:cond delay="500"/>
                            </p:stCondLst>
                            <p:childTnLst>
                              <p:par>
                                <p:cTn id="14" presetID="3" presetClass="entr" presetSubtype="5" fill="hold" grpId="0" nodeType="afterEffect">
                                  <p:stCondLst>
                                    <p:cond delay="0"/>
                                  </p:stCondLst>
                                  <p:childTnLst>
                                    <p:set>
                                      <p:cBhvr>
                                        <p:cTn id="15" dur="1" fill="hold">
                                          <p:stCondLst>
                                            <p:cond delay="0"/>
                                          </p:stCondLst>
                                        </p:cTn>
                                        <p:tgtEl>
                                          <p:spTgt spid="359429"/>
                                        </p:tgtEl>
                                        <p:attrNameLst>
                                          <p:attrName>style.visibility</p:attrName>
                                        </p:attrNameLst>
                                      </p:cBhvr>
                                      <p:to>
                                        <p:strVal val="visible"/>
                                      </p:to>
                                    </p:set>
                                    <p:animEffect transition="in" filter="blinds(vertical)">
                                      <p:cBhvr>
                                        <p:cTn id="16" dur="500"/>
                                        <p:tgtEl>
                                          <p:spTgt spid="359429"/>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5" fill="hold" grpId="0" nodeType="clickEffect">
                                  <p:stCondLst>
                                    <p:cond delay="0"/>
                                  </p:stCondLst>
                                  <p:childTnLst>
                                    <p:set>
                                      <p:cBhvr>
                                        <p:cTn id="20" dur="1" fill="hold">
                                          <p:stCondLst>
                                            <p:cond delay="0"/>
                                          </p:stCondLst>
                                        </p:cTn>
                                        <p:tgtEl>
                                          <p:spTgt spid="359471"/>
                                        </p:tgtEl>
                                        <p:attrNameLst>
                                          <p:attrName>style.visibility</p:attrName>
                                        </p:attrNameLst>
                                      </p:cBhvr>
                                      <p:to>
                                        <p:strVal val="visible"/>
                                      </p:to>
                                    </p:set>
                                    <p:animEffect transition="in" filter="blinds(vertical)">
                                      <p:cBhvr>
                                        <p:cTn id="21" dur="500"/>
                                        <p:tgtEl>
                                          <p:spTgt spid="359471"/>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5" fill="hold" grpId="0" nodeType="clickEffect">
                                  <p:stCondLst>
                                    <p:cond delay="0"/>
                                  </p:stCondLst>
                                  <p:childTnLst>
                                    <p:set>
                                      <p:cBhvr>
                                        <p:cTn id="25" dur="1" fill="hold">
                                          <p:stCondLst>
                                            <p:cond delay="0"/>
                                          </p:stCondLst>
                                        </p:cTn>
                                        <p:tgtEl>
                                          <p:spTgt spid="359430"/>
                                        </p:tgtEl>
                                        <p:attrNameLst>
                                          <p:attrName>style.visibility</p:attrName>
                                        </p:attrNameLst>
                                      </p:cBhvr>
                                      <p:to>
                                        <p:strVal val="visible"/>
                                      </p:to>
                                    </p:set>
                                    <p:animEffect transition="in" filter="blinds(vertical)">
                                      <p:cBhvr>
                                        <p:cTn id="26" dur="500"/>
                                        <p:tgtEl>
                                          <p:spTgt spid="359430"/>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2"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wipe(right)">
                                      <p:cBhvr>
                                        <p:cTn id="31" dur="500"/>
                                        <p:tgtEl>
                                          <p:spTgt spid="3"/>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blinds(horizontal)">
                                      <p:cBhvr>
                                        <p:cTn id="36" dur="500"/>
                                        <p:tgtEl>
                                          <p:spTgt spid="16"/>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blinds(horizontal)">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9427" grpId="0" autoUpdateAnimBg="0"/>
      <p:bldP spid="359428" grpId="0" autoUpdateAnimBg="0"/>
      <p:bldP spid="359429" grpId="0" autoUpdateAnimBg="0"/>
      <p:bldP spid="359430" grpId="0" autoUpdateAnimBg="0"/>
      <p:bldP spid="359471" grpId="0" autoUpdateAnimBg="0"/>
      <p:bldP spid="16" grpId="0"/>
      <p:bldP spid="1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4"/>
          <p:cNvGrpSpPr/>
          <p:nvPr/>
        </p:nvGrpSpPr>
        <p:grpSpPr bwMode="auto">
          <a:xfrm>
            <a:off x="2286000" y="1828800"/>
            <a:ext cx="7848600" cy="3581400"/>
            <a:chOff x="480" y="1152"/>
            <a:chExt cx="4944" cy="2256"/>
          </a:xfrm>
        </p:grpSpPr>
        <p:sp>
          <p:nvSpPr>
            <p:cNvPr id="69638" name="Freeform 3"/>
            <p:cNvSpPr/>
            <p:nvPr/>
          </p:nvSpPr>
          <p:spPr bwMode="auto">
            <a:xfrm>
              <a:off x="480" y="1152"/>
              <a:ext cx="4944" cy="2256"/>
            </a:xfrm>
            <a:custGeom>
              <a:avLst/>
              <a:gdLst>
                <a:gd name="T0" fmla="*/ 267 w 4808"/>
                <a:gd name="T1" fmla="*/ 25 h 2804"/>
                <a:gd name="T2" fmla="*/ 1614 w 4808"/>
                <a:gd name="T3" fmla="*/ 25 h 2804"/>
                <a:gd name="T4" fmla="*/ 3481 w 4808"/>
                <a:gd name="T5" fmla="*/ 19 h 2804"/>
                <a:gd name="T6" fmla="*/ 3864 w 4808"/>
                <a:gd name="T7" fmla="*/ 15 h 2804"/>
                <a:gd name="T8" fmla="*/ 4661 w 4808"/>
                <a:gd name="T9" fmla="*/ 19 h 2804"/>
                <a:gd name="T10" fmla="*/ 5266 w 4808"/>
                <a:gd name="T11" fmla="*/ 15 h 2804"/>
                <a:gd name="T12" fmla="*/ 5539 w 4808"/>
                <a:gd name="T13" fmla="*/ 6 h 2804"/>
                <a:gd name="T14" fmla="*/ 5637 w 4808"/>
                <a:gd name="T15" fmla="*/ 2 h 2804"/>
                <a:gd name="T16" fmla="*/ 5622 w 4808"/>
                <a:gd name="T17" fmla="*/ 19 h 2804"/>
                <a:gd name="T18" fmla="*/ 5596 w 4808"/>
                <a:gd name="T19" fmla="*/ 33 h 2804"/>
                <a:gd name="T20" fmla="*/ 5622 w 4808"/>
                <a:gd name="T21" fmla="*/ 63 h 2804"/>
                <a:gd name="T22" fmla="*/ 5678 w 4808"/>
                <a:gd name="T23" fmla="*/ 76 h 2804"/>
                <a:gd name="T24" fmla="*/ 5664 w 4808"/>
                <a:gd name="T25" fmla="*/ 208 h 2804"/>
                <a:gd name="T26" fmla="*/ 5786 w 4808"/>
                <a:gd name="T27" fmla="*/ 277 h 2804"/>
                <a:gd name="T28" fmla="*/ 5827 w 4808"/>
                <a:gd name="T29" fmla="*/ 282 h 2804"/>
                <a:gd name="T30" fmla="*/ 5772 w 4808"/>
                <a:gd name="T31" fmla="*/ 336 h 2804"/>
                <a:gd name="T32" fmla="*/ 5760 w 4808"/>
                <a:gd name="T33" fmla="*/ 346 h 2804"/>
                <a:gd name="T34" fmla="*/ 5719 w 4808"/>
                <a:gd name="T35" fmla="*/ 352 h 2804"/>
                <a:gd name="T36" fmla="*/ 5664 w 4808"/>
                <a:gd name="T37" fmla="*/ 366 h 2804"/>
                <a:gd name="T38" fmla="*/ 5596 w 4808"/>
                <a:gd name="T39" fmla="*/ 385 h 2804"/>
                <a:gd name="T40" fmla="*/ 5553 w 4808"/>
                <a:gd name="T41" fmla="*/ 472 h 2804"/>
                <a:gd name="T42" fmla="*/ 5568 w 4808"/>
                <a:gd name="T43" fmla="*/ 508 h 2804"/>
                <a:gd name="T44" fmla="*/ 5609 w 4808"/>
                <a:gd name="T45" fmla="*/ 533 h 2804"/>
                <a:gd name="T46" fmla="*/ 5637 w 4808"/>
                <a:gd name="T47" fmla="*/ 572 h 2804"/>
                <a:gd name="T48" fmla="*/ 5609 w 4808"/>
                <a:gd name="T49" fmla="*/ 583 h 2804"/>
                <a:gd name="T50" fmla="*/ 5306 w 4808"/>
                <a:gd name="T51" fmla="*/ 598 h 2804"/>
                <a:gd name="T52" fmla="*/ 5059 w 4808"/>
                <a:gd name="T53" fmla="*/ 602 h 2804"/>
                <a:gd name="T54" fmla="*/ 2918 w 4808"/>
                <a:gd name="T55" fmla="*/ 599 h 2804"/>
                <a:gd name="T56" fmla="*/ 2904 w 4808"/>
                <a:gd name="T57" fmla="*/ 593 h 2804"/>
                <a:gd name="T58" fmla="*/ 2863 w 4808"/>
                <a:gd name="T59" fmla="*/ 591 h 2804"/>
                <a:gd name="T60" fmla="*/ 2766 w 4808"/>
                <a:gd name="T61" fmla="*/ 595 h 2804"/>
                <a:gd name="T62" fmla="*/ 2684 w 4808"/>
                <a:gd name="T63" fmla="*/ 607 h 2804"/>
                <a:gd name="T64" fmla="*/ 2437 w 4808"/>
                <a:gd name="T65" fmla="*/ 611 h 2804"/>
                <a:gd name="T66" fmla="*/ 1627 w 4808"/>
                <a:gd name="T67" fmla="*/ 610 h 2804"/>
                <a:gd name="T68" fmla="*/ 1682 w 4808"/>
                <a:gd name="T69" fmla="*/ 607 h 2804"/>
                <a:gd name="T70" fmla="*/ 62 w 4808"/>
                <a:gd name="T71" fmla="*/ 599 h 2804"/>
                <a:gd name="T72" fmla="*/ 76 w 4808"/>
                <a:gd name="T73" fmla="*/ 373 h 2804"/>
                <a:gd name="T74" fmla="*/ 6 w 4808"/>
                <a:gd name="T75" fmla="*/ 217 h 2804"/>
                <a:gd name="T76" fmla="*/ 35 w 4808"/>
                <a:gd name="T77" fmla="*/ 174 h 2804"/>
                <a:gd name="T78" fmla="*/ 226 w 4808"/>
                <a:gd name="T79" fmla="*/ 124 h 2804"/>
                <a:gd name="T80" fmla="*/ 145 w 4808"/>
                <a:gd name="T81" fmla="*/ 60 h 2804"/>
                <a:gd name="T82" fmla="*/ 76 w 4808"/>
                <a:gd name="T83" fmla="*/ 42 h 2804"/>
                <a:gd name="T84" fmla="*/ 35 w 4808"/>
                <a:gd name="T85" fmla="*/ 33 h 2804"/>
                <a:gd name="T86" fmla="*/ 17 w 4808"/>
                <a:gd name="T87" fmla="*/ 25 h 2804"/>
                <a:gd name="T88" fmla="*/ 62 w 4808"/>
                <a:gd name="T89" fmla="*/ 23 h 2804"/>
                <a:gd name="T90" fmla="*/ 322 w 4808"/>
                <a:gd name="T91" fmla="*/ 25 h 2804"/>
                <a:gd name="T92" fmla="*/ 267 w 4808"/>
                <a:gd name="T93" fmla="*/ 25 h 2804"/>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4808" h="2804">
                  <a:moveTo>
                    <a:pt x="220" y="116"/>
                  </a:moveTo>
                  <a:cubicBezTo>
                    <a:pt x="568" y="31"/>
                    <a:pt x="967" y="105"/>
                    <a:pt x="1327" y="116"/>
                  </a:cubicBezTo>
                  <a:cubicBezTo>
                    <a:pt x="2270" y="109"/>
                    <a:pt x="2324" y="177"/>
                    <a:pt x="2863" y="82"/>
                  </a:cubicBezTo>
                  <a:cubicBezTo>
                    <a:pt x="2991" y="19"/>
                    <a:pt x="2882" y="64"/>
                    <a:pt x="3179" y="71"/>
                  </a:cubicBezTo>
                  <a:cubicBezTo>
                    <a:pt x="3397" y="76"/>
                    <a:pt x="3616" y="78"/>
                    <a:pt x="3834" y="82"/>
                  </a:cubicBezTo>
                  <a:cubicBezTo>
                    <a:pt x="4000" y="78"/>
                    <a:pt x="4165" y="78"/>
                    <a:pt x="4331" y="71"/>
                  </a:cubicBezTo>
                  <a:cubicBezTo>
                    <a:pt x="4399" y="68"/>
                    <a:pt x="4486" y="34"/>
                    <a:pt x="4557" y="26"/>
                  </a:cubicBezTo>
                  <a:cubicBezTo>
                    <a:pt x="4563" y="24"/>
                    <a:pt x="4635" y="0"/>
                    <a:pt x="4636" y="3"/>
                  </a:cubicBezTo>
                  <a:cubicBezTo>
                    <a:pt x="4648" y="27"/>
                    <a:pt x="4631" y="56"/>
                    <a:pt x="4625" y="82"/>
                  </a:cubicBezTo>
                  <a:cubicBezTo>
                    <a:pt x="4620" y="105"/>
                    <a:pt x="4602" y="150"/>
                    <a:pt x="4602" y="150"/>
                  </a:cubicBezTo>
                  <a:cubicBezTo>
                    <a:pt x="4603" y="163"/>
                    <a:pt x="4608" y="255"/>
                    <a:pt x="4625" y="286"/>
                  </a:cubicBezTo>
                  <a:cubicBezTo>
                    <a:pt x="4638" y="310"/>
                    <a:pt x="4670" y="353"/>
                    <a:pt x="4670" y="353"/>
                  </a:cubicBezTo>
                  <a:cubicBezTo>
                    <a:pt x="4666" y="553"/>
                    <a:pt x="4665" y="752"/>
                    <a:pt x="4659" y="952"/>
                  </a:cubicBezTo>
                  <a:cubicBezTo>
                    <a:pt x="4654" y="1100"/>
                    <a:pt x="4594" y="1213"/>
                    <a:pt x="4760" y="1268"/>
                  </a:cubicBezTo>
                  <a:cubicBezTo>
                    <a:pt x="4771" y="1276"/>
                    <a:pt x="4792" y="1277"/>
                    <a:pt x="4794" y="1291"/>
                  </a:cubicBezTo>
                  <a:cubicBezTo>
                    <a:pt x="4808" y="1384"/>
                    <a:pt x="4772" y="1456"/>
                    <a:pt x="4749" y="1539"/>
                  </a:cubicBezTo>
                  <a:cubicBezTo>
                    <a:pt x="4745" y="1554"/>
                    <a:pt x="4746" y="1571"/>
                    <a:pt x="4738" y="1585"/>
                  </a:cubicBezTo>
                  <a:cubicBezTo>
                    <a:pt x="4730" y="1599"/>
                    <a:pt x="4715" y="1607"/>
                    <a:pt x="4704" y="1618"/>
                  </a:cubicBezTo>
                  <a:cubicBezTo>
                    <a:pt x="4683" y="1683"/>
                    <a:pt x="4710" y="1624"/>
                    <a:pt x="4659" y="1675"/>
                  </a:cubicBezTo>
                  <a:cubicBezTo>
                    <a:pt x="4630" y="1704"/>
                    <a:pt x="4620" y="1729"/>
                    <a:pt x="4602" y="1765"/>
                  </a:cubicBezTo>
                  <a:cubicBezTo>
                    <a:pt x="4596" y="1908"/>
                    <a:pt x="4592" y="2025"/>
                    <a:pt x="4568" y="2161"/>
                  </a:cubicBezTo>
                  <a:cubicBezTo>
                    <a:pt x="4572" y="2217"/>
                    <a:pt x="4572" y="2274"/>
                    <a:pt x="4580" y="2330"/>
                  </a:cubicBezTo>
                  <a:cubicBezTo>
                    <a:pt x="4586" y="2369"/>
                    <a:pt x="4606" y="2404"/>
                    <a:pt x="4614" y="2443"/>
                  </a:cubicBezTo>
                  <a:cubicBezTo>
                    <a:pt x="4627" y="2507"/>
                    <a:pt x="4629" y="2556"/>
                    <a:pt x="4636" y="2624"/>
                  </a:cubicBezTo>
                  <a:cubicBezTo>
                    <a:pt x="4629" y="2639"/>
                    <a:pt x="4627" y="2659"/>
                    <a:pt x="4614" y="2669"/>
                  </a:cubicBezTo>
                  <a:cubicBezTo>
                    <a:pt x="4577" y="2696"/>
                    <a:pt x="4407" y="2731"/>
                    <a:pt x="4365" y="2737"/>
                  </a:cubicBezTo>
                  <a:cubicBezTo>
                    <a:pt x="4298" y="2747"/>
                    <a:pt x="4162" y="2759"/>
                    <a:pt x="4162" y="2759"/>
                  </a:cubicBezTo>
                  <a:cubicBezTo>
                    <a:pt x="3575" y="2755"/>
                    <a:pt x="2987" y="2763"/>
                    <a:pt x="2400" y="2748"/>
                  </a:cubicBezTo>
                  <a:cubicBezTo>
                    <a:pt x="2388" y="2748"/>
                    <a:pt x="2397" y="2722"/>
                    <a:pt x="2389" y="2714"/>
                  </a:cubicBezTo>
                  <a:cubicBezTo>
                    <a:pt x="2381" y="2706"/>
                    <a:pt x="2366" y="2707"/>
                    <a:pt x="2355" y="2703"/>
                  </a:cubicBezTo>
                  <a:cubicBezTo>
                    <a:pt x="2355" y="2703"/>
                    <a:pt x="2281" y="2720"/>
                    <a:pt x="2276" y="2725"/>
                  </a:cubicBezTo>
                  <a:cubicBezTo>
                    <a:pt x="2225" y="2775"/>
                    <a:pt x="2330" y="2759"/>
                    <a:pt x="2208" y="2782"/>
                  </a:cubicBezTo>
                  <a:cubicBezTo>
                    <a:pt x="2141" y="2795"/>
                    <a:pt x="2072" y="2795"/>
                    <a:pt x="2005" y="2804"/>
                  </a:cubicBezTo>
                  <a:cubicBezTo>
                    <a:pt x="1783" y="2800"/>
                    <a:pt x="1560" y="2801"/>
                    <a:pt x="1338" y="2793"/>
                  </a:cubicBezTo>
                  <a:cubicBezTo>
                    <a:pt x="1322" y="2792"/>
                    <a:pt x="1400" y="2783"/>
                    <a:pt x="1384" y="2782"/>
                  </a:cubicBezTo>
                  <a:cubicBezTo>
                    <a:pt x="940" y="2766"/>
                    <a:pt x="495" y="2759"/>
                    <a:pt x="51" y="2748"/>
                  </a:cubicBezTo>
                  <a:cubicBezTo>
                    <a:pt x="48" y="2508"/>
                    <a:pt x="0" y="2024"/>
                    <a:pt x="62" y="1709"/>
                  </a:cubicBezTo>
                  <a:cubicBezTo>
                    <a:pt x="50" y="1470"/>
                    <a:pt x="18" y="1236"/>
                    <a:pt x="6" y="997"/>
                  </a:cubicBezTo>
                  <a:cubicBezTo>
                    <a:pt x="13" y="929"/>
                    <a:pt x="17" y="861"/>
                    <a:pt x="28" y="794"/>
                  </a:cubicBezTo>
                  <a:cubicBezTo>
                    <a:pt x="45" y="692"/>
                    <a:pt x="119" y="635"/>
                    <a:pt x="186" y="568"/>
                  </a:cubicBezTo>
                  <a:cubicBezTo>
                    <a:pt x="177" y="414"/>
                    <a:pt x="191" y="382"/>
                    <a:pt x="119" y="274"/>
                  </a:cubicBezTo>
                  <a:cubicBezTo>
                    <a:pt x="101" y="247"/>
                    <a:pt x="81" y="221"/>
                    <a:pt x="62" y="195"/>
                  </a:cubicBezTo>
                  <a:cubicBezTo>
                    <a:pt x="51" y="180"/>
                    <a:pt x="28" y="150"/>
                    <a:pt x="28" y="150"/>
                  </a:cubicBezTo>
                  <a:cubicBezTo>
                    <a:pt x="24" y="139"/>
                    <a:pt x="12" y="127"/>
                    <a:pt x="17" y="116"/>
                  </a:cubicBezTo>
                  <a:cubicBezTo>
                    <a:pt x="22" y="105"/>
                    <a:pt x="39" y="105"/>
                    <a:pt x="51" y="105"/>
                  </a:cubicBezTo>
                  <a:cubicBezTo>
                    <a:pt x="122" y="105"/>
                    <a:pt x="194" y="111"/>
                    <a:pt x="265" y="116"/>
                  </a:cubicBezTo>
                  <a:cubicBezTo>
                    <a:pt x="280" y="117"/>
                    <a:pt x="235" y="116"/>
                    <a:pt x="220" y="116"/>
                  </a:cubicBezTo>
                  <a:close/>
                </a:path>
              </a:pathLst>
            </a:custGeom>
            <a:solidFill>
              <a:srgbClr val="C9E4FF"/>
            </a:solidFill>
            <a:ln w="38100" cap="sq" cmpd="sng">
              <a:noFill/>
              <a:prstDash val="solid"/>
              <a:round/>
            </a:ln>
            <a:effectLst>
              <a:outerShdw dist="215526" dir="2700000" algn="ctr" rotWithShape="0">
                <a:srgbClr val="B9B9B9"/>
              </a:outerShdw>
            </a:effectLst>
          </p:spPr>
          <p:txBody>
            <a:bodyPr wrap="none" anchor="ctr"/>
            <a:lstStyle/>
            <a:p>
              <a:endParaRPr lang="zh-CN" altLang="en-US"/>
            </a:p>
          </p:txBody>
        </p:sp>
        <p:sp>
          <p:nvSpPr>
            <p:cNvPr id="69639" name="Text Box 4"/>
            <p:cNvSpPr txBox="1">
              <a:spLocks noChangeArrowheads="1"/>
            </p:cNvSpPr>
            <p:nvPr/>
          </p:nvSpPr>
          <p:spPr bwMode="auto">
            <a:xfrm>
              <a:off x="768" y="1486"/>
              <a:ext cx="4608" cy="1285"/>
            </a:xfrm>
            <a:prstGeom prst="rect">
              <a:avLst/>
            </a:prstGeom>
            <a:noFill/>
            <a:ln w="9525">
              <a:noFill/>
              <a:miter lim="800000"/>
            </a:ln>
          </p:spPr>
          <p:txBody>
            <a:bodyPr>
              <a:spAutoFit/>
            </a:bodyPr>
            <a:lstStyle/>
            <a:p>
              <a:pPr algn="just" fontAlgn="base">
                <a:spcBef>
                  <a:spcPct val="0"/>
                </a:spcBef>
              </a:pPr>
              <a:r>
                <a:rPr lang="zh-CN" altLang="en-US" sz="2600" dirty="0">
                  <a:solidFill>
                    <a:srgbClr val="002F8C"/>
                  </a:solidFill>
                  <a:latin typeface="幼圆" pitchFamily="49" charset="-122"/>
                  <a:ea typeface="幼圆" pitchFamily="49" charset="-122"/>
                </a:rPr>
                <a:t>    若</a:t>
              </a:r>
              <a:r>
                <a:rPr lang="en-US" altLang="zh-CN" sz="2600" dirty="0">
                  <a:solidFill>
                    <a:srgbClr val="002F8C"/>
                  </a:solidFill>
                  <a:ea typeface="幼圆" pitchFamily="49" charset="-122"/>
                </a:rPr>
                <a:t>p</a:t>
              </a:r>
              <a:r>
                <a:rPr lang="en-US" altLang="zh-CN" sz="2600" baseline="-25000" dirty="0">
                  <a:solidFill>
                    <a:srgbClr val="002F8C"/>
                  </a:solidFill>
                  <a:ea typeface="幼圆" pitchFamily="49" charset="-122"/>
                </a:rPr>
                <a:t>i</a:t>
              </a:r>
              <a:r>
                <a:rPr lang="zh-CN" altLang="en-US" sz="2600" dirty="0">
                  <a:solidFill>
                    <a:srgbClr val="002F8C"/>
                  </a:solidFill>
                  <a:latin typeface="幼圆" pitchFamily="49" charset="-122"/>
                  <a:ea typeface="幼圆" pitchFamily="49" charset="-122"/>
                </a:rPr>
                <a:t>为删除线性表中第</a:t>
              </a:r>
              <a:r>
                <a:rPr lang="en-US" altLang="zh-CN" sz="2600" dirty="0" err="1">
                  <a:solidFill>
                    <a:srgbClr val="002F8C"/>
                  </a:solidFill>
                  <a:ea typeface="幼圆" pitchFamily="49" charset="-122"/>
                </a:rPr>
                <a:t>i</a:t>
              </a:r>
              <a:r>
                <a:rPr lang="zh-CN" altLang="en-US" sz="2600" dirty="0">
                  <a:solidFill>
                    <a:srgbClr val="002F8C"/>
                  </a:solidFill>
                  <a:latin typeface="幼圆" pitchFamily="49" charset="-122"/>
                  <a:ea typeface="幼圆" pitchFamily="49" charset="-122"/>
                </a:rPr>
                <a:t>个数据元素的概率</a:t>
              </a:r>
              <a:endParaRPr lang="zh-CN" altLang="en-US" sz="2600" dirty="0">
                <a:solidFill>
                  <a:srgbClr val="002F8C"/>
                </a:solidFill>
                <a:latin typeface="幼圆" pitchFamily="49" charset="-122"/>
                <a:ea typeface="幼圆" pitchFamily="49" charset="-122"/>
              </a:endParaRPr>
            </a:p>
            <a:p>
              <a:pPr algn="just" fontAlgn="base">
                <a:spcBef>
                  <a:spcPct val="0"/>
                </a:spcBef>
              </a:pPr>
              <a:r>
                <a:rPr lang="zh-CN" altLang="en-US" sz="2600" dirty="0">
                  <a:solidFill>
                    <a:srgbClr val="002F8C"/>
                  </a:solidFill>
                  <a:latin typeface="幼圆" pitchFamily="49" charset="-122"/>
                  <a:ea typeface="幼圆" pitchFamily="49" charset="-122"/>
                </a:rPr>
                <a:t>(设概率相等)，在长度为</a:t>
              </a:r>
              <a:r>
                <a:rPr lang="en-US" altLang="zh-CN" sz="2600" dirty="0">
                  <a:solidFill>
                    <a:srgbClr val="002F8C"/>
                  </a:solidFill>
                  <a:ea typeface="幼圆" pitchFamily="49" charset="-122"/>
                </a:rPr>
                <a:t>n</a:t>
              </a:r>
              <a:r>
                <a:rPr lang="zh-CN" altLang="en-US" sz="2600" dirty="0">
                  <a:solidFill>
                    <a:srgbClr val="002F8C"/>
                  </a:solidFill>
                  <a:latin typeface="幼圆" pitchFamily="49" charset="-122"/>
                  <a:ea typeface="幼圆" pitchFamily="49" charset="-122"/>
                </a:rPr>
                <a:t>的线性表中删除第</a:t>
              </a:r>
              <a:r>
                <a:rPr lang="en-US" altLang="zh-CN" sz="2600" dirty="0" err="1">
                  <a:solidFill>
                    <a:srgbClr val="002F8C"/>
                  </a:solidFill>
                  <a:ea typeface="幼圆" pitchFamily="49" charset="-122"/>
                </a:rPr>
                <a:t>i</a:t>
              </a:r>
              <a:endParaRPr lang="en-US" altLang="zh-CN" sz="2600" dirty="0">
                <a:solidFill>
                  <a:srgbClr val="002F8C"/>
                </a:solidFill>
                <a:ea typeface="幼圆" pitchFamily="49" charset="-122"/>
              </a:endParaRPr>
            </a:p>
            <a:p>
              <a:pPr algn="just" fontAlgn="base">
                <a:spcBef>
                  <a:spcPct val="0"/>
                </a:spcBef>
              </a:pPr>
              <a:r>
                <a:rPr lang="zh-CN" altLang="en-US" sz="2600" dirty="0">
                  <a:solidFill>
                    <a:srgbClr val="002F8C"/>
                  </a:solidFill>
                  <a:latin typeface="幼圆" pitchFamily="49" charset="-122"/>
                  <a:ea typeface="幼圆" pitchFamily="49" charset="-122"/>
                </a:rPr>
                <a:t>个数据元素需要移动其他的元素的平均次数为</a:t>
              </a:r>
              <a:endParaRPr lang="zh-CN" altLang="en-US" sz="2600" dirty="0">
                <a:solidFill>
                  <a:srgbClr val="002F8C"/>
                </a:solidFill>
                <a:latin typeface="幼圆" pitchFamily="49" charset="-122"/>
                <a:ea typeface="幼圆" pitchFamily="49" charset="-122"/>
              </a:endParaRPr>
            </a:p>
            <a:p>
              <a:pPr algn="just" fontAlgn="base">
                <a:lnSpc>
                  <a:spcPct val="90000"/>
                </a:lnSpc>
                <a:spcBef>
                  <a:spcPct val="0"/>
                </a:spcBef>
              </a:pPr>
              <a:endParaRPr lang="zh-CN" altLang="en-US" sz="2600" dirty="0">
                <a:solidFill>
                  <a:srgbClr val="002F8C"/>
                </a:solidFill>
                <a:latin typeface="幼圆" pitchFamily="49" charset="-122"/>
                <a:ea typeface="幼圆" pitchFamily="49" charset="-122"/>
              </a:endParaRPr>
            </a:p>
            <a:p>
              <a:pPr algn="just" fontAlgn="base">
                <a:lnSpc>
                  <a:spcPct val="90000"/>
                </a:lnSpc>
                <a:spcBef>
                  <a:spcPct val="0"/>
                </a:spcBef>
              </a:pPr>
              <a:r>
                <a:rPr lang="zh-CN" altLang="en-US" sz="2600" dirty="0">
                  <a:solidFill>
                    <a:srgbClr val="002F8C"/>
                  </a:solidFill>
                  <a:latin typeface="幼圆" pitchFamily="49" charset="-122"/>
                  <a:ea typeface="幼圆" pitchFamily="49" charset="-122"/>
                </a:rPr>
                <a:t>      </a:t>
              </a:r>
              <a:r>
                <a:rPr lang="en-US" altLang="zh-CN" sz="2600" dirty="0" err="1">
                  <a:solidFill>
                    <a:srgbClr val="002F8C"/>
                  </a:solidFill>
                  <a:ea typeface="幼圆" pitchFamily="49" charset="-122"/>
                </a:rPr>
                <a:t>T</a:t>
              </a:r>
              <a:r>
                <a:rPr lang="en-US" altLang="zh-CN" sz="2600" baseline="-25000" dirty="0" err="1">
                  <a:solidFill>
                    <a:srgbClr val="002F8C"/>
                  </a:solidFill>
                  <a:ea typeface="幼圆" pitchFamily="49" charset="-122"/>
                </a:rPr>
                <a:t>ds</a:t>
              </a:r>
              <a:r>
                <a:rPr lang="en-US" altLang="zh-CN" sz="2600" dirty="0">
                  <a:solidFill>
                    <a:srgbClr val="002F8C"/>
                  </a:solidFill>
                  <a:ea typeface="幼圆" pitchFamily="49" charset="-122"/>
                </a:rPr>
                <a:t>= </a:t>
              </a:r>
              <a:r>
                <a:rPr lang="en-US" altLang="zh-CN" sz="2800" dirty="0">
                  <a:solidFill>
                    <a:srgbClr val="002F8C"/>
                  </a:solidFill>
                  <a:ea typeface="幼圆" pitchFamily="49" charset="-122"/>
                  <a:sym typeface="Symbol" pitchFamily="18" charset="2"/>
                </a:rPr>
                <a:t></a:t>
              </a:r>
              <a:r>
                <a:rPr lang="en-US" altLang="zh-CN" sz="2600" dirty="0">
                  <a:solidFill>
                    <a:srgbClr val="002F8C"/>
                  </a:solidFill>
                  <a:ea typeface="幼圆" pitchFamily="49" charset="-122"/>
                </a:rPr>
                <a:t>p</a:t>
              </a:r>
              <a:r>
                <a:rPr lang="en-US" altLang="zh-CN" sz="2600" baseline="-25000" dirty="0">
                  <a:solidFill>
                    <a:srgbClr val="002F8C"/>
                  </a:solidFill>
                  <a:ea typeface="幼圆" pitchFamily="49" charset="-122"/>
                </a:rPr>
                <a:t>i</a:t>
              </a:r>
              <a:r>
                <a:rPr lang="en-US" altLang="zh-CN" sz="2600" dirty="0">
                  <a:solidFill>
                    <a:srgbClr val="002F8C"/>
                  </a:solidFill>
                  <a:ea typeface="幼圆" pitchFamily="49" charset="-122"/>
                </a:rPr>
                <a:t>(n</a:t>
              </a:r>
              <a:r>
                <a:rPr lang="en-US" altLang="zh-CN" sz="2600" dirty="0">
                  <a:solidFill>
                    <a:srgbClr val="002F8C"/>
                  </a:solidFill>
                  <a:latin typeface="宋体" pitchFamily="2" charset="-122"/>
                  <a:ea typeface="宋体" pitchFamily="2" charset="-122"/>
                </a:rPr>
                <a:t>-</a:t>
              </a:r>
              <a:r>
                <a:rPr lang="en-US" altLang="zh-CN" sz="2600" dirty="0" err="1">
                  <a:solidFill>
                    <a:srgbClr val="002F8C"/>
                  </a:solidFill>
                  <a:ea typeface="幼圆" pitchFamily="49" charset="-122"/>
                </a:rPr>
                <a:t>i</a:t>
              </a:r>
              <a:r>
                <a:rPr lang="en-US" altLang="zh-CN" sz="2600" dirty="0">
                  <a:solidFill>
                    <a:srgbClr val="002F8C"/>
                  </a:solidFill>
                  <a:ea typeface="幼圆" pitchFamily="49" charset="-122"/>
                </a:rPr>
                <a:t>) = </a:t>
              </a:r>
              <a:r>
                <a:rPr lang="en-US" altLang="zh-CN" sz="2800" dirty="0">
                  <a:solidFill>
                    <a:srgbClr val="002F8C"/>
                  </a:solidFill>
                  <a:ea typeface="幼圆" pitchFamily="49" charset="-122"/>
                  <a:sym typeface="Symbol" pitchFamily="18" charset="2"/>
                </a:rPr>
                <a:t></a:t>
              </a:r>
              <a:r>
                <a:rPr lang="en-US" altLang="zh-CN" sz="2600" dirty="0">
                  <a:solidFill>
                    <a:srgbClr val="002F8C"/>
                  </a:solidFill>
                  <a:ea typeface="幼圆" pitchFamily="49" charset="-122"/>
                </a:rPr>
                <a:t>(n</a:t>
              </a:r>
              <a:r>
                <a:rPr lang="en-US" altLang="zh-CN" sz="2600" dirty="0">
                  <a:solidFill>
                    <a:srgbClr val="002F8C"/>
                  </a:solidFill>
                  <a:latin typeface="宋体" pitchFamily="2" charset="-122"/>
                  <a:ea typeface="宋体" pitchFamily="2" charset="-122"/>
                </a:rPr>
                <a:t>-</a:t>
              </a:r>
              <a:r>
                <a:rPr lang="en-US" altLang="zh-CN" sz="2600" dirty="0" err="1">
                  <a:solidFill>
                    <a:srgbClr val="002F8C"/>
                  </a:solidFill>
                  <a:ea typeface="幼圆" pitchFamily="49" charset="-122"/>
                </a:rPr>
                <a:t>i</a:t>
              </a:r>
              <a:r>
                <a:rPr lang="en-US" altLang="zh-CN" sz="2600" dirty="0">
                  <a:solidFill>
                    <a:srgbClr val="002F8C"/>
                  </a:solidFill>
                  <a:ea typeface="幼圆" pitchFamily="49" charset="-122"/>
                </a:rPr>
                <a:t>)/n = (n</a:t>
              </a:r>
              <a:r>
                <a:rPr lang="en-US" altLang="zh-CN" sz="2600" dirty="0">
                  <a:solidFill>
                    <a:srgbClr val="002F8C"/>
                  </a:solidFill>
                  <a:latin typeface="宋体" pitchFamily="2" charset="-122"/>
                  <a:ea typeface="宋体" pitchFamily="2" charset="-122"/>
                </a:rPr>
                <a:t>-</a:t>
              </a:r>
              <a:r>
                <a:rPr lang="en-US" altLang="zh-CN" sz="2600" dirty="0">
                  <a:solidFill>
                    <a:srgbClr val="002F8C"/>
                  </a:solidFill>
                  <a:ea typeface="幼圆" pitchFamily="49" charset="-122"/>
                </a:rPr>
                <a:t>1)/2</a:t>
              </a:r>
              <a:endParaRPr lang="en-US" altLang="zh-CN" sz="2600" dirty="0">
                <a:solidFill>
                  <a:srgbClr val="002F8C"/>
                </a:solidFill>
                <a:ea typeface="幼圆" pitchFamily="49" charset="-122"/>
              </a:endParaRPr>
            </a:p>
          </p:txBody>
        </p:sp>
        <p:sp>
          <p:nvSpPr>
            <p:cNvPr id="69640" name="Text Box 5"/>
            <p:cNvSpPr txBox="1">
              <a:spLocks noChangeArrowheads="1"/>
            </p:cNvSpPr>
            <p:nvPr/>
          </p:nvSpPr>
          <p:spPr bwMode="auto">
            <a:xfrm>
              <a:off x="1791" y="2387"/>
              <a:ext cx="260" cy="461"/>
            </a:xfrm>
            <a:prstGeom prst="rect">
              <a:avLst/>
            </a:prstGeom>
            <a:noFill/>
            <a:ln w="9525">
              <a:noFill/>
              <a:miter lim="800000"/>
            </a:ln>
          </p:spPr>
          <p:txBody>
            <a:bodyPr wrap="none">
              <a:spAutoFit/>
            </a:bodyPr>
            <a:lstStyle/>
            <a:p>
              <a:pPr algn="ctr" fontAlgn="base">
                <a:lnSpc>
                  <a:spcPct val="80000"/>
                </a:lnSpc>
              </a:pPr>
              <a:r>
                <a:rPr lang="en-US" altLang="zh-CN" sz="1600" dirty="0">
                  <a:solidFill>
                    <a:srgbClr val="000099"/>
                  </a:solidFill>
                  <a:ea typeface="宋体" pitchFamily="2" charset="-122"/>
                </a:rPr>
                <a:t>n</a:t>
              </a:r>
              <a:endParaRPr lang="en-US" altLang="zh-CN" sz="1600" dirty="0">
                <a:solidFill>
                  <a:srgbClr val="000099"/>
                </a:solidFill>
                <a:ea typeface="宋体" pitchFamily="2" charset="-122"/>
              </a:endParaRPr>
            </a:p>
            <a:p>
              <a:pPr algn="ctr" fontAlgn="base">
                <a:lnSpc>
                  <a:spcPct val="80000"/>
                </a:lnSpc>
              </a:pPr>
              <a:endParaRPr lang="en-US" altLang="zh-CN" sz="1000" dirty="0">
                <a:solidFill>
                  <a:srgbClr val="000099"/>
                </a:solidFill>
                <a:ea typeface="宋体" pitchFamily="2" charset="-122"/>
              </a:endParaRPr>
            </a:p>
            <a:p>
              <a:pPr algn="ctr" fontAlgn="base">
                <a:lnSpc>
                  <a:spcPct val="80000"/>
                </a:lnSpc>
              </a:pPr>
              <a:endParaRPr lang="en-US" altLang="zh-CN" sz="1000" dirty="0">
                <a:solidFill>
                  <a:srgbClr val="000099"/>
                </a:solidFill>
                <a:ea typeface="宋体" pitchFamily="2" charset="-122"/>
              </a:endParaRPr>
            </a:p>
            <a:p>
              <a:pPr algn="ctr" fontAlgn="base">
                <a:lnSpc>
                  <a:spcPct val="80000"/>
                </a:lnSpc>
              </a:pPr>
              <a:r>
                <a:rPr lang="en-US" altLang="zh-CN" sz="1600" dirty="0" err="1">
                  <a:solidFill>
                    <a:srgbClr val="000099"/>
                  </a:solidFill>
                  <a:ea typeface="宋体" pitchFamily="2" charset="-122"/>
                </a:rPr>
                <a:t>i</a:t>
              </a:r>
              <a:r>
                <a:rPr lang="en-US" altLang="zh-CN" sz="1600" dirty="0">
                  <a:solidFill>
                    <a:srgbClr val="000099"/>
                  </a:solidFill>
                  <a:ea typeface="宋体" pitchFamily="2" charset="-122"/>
                </a:rPr>
                <a:t>=1</a:t>
              </a:r>
              <a:endParaRPr lang="en-US" altLang="zh-CN" sz="1600" dirty="0">
                <a:solidFill>
                  <a:srgbClr val="000099"/>
                </a:solidFill>
                <a:ea typeface="宋体" pitchFamily="2" charset="-122"/>
              </a:endParaRPr>
            </a:p>
          </p:txBody>
        </p:sp>
        <p:sp>
          <p:nvSpPr>
            <p:cNvPr id="69641" name="Text Box 6"/>
            <p:cNvSpPr txBox="1">
              <a:spLocks noChangeArrowheads="1"/>
            </p:cNvSpPr>
            <p:nvPr/>
          </p:nvSpPr>
          <p:spPr bwMode="auto">
            <a:xfrm>
              <a:off x="2608" y="2387"/>
              <a:ext cx="260" cy="461"/>
            </a:xfrm>
            <a:prstGeom prst="rect">
              <a:avLst/>
            </a:prstGeom>
            <a:noFill/>
            <a:ln w="9525">
              <a:noFill/>
              <a:miter lim="800000"/>
            </a:ln>
          </p:spPr>
          <p:txBody>
            <a:bodyPr wrap="none">
              <a:spAutoFit/>
            </a:bodyPr>
            <a:lstStyle/>
            <a:p>
              <a:pPr algn="ctr" fontAlgn="base">
                <a:lnSpc>
                  <a:spcPct val="80000"/>
                </a:lnSpc>
              </a:pPr>
              <a:r>
                <a:rPr lang="en-US" altLang="zh-CN" sz="1600" dirty="0">
                  <a:solidFill>
                    <a:srgbClr val="000099"/>
                  </a:solidFill>
                  <a:ea typeface="宋体" pitchFamily="2" charset="-122"/>
                </a:rPr>
                <a:t>n</a:t>
              </a:r>
              <a:endParaRPr lang="en-US" altLang="zh-CN" sz="1600" dirty="0">
                <a:solidFill>
                  <a:srgbClr val="000099"/>
                </a:solidFill>
                <a:ea typeface="宋体" pitchFamily="2" charset="-122"/>
              </a:endParaRPr>
            </a:p>
            <a:p>
              <a:pPr algn="ctr" fontAlgn="base">
                <a:lnSpc>
                  <a:spcPct val="80000"/>
                </a:lnSpc>
              </a:pPr>
              <a:endParaRPr lang="en-US" altLang="zh-CN" sz="1000" dirty="0">
                <a:solidFill>
                  <a:srgbClr val="000099"/>
                </a:solidFill>
                <a:ea typeface="宋体" pitchFamily="2" charset="-122"/>
              </a:endParaRPr>
            </a:p>
            <a:p>
              <a:pPr algn="ctr" fontAlgn="base">
                <a:lnSpc>
                  <a:spcPct val="80000"/>
                </a:lnSpc>
              </a:pPr>
              <a:endParaRPr lang="en-US" altLang="zh-CN" sz="1000" dirty="0">
                <a:solidFill>
                  <a:srgbClr val="000099"/>
                </a:solidFill>
                <a:ea typeface="宋体" pitchFamily="2" charset="-122"/>
              </a:endParaRPr>
            </a:p>
            <a:p>
              <a:pPr algn="ctr" fontAlgn="base">
                <a:lnSpc>
                  <a:spcPct val="80000"/>
                </a:lnSpc>
              </a:pPr>
              <a:r>
                <a:rPr lang="en-US" altLang="zh-CN" sz="1600" dirty="0" err="1">
                  <a:solidFill>
                    <a:srgbClr val="000099"/>
                  </a:solidFill>
                  <a:ea typeface="宋体" pitchFamily="2" charset="-122"/>
                </a:rPr>
                <a:t>i</a:t>
              </a:r>
              <a:r>
                <a:rPr lang="en-US" altLang="zh-CN" sz="1600" dirty="0">
                  <a:solidFill>
                    <a:srgbClr val="000099"/>
                  </a:solidFill>
                  <a:ea typeface="宋体" pitchFamily="2" charset="-122"/>
                </a:rPr>
                <a:t>=1</a:t>
              </a:r>
              <a:endParaRPr lang="en-US" altLang="zh-CN" sz="1600" dirty="0">
                <a:solidFill>
                  <a:srgbClr val="000099"/>
                </a:solidFill>
                <a:ea typeface="宋体" pitchFamily="2" charset="-122"/>
              </a:endParaRPr>
            </a:p>
          </p:txBody>
        </p:sp>
      </p:grpSp>
      <p:grpSp>
        <p:nvGrpSpPr>
          <p:cNvPr id="3" name="Group 7"/>
          <p:cNvGrpSpPr/>
          <p:nvPr/>
        </p:nvGrpSpPr>
        <p:grpSpPr bwMode="auto">
          <a:xfrm>
            <a:off x="6096000" y="609601"/>
            <a:ext cx="4419600" cy="1457325"/>
            <a:chOff x="2880" y="384"/>
            <a:chExt cx="2784" cy="918"/>
          </a:xfrm>
        </p:grpSpPr>
        <p:sp>
          <p:nvSpPr>
            <p:cNvPr id="69636" name="Cloud"/>
            <p:cNvSpPr>
              <a:spLocks noChangeAspect="1" noEditPoints="1" noChangeArrowheads="1"/>
            </p:cNvSpPr>
            <p:nvPr/>
          </p:nvSpPr>
          <p:spPr bwMode="auto">
            <a:xfrm>
              <a:off x="2880" y="384"/>
              <a:ext cx="2784" cy="91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2979 w 21600"/>
                <a:gd name="T13" fmla="*/ 3271 h 21600"/>
                <a:gd name="T14" fmla="*/ 17084 w 21600"/>
                <a:gd name="T15" fmla="*/ 17341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FFFFFF"/>
            </a:solidFill>
            <a:ln w="28575">
              <a:solidFill>
                <a:srgbClr val="969696"/>
              </a:solidFill>
              <a:miter lim="800000"/>
            </a:ln>
            <a:effectLst>
              <a:outerShdw dist="135003" dir="2471156" algn="ctr" rotWithShape="0">
                <a:srgbClr val="B9B9B9"/>
              </a:outerShdw>
            </a:effectLst>
          </p:spPr>
          <p:txBody>
            <a:bodyPr/>
            <a:lstStyle/>
            <a:p>
              <a:endParaRPr lang="zh-CN" altLang="en-US"/>
            </a:p>
          </p:txBody>
        </p:sp>
        <p:sp>
          <p:nvSpPr>
            <p:cNvPr id="69637" name="Rectangle 9"/>
            <p:cNvSpPr>
              <a:spLocks noChangeArrowheads="1"/>
            </p:cNvSpPr>
            <p:nvPr/>
          </p:nvSpPr>
          <p:spPr bwMode="auto">
            <a:xfrm>
              <a:off x="3012" y="516"/>
              <a:ext cx="2556" cy="589"/>
            </a:xfrm>
            <a:prstGeom prst="rect">
              <a:avLst/>
            </a:prstGeom>
            <a:noFill/>
            <a:ln w="12700" cap="sq">
              <a:noFill/>
              <a:miter lim="800000"/>
            </a:ln>
          </p:spPr>
          <p:txBody>
            <a:bodyPr>
              <a:spAutoFit/>
            </a:bodyPr>
            <a:lstStyle/>
            <a:p>
              <a:pPr>
                <a:lnSpc>
                  <a:spcPct val="80000"/>
                </a:lnSpc>
                <a:spcBef>
                  <a:spcPct val="0"/>
                </a:spcBef>
              </a:pPr>
              <a:r>
                <a:rPr lang="zh-CN" altLang="en-US" sz="2300" i="1">
                  <a:solidFill>
                    <a:schemeClr val="accent2"/>
                  </a:solidFill>
                  <a:latin typeface="黑体" panose="02010609060101010101" pitchFamily="2" charset="-122"/>
                  <a:ea typeface="黑体" panose="02010609060101010101" pitchFamily="2" charset="-122"/>
                </a:rPr>
                <a:t>    通常采用元素移动次数的平均值作为衡量删除算法时间效率的主要指标。</a:t>
              </a:r>
              <a:endParaRPr lang="zh-CN" altLang="en-US" sz="2300" i="1">
                <a:solidFill>
                  <a:schemeClr val="accent2"/>
                </a:solidFill>
                <a:latin typeface="黑体" panose="02010609060101010101" pitchFamily="2" charset="-122"/>
                <a:ea typeface="黑体" panose="02010609060101010101" pitchFamily="2" charset="-122"/>
              </a:endParaRPr>
            </a:p>
          </p:txBody>
        </p:sp>
      </p:gr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Text Box 2"/>
          <p:cNvSpPr txBox="1">
            <a:spLocks noChangeArrowheads="1"/>
          </p:cNvSpPr>
          <p:nvPr/>
        </p:nvSpPr>
        <p:spPr bwMode="auto">
          <a:xfrm>
            <a:off x="1858021" y="1688976"/>
            <a:ext cx="6105525" cy="461665"/>
          </a:xfrm>
          <a:prstGeom prst="rect">
            <a:avLst/>
          </a:prstGeom>
          <a:noFill/>
          <a:ln w="9525">
            <a:noFill/>
            <a:miter lim="800000"/>
          </a:ln>
        </p:spPr>
        <p:txBody>
          <a:bodyPr>
            <a:spAutoFit/>
          </a:bodyPr>
          <a:lstStyle/>
          <a:p>
            <a:pPr fontAlgn="base">
              <a:spcBef>
                <a:spcPct val="0"/>
              </a:spcBef>
            </a:pPr>
            <a:r>
              <a:rPr lang="zh-CN" altLang="en-US" sz="2400" dirty="0">
                <a:solidFill>
                  <a:srgbClr val="000099"/>
                </a:solidFill>
                <a:ea typeface="幼圆" pitchFamily="49" charset="-122"/>
              </a:rPr>
              <a:t>(1)</a:t>
            </a:r>
            <a:r>
              <a:rPr lang="zh-CN" altLang="en-US" sz="2400" dirty="0">
                <a:solidFill>
                  <a:srgbClr val="000099"/>
                </a:solidFill>
                <a:latin typeface="幼圆" pitchFamily="49" charset="-122"/>
                <a:ea typeface="幼圆" pitchFamily="49" charset="-122"/>
              </a:rPr>
              <a:t>  构造原理简单、直观，易理解。</a:t>
            </a:r>
            <a:endParaRPr lang="zh-CN" altLang="en-US" sz="2400" dirty="0">
              <a:solidFill>
                <a:srgbClr val="000099"/>
              </a:solidFill>
              <a:latin typeface="幼圆" pitchFamily="49" charset="-122"/>
              <a:ea typeface="幼圆" pitchFamily="49" charset="-122"/>
            </a:endParaRPr>
          </a:p>
        </p:txBody>
      </p:sp>
      <p:sp>
        <p:nvSpPr>
          <p:cNvPr id="302083" name="Text Box 3"/>
          <p:cNvSpPr txBox="1">
            <a:spLocks noChangeArrowheads="1"/>
          </p:cNvSpPr>
          <p:nvPr/>
        </p:nvSpPr>
        <p:spPr bwMode="auto">
          <a:xfrm>
            <a:off x="1858021" y="2103314"/>
            <a:ext cx="7400925" cy="720197"/>
          </a:xfrm>
          <a:prstGeom prst="rect">
            <a:avLst/>
          </a:prstGeom>
          <a:noFill/>
          <a:ln w="9525">
            <a:noFill/>
            <a:miter lim="800000"/>
          </a:ln>
        </p:spPr>
        <p:txBody>
          <a:bodyPr>
            <a:spAutoFit/>
          </a:bodyPr>
          <a:lstStyle/>
          <a:p>
            <a:pPr fontAlgn="base">
              <a:lnSpc>
                <a:spcPct val="85000"/>
              </a:lnSpc>
              <a:spcBef>
                <a:spcPct val="0"/>
              </a:spcBef>
            </a:pPr>
            <a:r>
              <a:rPr lang="zh-CN" altLang="en-US" sz="2400">
                <a:solidFill>
                  <a:srgbClr val="000099"/>
                </a:solidFill>
                <a:ea typeface="幼圆" pitchFamily="49" charset="-122"/>
              </a:rPr>
              <a:t>(2)</a:t>
            </a:r>
            <a:r>
              <a:rPr lang="zh-CN" altLang="en-US" sz="2400">
                <a:solidFill>
                  <a:srgbClr val="000099"/>
                </a:solidFill>
                <a:latin typeface="幼圆" pitchFamily="49" charset="-122"/>
                <a:ea typeface="幼圆" pitchFamily="49" charset="-122"/>
              </a:rPr>
              <a:t>  元素的存储地址可以通过一个简单的解析式</a:t>
            </a:r>
            <a:endParaRPr lang="zh-CN" altLang="en-US" sz="2400">
              <a:solidFill>
                <a:srgbClr val="000099"/>
              </a:solidFill>
              <a:latin typeface="幼圆" pitchFamily="49" charset="-122"/>
              <a:ea typeface="幼圆" pitchFamily="49" charset="-122"/>
            </a:endParaRPr>
          </a:p>
          <a:p>
            <a:pPr fontAlgn="base">
              <a:lnSpc>
                <a:spcPct val="85000"/>
              </a:lnSpc>
              <a:spcBef>
                <a:spcPct val="0"/>
              </a:spcBef>
            </a:pPr>
            <a:r>
              <a:rPr lang="zh-CN" altLang="en-US" sz="2400">
                <a:solidFill>
                  <a:srgbClr val="000099"/>
                </a:solidFill>
                <a:latin typeface="幼圆" pitchFamily="49" charset="-122"/>
                <a:ea typeface="幼圆" pitchFamily="49" charset="-122"/>
              </a:rPr>
              <a:t>    计算出来。</a:t>
            </a:r>
            <a:endParaRPr lang="zh-CN" altLang="en-US" sz="2400">
              <a:solidFill>
                <a:srgbClr val="000099"/>
              </a:solidFill>
              <a:latin typeface="幼圆" pitchFamily="49" charset="-122"/>
              <a:ea typeface="幼圆" pitchFamily="49" charset="-122"/>
            </a:endParaRPr>
          </a:p>
        </p:txBody>
      </p:sp>
      <p:sp>
        <p:nvSpPr>
          <p:cNvPr id="302084" name="Text Box 4"/>
          <p:cNvSpPr txBox="1">
            <a:spLocks noChangeArrowheads="1"/>
          </p:cNvSpPr>
          <p:nvPr/>
        </p:nvSpPr>
        <p:spPr bwMode="auto">
          <a:xfrm>
            <a:off x="1631505" y="5419601"/>
            <a:ext cx="4886325"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000" b="1" baseline="-10000">
                <a:solidFill>
                  <a:srgbClr val="FFFFFF"/>
                </a:solidFill>
                <a:latin typeface="Times New Roman" panose="02020503050405090304" pitchFamily="18" charset="0"/>
                <a:ea typeface="楷体_GB2312" panose="02010609030101010101" pitchFamily="49" charset="-122"/>
              </a:defRPr>
            </a:lvl1pPr>
            <a:lvl2pPr marL="742950" indent="-285750">
              <a:defRPr sz="4000" b="1" baseline="-10000">
                <a:solidFill>
                  <a:srgbClr val="FFFFFF"/>
                </a:solidFill>
                <a:latin typeface="Times New Roman" panose="02020503050405090304" pitchFamily="18" charset="0"/>
                <a:ea typeface="楷体_GB2312" panose="02010609030101010101" pitchFamily="49" charset="-122"/>
              </a:defRPr>
            </a:lvl2pPr>
            <a:lvl3pPr marL="1143000" indent="-228600">
              <a:defRPr sz="4000" b="1" baseline="-10000">
                <a:solidFill>
                  <a:srgbClr val="FFFFFF"/>
                </a:solidFill>
                <a:latin typeface="Times New Roman" panose="02020503050405090304" pitchFamily="18" charset="0"/>
                <a:ea typeface="楷体_GB2312" panose="02010609030101010101" pitchFamily="49" charset="-122"/>
              </a:defRPr>
            </a:lvl3pPr>
            <a:lvl4pPr marL="1600200" indent="-228600">
              <a:defRPr sz="4000" b="1" baseline="-10000">
                <a:solidFill>
                  <a:srgbClr val="FFFFFF"/>
                </a:solidFill>
                <a:latin typeface="Times New Roman" panose="02020503050405090304" pitchFamily="18" charset="0"/>
                <a:ea typeface="楷体_GB2312" panose="02010609030101010101" pitchFamily="49" charset="-122"/>
              </a:defRPr>
            </a:lvl4pPr>
            <a:lvl5pPr marL="2057400" indent="-228600">
              <a:defRPr sz="4000" b="1" baseline="-10000">
                <a:solidFill>
                  <a:srgbClr val="FFFFFF"/>
                </a:solidFill>
                <a:latin typeface="Times New Roman" panose="02020503050405090304" pitchFamily="18" charset="0"/>
                <a:ea typeface="楷体_GB2312" panose="02010609030101010101" pitchFamily="49" charset="-122"/>
              </a:defRPr>
            </a:lvl5pPr>
            <a:lvl6pPr marL="2514600" indent="-228600" eaLnBrk="0" fontAlgn="t" hangingPunct="0">
              <a:spcBef>
                <a:spcPct val="50000"/>
              </a:spcBef>
              <a:spcAft>
                <a:spcPct val="0"/>
              </a:spcAft>
              <a:defRPr sz="4000" b="1" baseline="-10000">
                <a:solidFill>
                  <a:srgbClr val="FFFFFF"/>
                </a:solidFill>
                <a:latin typeface="Times New Roman" panose="02020503050405090304" pitchFamily="18" charset="0"/>
                <a:ea typeface="楷体_GB2312" panose="02010609030101010101" pitchFamily="49" charset="-122"/>
              </a:defRPr>
            </a:lvl6pPr>
            <a:lvl7pPr marL="2971800" indent="-228600" eaLnBrk="0" fontAlgn="t" hangingPunct="0">
              <a:spcBef>
                <a:spcPct val="50000"/>
              </a:spcBef>
              <a:spcAft>
                <a:spcPct val="0"/>
              </a:spcAft>
              <a:defRPr sz="4000" b="1" baseline="-10000">
                <a:solidFill>
                  <a:srgbClr val="FFFFFF"/>
                </a:solidFill>
                <a:latin typeface="Times New Roman" panose="02020503050405090304" pitchFamily="18" charset="0"/>
                <a:ea typeface="楷体_GB2312" panose="02010609030101010101" pitchFamily="49" charset="-122"/>
              </a:defRPr>
            </a:lvl7pPr>
            <a:lvl8pPr marL="3429000" indent="-228600" eaLnBrk="0" fontAlgn="t" hangingPunct="0">
              <a:spcBef>
                <a:spcPct val="50000"/>
              </a:spcBef>
              <a:spcAft>
                <a:spcPct val="0"/>
              </a:spcAft>
              <a:defRPr sz="4000" b="1" baseline="-10000">
                <a:solidFill>
                  <a:srgbClr val="FFFFFF"/>
                </a:solidFill>
                <a:latin typeface="Times New Roman" panose="02020503050405090304" pitchFamily="18" charset="0"/>
                <a:ea typeface="楷体_GB2312" panose="02010609030101010101" pitchFamily="49" charset="-122"/>
              </a:defRPr>
            </a:lvl8pPr>
            <a:lvl9pPr marL="3886200" indent="-228600" eaLnBrk="0" fontAlgn="t" hangingPunct="0">
              <a:spcBef>
                <a:spcPct val="50000"/>
              </a:spcBef>
              <a:spcAft>
                <a:spcPct val="0"/>
              </a:spcAft>
              <a:defRPr sz="4000" b="1" baseline="-10000">
                <a:solidFill>
                  <a:srgbClr val="FFFFFF"/>
                </a:solidFill>
                <a:latin typeface="Times New Roman" panose="02020503050405090304" pitchFamily="18" charset="0"/>
                <a:ea typeface="楷体_GB2312" panose="02010609030101010101" pitchFamily="49" charset="-122"/>
              </a:defRPr>
            </a:lvl9pPr>
          </a:lstStyle>
          <a:p>
            <a:pPr fontAlgn="base">
              <a:spcBef>
                <a:spcPct val="0"/>
              </a:spcBef>
              <a:defRPr/>
            </a:pPr>
            <a:r>
              <a:rPr lang="zh-CN" altLang="en-US" sz="2500" baseline="0" dirty="0">
                <a:solidFill>
                  <a:srgbClr val="000099"/>
                </a:solidFill>
                <a:ea typeface="幼圆" pitchFamily="49" charset="-122"/>
              </a:rPr>
              <a:t>(1)</a:t>
            </a:r>
            <a:r>
              <a:rPr lang="zh-CN" altLang="en-US" sz="2500" baseline="0" dirty="0">
                <a:solidFill>
                  <a:srgbClr val="000099"/>
                </a:solidFill>
                <a:latin typeface="幼圆" pitchFamily="49" charset="-122"/>
                <a:ea typeface="幼圆" pitchFamily="49" charset="-122"/>
              </a:rPr>
              <a:t>  </a:t>
            </a:r>
            <a:r>
              <a:rPr lang="zh-CN" altLang="en-US" sz="2500" baseline="0" dirty="0">
                <a:solidFill>
                  <a:schemeClr val="bg2">
                    <a:lumMod val="75000"/>
                  </a:schemeClr>
                </a:solidFill>
                <a:latin typeface="幼圆" pitchFamily="49" charset="-122"/>
                <a:ea typeface="幼圆" pitchFamily="49" charset="-122"/>
              </a:rPr>
              <a:t>存储分配需要事先进行。</a:t>
            </a:r>
            <a:endParaRPr lang="zh-CN" altLang="en-US" sz="2500" baseline="0" dirty="0">
              <a:solidFill>
                <a:schemeClr val="bg2">
                  <a:lumMod val="75000"/>
                </a:schemeClr>
              </a:solidFill>
              <a:latin typeface="幼圆" pitchFamily="49" charset="-122"/>
              <a:ea typeface="幼圆" pitchFamily="49" charset="-122"/>
            </a:endParaRPr>
          </a:p>
        </p:txBody>
      </p:sp>
      <p:sp>
        <p:nvSpPr>
          <p:cNvPr id="302085" name="Text Box 5"/>
          <p:cNvSpPr txBox="1">
            <a:spLocks noChangeArrowheads="1"/>
          </p:cNvSpPr>
          <p:nvPr/>
        </p:nvSpPr>
        <p:spPr bwMode="auto">
          <a:xfrm>
            <a:off x="1631505" y="5806951"/>
            <a:ext cx="5572125" cy="473075"/>
          </a:xfrm>
          <a:prstGeom prst="rect">
            <a:avLst/>
          </a:prstGeom>
          <a:noFill/>
          <a:ln w="9525">
            <a:noFill/>
            <a:miter lim="800000"/>
          </a:ln>
        </p:spPr>
        <p:txBody>
          <a:bodyPr>
            <a:spAutoFit/>
          </a:bodyPr>
          <a:lstStyle/>
          <a:p>
            <a:pPr fontAlgn="base">
              <a:spcBef>
                <a:spcPct val="0"/>
              </a:spcBef>
            </a:pPr>
            <a:r>
              <a:rPr lang="zh-CN" altLang="en-US" sz="2500" dirty="0">
                <a:solidFill>
                  <a:srgbClr val="000099"/>
                </a:solidFill>
                <a:ea typeface="幼圆" pitchFamily="49" charset="-122"/>
              </a:rPr>
              <a:t>(2)</a:t>
            </a:r>
            <a:r>
              <a:rPr lang="zh-CN" altLang="en-US" sz="2500" dirty="0">
                <a:solidFill>
                  <a:srgbClr val="000099"/>
                </a:solidFill>
                <a:latin typeface="幼圆" pitchFamily="49" charset="-122"/>
                <a:ea typeface="幼圆" pitchFamily="49" charset="-122"/>
              </a:rPr>
              <a:t>  需要一块地址连续的存储空间。</a:t>
            </a:r>
            <a:endParaRPr lang="zh-CN" altLang="en-US" sz="2500" dirty="0">
              <a:solidFill>
                <a:srgbClr val="000099"/>
              </a:solidFill>
              <a:latin typeface="幼圆" pitchFamily="49" charset="-122"/>
              <a:ea typeface="幼圆" pitchFamily="49" charset="-122"/>
            </a:endParaRPr>
          </a:p>
        </p:txBody>
      </p:sp>
      <p:sp>
        <p:nvSpPr>
          <p:cNvPr id="302088" name="Text Box 8"/>
          <p:cNvSpPr txBox="1">
            <a:spLocks noChangeArrowheads="1"/>
          </p:cNvSpPr>
          <p:nvPr/>
        </p:nvSpPr>
        <p:spPr bwMode="auto">
          <a:xfrm>
            <a:off x="1858020" y="2827214"/>
            <a:ext cx="7086600" cy="1089529"/>
          </a:xfrm>
          <a:prstGeom prst="rect">
            <a:avLst/>
          </a:prstGeom>
          <a:noFill/>
          <a:ln w="12700" cap="sq">
            <a:noFill/>
            <a:miter lim="800000"/>
          </a:ln>
        </p:spPr>
        <p:txBody>
          <a:bodyPr>
            <a:spAutoFit/>
          </a:bodyPr>
          <a:lstStyle/>
          <a:p>
            <a:pPr>
              <a:lnSpc>
                <a:spcPct val="90000"/>
              </a:lnSpc>
              <a:spcBef>
                <a:spcPct val="0"/>
              </a:spcBef>
            </a:pPr>
            <a:r>
              <a:rPr lang="en-US" altLang="zh-CN" sz="2400" dirty="0">
                <a:solidFill>
                  <a:srgbClr val="000099"/>
                </a:solidFill>
                <a:ea typeface="幼圆" pitchFamily="49" charset="-122"/>
              </a:rPr>
              <a:t>(3)</a:t>
            </a:r>
            <a:r>
              <a:rPr lang="en-US" altLang="zh-CN" sz="2400" dirty="0">
                <a:solidFill>
                  <a:srgbClr val="000099"/>
                </a:solidFill>
                <a:latin typeface="幼圆" pitchFamily="49" charset="-122"/>
                <a:ea typeface="幼圆" pitchFamily="49" charset="-122"/>
              </a:rPr>
              <a:t>  </a:t>
            </a:r>
            <a:r>
              <a:rPr lang="zh-CN" altLang="en-US" sz="2400" dirty="0">
                <a:solidFill>
                  <a:srgbClr val="000099"/>
                </a:solidFill>
                <a:latin typeface="幼圆" pitchFamily="49" charset="-122"/>
                <a:ea typeface="幼圆" pitchFamily="49" charset="-122"/>
              </a:rPr>
              <a:t>由于只需存放数据元素本身的信息，而无其</a:t>
            </a:r>
            <a:endParaRPr lang="zh-CN" altLang="en-US" sz="2400" dirty="0">
              <a:solidFill>
                <a:srgbClr val="000099"/>
              </a:solidFill>
              <a:latin typeface="幼圆" pitchFamily="49" charset="-122"/>
              <a:ea typeface="幼圆" pitchFamily="49" charset="-122"/>
            </a:endParaRPr>
          </a:p>
          <a:p>
            <a:pPr>
              <a:lnSpc>
                <a:spcPct val="90000"/>
              </a:lnSpc>
              <a:spcBef>
                <a:spcPct val="0"/>
              </a:spcBef>
            </a:pPr>
            <a:r>
              <a:rPr lang="zh-CN" altLang="en-US" sz="2400" dirty="0">
                <a:solidFill>
                  <a:srgbClr val="000099"/>
                </a:solidFill>
                <a:latin typeface="幼圆" pitchFamily="49" charset="-122"/>
                <a:ea typeface="幼圆" pitchFamily="49" charset="-122"/>
              </a:rPr>
              <a:t>    他空间开销，相对链式存储结构而言，存储</a:t>
            </a:r>
            <a:endParaRPr lang="zh-CN" altLang="en-US" sz="2400" dirty="0">
              <a:solidFill>
                <a:srgbClr val="000099"/>
              </a:solidFill>
              <a:latin typeface="幼圆" pitchFamily="49" charset="-122"/>
              <a:ea typeface="幼圆" pitchFamily="49" charset="-122"/>
            </a:endParaRPr>
          </a:p>
          <a:p>
            <a:pPr>
              <a:lnSpc>
                <a:spcPct val="90000"/>
              </a:lnSpc>
              <a:spcBef>
                <a:spcPct val="0"/>
              </a:spcBef>
            </a:pPr>
            <a:r>
              <a:rPr lang="zh-CN" altLang="en-US" sz="2400" dirty="0">
                <a:solidFill>
                  <a:srgbClr val="000099"/>
                </a:solidFill>
                <a:latin typeface="幼圆" pitchFamily="49" charset="-122"/>
                <a:ea typeface="幼圆" pitchFamily="49" charset="-122"/>
              </a:rPr>
              <a:t>    空间开销小</a:t>
            </a:r>
            <a:endParaRPr lang="en-US" altLang="zh-CN" sz="2400" dirty="0">
              <a:solidFill>
                <a:schemeClr val="accent2"/>
              </a:solidFill>
              <a:latin typeface="幼圆" pitchFamily="49" charset="-122"/>
              <a:ea typeface="幼圆" pitchFamily="49" charset="-122"/>
            </a:endParaRPr>
          </a:p>
        </p:txBody>
      </p:sp>
      <p:grpSp>
        <p:nvGrpSpPr>
          <p:cNvPr id="2" name="Group 74"/>
          <p:cNvGrpSpPr/>
          <p:nvPr/>
        </p:nvGrpSpPr>
        <p:grpSpPr bwMode="auto">
          <a:xfrm>
            <a:off x="1487489" y="4797151"/>
            <a:ext cx="1684337" cy="609600"/>
            <a:chOff x="458" y="2688"/>
            <a:chExt cx="1061" cy="384"/>
          </a:xfrm>
        </p:grpSpPr>
        <p:sp>
          <p:nvSpPr>
            <p:cNvPr id="70678" name="Rectangle 13"/>
            <p:cNvSpPr>
              <a:spLocks noChangeArrowheads="1"/>
            </p:cNvSpPr>
            <p:nvPr/>
          </p:nvSpPr>
          <p:spPr bwMode="auto">
            <a:xfrm>
              <a:off x="458" y="2688"/>
              <a:ext cx="1030" cy="384"/>
            </a:xfrm>
            <a:prstGeom prst="rect">
              <a:avLst/>
            </a:prstGeom>
            <a:gradFill rotWithShape="0">
              <a:gsLst>
                <a:gs pos="0">
                  <a:srgbClr val="007600"/>
                </a:gs>
                <a:gs pos="50000">
                  <a:srgbClr val="00FF00"/>
                </a:gs>
                <a:gs pos="100000">
                  <a:srgbClr val="007600"/>
                </a:gs>
              </a:gsLst>
              <a:lin ang="5400000" scaled="1"/>
            </a:gradFill>
            <a:ln w="12700" cap="sq">
              <a:noFill/>
              <a:miter lim="800000"/>
            </a:ln>
            <a:effectLst>
              <a:outerShdw dist="99190" dir="2388334" algn="ctr" rotWithShape="0">
                <a:srgbClr val="B9B9B9"/>
              </a:outerShdw>
            </a:effectLst>
          </p:spPr>
          <p:txBody>
            <a:bodyPr wrap="none" anchor="ctr"/>
            <a:lstStyle/>
            <a:p>
              <a:endParaRPr lang="zh-CN" altLang="en-US"/>
            </a:p>
          </p:txBody>
        </p:sp>
        <p:sp>
          <p:nvSpPr>
            <p:cNvPr id="70679" name="Rectangle 14"/>
            <p:cNvSpPr>
              <a:spLocks noChangeArrowheads="1"/>
            </p:cNvSpPr>
            <p:nvPr/>
          </p:nvSpPr>
          <p:spPr bwMode="auto">
            <a:xfrm>
              <a:off x="551" y="2710"/>
              <a:ext cx="968" cy="327"/>
            </a:xfrm>
            <a:prstGeom prst="rect">
              <a:avLst/>
            </a:prstGeom>
            <a:noFill/>
            <a:ln w="12700" cap="sq">
              <a:noFill/>
              <a:miter lim="800000"/>
            </a:ln>
            <a:effectLst>
              <a:outerShdw dist="17961" dir="2700000" algn="ctr" rotWithShape="0">
                <a:srgbClr val="000000"/>
              </a:outerShdw>
            </a:effectLst>
          </p:spPr>
          <p:txBody>
            <a:bodyPr>
              <a:spAutoFit/>
            </a:bodyPr>
            <a:lstStyle/>
            <a:p>
              <a:r>
                <a:rPr lang="zh-CN" altLang="en-US" sz="2800" dirty="0">
                  <a:solidFill>
                    <a:srgbClr val="FFFF00"/>
                  </a:solidFill>
                  <a:latin typeface="黑体" panose="02010609060101010101" pitchFamily="2" charset="-122"/>
                  <a:ea typeface="黑体" panose="02010609060101010101" pitchFamily="2" charset="-122"/>
                </a:rPr>
                <a:t>2.缺点</a:t>
              </a:r>
              <a:endParaRPr lang="zh-CN" altLang="en-US" sz="2800" dirty="0">
                <a:solidFill>
                  <a:srgbClr val="FFFF00"/>
                </a:solidFill>
                <a:latin typeface="黑体" panose="02010609060101010101" pitchFamily="2" charset="-122"/>
                <a:ea typeface="黑体" panose="02010609060101010101" pitchFamily="2" charset="-122"/>
              </a:endParaRPr>
            </a:p>
          </p:txBody>
        </p:sp>
      </p:grpSp>
      <p:sp>
        <p:nvSpPr>
          <p:cNvPr id="302113" name="Text Box 33"/>
          <p:cNvSpPr txBox="1">
            <a:spLocks noChangeArrowheads="1"/>
          </p:cNvSpPr>
          <p:nvPr/>
        </p:nvSpPr>
        <p:spPr bwMode="auto">
          <a:xfrm>
            <a:off x="3983684" y="2408114"/>
            <a:ext cx="5495925" cy="461665"/>
          </a:xfrm>
          <a:prstGeom prst="rect">
            <a:avLst/>
          </a:prstGeom>
          <a:noFill/>
          <a:ln w="9525">
            <a:noFill/>
            <a:miter lim="800000"/>
          </a:ln>
        </p:spPr>
        <p:txBody>
          <a:bodyPr>
            <a:spAutoFit/>
          </a:bodyPr>
          <a:lstStyle/>
          <a:p>
            <a:pPr fontAlgn="base">
              <a:spcBef>
                <a:spcPct val="0"/>
              </a:spcBef>
            </a:pPr>
            <a:r>
              <a:rPr lang="zh-CN" altLang="en-US" sz="2400" dirty="0">
                <a:solidFill>
                  <a:srgbClr val="000099"/>
                </a:solidFill>
                <a:latin typeface="幼圆" pitchFamily="49" charset="-122"/>
                <a:ea typeface="幼圆" pitchFamily="49" charset="-122"/>
              </a:rPr>
              <a:t>是一种</a:t>
            </a:r>
            <a:r>
              <a:rPr lang="zh-CN" altLang="en-US" sz="2400" dirty="0">
                <a:solidFill>
                  <a:srgbClr val="FF0000"/>
                </a:solidFill>
                <a:latin typeface="幼圆" pitchFamily="49" charset="-122"/>
                <a:ea typeface="幼圆" pitchFamily="49" charset="-122"/>
              </a:rPr>
              <a:t>顺序存储结构</a:t>
            </a:r>
            <a:r>
              <a:rPr lang="zh-CN" altLang="en-US" sz="2400" dirty="0">
                <a:solidFill>
                  <a:srgbClr val="000099"/>
                </a:solidFill>
                <a:latin typeface="幼圆" pitchFamily="49" charset="-122"/>
                <a:ea typeface="幼圆" pitchFamily="49" charset="-122"/>
              </a:rPr>
              <a:t>,读取速度快。</a:t>
            </a:r>
            <a:endParaRPr lang="zh-CN" altLang="en-US" sz="2400" dirty="0">
              <a:solidFill>
                <a:srgbClr val="000099"/>
              </a:solidFill>
              <a:latin typeface="幼圆" pitchFamily="49" charset="-122"/>
              <a:ea typeface="幼圆" pitchFamily="49" charset="-122"/>
            </a:endParaRPr>
          </a:p>
        </p:txBody>
      </p:sp>
      <p:grpSp>
        <p:nvGrpSpPr>
          <p:cNvPr id="3" name="Group 72"/>
          <p:cNvGrpSpPr/>
          <p:nvPr/>
        </p:nvGrpSpPr>
        <p:grpSpPr bwMode="auto">
          <a:xfrm>
            <a:off x="956321" y="50675"/>
            <a:ext cx="5572125" cy="685800"/>
            <a:chOff x="96" y="168"/>
            <a:chExt cx="3120" cy="432"/>
          </a:xfrm>
        </p:grpSpPr>
        <p:sp>
          <p:nvSpPr>
            <p:cNvPr id="70676" name="Oval 35"/>
            <p:cNvSpPr>
              <a:spLocks noChangeArrowheads="1"/>
            </p:cNvSpPr>
            <p:nvPr/>
          </p:nvSpPr>
          <p:spPr bwMode="auto">
            <a:xfrm>
              <a:off x="96" y="168"/>
              <a:ext cx="3120" cy="432"/>
            </a:xfrm>
            <a:prstGeom prst="ellipse">
              <a:avLst/>
            </a:prstGeom>
            <a:solidFill>
              <a:srgbClr val="FFFFD1"/>
            </a:solidFill>
            <a:ln w="12700" cap="sq">
              <a:noFill/>
              <a:round/>
            </a:ln>
            <a:effectLst>
              <a:outerShdw dist="120483" dir="1106097" algn="ctr" rotWithShape="0">
                <a:srgbClr val="B9B9B9"/>
              </a:outerShdw>
            </a:effectLst>
          </p:spPr>
          <p:txBody>
            <a:bodyPr wrap="none" anchor="ctr"/>
            <a:lstStyle/>
            <a:p>
              <a:endParaRPr lang="zh-CN" altLang="en-US"/>
            </a:p>
          </p:txBody>
        </p:sp>
        <p:sp>
          <p:nvSpPr>
            <p:cNvPr id="70677" name="Rectangle 36"/>
            <p:cNvSpPr>
              <a:spLocks noChangeArrowheads="1"/>
            </p:cNvSpPr>
            <p:nvPr/>
          </p:nvSpPr>
          <p:spPr bwMode="auto">
            <a:xfrm>
              <a:off x="156" y="210"/>
              <a:ext cx="2875" cy="336"/>
            </a:xfrm>
            <a:prstGeom prst="rect">
              <a:avLst/>
            </a:prstGeom>
            <a:noFill/>
            <a:ln w="12700" cap="sq">
              <a:noFill/>
              <a:miter lim="800000"/>
            </a:ln>
          </p:spPr>
          <p:txBody>
            <a:bodyPr>
              <a:spAutoFit/>
            </a:bodyPr>
            <a:lstStyle/>
            <a:p>
              <a:pPr fontAlgn="base">
                <a:spcBef>
                  <a:spcPct val="0"/>
                </a:spcBef>
              </a:pPr>
              <a:r>
                <a:rPr kumimoji="1" lang="zh-CN" altLang="en-US" sz="2900">
                  <a:solidFill>
                    <a:srgbClr val="003399"/>
                  </a:solidFill>
                  <a:latin typeface="黑体" panose="02010609060101010101" pitchFamily="2" charset="-122"/>
                  <a:ea typeface="黑体" panose="02010609060101010101" pitchFamily="2" charset="-122"/>
                </a:rPr>
                <a:t> </a:t>
              </a:r>
              <a:r>
                <a:rPr kumimoji="1" lang="en-US" altLang="zh-CN" sz="2900">
                  <a:solidFill>
                    <a:srgbClr val="003399"/>
                  </a:solidFill>
                  <a:latin typeface="黑体" panose="02010609060101010101" pitchFamily="2" charset="-122"/>
                  <a:ea typeface="黑体" panose="02010609060101010101" pitchFamily="2" charset="-122"/>
                </a:rPr>
                <a:t>2.2.3 </a:t>
              </a:r>
              <a:r>
                <a:rPr kumimoji="1" lang="zh-CN" altLang="en-US" sz="2900">
                  <a:solidFill>
                    <a:srgbClr val="003399"/>
                  </a:solidFill>
                  <a:latin typeface="幼圆" pitchFamily="49" charset="-122"/>
                  <a:ea typeface="幼圆" pitchFamily="49" charset="-122"/>
                </a:rPr>
                <a:t>顺序存储结构的特点</a:t>
              </a:r>
              <a:endParaRPr kumimoji="1" lang="zh-CN" altLang="en-US" sz="2900">
                <a:solidFill>
                  <a:srgbClr val="003399"/>
                </a:solidFill>
                <a:latin typeface="幼圆" pitchFamily="49" charset="-122"/>
                <a:ea typeface="幼圆" pitchFamily="49" charset="-122"/>
              </a:endParaRPr>
            </a:p>
          </p:txBody>
        </p:sp>
      </p:grpSp>
      <p:sp>
        <p:nvSpPr>
          <p:cNvPr id="302120" name="Text Box 40"/>
          <p:cNvSpPr txBox="1">
            <a:spLocks noChangeArrowheads="1"/>
          </p:cNvSpPr>
          <p:nvPr/>
        </p:nvSpPr>
        <p:spPr bwMode="auto">
          <a:xfrm>
            <a:off x="1631504" y="6207001"/>
            <a:ext cx="7010400" cy="434975"/>
          </a:xfrm>
          <a:prstGeom prst="rect">
            <a:avLst/>
          </a:prstGeom>
          <a:noFill/>
          <a:ln w="9525">
            <a:noFill/>
            <a:miter lim="800000"/>
          </a:ln>
        </p:spPr>
        <p:txBody>
          <a:bodyPr>
            <a:spAutoFit/>
          </a:bodyPr>
          <a:lstStyle/>
          <a:p>
            <a:pPr fontAlgn="base">
              <a:lnSpc>
                <a:spcPct val="90000"/>
              </a:lnSpc>
              <a:spcBef>
                <a:spcPct val="0"/>
              </a:spcBef>
            </a:pPr>
            <a:r>
              <a:rPr lang="zh-CN" altLang="en-US" sz="2500" dirty="0">
                <a:solidFill>
                  <a:srgbClr val="000099"/>
                </a:solidFill>
                <a:ea typeface="幼圆" pitchFamily="49" charset="-122"/>
              </a:rPr>
              <a:t>(3)</a:t>
            </a:r>
            <a:r>
              <a:rPr lang="zh-CN" altLang="en-US" sz="2500" dirty="0">
                <a:solidFill>
                  <a:srgbClr val="000099"/>
                </a:solidFill>
                <a:latin typeface="幼圆" pitchFamily="49" charset="-122"/>
                <a:ea typeface="幼圆" pitchFamily="49" charset="-122"/>
              </a:rPr>
              <a:t>  基本操作(如插入、删除)的时间效率较低。</a:t>
            </a:r>
            <a:endParaRPr lang="zh-CN" altLang="en-US" sz="2500" dirty="0">
              <a:solidFill>
                <a:srgbClr val="000099"/>
              </a:solidFill>
              <a:latin typeface="幼圆" pitchFamily="49" charset="-122"/>
              <a:ea typeface="幼圆" pitchFamily="49" charset="-122"/>
            </a:endParaRPr>
          </a:p>
        </p:txBody>
      </p:sp>
      <p:grpSp>
        <p:nvGrpSpPr>
          <p:cNvPr id="4" name="Group 73"/>
          <p:cNvGrpSpPr/>
          <p:nvPr/>
        </p:nvGrpSpPr>
        <p:grpSpPr bwMode="auto">
          <a:xfrm>
            <a:off x="1478608" y="1003175"/>
            <a:ext cx="1733550" cy="609600"/>
            <a:chOff x="432" y="768"/>
            <a:chExt cx="1092" cy="384"/>
          </a:xfrm>
        </p:grpSpPr>
        <p:sp>
          <p:nvSpPr>
            <p:cNvPr id="70674" name="Rectangle 70"/>
            <p:cNvSpPr>
              <a:spLocks noChangeArrowheads="1"/>
            </p:cNvSpPr>
            <p:nvPr/>
          </p:nvSpPr>
          <p:spPr bwMode="auto">
            <a:xfrm>
              <a:off x="432" y="768"/>
              <a:ext cx="1003" cy="384"/>
            </a:xfrm>
            <a:prstGeom prst="rect">
              <a:avLst/>
            </a:prstGeom>
            <a:gradFill rotWithShape="0">
              <a:gsLst>
                <a:gs pos="0">
                  <a:srgbClr val="760000"/>
                </a:gs>
                <a:gs pos="50000">
                  <a:srgbClr val="FF0000"/>
                </a:gs>
                <a:gs pos="100000">
                  <a:srgbClr val="760000"/>
                </a:gs>
              </a:gsLst>
              <a:lin ang="5400000" scaled="1"/>
            </a:gradFill>
            <a:ln w="12700" cap="sq">
              <a:noFill/>
              <a:miter lim="800000"/>
            </a:ln>
            <a:effectLst>
              <a:outerShdw dist="89803" dir="2700000" algn="ctr" rotWithShape="0">
                <a:srgbClr val="B9B9B9"/>
              </a:outerShdw>
            </a:effectLst>
          </p:spPr>
          <p:txBody>
            <a:bodyPr wrap="none" anchor="ctr"/>
            <a:lstStyle/>
            <a:p>
              <a:endParaRPr lang="zh-CN" altLang="en-US"/>
            </a:p>
          </p:txBody>
        </p:sp>
        <p:sp>
          <p:nvSpPr>
            <p:cNvPr id="70675" name="Text Box 71"/>
            <p:cNvSpPr txBox="1">
              <a:spLocks noChangeArrowheads="1"/>
            </p:cNvSpPr>
            <p:nvPr/>
          </p:nvSpPr>
          <p:spPr bwMode="auto">
            <a:xfrm>
              <a:off x="468" y="776"/>
              <a:ext cx="1056" cy="327"/>
            </a:xfrm>
            <a:prstGeom prst="rect">
              <a:avLst/>
            </a:prstGeom>
            <a:noFill/>
            <a:ln w="9525">
              <a:noFill/>
              <a:miter lim="800000"/>
            </a:ln>
            <a:effectLst>
              <a:outerShdw dist="28398" dir="3806097" algn="ctr" rotWithShape="0">
                <a:srgbClr val="000000"/>
              </a:outerShdw>
            </a:effectLst>
          </p:spPr>
          <p:txBody>
            <a:bodyPr>
              <a:spAutoFit/>
            </a:bodyPr>
            <a:lstStyle/>
            <a:p>
              <a:pPr fontAlgn="base">
                <a:spcBef>
                  <a:spcPct val="0"/>
                </a:spcBef>
              </a:pPr>
              <a:r>
                <a:rPr lang="zh-CN" altLang="en-US" sz="2800">
                  <a:solidFill>
                    <a:srgbClr val="FFFF00"/>
                  </a:solidFill>
                  <a:latin typeface="黑体" panose="02010609060101010101" pitchFamily="2" charset="-122"/>
                  <a:ea typeface="黑体" panose="02010609060101010101" pitchFamily="2" charset="-122"/>
                </a:rPr>
                <a:t>1.优点</a:t>
              </a:r>
              <a:endParaRPr lang="zh-CN" altLang="en-US" sz="2800">
                <a:solidFill>
                  <a:srgbClr val="00FFFF"/>
                </a:solidFill>
                <a:latin typeface="黑体" panose="02010609060101010101" pitchFamily="2" charset="-122"/>
                <a:ea typeface="黑体" panose="02010609060101010101" pitchFamily="2" charset="-122"/>
              </a:endParaRPr>
            </a:p>
          </p:txBody>
        </p:sp>
      </p:grpSp>
      <p:grpSp>
        <p:nvGrpSpPr>
          <p:cNvPr id="5" name="Group 75"/>
          <p:cNvGrpSpPr/>
          <p:nvPr/>
        </p:nvGrpSpPr>
        <p:grpSpPr bwMode="auto">
          <a:xfrm>
            <a:off x="8674746" y="6046663"/>
            <a:ext cx="1273175" cy="595313"/>
            <a:chOff x="4377" y="2900"/>
            <a:chExt cx="802" cy="375"/>
          </a:xfrm>
        </p:grpSpPr>
        <p:sp>
          <p:nvSpPr>
            <p:cNvPr id="70672" name="AutoShape 76"/>
            <p:cNvSpPr>
              <a:spLocks noChangeArrowheads="1"/>
            </p:cNvSpPr>
            <p:nvPr/>
          </p:nvSpPr>
          <p:spPr bwMode="auto">
            <a:xfrm>
              <a:off x="4377" y="2931"/>
              <a:ext cx="720" cy="336"/>
            </a:xfrm>
            <a:prstGeom prst="wedgeRectCallout">
              <a:avLst>
                <a:gd name="adj1" fmla="val -73381"/>
                <a:gd name="adj2" fmla="val -762"/>
              </a:avLst>
            </a:prstGeom>
            <a:noFill/>
            <a:ln w="57150" cap="sq">
              <a:solidFill>
                <a:srgbClr val="33CCCC"/>
              </a:solidFill>
              <a:miter lim="800000"/>
            </a:ln>
          </p:spPr>
          <p:txBody>
            <a:bodyPr anchor="ctr"/>
            <a:lstStyle/>
            <a:p>
              <a:pPr algn="ctr">
                <a:spcBef>
                  <a:spcPct val="0"/>
                </a:spcBef>
              </a:pPr>
              <a:endParaRPr lang="zh-CN" altLang="en-US" sz="2600"/>
            </a:p>
          </p:txBody>
        </p:sp>
        <p:sp>
          <p:nvSpPr>
            <p:cNvPr id="70673" name="Rectangle 77"/>
            <p:cNvSpPr>
              <a:spLocks noChangeArrowheads="1"/>
            </p:cNvSpPr>
            <p:nvPr/>
          </p:nvSpPr>
          <p:spPr bwMode="auto">
            <a:xfrm>
              <a:off x="4417" y="2900"/>
              <a:ext cx="762" cy="375"/>
            </a:xfrm>
            <a:prstGeom prst="rect">
              <a:avLst/>
            </a:prstGeom>
            <a:noFill/>
            <a:ln w="12700" cap="sq">
              <a:noFill/>
              <a:miter lim="800000"/>
            </a:ln>
            <a:effectLst>
              <a:outerShdw dist="12700" algn="ctr" rotWithShape="0">
                <a:srgbClr val="000000"/>
              </a:outerShdw>
            </a:effectLst>
          </p:spPr>
          <p:txBody>
            <a:bodyPr>
              <a:spAutoFit/>
            </a:bodyPr>
            <a:lstStyle/>
            <a:p>
              <a:r>
                <a:rPr lang="en-US" altLang="zh-CN" sz="3300" dirty="0">
                  <a:solidFill>
                    <a:srgbClr val="FF3300"/>
                  </a:solidFill>
                  <a:ea typeface="幼圆" pitchFamily="49" charset="-122"/>
                </a:rPr>
                <a:t>O</a:t>
              </a:r>
              <a:r>
                <a:rPr lang="en-US" altLang="zh-CN" sz="3000" dirty="0">
                  <a:solidFill>
                    <a:srgbClr val="FF3300"/>
                  </a:solidFill>
                  <a:ea typeface="幼圆" pitchFamily="49" charset="-122"/>
                </a:rPr>
                <a:t>(n)</a:t>
              </a:r>
              <a:endParaRPr lang="zh-CN" altLang="en-US" sz="3000" dirty="0">
                <a:solidFill>
                  <a:srgbClr val="FF3300"/>
                </a:solidFill>
                <a:ea typeface="幼圆" pitchFamily="49" charset="-122"/>
              </a:endParaRPr>
            </a:p>
          </p:txBody>
        </p:sp>
      </p:grpSp>
      <p:grpSp>
        <p:nvGrpSpPr>
          <p:cNvPr id="6" name="Group 78"/>
          <p:cNvGrpSpPr/>
          <p:nvPr/>
        </p:nvGrpSpPr>
        <p:grpSpPr bwMode="auto">
          <a:xfrm>
            <a:off x="5958534" y="909513"/>
            <a:ext cx="3970337" cy="457200"/>
            <a:chOff x="3247" y="709"/>
            <a:chExt cx="2501" cy="288"/>
          </a:xfrm>
        </p:grpSpPr>
        <p:sp>
          <p:nvSpPr>
            <p:cNvPr id="70670" name="Rectangle 79"/>
            <p:cNvSpPr>
              <a:spLocks noChangeArrowheads="1"/>
            </p:cNvSpPr>
            <p:nvPr/>
          </p:nvSpPr>
          <p:spPr bwMode="auto">
            <a:xfrm>
              <a:off x="3252" y="713"/>
              <a:ext cx="2496" cy="269"/>
            </a:xfrm>
            <a:prstGeom prst="rect">
              <a:avLst/>
            </a:prstGeom>
            <a:noFill/>
            <a:ln w="12700" cap="sq">
              <a:noFill/>
              <a:miter lim="800000"/>
            </a:ln>
          </p:spPr>
          <p:txBody>
            <a:bodyPr>
              <a:spAutoFit/>
            </a:bodyPr>
            <a:lstStyle/>
            <a:p>
              <a:pPr fontAlgn="base">
                <a:spcBef>
                  <a:spcPct val="25000"/>
                </a:spcBef>
              </a:pPr>
              <a:r>
                <a:rPr lang="zh-CN" altLang="zh-CN" sz="2200">
                  <a:solidFill>
                    <a:schemeClr val="accent2"/>
                  </a:solidFill>
                  <a:ea typeface="幼圆" pitchFamily="49" charset="-122"/>
                </a:rPr>
                <a:t> </a:t>
              </a:r>
              <a:r>
                <a:rPr lang="en-US" altLang="zh-CN" sz="2200">
                  <a:solidFill>
                    <a:schemeClr val="accent2"/>
                  </a:solidFill>
                  <a:ea typeface="幼圆" pitchFamily="49" charset="-122"/>
                </a:rPr>
                <a:t>LOC(a</a:t>
              </a:r>
              <a:r>
                <a:rPr lang="en-US" altLang="zh-CN" sz="2200" baseline="-25000">
                  <a:solidFill>
                    <a:schemeClr val="accent2"/>
                  </a:solidFill>
                  <a:ea typeface="幼圆" pitchFamily="49" charset="-122"/>
                </a:rPr>
                <a:t>i</a:t>
              </a:r>
              <a:r>
                <a:rPr lang="en-US" altLang="zh-CN" sz="2200">
                  <a:solidFill>
                    <a:schemeClr val="accent2"/>
                  </a:solidFill>
                  <a:ea typeface="幼圆" pitchFamily="49" charset="-122"/>
                </a:rPr>
                <a:t>)=LOC(a</a:t>
              </a:r>
              <a:r>
                <a:rPr lang="en-US" altLang="zh-CN" sz="2200" baseline="-25000">
                  <a:solidFill>
                    <a:schemeClr val="accent2"/>
                  </a:solidFill>
                  <a:ea typeface="幼圆" pitchFamily="49" charset="-122"/>
                </a:rPr>
                <a:t>1</a:t>
              </a:r>
              <a:r>
                <a:rPr lang="en-US" altLang="zh-CN" sz="2200">
                  <a:solidFill>
                    <a:schemeClr val="accent2"/>
                  </a:solidFill>
                  <a:ea typeface="幼圆" pitchFamily="49" charset="-122"/>
                </a:rPr>
                <a:t>)+(i</a:t>
              </a:r>
              <a:r>
                <a:rPr lang="en-US" altLang="zh-CN" sz="2200">
                  <a:solidFill>
                    <a:schemeClr val="accent2"/>
                  </a:solidFill>
                  <a:ea typeface="幼圆" pitchFamily="49" charset="-122"/>
                  <a:sym typeface="Symbol" pitchFamily="18" charset="2"/>
                </a:rPr>
                <a:t></a:t>
              </a:r>
              <a:r>
                <a:rPr lang="en-US" altLang="zh-CN" sz="2200">
                  <a:solidFill>
                    <a:schemeClr val="accent2"/>
                  </a:solidFill>
                  <a:ea typeface="幼圆" pitchFamily="49" charset="-122"/>
                </a:rPr>
                <a:t>1)</a:t>
              </a:r>
              <a:r>
                <a:rPr lang="en-US" altLang="zh-CN" sz="2200">
                  <a:solidFill>
                    <a:schemeClr val="accent2"/>
                  </a:solidFill>
                  <a:ea typeface="幼圆" pitchFamily="49" charset="-122"/>
                  <a:sym typeface="Symbol" pitchFamily="18" charset="2"/>
                </a:rPr>
                <a:t></a:t>
              </a:r>
              <a:r>
                <a:rPr lang="en-US" altLang="zh-CN" sz="2200">
                  <a:solidFill>
                    <a:schemeClr val="accent2"/>
                  </a:solidFill>
                  <a:ea typeface="幼圆" pitchFamily="49" charset="-122"/>
                </a:rPr>
                <a:t>k</a:t>
              </a:r>
              <a:endParaRPr lang="zh-CN" altLang="en-US" sz="2200">
                <a:solidFill>
                  <a:schemeClr val="accent2"/>
                </a:solidFill>
                <a:ea typeface="幼圆" pitchFamily="49" charset="-122"/>
              </a:endParaRPr>
            </a:p>
          </p:txBody>
        </p:sp>
        <p:sp>
          <p:nvSpPr>
            <p:cNvPr id="70671" name="AutoShape 80"/>
            <p:cNvSpPr>
              <a:spLocks noChangeArrowheads="1"/>
            </p:cNvSpPr>
            <p:nvPr/>
          </p:nvSpPr>
          <p:spPr bwMode="auto">
            <a:xfrm>
              <a:off x="3247" y="709"/>
              <a:ext cx="2222" cy="288"/>
            </a:xfrm>
            <a:prstGeom prst="wedgeRectCallout">
              <a:avLst>
                <a:gd name="adj1" fmla="val 3509"/>
                <a:gd name="adj2" fmla="val 196875"/>
              </a:avLst>
            </a:prstGeom>
            <a:noFill/>
            <a:ln w="57150">
              <a:solidFill>
                <a:srgbClr val="00CCFF"/>
              </a:solidFill>
              <a:miter lim="800000"/>
            </a:ln>
          </p:spPr>
          <p:txBody>
            <a:bodyPr anchor="ctr"/>
            <a:lstStyle/>
            <a:p>
              <a:pPr algn="ctr" fontAlgn="base">
                <a:spcBef>
                  <a:spcPct val="0"/>
                </a:spcBef>
              </a:pPr>
              <a:endParaRPr lang="zh-CN" altLang="en-US" sz="2400">
                <a:solidFill>
                  <a:schemeClr val="bg1"/>
                </a:solidFill>
                <a:ea typeface="宋体" pitchFamily="2" charset="-122"/>
              </a:endParaRPr>
            </a:p>
          </p:txBody>
        </p:sp>
      </p:grpSp>
      <p:grpSp>
        <p:nvGrpSpPr>
          <p:cNvPr id="24" name="Group 78"/>
          <p:cNvGrpSpPr/>
          <p:nvPr/>
        </p:nvGrpSpPr>
        <p:grpSpPr bwMode="auto">
          <a:xfrm>
            <a:off x="6149790" y="5445223"/>
            <a:ext cx="3798131" cy="457200"/>
            <a:chOff x="3202" y="1356"/>
            <a:chExt cx="2222" cy="288"/>
          </a:xfrm>
        </p:grpSpPr>
        <p:sp>
          <p:nvSpPr>
            <p:cNvPr id="25" name="Rectangle 79"/>
            <p:cNvSpPr>
              <a:spLocks noChangeArrowheads="1"/>
            </p:cNvSpPr>
            <p:nvPr/>
          </p:nvSpPr>
          <p:spPr bwMode="auto">
            <a:xfrm>
              <a:off x="3202" y="1375"/>
              <a:ext cx="2106" cy="269"/>
            </a:xfrm>
            <a:prstGeom prst="rect">
              <a:avLst/>
            </a:prstGeom>
            <a:solidFill>
              <a:schemeClr val="bg2">
                <a:lumMod val="20000"/>
                <a:lumOff val="80000"/>
              </a:schemeClr>
            </a:solidFill>
            <a:ln w="12700" cap="sq">
              <a:noFill/>
              <a:miter lim="800000"/>
            </a:ln>
          </p:spPr>
          <p:txBody>
            <a:bodyPr wrap="square">
              <a:spAutoFit/>
            </a:bodyPr>
            <a:lstStyle/>
            <a:p>
              <a:pPr algn="ctr" fontAlgn="base">
                <a:spcBef>
                  <a:spcPct val="25000"/>
                </a:spcBef>
              </a:pPr>
              <a:r>
                <a:rPr lang="zh-CN" altLang="en-US" sz="2200" dirty="0">
                  <a:solidFill>
                    <a:schemeClr val="accent2"/>
                  </a:solidFill>
                  <a:ea typeface="幼圆" pitchFamily="49" charset="-122"/>
                </a:rPr>
                <a:t>需要频繁的移动数据</a:t>
              </a:r>
              <a:endParaRPr lang="zh-CN" altLang="en-US" sz="2200" dirty="0">
                <a:solidFill>
                  <a:schemeClr val="accent2"/>
                </a:solidFill>
                <a:ea typeface="幼圆" pitchFamily="49" charset="-122"/>
              </a:endParaRPr>
            </a:p>
          </p:txBody>
        </p:sp>
        <p:sp>
          <p:nvSpPr>
            <p:cNvPr id="26" name="AutoShape 80"/>
            <p:cNvSpPr>
              <a:spLocks noChangeArrowheads="1"/>
            </p:cNvSpPr>
            <p:nvPr/>
          </p:nvSpPr>
          <p:spPr bwMode="auto">
            <a:xfrm>
              <a:off x="3202" y="1356"/>
              <a:ext cx="2222" cy="288"/>
            </a:xfrm>
            <a:prstGeom prst="wedgeRectCallout">
              <a:avLst>
                <a:gd name="adj1" fmla="val -20538"/>
                <a:gd name="adj2" fmla="val 112238"/>
              </a:avLst>
            </a:prstGeom>
            <a:noFill/>
            <a:ln w="57150">
              <a:solidFill>
                <a:srgbClr val="00CCFF"/>
              </a:solidFill>
              <a:miter lim="800000"/>
            </a:ln>
          </p:spPr>
          <p:txBody>
            <a:bodyPr anchor="ctr"/>
            <a:lstStyle/>
            <a:p>
              <a:pPr algn="ctr" fontAlgn="base">
                <a:spcBef>
                  <a:spcPct val="0"/>
                </a:spcBef>
              </a:pPr>
              <a:endParaRPr lang="zh-CN" altLang="en-US" sz="2400">
                <a:solidFill>
                  <a:schemeClr val="bg1"/>
                </a:solidFill>
                <a:ea typeface="宋体" pitchFamily="2" charset="-122"/>
              </a:endParaRPr>
            </a:p>
          </p:txBody>
        </p:sp>
      </p:grpSp>
      <p:sp>
        <p:nvSpPr>
          <p:cNvPr id="27" name="Text Box 2"/>
          <p:cNvSpPr txBox="1">
            <a:spLocks noChangeArrowheads="1"/>
          </p:cNvSpPr>
          <p:nvPr/>
        </p:nvSpPr>
        <p:spPr bwMode="auto">
          <a:xfrm>
            <a:off x="1847528" y="3861048"/>
            <a:ext cx="6984776" cy="830997"/>
          </a:xfrm>
          <a:prstGeom prst="rect">
            <a:avLst/>
          </a:prstGeom>
          <a:noFill/>
          <a:ln w="9525">
            <a:noFill/>
            <a:miter lim="800000"/>
          </a:ln>
        </p:spPr>
        <p:txBody>
          <a:bodyPr wrap="square">
            <a:spAutoFit/>
          </a:bodyPr>
          <a:lstStyle/>
          <a:p>
            <a:pPr marL="542925" indent="-542925" fontAlgn="base">
              <a:spcBef>
                <a:spcPct val="0"/>
              </a:spcBef>
            </a:pPr>
            <a:r>
              <a:rPr lang="zh-CN" altLang="en-US" sz="2400" dirty="0">
                <a:solidFill>
                  <a:srgbClr val="000099"/>
                </a:solidFill>
                <a:ea typeface="幼圆" pitchFamily="49" charset="-122"/>
              </a:rPr>
              <a:t>(</a:t>
            </a:r>
            <a:r>
              <a:rPr lang="en-US" altLang="zh-CN" sz="2400" dirty="0">
                <a:solidFill>
                  <a:srgbClr val="000099"/>
                </a:solidFill>
                <a:ea typeface="幼圆" pitchFamily="49" charset="-122"/>
              </a:rPr>
              <a:t>4</a:t>
            </a:r>
            <a:r>
              <a:rPr lang="zh-CN" altLang="en-US" sz="2400" dirty="0">
                <a:solidFill>
                  <a:srgbClr val="000099"/>
                </a:solidFill>
                <a:ea typeface="幼圆" pitchFamily="49" charset="-122"/>
              </a:rPr>
              <a:t>)</a:t>
            </a:r>
            <a:r>
              <a:rPr lang="zh-CN" altLang="en-US" sz="2400" dirty="0">
                <a:solidFill>
                  <a:srgbClr val="000099"/>
                </a:solidFill>
                <a:latin typeface="幼圆" pitchFamily="49" charset="-122"/>
                <a:ea typeface="幼圆" pitchFamily="49" charset="-122"/>
              </a:rPr>
              <a:t>  对于有序表，可使用折半查找等快速查找算法，</a:t>
            </a:r>
            <a:r>
              <a:rPr lang="zh-CN" altLang="en-US" sz="2400" b="1" dirty="0">
                <a:solidFill>
                  <a:srgbClr val="FF0000"/>
                </a:solidFill>
                <a:latin typeface="幼圆" pitchFamily="49" charset="-122"/>
                <a:ea typeface="幼圆" pitchFamily="49" charset="-122"/>
              </a:rPr>
              <a:t>查找效率高</a:t>
            </a:r>
            <a:r>
              <a:rPr lang="zh-CN" altLang="en-US" sz="2400" dirty="0">
                <a:solidFill>
                  <a:srgbClr val="000099"/>
                </a:solidFill>
                <a:latin typeface="幼圆" pitchFamily="49" charset="-122"/>
                <a:ea typeface="幼圆" pitchFamily="49" charset="-122"/>
              </a:rPr>
              <a:t>。</a:t>
            </a:r>
            <a:endParaRPr lang="zh-CN" altLang="en-US" sz="2400" dirty="0">
              <a:solidFill>
                <a:srgbClr val="000099"/>
              </a:solidFill>
              <a:latin typeface="幼圆" pitchFamily="49" charset="-122"/>
              <a:ea typeface="幼圆" pitchFamily="49" charset="-122"/>
            </a:endParaRPr>
          </a:p>
        </p:txBody>
      </p:sp>
      <p:sp>
        <p:nvSpPr>
          <p:cNvPr id="29" name="Rectangle 79"/>
          <p:cNvSpPr>
            <a:spLocks noChangeArrowheads="1"/>
          </p:cNvSpPr>
          <p:nvPr/>
        </p:nvSpPr>
        <p:spPr bwMode="auto">
          <a:xfrm>
            <a:off x="4583832" y="4437111"/>
            <a:ext cx="5364088" cy="923330"/>
          </a:xfrm>
          <a:prstGeom prst="rect">
            <a:avLst/>
          </a:prstGeom>
          <a:solidFill>
            <a:schemeClr val="bg2">
              <a:lumMod val="20000"/>
              <a:lumOff val="80000"/>
            </a:schemeClr>
          </a:solidFill>
          <a:ln w="12700" cap="sq">
            <a:noFill/>
            <a:miter lim="800000"/>
          </a:ln>
        </p:spPr>
        <p:txBody>
          <a:bodyPr wrap="square">
            <a:spAutoFit/>
          </a:bodyPr>
          <a:lstStyle/>
          <a:p>
            <a:pPr fontAlgn="base">
              <a:spcBef>
                <a:spcPct val="25000"/>
              </a:spcBef>
            </a:pPr>
            <a:r>
              <a:rPr lang="zh-CN" altLang="en-US" dirty="0">
                <a:solidFill>
                  <a:schemeClr val="accent2"/>
                </a:solidFill>
                <a:ea typeface="幼圆" pitchFamily="49" charset="-122"/>
              </a:rPr>
              <a:t>对于</a:t>
            </a:r>
            <a:r>
              <a:rPr lang="zh-CN" altLang="en-US" b="1" dirty="0">
                <a:solidFill>
                  <a:schemeClr val="accent2"/>
                </a:solidFill>
                <a:ea typeface="幼圆" pitchFamily="49" charset="-122"/>
              </a:rPr>
              <a:t>动态表</a:t>
            </a:r>
            <a:r>
              <a:rPr lang="zh-CN" altLang="en-US" dirty="0">
                <a:solidFill>
                  <a:schemeClr val="accent2"/>
                </a:solidFill>
                <a:ea typeface="幼圆" pitchFamily="49" charset="-122"/>
              </a:rPr>
              <a:t>（即需要频繁插入和删除操作的表）往往由于问题规模不知，如果采用顺序结构的话，需要事先分配很大的空间，造成空间浪费或空间不足。</a:t>
            </a:r>
            <a:endParaRPr lang="zh-CN" altLang="en-US" dirty="0">
              <a:solidFill>
                <a:schemeClr val="accent2"/>
              </a:solidFill>
              <a:ea typeface="幼圆"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302082"/>
                                        </p:tgtEl>
                                        <p:attrNameLst>
                                          <p:attrName>style.visibility</p:attrName>
                                        </p:attrNameLst>
                                      </p:cBhvr>
                                      <p:to>
                                        <p:strVal val="visible"/>
                                      </p:to>
                                    </p:set>
                                    <p:animEffect transition="in" filter="wipe(right)">
                                      <p:cBhvr>
                                        <p:cTn id="7" dur="500"/>
                                        <p:tgtEl>
                                          <p:spTgt spid="30208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02083"/>
                                        </p:tgtEl>
                                        <p:attrNameLst>
                                          <p:attrName>style.visibility</p:attrName>
                                        </p:attrNameLst>
                                      </p:cBhvr>
                                      <p:to>
                                        <p:strVal val="visible"/>
                                      </p:to>
                                    </p:set>
                                    <p:animEffect transition="in" filter="blinds(horizontal)">
                                      <p:cBhvr>
                                        <p:cTn id="12" dur="500"/>
                                        <p:tgtEl>
                                          <p:spTgt spid="302083"/>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302113"/>
                                        </p:tgtEl>
                                        <p:attrNameLst>
                                          <p:attrName>style.visibility</p:attrName>
                                        </p:attrNameLst>
                                      </p:cBhvr>
                                      <p:to>
                                        <p:strVal val="visible"/>
                                      </p:to>
                                    </p:set>
                                    <p:animEffect transition="in" filter="blinds(horizontal)">
                                      <p:cBhvr>
                                        <p:cTn id="15" dur="500"/>
                                        <p:tgtEl>
                                          <p:spTgt spid="30211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wipe(up)">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302088"/>
                                        </p:tgtEl>
                                        <p:attrNameLst>
                                          <p:attrName>style.visibility</p:attrName>
                                        </p:attrNameLst>
                                      </p:cBhvr>
                                      <p:to>
                                        <p:strVal val="visible"/>
                                      </p:to>
                                    </p:set>
                                    <p:animEffect transition="in" filter="wipe(left)">
                                      <p:cBhvr>
                                        <p:cTn id="25" dur="500"/>
                                        <p:tgtEl>
                                          <p:spTgt spid="30208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2" fill="hold" grpId="0" nodeType="clickEffect">
                                  <p:stCondLst>
                                    <p:cond delay="0"/>
                                  </p:stCondLst>
                                  <p:childTnLst>
                                    <p:set>
                                      <p:cBhvr>
                                        <p:cTn id="29" dur="1" fill="hold">
                                          <p:stCondLst>
                                            <p:cond delay="0"/>
                                          </p:stCondLst>
                                        </p:cTn>
                                        <p:tgtEl>
                                          <p:spTgt spid="27"/>
                                        </p:tgtEl>
                                        <p:attrNameLst>
                                          <p:attrName>style.visibility</p:attrName>
                                        </p:attrNameLst>
                                      </p:cBhvr>
                                      <p:to>
                                        <p:strVal val="visible"/>
                                      </p:to>
                                    </p:set>
                                    <p:animEffect transition="in" filter="wipe(right)">
                                      <p:cBhvr>
                                        <p:cTn id="30" dur="500"/>
                                        <p:tgtEl>
                                          <p:spTgt spid="2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302084"/>
                                        </p:tgtEl>
                                        <p:attrNameLst>
                                          <p:attrName>style.visibility</p:attrName>
                                        </p:attrNameLst>
                                      </p:cBhvr>
                                      <p:to>
                                        <p:strVal val="visible"/>
                                      </p:to>
                                    </p:set>
                                    <p:animEffect transition="in" filter="wipe(left)">
                                      <p:cBhvr>
                                        <p:cTn id="35" dur="500"/>
                                        <p:tgtEl>
                                          <p:spTgt spid="302084"/>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2" fill="hold" grpId="0" nodeType="clickEffect">
                                  <p:stCondLst>
                                    <p:cond delay="0"/>
                                  </p:stCondLst>
                                  <p:childTnLst>
                                    <p:set>
                                      <p:cBhvr>
                                        <p:cTn id="39" dur="1" fill="hold">
                                          <p:stCondLst>
                                            <p:cond delay="0"/>
                                          </p:stCondLst>
                                        </p:cTn>
                                        <p:tgtEl>
                                          <p:spTgt spid="302085"/>
                                        </p:tgtEl>
                                        <p:attrNameLst>
                                          <p:attrName>style.visibility</p:attrName>
                                        </p:attrNameLst>
                                      </p:cBhvr>
                                      <p:to>
                                        <p:strVal val="visible"/>
                                      </p:to>
                                    </p:set>
                                    <p:animEffect transition="in" filter="wipe(right)">
                                      <p:cBhvr>
                                        <p:cTn id="40" dur="500"/>
                                        <p:tgtEl>
                                          <p:spTgt spid="302085"/>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29"/>
                                        </p:tgtEl>
                                        <p:attrNameLst>
                                          <p:attrName>style.visibility</p:attrName>
                                        </p:attrNameLst>
                                      </p:cBhvr>
                                      <p:to>
                                        <p:strVal val="visible"/>
                                      </p:to>
                                    </p:set>
                                    <p:animEffect transition="in" filter="blinds(horizontal)">
                                      <p:cBhvr>
                                        <p:cTn id="45" dur="500"/>
                                        <p:tgtEl>
                                          <p:spTgt spid="29"/>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302120"/>
                                        </p:tgtEl>
                                        <p:attrNameLst>
                                          <p:attrName>style.visibility</p:attrName>
                                        </p:attrNameLst>
                                      </p:cBhvr>
                                      <p:to>
                                        <p:strVal val="visible"/>
                                      </p:to>
                                    </p:set>
                                    <p:animEffect transition="in" filter="wipe(left)">
                                      <p:cBhvr>
                                        <p:cTn id="50" dur="500"/>
                                        <p:tgtEl>
                                          <p:spTgt spid="302120"/>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nodeType="clickEffect">
                                  <p:stCondLst>
                                    <p:cond delay="0"/>
                                  </p:stCondLst>
                                  <p:childTnLst>
                                    <p:set>
                                      <p:cBhvr>
                                        <p:cTn id="54" dur="1" fill="hold">
                                          <p:stCondLst>
                                            <p:cond delay="0"/>
                                          </p:stCondLst>
                                        </p:cTn>
                                        <p:tgtEl>
                                          <p:spTgt spid="5"/>
                                        </p:tgtEl>
                                        <p:attrNameLst>
                                          <p:attrName>style.visibility</p:attrName>
                                        </p:attrNameLst>
                                      </p:cBhvr>
                                      <p:to>
                                        <p:strVal val="visible"/>
                                      </p:to>
                                    </p:set>
                                    <p:animEffect transition="in" filter="blinds(horizontal)">
                                      <p:cBhvr>
                                        <p:cTn id="55" dur="500"/>
                                        <p:tgtEl>
                                          <p:spTgt spid="5"/>
                                        </p:tgtEl>
                                      </p:cBhvr>
                                    </p:animEffect>
                                  </p:childTnLst>
                                </p:cTn>
                              </p:par>
                              <p:par>
                                <p:cTn id="56" presetID="3" presetClass="entr" presetSubtype="10" fill="hold" nodeType="with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blinds(horizontal)">
                                      <p:cBhvr>
                                        <p:cTn id="58"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082" grpId="0"/>
      <p:bldP spid="302083" grpId="0"/>
      <p:bldP spid="302084" grpId="0"/>
      <p:bldP spid="302085" grpId="0"/>
      <p:bldP spid="302088" grpId="0"/>
      <p:bldP spid="302113" grpId="0"/>
      <p:bldP spid="302120" grpId="0" autoUpdateAnimBg="0"/>
      <p:bldP spid="27" grpId="0"/>
      <p:bldP spid="2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02" name="Text Box 2"/>
          <p:cNvSpPr txBox="1">
            <a:spLocks noChangeArrowheads="1"/>
          </p:cNvSpPr>
          <p:nvPr/>
        </p:nvSpPr>
        <p:spPr bwMode="auto">
          <a:xfrm>
            <a:off x="1703512" y="3645024"/>
            <a:ext cx="6172200" cy="595313"/>
          </a:xfrm>
          <a:prstGeom prst="rect">
            <a:avLst/>
          </a:prstGeom>
          <a:noFill/>
          <a:ln w="12700" cap="sq">
            <a:noFill/>
            <a:miter lim="800000"/>
          </a:ln>
        </p:spPr>
        <p:txBody>
          <a:bodyPr>
            <a:spAutoFit/>
          </a:bodyPr>
          <a:lstStyle/>
          <a:p>
            <a:pPr algn="ctr" fontAlgn="base">
              <a:spcBef>
                <a:spcPct val="0"/>
              </a:spcBef>
            </a:pPr>
            <a:r>
              <a:rPr lang="en-US" altLang="zh-CN" sz="3300" dirty="0">
                <a:solidFill>
                  <a:srgbClr val="003399"/>
                </a:solidFill>
                <a:ea typeface="宋体" pitchFamily="2" charset="-122"/>
              </a:rPr>
              <a:t>a</a:t>
            </a:r>
            <a:r>
              <a:rPr lang="en-US" altLang="zh-CN" sz="3300" baseline="-25000" dirty="0">
                <a:solidFill>
                  <a:srgbClr val="003399"/>
                </a:solidFill>
                <a:ea typeface="宋体" pitchFamily="2" charset="-122"/>
              </a:rPr>
              <a:t>1</a:t>
            </a:r>
            <a:r>
              <a:rPr lang="en-US" altLang="zh-CN" sz="3300" dirty="0">
                <a:solidFill>
                  <a:srgbClr val="003399"/>
                </a:solidFill>
                <a:ea typeface="宋体" pitchFamily="2" charset="-122"/>
              </a:rPr>
              <a:t>, a</a:t>
            </a:r>
            <a:r>
              <a:rPr lang="en-US" altLang="zh-CN" sz="3300" baseline="-25000" dirty="0">
                <a:solidFill>
                  <a:srgbClr val="003399"/>
                </a:solidFill>
                <a:ea typeface="宋体" pitchFamily="2" charset="-122"/>
              </a:rPr>
              <a:t>2</a:t>
            </a:r>
            <a:r>
              <a:rPr lang="en-US" altLang="zh-CN" sz="3300" dirty="0">
                <a:solidFill>
                  <a:srgbClr val="003399"/>
                </a:solidFill>
                <a:ea typeface="宋体" pitchFamily="2" charset="-122"/>
              </a:rPr>
              <a:t>, a</a:t>
            </a:r>
            <a:r>
              <a:rPr lang="en-US" altLang="zh-CN" sz="3300" baseline="-25000" dirty="0">
                <a:solidFill>
                  <a:srgbClr val="003399"/>
                </a:solidFill>
                <a:ea typeface="宋体" pitchFamily="2" charset="-122"/>
              </a:rPr>
              <a:t>3</a:t>
            </a:r>
            <a:r>
              <a:rPr lang="en-US" altLang="zh-CN" sz="3300" dirty="0">
                <a:solidFill>
                  <a:srgbClr val="003399"/>
                </a:solidFill>
                <a:ea typeface="宋体" pitchFamily="2" charset="-122"/>
              </a:rPr>
              <a:t>,  </a:t>
            </a:r>
            <a:r>
              <a:rPr lang="en-US" altLang="zh-CN" sz="3300" dirty="0">
                <a:solidFill>
                  <a:srgbClr val="003399"/>
                </a:solidFill>
                <a:ea typeface="宋体" pitchFamily="2" charset="-122"/>
                <a:cs typeface="Times New Roman" panose="02020503050405090304" pitchFamily="18" charset="0"/>
              </a:rPr>
              <a:t>…,</a:t>
            </a:r>
            <a:r>
              <a:rPr lang="en-US" altLang="zh-CN" sz="3300" dirty="0">
                <a:solidFill>
                  <a:srgbClr val="003399"/>
                </a:solidFill>
                <a:ea typeface="宋体" pitchFamily="2" charset="-122"/>
              </a:rPr>
              <a:t> </a:t>
            </a:r>
            <a:r>
              <a:rPr lang="en-US" altLang="zh-CN" sz="3300" dirty="0" err="1">
                <a:solidFill>
                  <a:srgbClr val="003399"/>
                </a:solidFill>
                <a:ea typeface="宋体" pitchFamily="2" charset="-122"/>
              </a:rPr>
              <a:t>a</a:t>
            </a:r>
            <a:r>
              <a:rPr lang="en-US" altLang="zh-CN" sz="3300" baseline="-25000" dirty="0" err="1">
                <a:solidFill>
                  <a:srgbClr val="003399"/>
                </a:solidFill>
                <a:ea typeface="宋体" pitchFamily="2" charset="-122"/>
              </a:rPr>
              <a:t>i</a:t>
            </a:r>
            <a:r>
              <a:rPr lang="en-US" altLang="zh-CN" sz="3300" dirty="0">
                <a:solidFill>
                  <a:srgbClr val="003399"/>
                </a:solidFill>
                <a:ea typeface="宋体" pitchFamily="2" charset="-122"/>
              </a:rPr>
              <a:t>, a</a:t>
            </a:r>
            <a:r>
              <a:rPr lang="en-US" altLang="zh-CN" sz="3300" baseline="-25000" dirty="0">
                <a:solidFill>
                  <a:srgbClr val="003399"/>
                </a:solidFill>
                <a:ea typeface="宋体" pitchFamily="2" charset="-122"/>
              </a:rPr>
              <a:t>i+1</a:t>
            </a:r>
            <a:r>
              <a:rPr lang="en-US" altLang="zh-CN" sz="3300" dirty="0">
                <a:solidFill>
                  <a:srgbClr val="003399"/>
                </a:solidFill>
                <a:ea typeface="宋体" pitchFamily="2" charset="-122"/>
              </a:rPr>
              <a:t>, a</a:t>
            </a:r>
            <a:r>
              <a:rPr lang="en-US" altLang="zh-CN" sz="3300" baseline="-25000" dirty="0">
                <a:solidFill>
                  <a:srgbClr val="003399"/>
                </a:solidFill>
                <a:ea typeface="宋体" pitchFamily="2" charset="-122"/>
              </a:rPr>
              <a:t>i+2</a:t>
            </a:r>
            <a:r>
              <a:rPr lang="en-US" altLang="zh-CN" sz="3300" dirty="0">
                <a:solidFill>
                  <a:srgbClr val="003399"/>
                </a:solidFill>
                <a:ea typeface="宋体" pitchFamily="2" charset="-122"/>
              </a:rPr>
              <a:t>,  …, a</a:t>
            </a:r>
            <a:r>
              <a:rPr lang="en-US" altLang="zh-CN" sz="3300" baseline="-25000" dirty="0">
                <a:solidFill>
                  <a:srgbClr val="003399"/>
                </a:solidFill>
                <a:ea typeface="宋体" pitchFamily="2" charset="-122"/>
              </a:rPr>
              <a:t>n</a:t>
            </a:r>
            <a:endParaRPr lang="en-US" altLang="zh-CN" sz="3300" baseline="-25000" dirty="0">
              <a:solidFill>
                <a:srgbClr val="003399"/>
              </a:solidFill>
              <a:ea typeface="宋体" pitchFamily="2" charset="-122"/>
            </a:endParaRPr>
          </a:p>
        </p:txBody>
      </p:sp>
      <p:sp>
        <p:nvSpPr>
          <p:cNvPr id="563204" name="AutoShape 4"/>
          <p:cNvSpPr>
            <a:spLocks noChangeArrowheads="1"/>
          </p:cNvSpPr>
          <p:nvPr/>
        </p:nvSpPr>
        <p:spPr bwMode="auto">
          <a:xfrm>
            <a:off x="4370512" y="4330823"/>
            <a:ext cx="304800" cy="381000"/>
          </a:xfrm>
          <a:prstGeom prst="upArrow">
            <a:avLst>
              <a:gd name="adj1" fmla="val 50000"/>
              <a:gd name="adj2" fmla="val 31250"/>
            </a:avLst>
          </a:prstGeom>
          <a:gradFill rotWithShape="0">
            <a:gsLst>
              <a:gs pos="0">
                <a:srgbClr val="760000"/>
              </a:gs>
              <a:gs pos="50000">
                <a:srgbClr val="FF0000"/>
              </a:gs>
              <a:gs pos="100000">
                <a:srgbClr val="760000"/>
              </a:gs>
            </a:gsLst>
            <a:lin ang="0" scaled="1"/>
          </a:gradFill>
          <a:ln w="12700" cap="sq">
            <a:solidFill>
              <a:srgbClr val="FFFF00"/>
            </a:solidFill>
            <a:miter lim="800000"/>
          </a:ln>
        </p:spPr>
        <p:txBody>
          <a:bodyPr wrap="none" anchor="ctr"/>
          <a:lstStyle/>
          <a:p>
            <a:endParaRPr lang="zh-CN" altLang="en-US"/>
          </a:p>
        </p:txBody>
      </p:sp>
      <p:sp>
        <p:nvSpPr>
          <p:cNvPr id="563205" name="Text Box 5"/>
          <p:cNvSpPr txBox="1">
            <a:spLocks noChangeArrowheads="1"/>
          </p:cNvSpPr>
          <p:nvPr/>
        </p:nvSpPr>
        <p:spPr bwMode="auto">
          <a:xfrm>
            <a:off x="4141912" y="3441823"/>
            <a:ext cx="990600" cy="488950"/>
          </a:xfrm>
          <a:prstGeom prst="rect">
            <a:avLst/>
          </a:prstGeom>
          <a:noFill/>
          <a:ln w="12700" cap="sq">
            <a:noFill/>
            <a:miter lim="800000"/>
          </a:ln>
          <a:effectLst>
            <a:outerShdw dist="12700" algn="ctr" rotWithShape="0">
              <a:srgbClr val="000000"/>
            </a:outerShdw>
          </a:effectLst>
        </p:spPr>
        <p:txBody>
          <a:bodyPr>
            <a:spAutoFit/>
          </a:bodyPr>
          <a:lstStyle/>
          <a:p>
            <a:pPr fontAlgn="base">
              <a:spcBef>
                <a:spcPct val="0"/>
              </a:spcBef>
            </a:pPr>
            <a:r>
              <a:rPr lang="en-US" altLang="zh-CN" sz="2600" dirty="0">
                <a:solidFill>
                  <a:srgbClr val="FF0000"/>
                </a:solidFill>
                <a:ea typeface="宋体" pitchFamily="2" charset="-122"/>
              </a:rPr>
              <a:t>item</a:t>
            </a:r>
            <a:endParaRPr lang="en-US" altLang="zh-CN" sz="2600" dirty="0">
              <a:solidFill>
                <a:srgbClr val="FF0000"/>
              </a:solidFill>
              <a:ea typeface="宋体" pitchFamily="2" charset="-122"/>
            </a:endParaRPr>
          </a:p>
        </p:txBody>
      </p:sp>
      <p:grpSp>
        <p:nvGrpSpPr>
          <p:cNvPr id="2" name="Group 9"/>
          <p:cNvGrpSpPr/>
          <p:nvPr/>
        </p:nvGrpSpPr>
        <p:grpSpPr bwMode="auto">
          <a:xfrm>
            <a:off x="4408612" y="4227637"/>
            <a:ext cx="3200400" cy="427037"/>
            <a:chOff x="2256" y="2688"/>
            <a:chExt cx="2016" cy="269"/>
          </a:xfrm>
        </p:grpSpPr>
        <p:sp>
          <p:nvSpPr>
            <p:cNvPr id="71707" name="Line 10"/>
            <p:cNvSpPr>
              <a:spLocks noChangeShapeType="1"/>
            </p:cNvSpPr>
            <p:nvPr/>
          </p:nvSpPr>
          <p:spPr bwMode="auto">
            <a:xfrm>
              <a:off x="2256" y="2688"/>
              <a:ext cx="2016" cy="0"/>
            </a:xfrm>
            <a:prstGeom prst="line">
              <a:avLst/>
            </a:prstGeom>
            <a:noFill/>
            <a:ln w="31750">
              <a:solidFill>
                <a:srgbClr val="00BA00"/>
              </a:solidFill>
              <a:prstDash val="lgDash"/>
              <a:round/>
              <a:tailEnd type="stealth" w="med" len="lg"/>
            </a:ln>
          </p:spPr>
          <p:txBody>
            <a:bodyPr wrap="none" anchor="ctr"/>
            <a:lstStyle/>
            <a:p>
              <a:endParaRPr lang="zh-CN" altLang="en-US"/>
            </a:p>
          </p:txBody>
        </p:sp>
        <p:sp>
          <p:nvSpPr>
            <p:cNvPr id="71708" name="Text Box 11"/>
            <p:cNvSpPr txBox="1">
              <a:spLocks noChangeArrowheads="1"/>
            </p:cNvSpPr>
            <p:nvPr/>
          </p:nvSpPr>
          <p:spPr bwMode="auto">
            <a:xfrm>
              <a:off x="2436" y="2688"/>
              <a:ext cx="1532" cy="269"/>
            </a:xfrm>
            <a:prstGeom prst="rect">
              <a:avLst/>
            </a:prstGeom>
            <a:noFill/>
            <a:ln w="12700" cap="sq">
              <a:noFill/>
              <a:miter lim="800000"/>
            </a:ln>
          </p:spPr>
          <p:txBody>
            <a:bodyPr wrap="none">
              <a:spAutoFit/>
            </a:bodyPr>
            <a:lstStyle/>
            <a:p>
              <a:pPr algn="ctr" fontAlgn="base">
                <a:spcBef>
                  <a:spcPct val="0"/>
                </a:spcBef>
              </a:pPr>
              <a:r>
                <a:rPr lang="zh-CN" altLang="en-US" sz="2200">
                  <a:solidFill>
                    <a:srgbClr val="00AA00"/>
                  </a:solidFill>
                  <a:ea typeface="黑体" panose="02010609060101010101" pitchFamily="2" charset="-122"/>
                </a:rPr>
                <a:t>依次后移一个位置</a:t>
              </a:r>
              <a:endParaRPr lang="zh-CN" altLang="en-US" sz="2200">
                <a:solidFill>
                  <a:srgbClr val="00AA00"/>
                </a:solidFill>
                <a:ea typeface="黑体" panose="02010609060101010101" pitchFamily="2" charset="-122"/>
              </a:endParaRPr>
            </a:p>
          </p:txBody>
        </p:sp>
      </p:grpSp>
      <p:grpSp>
        <p:nvGrpSpPr>
          <p:cNvPr id="3" name="Group 22"/>
          <p:cNvGrpSpPr/>
          <p:nvPr/>
        </p:nvGrpSpPr>
        <p:grpSpPr bwMode="auto">
          <a:xfrm>
            <a:off x="6961312" y="3041526"/>
            <a:ext cx="3048000" cy="625475"/>
            <a:chOff x="3600" y="1718"/>
            <a:chExt cx="1920" cy="394"/>
          </a:xfrm>
        </p:grpSpPr>
        <p:sp>
          <p:nvSpPr>
            <p:cNvPr id="71704" name="Oval 23"/>
            <p:cNvSpPr>
              <a:spLocks noChangeArrowheads="1"/>
            </p:cNvSpPr>
            <p:nvPr/>
          </p:nvSpPr>
          <p:spPr bwMode="auto">
            <a:xfrm>
              <a:off x="3600" y="1728"/>
              <a:ext cx="1920" cy="384"/>
            </a:xfrm>
            <a:prstGeom prst="ellipse">
              <a:avLst/>
            </a:prstGeom>
            <a:noFill/>
            <a:ln w="66675" cap="sq">
              <a:solidFill>
                <a:srgbClr val="00CCFF"/>
              </a:solidFill>
              <a:round/>
            </a:ln>
          </p:spPr>
          <p:txBody>
            <a:bodyPr wrap="none" anchor="ctr"/>
            <a:lstStyle/>
            <a:p>
              <a:endParaRPr lang="zh-CN" altLang="en-US"/>
            </a:p>
          </p:txBody>
        </p:sp>
        <p:sp>
          <p:nvSpPr>
            <p:cNvPr id="71705" name="Rectangle 24"/>
            <p:cNvSpPr>
              <a:spLocks noChangeArrowheads="1"/>
            </p:cNvSpPr>
            <p:nvPr/>
          </p:nvSpPr>
          <p:spPr bwMode="auto">
            <a:xfrm>
              <a:off x="3801" y="1718"/>
              <a:ext cx="756" cy="388"/>
            </a:xfrm>
            <a:prstGeom prst="rect">
              <a:avLst/>
            </a:prstGeom>
            <a:noFill/>
            <a:ln w="12700" cap="sq">
              <a:noFill/>
              <a:miter lim="800000"/>
            </a:ln>
            <a:effectLst>
              <a:outerShdw dist="12700" algn="ctr" rotWithShape="0">
                <a:schemeClr val="bg2"/>
              </a:outerShdw>
            </a:effectLst>
          </p:spPr>
          <p:txBody>
            <a:bodyPr wrap="none">
              <a:spAutoFit/>
            </a:bodyPr>
            <a:lstStyle/>
            <a:p>
              <a:r>
                <a:rPr lang="en-US" altLang="zh-CN" sz="3400" dirty="0">
                  <a:solidFill>
                    <a:srgbClr val="FF3300"/>
                  </a:solidFill>
                  <a:ea typeface="宋体" pitchFamily="2" charset="-122"/>
                </a:rPr>
                <a:t>a</a:t>
              </a:r>
              <a:r>
                <a:rPr lang="en-US" altLang="zh-CN" sz="3400" baseline="-42000" dirty="0">
                  <a:solidFill>
                    <a:srgbClr val="FF3300"/>
                  </a:solidFill>
                  <a:ea typeface="宋体" pitchFamily="2" charset="-122"/>
                </a:rPr>
                <a:t>i</a:t>
              </a:r>
              <a:r>
                <a:rPr lang="en-US" altLang="zh-CN" sz="3400" dirty="0">
                  <a:solidFill>
                    <a:srgbClr val="FF3300"/>
                  </a:solidFill>
                  <a:ea typeface="宋体" pitchFamily="2" charset="-122"/>
                  <a:sym typeface="Symbol" pitchFamily="18" charset="2"/>
                </a:rPr>
                <a:t></a:t>
              </a:r>
              <a:r>
                <a:rPr lang="en-US" altLang="zh-CN" sz="3400" dirty="0">
                  <a:solidFill>
                    <a:srgbClr val="FF3300"/>
                  </a:solidFill>
                  <a:ea typeface="宋体" pitchFamily="2" charset="-122"/>
                </a:rPr>
                <a:t>a</a:t>
              </a:r>
              <a:r>
                <a:rPr lang="en-US" altLang="zh-CN" sz="3400" baseline="-46000" dirty="0">
                  <a:solidFill>
                    <a:srgbClr val="FF3300"/>
                  </a:solidFill>
                  <a:ea typeface="宋体" pitchFamily="2" charset="-122"/>
                </a:rPr>
                <a:t>i+1</a:t>
              </a:r>
              <a:endParaRPr lang="en-US" altLang="zh-CN" sz="3400" dirty="0">
                <a:solidFill>
                  <a:srgbClr val="FF3300"/>
                </a:solidFill>
                <a:ea typeface="宋体" pitchFamily="2" charset="-122"/>
                <a:sym typeface="Symbol" pitchFamily="18" charset="2"/>
              </a:endParaRPr>
            </a:p>
          </p:txBody>
        </p:sp>
        <p:sp>
          <p:nvSpPr>
            <p:cNvPr id="71706" name="Rectangle 25"/>
            <p:cNvSpPr>
              <a:spLocks noChangeArrowheads="1"/>
            </p:cNvSpPr>
            <p:nvPr/>
          </p:nvSpPr>
          <p:spPr bwMode="auto">
            <a:xfrm>
              <a:off x="4602" y="1804"/>
              <a:ext cx="798" cy="279"/>
            </a:xfrm>
            <a:prstGeom prst="rect">
              <a:avLst/>
            </a:prstGeom>
            <a:noFill/>
            <a:ln w="12700" cap="sq">
              <a:noFill/>
              <a:miter lim="800000"/>
            </a:ln>
          </p:spPr>
          <p:txBody>
            <a:bodyPr>
              <a:spAutoFit/>
            </a:bodyPr>
            <a:lstStyle/>
            <a:p>
              <a:r>
                <a:rPr lang="en-US" altLang="zh-CN" sz="2300" dirty="0">
                  <a:solidFill>
                    <a:schemeClr val="accent2"/>
                  </a:solidFill>
                  <a:ea typeface="宋体" pitchFamily="2" charset="-122"/>
                </a:rPr>
                <a:t>1</a:t>
              </a:r>
              <a:r>
                <a:rPr lang="en-US" altLang="zh-CN" sz="2300" dirty="0">
                  <a:solidFill>
                    <a:schemeClr val="accent2"/>
                  </a:solidFill>
                  <a:ea typeface="宋体" pitchFamily="2" charset="-122"/>
                  <a:sym typeface="Symbol" pitchFamily="18" charset="2"/>
                </a:rPr>
                <a:t>in1</a:t>
              </a:r>
              <a:endParaRPr lang="en-US" altLang="zh-CN" sz="2300" dirty="0">
                <a:solidFill>
                  <a:schemeClr val="accent2"/>
                </a:solidFill>
                <a:ea typeface="宋体" pitchFamily="2" charset="-122"/>
                <a:sym typeface="Symbol" pitchFamily="18" charset="2"/>
              </a:endParaRPr>
            </a:p>
          </p:txBody>
        </p:sp>
      </p:grpSp>
      <p:grpSp>
        <p:nvGrpSpPr>
          <p:cNvPr id="4" name="Group 29"/>
          <p:cNvGrpSpPr/>
          <p:nvPr/>
        </p:nvGrpSpPr>
        <p:grpSpPr bwMode="auto">
          <a:xfrm>
            <a:off x="2236912" y="5149973"/>
            <a:ext cx="4186238" cy="1447800"/>
            <a:chOff x="1011" y="3132"/>
            <a:chExt cx="2637" cy="912"/>
          </a:xfrm>
        </p:grpSpPr>
        <p:sp>
          <p:nvSpPr>
            <p:cNvPr id="71701" name="AutoShape 30"/>
            <p:cNvSpPr>
              <a:spLocks noChangeArrowheads="1"/>
            </p:cNvSpPr>
            <p:nvPr/>
          </p:nvSpPr>
          <p:spPr bwMode="auto">
            <a:xfrm>
              <a:off x="1392" y="3132"/>
              <a:ext cx="2256" cy="912"/>
            </a:xfrm>
            <a:prstGeom prst="wedgeRectCallout">
              <a:avLst>
                <a:gd name="adj1" fmla="val 39407"/>
                <a:gd name="adj2" fmla="val -82787"/>
              </a:avLst>
            </a:prstGeom>
            <a:noFill/>
            <a:ln w="73025" cap="sq">
              <a:solidFill>
                <a:srgbClr val="33CCCC"/>
              </a:solidFill>
              <a:miter lim="800000"/>
            </a:ln>
          </p:spPr>
          <p:txBody>
            <a:bodyPr anchor="ctr"/>
            <a:lstStyle/>
            <a:p>
              <a:pPr algn="ctr" fontAlgn="base">
                <a:spcBef>
                  <a:spcPct val="0"/>
                </a:spcBef>
              </a:pPr>
              <a:endParaRPr lang="zh-CN" altLang="en-US" sz="2400">
                <a:ea typeface="宋体" pitchFamily="2" charset="-122"/>
              </a:endParaRPr>
            </a:p>
          </p:txBody>
        </p:sp>
        <p:sp>
          <p:nvSpPr>
            <p:cNvPr id="71702" name="Rectangle 31"/>
            <p:cNvSpPr>
              <a:spLocks noChangeArrowheads="1"/>
            </p:cNvSpPr>
            <p:nvPr/>
          </p:nvSpPr>
          <p:spPr bwMode="auto">
            <a:xfrm>
              <a:off x="1536" y="3207"/>
              <a:ext cx="2064" cy="810"/>
            </a:xfrm>
            <a:prstGeom prst="rect">
              <a:avLst/>
            </a:prstGeom>
            <a:noFill/>
            <a:ln w="12700" cap="sq">
              <a:noFill/>
              <a:miter lim="800000"/>
            </a:ln>
          </p:spPr>
          <p:txBody>
            <a:bodyPr>
              <a:spAutoFit/>
            </a:bodyPr>
            <a:lstStyle/>
            <a:p>
              <a:pPr>
                <a:lnSpc>
                  <a:spcPct val="75000"/>
                </a:lnSpc>
                <a:spcBef>
                  <a:spcPct val="0"/>
                </a:spcBef>
              </a:pPr>
              <a:r>
                <a:rPr lang="en-US" altLang="zh-CN" sz="2600" dirty="0">
                  <a:solidFill>
                    <a:srgbClr val="003399"/>
                  </a:solidFill>
                  <a:ea typeface="幼圆" pitchFamily="49" charset="-122"/>
                </a:rPr>
                <a:t>for(j</a:t>
              </a:r>
              <a:r>
                <a:rPr lang="en-US" altLang="zh-CN" sz="2600" dirty="0">
                  <a:solidFill>
                    <a:srgbClr val="003399"/>
                  </a:solidFill>
                  <a:ea typeface="幼圆" pitchFamily="49" charset="-122"/>
                  <a:sym typeface="Symbol" pitchFamily="18" charset="2"/>
                </a:rPr>
                <a:t>=</a:t>
              </a:r>
              <a:r>
                <a:rPr lang="en-US" altLang="zh-CN" sz="2600" dirty="0">
                  <a:solidFill>
                    <a:srgbClr val="003399"/>
                  </a:solidFill>
                  <a:ea typeface="幼圆" pitchFamily="49" charset="-122"/>
                </a:rPr>
                <a:t>n</a:t>
              </a:r>
              <a:r>
                <a:rPr lang="en-US" altLang="zh-CN" sz="2600" dirty="0">
                  <a:solidFill>
                    <a:srgbClr val="003399"/>
                  </a:solidFill>
                  <a:latin typeface="宋体" pitchFamily="2" charset="-122"/>
                  <a:ea typeface="宋体" pitchFamily="2" charset="-122"/>
                  <a:sym typeface="Symbol" pitchFamily="18" charset="2"/>
                </a:rPr>
                <a:t>-</a:t>
              </a:r>
              <a:r>
                <a:rPr lang="en-US" altLang="zh-CN" sz="2600" dirty="0">
                  <a:solidFill>
                    <a:srgbClr val="003399"/>
                  </a:solidFill>
                  <a:ea typeface="幼圆" pitchFamily="49" charset="-122"/>
                </a:rPr>
                <a:t>1;j&gt;=</a:t>
              </a:r>
              <a:r>
                <a:rPr lang="en-US" altLang="zh-CN" sz="2600" dirty="0" err="1">
                  <a:solidFill>
                    <a:srgbClr val="003399"/>
                  </a:solidFill>
                  <a:ea typeface="幼圆" pitchFamily="49" charset="-122"/>
                </a:rPr>
                <a:t>i;j</a:t>
              </a:r>
              <a:r>
                <a:rPr lang="en-US" altLang="zh-CN" sz="2600" dirty="0">
                  <a:solidFill>
                    <a:srgbClr val="003399"/>
                  </a:solidFill>
                  <a:latin typeface="宋体" pitchFamily="2" charset="-122"/>
                  <a:ea typeface="宋体" pitchFamily="2" charset="-122"/>
                  <a:sym typeface="Symbol" pitchFamily="18" charset="2"/>
                </a:rPr>
                <a:t>--</a:t>
              </a:r>
              <a:r>
                <a:rPr lang="en-US" altLang="zh-CN" sz="2600" dirty="0">
                  <a:solidFill>
                    <a:srgbClr val="003399"/>
                  </a:solidFill>
                  <a:ea typeface="幼圆" pitchFamily="49" charset="-122"/>
                </a:rPr>
                <a:t>)</a:t>
              </a:r>
              <a:endParaRPr lang="en-US" altLang="zh-CN" sz="2600" dirty="0">
                <a:solidFill>
                  <a:srgbClr val="003399"/>
                </a:solidFill>
                <a:ea typeface="幼圆" pitchFamily="49" charset="-122"/>
              </a:endParaRPr>
            </a:p>
            <a:p>
              <a:pPr>
                <a:lnSpc>
                  <a:spcPct val="75000"/>
                </a:lnSpc>
                <a:spcBef>
                  <a:spcPct val="0"/>
                </a:spcBef>
              </a:pPr>
              <a:r>
                <a:rPr lang="en-US" altLang="zh-CN" sz="2600" dirty="0">
                  <a:solidFill>
                    <a:srgbClr val="003399"/>
                  </a:solidFill>
                  <a:ea typeface="幼圆" pitchFamily="49" charset="-122"/>
                </a:rPr>
                <a:t>      list[j+1]=list[j];</a:t>
              </a:r>
              <a:endParaRPr lang="en-US" altLang="zh-CN" sz="2600" dirty="0">
                <a:solidFill>
                  <a:srgbClr val="003399"/>
                </a:solidFill>
                <a:ea typeface="幼圆" pitchFamily="49" charset="-122"/>
              </a:endParaRPr>
            </a:p>
            <a:p>
              <a:pPr>
                <a:lnSpc>
                  <a:spcPct val="75000"/>
                </a:lnSpc>
                <a:spcBef>
                  <a:spcPct val="0"/>
                </a:spcBef>
              </a:pPr>
              <a:r>
                <a:rPr lang="en-US" altLang="zh-CN" sz="2600" dirty="0">
                  <a:solidFill>
                    <a:srgbClr val="003399"/>
                  </a:solidFill>
                  <a:ea typeface="幼圆" pitchFamily="49" charset="-122"/>
                </a:rPr>
                <a:t>list[</a:t>
              </a:r>
              <a:r>
                <a:rPr lang="en-US" altLang="zh-CN" sz="2600" dirty="0" err="1">
                  <a:solidFill>
                    <a:srgbClr val="003399"/>
                  </a:solidFill>
                  <a:ea typeface="幼圆" pitchFamily="49" charset="-122"/>
                </a:rPr>
                <a:t>i</a:t>
              </a:r>
              <a:r>
                <a:rPr lang="en-US" altLang="zh-CN" sz="2600" dirty="0">
                  <a:solidFill>
                    <a:srgbClr val="003399"/>
                  </a:solidFill>
                  <a:ea typeface="幼圆" pitchFamily="49" charset="-122"/>
                </a:rPr>
                <a:t>]</a:t>
              </a:r>
              <a:r>
                <a:rPr lang="en-US" altLang="zh-CN" sz="2600" dirty="0">
                  <a:solidFill>
                    <a:srgbClr val="003399"/>
                  </a:solidFill>
                  <a:ea typeface="幼圆" pitchFamily="49" charset="-122"/>
                  <a:sym typeface="Symbol" pitchFamily="18" charset="2"/>
                </a:rPr>
                <a:t>=</a:t>
              </a:r>
              <a:r>
                <a:rPr lang="en-US" altLang="zh-CN" sz="2600" dirty="0">
                  <a:solidFill>
                    <a:srgbClr val="003399"/>
                  </a:solidFill>
                  <a:ea typeface="幼圆" pitchFamily="49" charset="-122"/>
                </a:rPr>
                <a:t>item;</a:t>
              </a:r>
              <a:endParaRPr lang="en-US" altLang="zh-CN" sz="2600" dirty="0">
                <a:solidFill>
                  <a:srgbClr val="003399"/>
                </a:solidFill>
                <a:ea typeface="幼圆" pitchFamily="49" charset="-122"/>
              </a:endParaRPr>
            </a:p>
            <a:p>
              <a:pPr>
                <a:lnSpc>
                  <a:spcPct val="75000"/>
                </a:lnSpc>
                <a:spcBef>
                  <a:spcPct val="0"/>
                </a:spcBef>
              </a:pPr>
              <a:r>
                <a:rPr lang="en-US" altLang="zh-CN" sz="2600" dirty="0">
                  <a:solidFill>
                    <a:srgbClr val="003399"/>
                  </a:solidFill>
                  <a:ea typeface="幼圆" pitchFamily="49" charset="-122"/>
                </a:rPr>
                <a:t>n++;</a:t>
              </a:r>
              <a:endParaRPr lang="en-US" altLang="zh-CN" sz="2600" dirty="0">
                <a:solidFill>
                  <a:srgbClr val="003399"/>
                </a:solidFill>
                <a:ea typeface="幼圆" pitchFamily="49" charset="-122"/>
              </a:endParaRPr>
            </a:p>
          </p:txBody>
        </p:sp>
        <p:sp>
          <p:nvSpPr>
            <p:cNvPr id="71703" name="Rectangle 32"/>
            <p:cNvSpPr>
              <a:spLocks noChangeArrowheads="1"/>
            </p:cNvSpPr>
            <p:nvPr/>
          </p:nvSpPr>
          <p:spPr bwMode="auto">
            <a:xfrm>
              <a:off x="1011" y="3324"/>
              <a:ext cx="334" cy="529"/>
            </a:xfrm>
            <a:prstGeom prst="rect">
              <a:avLst/>
            </a:prstGeom>
            <a:noFill/>
            <a:ln w="12700" cap="sq">
              <a:noFill/>
              <a:miter lim="800000"/>
            </a:ln>
            <a:effectLst>
              <a:outerShdw dist="12700" dir="5400000" algn="ctr" rotWithShape="0">
                <a:srgbClr val="000000"/>
              </a:outerShdw>
            </a:effectLst>
          </p:spPr>
          <p:txBody>
            <a:bodyPr wrap="none">
              <a:spAutoFit/>
            </a:bodyPr>
            <a:lstStyle/>
            <a:p>
              <a:pPr>
                <a:lnSpc>
                  <a:spcPct val="90000"/>
                </a:lnSpc>
                <a:spcBef>
                  <a:spcPct val="0"/>
                </a:spcBef>
              </a:pPr>
              <a:r>
                <a:rPr lang="zh-CN" altLang="en-US" sz="2700">
                  <a:solidFill>
                    <a:srgbClr val="FF3300"/>
                  </a:solidFill>
                  <a:latin typeface="黑体" panose="02010609060101010101" pitchFamily="2" charset="-122"/>
                  <a:ea typeface="黑体" panose="02010609060101010101" pitchFamily="2" charset="-122"/>
                </a:rPr>
                <a:t>插</a:t>
              </a:r>
              <a:endParaRPr lang="zh-CN" altLang="en-US" sz="2700">
                <a:solidFill>
                  <a:srgbClr val="FF3300"/>
                </a:solidFill>
                <a:latin typeface="黑体" panose="02010609060101010101" pitchFamily="2" charset="-122"/>
                <a:ea typeface="黑体" panose="02010609060101010101" pitchFamily="2" charset="-122"/>
              </a:endParaRPr>
            </a:p>
            <a:p>
              <a:pPr>
                <a:lnSpc>
                  <a:spcPct val="90000"/>
                </a:lnSpc>
                <a:spcBef>
                  <a:spcPct val="0"/>
                </a:spcBef>
              </a:pPr>
              <a:r>
                <a:rPr lang="zh-CN" altLang="en-US" sz="2700">
                  <a:solidFill>
                    <a:srgbClr val="FF3300"/>
                  </a:solidFill>
                  <a:latin typeface="黑体" panose="02010609060101010101" pitchFamily="2" charset="-122"/>
                  <a:ea typeface="黑体" panose="02010609060101010101" pitchFamily="2" charset="-122"/>
                </a:rPr>
                <a:t>入</a:t>
              </a:r>
              <a:endParaRPr lang="zh-CN" altLang="en-US" sz="2700">
                <a:solidFill>
                  <a:srgbClr val="FF3300"/>
                </a:solidFill>
                <a:latin typeface="黑体" panose="02010609060101010101" pitchFamily="2" charset="-122"/>
                <a:ea typeface="黑体" panose="02010609060101010101" pitchFamily="2" charset="-122"/>
              </a:endParaRPr>
            </a:p>
          </p:txBody>
        </p:sp>
      </p:grpSp>
      <p:grpSp>
        <p:nvGrpSpPr>
          <p:cNvPr id="5" name="Group 33"/>
          <p:cNvGrpSpPr/>
          <p:nvPr/>
        </p:nvGrpSpPr>
        <p:grpSpPr bwMode="auto">
          <a:xfrm>
            <a:off x="1322512" y="2635374"/>
            <a:ext cx="3638550" cy="771525"/>
            <a:chOff x="288" y="1680"/>
            <a:chExt cx="2292" cy="486"/>
          </a:xfrm>
        </p:grpSpPr>
        <p:sp>
          <p:nvSpPr>
            <p:cNvPr id="71695" name="Cloud"/>
            <p:cNvSpPr>
              <a:spLocks noChangeAspect="1" noEditPoints="1" noChangeArrowheads="1"/>
            </p:cNvSpPr>
            <p:nvPr/>
          </p:nvSpPr>
          <p:spPr bwMode="auto">
            <a:xfrm>
              <a:off x="288" y="1680"/>
              <a:ext cx="2112" cy="486"/>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2976 w 21600"/>
                <a:gd name="T13" fmla="*/ 3244 h 21600"/>
                <a:gd name="T14" fmla="*/ 17090 w 21600"/>
                <a:gd name="T15" fmla="*/ 17333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CCFFFF"/>
            </a:solidFill>
            <a:ln w="28575">
              <a:solidFill>
                <a:srgbClr val="C0C0C0"/>
              </a:solidFill>
              <a:miter lim="800000"/>
            </a:ln>
            <a:effectLst>
              <a:outerShdw dist="107763" dir="2700000" algn="ctr" rotWithShape="0">
                <a:srgbClr val="C0C0C0"/>
              </a:outerShdw>
            </a:effectLst>
          </p:spPr>
          <p:txBody>
            <a:bodyPr/>
            <a:lstStyle/>
            <a:p>
              <a:endParaRPr lang="zh-CN" altLang="en-US"/>
            </a:p>
          </p:txBody>
        </p:sp>
        <p:sp>
          <p:nvSpPr>
            <p:cNvPr id="71696" name="Rectangle 35"/>
            <p:cNvSpPr>
              <a:spLocks noChangeArrowheads="1"/>
            </p:cNvSpPr>
            <p:nvPr/>
          </p:nvSpPr>
          <p:spPr bwMode="auto">
            <a:xfrm>
              <a:off x="420" y="1756"/>
              <a:ext cx="1968" cy="308"/>
            </a:xfrm>
            <a:prstGeom prst="rect">
              <a:avLst/>
            </a:prstGeom>
            <a:noFill/>
            <a:ln w="12700" cap="sq">
              <a:noFill/>
              <a:miter lim="800000"/>
            </a:ln>
            <a:effectLst>
              <a:outerShdw dist="17961" dir="2700000" algn="ctr" rotWithShape="0">
                <a:srgbClr val="000000"/>
              </a:outerShdw>
            </a:effectLst>
          </p:spPr>
          <p:txBody>
            <a:bodyPr>
              <a:spAutoFit/>
            </a:bodyPr>
            <a:lstStyle/>
            <a:p>
              <a:r>
                <a:rPr lang="zh-CN" altLang="en-US" sz="2600">
                  <a:solidFill>
                    <a:srgbClr val="FF3300"/>
                  </a:solidFill>
                  <a:latin typeface="黑体" panose="02010609060101010101" pitchFamily="2" charset="-122"/>
                  <a:ea typeface="黑体" panose="02010609060101010101" pitchFamily="2" charset="-122"/>
                </a:rPr>
                <a:t>如何找到插入位置</a:t>
              </a:r>
              <a:endParaRPr lang="zh-CN" altLang="en-US" sz="2600">
                <a:solidFill>
                  <a:srgbClr val="FF3300"/>
                </a:solidFill>
                <a:latin typeface="黑体" panose="02010609060101010101" pitchFamily="2" charset="-122"/>
                <a:ea typeface="黑体" panose="02010609060101010101" pitchFamily="2" charset="-122"/>
              </a:endParaRPr>
            </a:p>
          </p:txBody>
        </p:sp>
        <p:grpSp>
          <p:nvGrpSpPr>
            <p:cNvPr id="6" name="Group 36"/>
            <p:cNvGrpSpPr/>
            <p:nvPr/>
          </p:nvGrpSpPr>
          <p:grpSpPr bwMode="auto">
            <a:xfrm rot="352892">
              <a:off x="2148" y="1740"/>
              <a:ext cx="432" cy="330"/>
              <a:chOff x="4992" y="576"/>
              <a:chExt cx="557" cy="624"/>
            </a:xfrm>
          </p:grpSpPr>
          <p:sp>
            <p:nvSpPr>
              <p:cNvPr id="71698" name="Freeform 37"/>
              <p:cNvSpPr/>
              <p:nvPr/>
            </p:nvSpPr>
            <p:spPr bwMode="auto">
              <a:xfrm rot="770286">
                <a:off x="4992" y="576"/>
                <a:ext cx="557" cy="624"/>
              </a:xfrm>
              <a:custGeom>
                <a:avLst/>
                <a:gdLst>
                  <a:gd name="T0" fmla="*/ 792 w 439"/>
                  <a:gd name="T1" fmla="*/ 99 h 683"/>
                  <a:gd name="T2" fmla="*/ 1025 w 439"/>
                  <a:gd name="T3" fmla="*/ 73 h 683"/>
                  <a:gd name="T4" fmla="*/ 1439 w 439"/>
                  <a:gd name="T5" fmla="*/ 90 h 683"/>
                  <a:gd name="T6" fmla="*/ 1401 w 439"/>
                  <a:gd name="T7" fmla="*/ 130 h 683"/>
                  <a:gd name="T8" fmla="*/ 905 w 439"/>
                  <a:gd name="T9" fmla="*/ 162 h 683"/>
                  <a:gd name="T10" fmla="*/ 808 w 439"/>
                  <a:gd name="T11" fmla="*/ 252 h 683"/>
                  <a:gd name="T12" fmla="*/ 905 w 439"/>
                  <a:gd name="T13" fmla="*/ 279 h 683"/>
                  <a:gd name="T14" fmla="*/ 744 w 439"/>
                  <a:gd name="T15" fmla="*/ 311 h 683"/>
                  <a:gd name="T16" fmla="*/ 780 w 439"/>
                  <a:gd name="T17" fmla="*/ 343 h 683"/>
                  <a:gd name="T18" fmla="*/ 1127 w 439"/>
                  <a:gd name="T19" fmla="*/ 363 h 683"/>
                  <a:gd name="T20" fmla="*/ 1589 w 439"/>
                  <a:gd name="T21" fmla="*/ 349 h 683"/>
                  <a:gd name="T22" fmla="*/ 1736 w 439"/>
                  <a:gd name="T23" fmla="*/ 311 h 683"/>
                  <a:gd name="T24" fmla="*/ 1552 w 439"/>
                  <a:gd name="T25" fmla="*/ 275 h 683"/>
                  <a:gd name="T26" fmla="*/ 1753 w 439"/>
                  <a:gd name="T27" fmla="*/ 255 h 683"/>
                  <a:gd name="T28" fmla="*/ 1753 w 439"/>
                  <a:gd name="T29" fmla="*/ 206 h 683"/>
                  <a:gd name="T30" fmla="*/ 2266 w 439"/>
                  <a:gd name="T31" fmla="*/ 164 h 683"/>
                  <a:gd name="T32" fmla="*/ 2324 w 439"/>
                  <a:gd name="T33" fmla="*/ 100 h 683"/>
                  <a:gd name="T34" fmla="*/ 1989 w 439"/>
                  <a:gd name="T35" fmla="*/ 31 h 683"/>
                  <a:gd name="T36" fmla="*/ 1323 w 439"/>
                  <a:gd name="T37" fmla="*/ 0 h 683"/>
                  <a:gd name="T38" fmla="*/ 591 w 439"/>
                  <a:gd name="T39" fmla="*/ 20 h 683"/>
                  <a:gd name="T40" fmla="*/ 161 w 439"/>
                  <a:gd name="T41" fmla="*/ 61 h 683"/>
                  <a:gd name="T42" fmla="*/ 0 w 439"/>
                  <a:gd name="T43" fmla="*/ 125 h 683"/>
                  <a:gd name="T44" fmla="*/ 20 w 439"/>
                  <a:gd name="T45" fmla="*/ 162 h 683"/>
                  <a:gd name="T46" fmla="*/ 780 w 439"/>
                  <a:gd name="T47" fmla="*/ 157 h 683"/>
                  <a:gd name="T48" fmla="*/ 792 w 439"/>
                  <a:gd name="T49" fmla="*/ 99 h 68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439" h="683">
                    <a:moveTo>
                      <a:pt x="150" y="185"/>
                    </a:moveTo>
                    <a:lnTo>
                      <a:pt x="194" y="138"/>
                    </a:lnTo>
                    <a:lnTo>
                      <a:pt x="272" y="167"/>
                    </a:lnTo>
                    <a:lnTo>
                      <a:pt x="265" y="244"/>
                    </a:lnTo>
                    <a:lnTo>
                      <a:pt x="171" y="304"/>
                    </a:lnTo>
                    <a:lnTo>
                      <a:pt x="153" y="474"/>
                    </a:lnTo>
                    <a:lnTo>
                      <a:pt x="171" y="527"/>
                    </a:lnTo>
                    <a:lnTo>
                      <a:pt x="140" y="585"/>
                    </a:lnTo>
                    <a:lnTo>
                      <a:pt x="147" y="645"/>
                    </a:lnTo>
                    <a:lnTo>
                      <a:pt x="213" y="683"/>
                    </a:lnTo>
                    <a:lnTo>
                      <a:pt x="300" y="656"/>
                    </a:lnTo>
                    <a:lnTo>
                      <a:pt x="328" y="585"/>
                    </a:lnTo>
                    <a:lnTo>
                      <a:pt x="293" y="518"/>
                    </a:lnTo>
                    <a:lnTo>
                      <a:pt x="331" y="480"/>
                    </a:lnTo>
                    <a:lnTo>
                      <a:pt x="331" y="387"/>
                    </a:lnTo>
                    <a:lnTo>
                      <a:pt x="429" y="308"/>
                    </a:lnTo>
                    <a:lnTo>
                      <a:pt x="439" y="188"/>
                    </a:lnTo>
                    <a:lnTo>
                      <a:pt x="376" y="59"/>
                    </a:lnTo>
                    <a:lnTo>
                      <a:pt x="251" y="0"/>
                    </a:lnTo>
                    <a:lnTo>
                      <a:pt x="112" y="38"/>
                    </a:lnTo>
                    <a:lnTo>
                      <a:pt x="31" y="115"/>
                    </a:lnTo>
                    <a:lnTo>
                      <a:pt x="0" y="234"/>
                    </a:lnTo>
                    <a:lnTo>
                      <a:pt x="4" y="304"/>
                    </a:lnTo>
                    <a:lnTo>
                      <a:pt x="147" y="296"/>
                    </a:lnTo>
                    <a:lnTo>
                      <a:pt x="150" y="185"/>
                    </a:lnTo>
                    <a:close/>
                  </a:path>
                </a:pathLst>
              </a:custGeom>
              <a:solidFill>
                <a:srgbClr val="FFFF00"/>
              </a:solidFill>
              <a:ln w="9525">
                <a:solidFill>
                  <a:srgbClr val="00FFFF"/>
                </a:solidFill>
                <a:round/>
              </a:ln>
              <a:effectLst>
                <a:outerShdw dist="35921" dir="2700000" algn="ctr" rotWithShape="0">
                  <a:srgbClr val="C0C0C0"/>
                </a:outerShdw>
              </a:effectLst>
            </p:spPr>
            <p:txBody>
              <a:bodyPr/>
              <a:lstStyle/>
              <a:p>
                <a:endParaRPr lang="zh-CN" altLang="en-US"/>
              </a:p>
            </p:txBody>
          </p:sp>
          <p:sp>
            <p:nvSpPr>
              <p:cNvPr id="71699" name="Freeform 38"/>
              <p:cNvSpPr/>
              <p:nvPr/>
            </p:nvSpPr>
            <p:spPr bwMode="auto">
              <a:xfrm rot="770286">
                <a:off x="5028" y="567"/>
                <a:ext cx="496" cy="442"/>
              </a:xfrm>
              <a:custGeom>
                <a:avLst/>
                <a:gdLst>
                  <a:gd name="T0" fmla="*/ 0 w 390"/>
                  <a:gd name="T1" fmla="*/ 142 h 477"/>
                  <a:gd name="T2" fmla="*/ 305 w 390"/>
                  <a:gd name="T3" fmla="*/ 135 h 477"/>
                  <a:gd name="T4" fmla="*/ 478 w 390"/>
                  <a:gd name="T5" fmla="*/ 142 h 477"/>
                  <a:gd name="T6" fmla="*/ 469 w 390"/>
                  <a:gd name="T7" fmla="*/ 103 h 477"/>
                  <a:gd name="T8" fmla="*/ 596 w 390"/>
                  <a:gd name="T9" fmla="*/ 59 h 477"/>
                  <a:gd name="T10" fmla="*/ 1108 w 390"/>
                  <a:gd name="T11" fmla="*/ 44 h 477"/>
                  <a:gd name="T12" fmla="*/ 1349 w 390"/>
                  <a:gd name="T13" fmla="*/ 61 h 477"/>
                  <a:gd name="T14" fmla="*/ 1606 w 390"/>
                  <a:gd name="T15" fmla="*/ 90 h 477"/>
                  <a:gd name="T16" fmla="*/ 1530 w 390"/>
                  <a:gd name="T17" fmla="*/ 139 h 477"/>
                  <a:gd name="T18" fmla="*/ 1049 w 390"/>
                  <a:gd name="T19" fmla="*/ 162 h 477"/>
                  <a:gd name="T20" fmla="*/ 917 w 390"/>
                  <a:gd name="T21" fmla="*/ 196 h 477"/>
                  <a:gd name="T22" fmla="*/ 954 w 390"/>
                  <a:gd name="T23" fmla="*/ 232 h 477"/>
                  <a:gd name="T24" fmla="*/ 893 w 390"/>
                  <a:gd name="T25" fmla="*/ 280 h 477"/>
                  <a:gd name="T26" fmla="*/ 1382 w 390"/>
                  <a:gd name="T27" fmla="*/ 280 h 477"/>
                  <a:gd name="T28" fmla="*/ 1445 w 390"/>
                  <a:gd name="T29" fmla="*/ 244 h 477"/>
                  <a:gd name="T30" fmla="*/ 1405 w 390"/>
                  <a:gd name="T31" fmla="*/ 203 h 477"/>
                  <a:gd name="T32" fmla="*/ 1702 w 390"/>
                  <a:gd name="T33" fmla="*/ 180 h 477"/>
                  <a:gd name="T34" fmla="*/ 1924 w 390"/>
                  <a:gd name="T35" fmla="*/ 169 h 477"/>
                  <a:gd name="T36" fmla="*/ 2101 w 390"/>
                  <a:gd name="T37" fmla="*/ 115 h 477"/>
                  <a:gd name="T38" fmla="*/ 1945 w 390"/>
                  <a:gd name="T39" fmla="*/ 57 h 477"/>
                  <a:gd name="T40" fmla="*/ 1422 w 390"/>
                  <a:gd name="T41" fmla="*/ 0 h 477"/>
                  <a:gd name="T42" fmla="*/ 787 w 390"/>
                  <a:gd name="T43" fmla="*/ 6 h 477"/>
                  <a:gd name="T44" fmla="*/ 279 w 390"/>
                  <a:gd name="T45" fmla="*/ 39 h 477"/>
                  <a:gd name="T46" fmla="*/ 59 w 390"/>
                  <a:gd name="T47" fmla="*/ 82 h 477"/>
                  <a:gd name="T48" fmla="*/ 0 w 390"/>
                  <a:gd name="T49" fmla="*/ 142 h 47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390" h="477">
                    <a:moveTo>
                      <a:pt x="0" y="241"/>
                    </a:moveTo>
                    <a:lnTo>
                      <a:pt x="57" y="230"/>
                    </a:lnTo>
                    <a:lnTo>
                      <a:pt x="89" y="241"/>
                    </a:lnTo>
                    <a:lnTo>
                      <a:pt x="87" y="175"/>
                    </a:lnTo>
                    <a:lnTo>
                      <a:pt x="111" y="101"/>
                    </a:lnTo>
                    <a:lnTo>
                      <a:pt x="206" y="74"/>
                    </a:lnTo>
                    <a:lnTo>
                      <a:pt x="251" y="105"/>
                    </a:lnTo>
                    <a:lnTo>
                      <a:pt x="299" y="153"/>
                    </a:lnTo>
                    <a:lnTo>
                      <a:pt x="285" y="237"/>
                    </a:lnTo>
                    <a:lnTo>
                      <a:pt x="195" y="276"/>
                    </a:lnTo>
                    <a:lnTo>
                      <a:pt x="171" y="335"/>
                    </a:lnTo>
                    <a:lnTo>
                      <a:pt x="178" y="395"/>
                    </a:lnTo>
                    <a:lnTo>
                      <a:pt x="166" y="477"/>
                    </a:lnTo>
                    <a:lnTo>
                      <a:pt x="256" y="477"/>
                    </a:lnTo>
                    <a:lnTo>
                      <a:pt x="268" y="416"/>
                    </a:lnTo>
                    <a:lnTo>
                      <a:pt x="261" y="345"/>
                    </a:lnTo>
                    <a:lnTo>
                      <a:pt x="316" y="307"/>
                    </a:lnTo>
                    <a:lnTo>
                      <a:pt x="358" y="287"/>
                    </a:lnTo>
                    <a:lnTo>
                      <a:pt x="390" y="196"/>
                    </a:lnTo>
                    <a:lnTo>
                      <a:pt x="361" y="98"/>
                    </a:lnTo>
                    <a:lnTo>
                      <a:pt x="264" y="0"/>
                    </a:lnTo>
                    <a:lnTo>
                      <a:pt x="146" y="8"/>
                    </a:lnTo>
                    <a:lnTo>
                      <a:pt x="51" y="67"/>
                    </a:lnTo>
                    <a:lnTo>
                      <a:pt x="10" y="140"/>
                    </a:lnTo>
                    <a:lnTo>
                      <a:pt x="0" y="241"/>
                    </a:lnTo>
                    <a:close/>
                  </a:path>
                </a:pathLst>
              </a:custGeom>
              <a:solidFill>
                <a:srgbClr val="FF3300"/>
              </a:solidFill>
              <a:ln w="9525">
                <a:solidFill>
                  <a:srgbClr val="FFCC00"/>
                </a:solidFill>
                <a:round/>
              </a:ln>
              <a:effectLst>
                <a:outerShdw dist="35921" dir="2700000" algn="ctr" rotWithShape="0">
                  <a:srgbClr val="C0C0C0"/>
                </a:outerShdw>
              </a:effectLst>
            </p:spPr>
            <p:txBody>
              <a:bodyPr/>
              <a:lstStyle/>
              <a:p>
                <a:endParaRPr lang="zh-CN" altLang="en-US"/>
              </a:p>
            </p:txBody>
          </p:sp>
          <p:sp>
            <p:nvSpPr>
              <p:cNvPr id="71700" name="Freeform 39"/>
              <p:cNvSpPr/>
              <p:nvPr/>
            </p:nvSpPr>
            <p:spPr bwMode="auto">
              <a:xfrm rot="770286">
                <a:off x="5154" y="1063"/>
                <a:ext cx="160" cy="95"/>
              </a:xfrm>
              <a:custGeom>
                <a:avLst/>
                <a:gdLst>
                  <a:gd name="T0" fmla="*/ 237 w 126"/>
                  <a:gd name="T1" fmla="*/ 0 h 109"/>
                  <a:gd name="T2" fmla="*/ 47 w 126"/>
                  <a:gd name="T3" fmla="*/ 8 h 109"/>
                  <a:gd name="T4" fmla="*/ 0 w 126"/>
                  <a:gd name="T5" fmla="*/ 28 h 109"/>
                  <a:gd name="T6" fmla="*/ 151 w 126"/>
                  <a:gd name="T7" fmla="*/ 42 h 109"/>
                  <a:gd name="T8" fmla="*/ 518 w 126"/>
                  <a:gd name="T9" fmla="*/ 42 h 109"/>
                  <a:gd name="T10" fmla="*/ 673 w 126"/>
                  <a:gd name="T11" fmla="*/ 25 h 109"/>
                  <a:gd name="T12" fmla="*/ 546 w 126"/>
                  <a:gd name="T13" fmla="*/ 5 h 109"/>
                  <a:gd name="T14" fmla="*/ 237 w 126"/>
                  <a:gd name="T15" fmla="*/ 0 h 10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26" h="109">
                    <a:moveTo>
                      <a:pt x="45" y="0"/>
                    </a:moveTo>
                    <a:lnTo>
                      <a:pt x="9" y="20"/>
                    </a:lnTo>
                    <a:lnTo>
                      <a:pt x="0" y="73"/>
                    </a:lnTo>
                    <a:lnTo>
                      <a:pt x="28" y="109"/>
                    </a:lnTo>
                    <a:lnTo>
                      <a:pt x="98" y="109"/>
                    </a:lnTo>
                    <a:lnTo>
                      <a:pt x="126" y="66"/>
                    </a:lnTo>
                    <a:lnTo>
                      <a:pt x="102" y="14"/>
                    </a:lnTo>
                    <a:lnTo>
                      <a:pt x="45" y="0"/>
                    </a:lnTo>
                    <a:close/>
                  </a:path>
                </a:pathLst>
              </a:custGeom>
              <a:solidFill>
                <a:srgbClr val="FF3300"/>
              </a:solidFill>
              <a:ln w="9525">
                <a:solidFill>
                  <a:srgbClr val="00FFFF"/>
                </a:solidFill>
                <a:round/>
              </a:ln>
              <a:effectLst>
                <a:outerShdw dist="35921" dir="2700000" algn="ctr" rotWithShape="0">
                  <a:srgbClr val="C0C0C0"/>
                </a:outerShdw>
              </a:effectLst>
            </p:spPr>
            <p:txBody>
              <a:bodyPr/>
              <a:lstStyle/>
              <a:p>
                <a:endParaRPr lang="zh-CN" altLang="en-US"/>
              </a:p>
            </p:txBody>
          </p:sp>
        </p:grpSp>
      </p:grpSp>
      <p:grpSp>
        <p:nvGrpSpPr>
          <p:cNvPr id="7" name="Group 40"/>
          <p:cNvGrpSpPr/>
          <p:nvPr/>
        </p:nvGrpSpPr>
        <p:grpSpPr bwMode="auto">
          <a:xfrm>
            <a:off x="1705100" y="425573"/>
            <a:ext cx="7692652" cy="1981200"/>
            <a:chOff x="624" y="240"/>
            <a:chExt cx="4800" cy="1248"/>
          </a:xfrm>
        </p:grpSpPr>
        <p:sp>
          <p:nvSpPr>
            <p:cNvPr id="71693" name="Rectangle 41"/>
            <p:cNvSpPr>
              <a:spLocks noChangeArrowheads="1"/>
            </p:cNvSpPr>
            <p:nvPr/>
          </p:nvSpPr>
          <p:spPr bwMode="auto">
            <a:xfrm>
              <a:off x="624" y="240"/>
              <a:ext cx="4800" cy="1248"/>
            </a:xfrm>
            <a:prstGeom prst="rect">
              <a:avLst/>
            </a:prstGeom>
            <a:solidFill>
              <a:srgbClr val="D5EAFF"/>
            </a:solidFill>
            <a:ln w="12700" cap="sq">
              <a:noFill/>
              <a:miter lim="800000"/>
            </a:ln>
            <a:effectLst>
              <a:outerShdw dist="188799" dir="2536421" algn="ctr" rotWithShape="0">
                <a:srgbClr val="B9B9B9"/>
              </a:outerShdw>
            </a:effectLst>
          </p:spPr>
          <p:txBody>
            <a:bodyPr wrap="none" anchor="ctr"/>
            <a:lstStyle/>
            <a:p>
              <a:endParaRPr lang="zh-CN" altLang="en-US"/>
            </a:p>
          </p:txBody>
        </p:sp>
        <p:sp>
          <p:nvSpPr>
            <p:cNvPr id="71694" name="Text Box 42"/>
            <p:cNvSpPr txBox="1">
              <a:spLocks noChangeArrowheads="1"/>
            </p:cNvSpPr>
            <p:nvPr/>
          </p:nvSpPr>
          <p:spPr bwMode="auto">
            <a:xfrm>
              <a:off x="965" y="404"/>
              <a:ext cx="4459" cy="965"/>
            </a:xfrm>
            <a:prstGeom prst="rect">
              <a:avLst/>
            </a:prstGeom>
            <a:noFill/>
            <a:ln w="12700" cap="sq">
              <a:noFill/>
              <a:miter lim="800000"/>
            </a:ln>
          </p:spPr>
          <p:txBody>
            <a:bodyPr wrap="square">
              <a:spAutoFit/>
            </a:bodyPr>
            <a:lstStyle/>
            <a:p>
              <a:pPr fontAlgn="base">
                <a:lnSpc>
                  <a:spcPct val="90000"/>
                </a:lnSpc>
                <a:spcBef>
                  <a:spcPct val="0"/>
                </a:spcBef>
              </a:pPr>
              <a:r>
                <a:rPr lang="zh-CN" altLang="en-US" sz="2600" dirty="0">
                  <a:solidFill>
                    <a:srgbClr val="003399"/>
                  </a:solidFill>
                  <a:latin typeface="幼圆" pitchFamily="49" charset="-122"/>
                  <a:ea typeface="幼圆" pitchFamily="49" charset="-122"/>
                </a:rPr>
                <a:t>    已知长度为</a:t>
              </a:r>
              <a:r>
                <a:rPr lang="en-US" altLang="zh-CN" sz="2600" dirty="0">
                  <a:solidFill>
                    <a:srgbClr val="003399"/>
                  </a:solidFill>
                  <a:ea typeface="幼圆" pitchFamily="49" charset="-122"/>
                </a:rPr>
                <a:t>n </a:t>
              </a:r>
              <a:r>
                <a:rPr lang="zh-CN" altLang="en-US" sz="2600" dirty="0">
                  <a:solidFill>
                    <a:srgbClr val="003399"/>
                  </a:solidFill>
                  <a:latin typeface="幼圆" pitchFamily="49" charset="-122"/>
                  <a:ea typeface="幼圆" pitchFamily="49" charset="-122"/>
                </a:rPr>
                <a:t>的非空线性表</a:t>
              </a:r>
              <a:r>
                <a:rPr lang="en-US" altLang="zh-CN" sz="2600" dirty="0">
                  <a:solidFill>
                    <a:srgbClr val="003399"/>
                  </a:solidFill>
                  <a:ea typeface="幼圆" pitchFamily="49" charset="-122"/>
                </a:rPr>
                <a:t>list</a:t>
              </a:r>
              <a:r>
                <a:rPr lang="zh-CN" altLang="en-US" sz="2600" dirty="0">
                  <a:solidFill>
                    <a:srgbClr val="003399"/>
                  </a:solidFill>
                  <a:latin typeface="幼圆" pitchFamily="49" charset="-122"/>
                  <a:ea typeface="幼圆" pitchFamily="49" charset="-122"/>
                </a:rPr>
                <a:t>采用顺序存储结构,并且数据元素按值的大小非递减排列</a:t>
              </a:r>
              <a:r>
                <a:rPr lang="en-US" altLang="zh-CN" sz="2600" dirty="0">
                  <a:solidFill>
                    <a:srgbClr val="003399"/>
                  </a:solidFill>
                  <a:latin typeface="幼圆" pitchFamily="49" charset="-122"/>
                  <a:ea typeface="幼圆" pitchFamily="49" charset="-122"/>
                </a:rPr>
                <a:t>(</a:t>
              </a:r>
              <a:r>
                <a:rPr lang="zh-CN" altLang="en-US" sz="2600" dirty="0">
                  <a:solidFill>
                    <a:srgbClr val="003399"/>
                  </a:solidFill>
                  <a:latin typeface="幼圆" pitchFamily="49" charset="-122"/>
                  <a:ea typeface="幼圆" pitchFamily="49" charset="-122"/>
                </a:rPr>
                <a:t>有序</a:t>
              </a:r>
              <a:r>
                <a:rPr lang="en-US" altLang="zh-CN" sz="2600" dirty="0">
                  <a:solidFill>
                    <a:srgbClr val="003399"/>
                  </a:solidFill>
                  <a:latin typeface="幼圆" pitchFamily="49" charset="-122"/>
                  <a:ea typeface="幼圆" pitchFamily="49" charset="-122"/>
                </a:rPr>
                <a:t>)</a:t>
              </a:r>
              <a:r>
                <a:rPr lang="zh-CN" altLang="en-US" sz="2600" dirty="0">
                  <a:solidFill>
                    <a:srgbClr val="003399"/>
                  </a:solidFill>
                  <a:latin typeface="幼圆" pitchFamily="49" charset="-122"/>
                  <a:ea typeface="幼圆" pitchFamily="49" charset="-122"/>
                </a:rPr>
                <a:t>，写一算法,在该线性表中插入一个数据元素</a:t>
              </a:r>
              <a:r>
                <a:rPr lang="en-US" altLang="zh-CN" sz="2600" dirty="0">
                  <a:solidFill>
                    <a:srgbClr val="003399"/>
                  </a:solidFill>
                  <a:ea typeface="幼圆" pitchFamily="49" charset="-122"/>
                </a:rPr>
                <a:t>item</a:t>
              </a:r>
              <a:r>
                <a:rPr lang="en-US" altLang="zh-CN" sz="2600" dirty="0">
                  <a:solidFill>
                    <a:srgbClr val="003399"/>
                  </a:solidFill>
                  <a:latin typeface="幼圆" pitchFamily="49" charset="-122"/>
                  <a:ea typeface="幼圆" pitchFamily="49" charset="-122"/>
                </a:rPr>
                <a:t>,</a:t>
              </a:r>
              <a:r>
                <a:rPr lang="zh-CN" altLang="en-US" sz="2600" dirty="0">
                  <a:solidFill>
                    <a:srgbClr val="003399"/>
                  </a:solidFill>
                  <a:latin typeface="幼圆" pitchFamily="49" charset="-122"/>
                  <a:ea typeface="幼圆" pitchFamily="49" charset="-122"/>
                </a:rPr>
                <a:t>使得线性表仍然保持按值非递减排列。</a:t>
              </a:r>
              <a:endParaRPr lang="zh-CN" altLang="en-US" sz="2600" dirty="0">
                <a:solidFill>
                  <a:srgbClr val="003399"/>
                </a:solidFill>
                <a:latin typeface="幼圆" pitchFamily="49" charset="-122"/>
                <a:ea typeface="幼圆" pitchFamily="49" charset="-122"/>
              </a:endParaRPr>
            </a:p>
          </p:txBody>
        </p:sp>
      </p:grpSp>
      <p:grpSp>
        <p:nvGrpSpPr>
          <p:cNvPr id="8" name="Group 49"/>
          <p:cNvGrpSpPr/>
          <p:nvPr/>
        </p:nvGrpSpPr>
        <p:grpSpPr bwMode="auto">
          <a:xfrm>
            <a:off x="1290762" y="89024"/>
            <a:ext cx="1843088" cy="1033463"/>
            <a:chOff x="404" y="73"/>
            <a:chExt cx="1161" cy="651"/>
          </a:xfrm>
        </p:grpSpPr>
        <p:sp>
          <p:nvSpPr>
            <p:cNvPr id="71691" name="AutoShape 50"/>
            <p:cNvSpPr>
              <a:spLocks noChangeArrowheads="1"/>
            </p:cNvSpPr>
            <p:nvPr/>
          </p:nvSpPr>
          <p:spPr bwMode="auto">
            <a:xfrm>
              <a:off x="404" y="132"/>
              <a:ext cx="922" cy="592"/>
            </a:xfrm>
            <a:prstGeom prst="irregularSeal2">
              <a:avLst/>
            </a:prstGeom>
            <a:solidFill>
              <a:srgbClr val="CCFFFF"/>
            </a:solidFill>
            <a:ln w="69850" cap="sq">
              <a:solidFill>
                <a:srgbClr val="FFCC00"/>
              </a:solidFill>
              <a:miter lim="800000"/>
            </a:ln>
            <a:effectLst>
              <a:outerShdw dist="137372" dir="2021404" algn="ctr" rotWithShape="0">
                <a:srgbClr val="B9B9B9"/>
              </a:outerShdw>
            </a:effectLst>
          </p:spPr>
          <p:txBody>
            <a:bodyPr wrap="none" anchor="ctr"/>
            <a:lstStyle/>
            <a:p>
              <a:endParaRPr lang="zh-CN" altLang="en-US"/>
            </a:p>
          </p:txBody>
        </p:sp>
        <p:sp>
          <p:nvSpPr>
            <p:cNvPr id="71692" name="Rectangle 51"/>
            <p:cNvSpPr>
              <a:spLocks noChangeArrowheads="1"/>
            </p:cNvSpPr>
            <p:nvPr/>
          </p:nvSpPr>
          <p:spPr bwMode="auto">
            <a:xfrm rot="-63299">
              <a:off x="509" y="73"/>
              <a:ext cx="1056" cy="634"/>
            </a:xfrm>
            <a:prstGeom prst="rect">
              <a:avLst/>
            </a:prstGeom>
            <a:noFill/>
            <a:ln w="9525">
              <a:noFill/>
              <a:miter lim="800000"/>
            </a:ln>
            <a:effectLst>
              <a:outerShdw dist="35921" dir="2700000" algn="ctr" rotWithShape="0">
                <a:schemeClr val="bg1"/>
              </a:outerShdw>
            </a:effectLst>
          </p:spPr>
          <p:txBody>
            <a:bodyPr>
              <a:spAutoFit/>
            </a:bodyPr>
            <a:lstStyle/>
            <a:p>
              <a:r>
                <a:rPr kumimoji="1" lang="zh-CN" altLang="en-US" sz="6000">
                  <a:solidFill>
                    <a:srgbClr val="FF3300"/>
                  </a:solidFill>
                  <a:latin typeface="方正舒体" pitchFamily="2" charset="-122"/>
                  <a:ea typeface="华文新魏" pitchFamily="2" charset="-122"/>
                </a:rPr>
                <a:t>例</a:t>
              </a:r>
              <a:endParaRPr kumimoji="1" lang="zh-CN" altLang="en-US" sz="6000">
                <a:solidFill>
                  <a:srgbClr val="FF3300"/>
                </a:solidFill>
                <a:latin typeface="黑体" panose="02010609060101010101" pitchFamily="2" charset="-122"/>
                <a:ea typeface="华文新魏"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63204"/>
                                        </p:tgtEl>
                                        <p:attrNameLst>
                                          <p:attrName>style.visibility</p:attrName>
                                        </p:attrNameLst>
                                      </p:cBhvr>
                                      <p:to>
                                        <p:strVal val="visible"/>
                                      </p:to>
                                    </p:set>
                                    <p:animEffect transition="in" filter="blinds(horizontal)">
                                      <p:cBhvr>
                                        <p:cTn id="7" dur="500"/>
                                        <p:tgtEl>
                                          <p:spTgt spid="56320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1" fill="hold" nodeType="clickEffect">
                                  <p:stCondLst>
                                    <p:cond delay="0"/>
                                  </p:stCondLst>
                                  <p:childTnLst>
                                    <p:set>
                                      <p:cBhvr>
                                        <p:cTn id="16" dur="1" fill="hold">
                                          <p:stCondLst>
                                            <p:cond delay="0"/>
                                          </p:stCondLst>
                                        </p:cTn>
                                        <p:tgtEl>
                                          <p:spTgt spid="563205"/>
                                        </p:tgtEl>
                                        <p:attrNameLst>
                                          <p:attrName>style.visibility</p:attrName>
                                        </p:attrNameLst>
                                      </p:cBhvr>
                                      <p:to>
                                        <p:strVal val="visible"/>
                                      </p:to>
                                    </p:set>
                                    <p:animEffect transition="in" filter="slide(fromTop)">
                                      <p:cBhvr>
                                        <p:cTn id="17" dur="500"/>
                                        <p:tgtEl>
                                          <p:spTgt spid="56320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down)">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3" presetClass="entr" presetSubtype="528"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 calcmode="lin" valueType="num">
                                      <p:cBhvr>
                                        <p:cTn id="27" dur="500" fill="hold"/>
                                        <p:tgtEl>
                                          <p:spTgt spid="5"/>
                                        </p:tgtEl>
                                        <p:attrNameLst>
                                          <p:attrName>ppt_w</p:attrName>
                                        </p:attrNameLst>
                                      </p:cBhvr>
                                      <p:tavLst>
                                        <p:tav tm="0">
                                          <p:val>
                                            <p:fltVal val="0"/>
                                          </p:val>
                                        </p:tav>
                                        <p:tav tm="100000">
                                          <p:val>
                                            <p:strVal val="#ppt_w"/>
                                          </p:val>
                                        </p:tav>
                                      </p:tavLst>
                                    </p:anim>
                                    <p:anim calcmode="lin" valueType="num">
                                      <p:cBhvr>
                                        <p:cTn id="28" dur="500" fill="hold"/>
                                        <p:tgtEl>
                                          <p:spTgt spid="5"/>
                                        </p:tgtEl>
                                        <p:attrNameLst>
                                          <p:attrName>ppt_h</p:attrName>
                                        </p:attrNameLst>
                                      </p:cBhvr>
                                      <p:tavLst>
                                        <p:tav tm="0">
                                          <p:val>
                                            <p:fltVal val="0"/>
                                          </p:val>
                                        </p:tav>
                                        <p:tav tm="100000">
                                          <p:val>
                                            <p:strVal val="#ppt_h"/>
                                          </p:val>
                                        </p:tav>
                                      </p:tavLst>
                                    </p:anim>
                                    <p:anim calcmode="lin" valueType="num">
                                      <p:cBhvr>
                                        <p:cTn id="29" dur="500" fill="hold"/>
                                        <p:tgtEl>
                                          <p:spTgt spid="5"/>
                                        </p:tgtEl>
                                        <p:attrNameLst>
                                          <p:attrName>ppt_x</p:attrName>
                                        </p:attrNameLst>
                                      </p:cBhvr>
                                      <p:tavLst>
                                        <p:tav tm="0">
                                          <p:val>
                                            <p:fltVal val="0.5"/>
                                          </p:val>
                                        </p:tav>
                                        <p:tav tm="100000">
                                          <p:val>
                                            <p:strVal val="#ppt_x"/>
                                          </p:val>
                                        </p:tav>
                                      </p:tavLst>
                                    </p:anim>
                                    <p:anim calcmode="lin" valueType="num">
                                      <p:cBhvr>
                                        <p:cTn id="30" dur="500" fill="hold"/>
                                        <p:tgtEl>
                                          <p:spTgt spid="5"/>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0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4227" name="Text Box 3"/>
          <p:cNvSpPr txBox="1">
            <a:spLocks noChangeArrowheads="1"/>
          </p:cNvSpPr>
          <p:nvPr/>
        </p:nvSpPr>
        <p:spPr bwMode="auto">
          <a:xfrm>
            <a:off x="2175817" y="1282898"/>
            <a:ext cx="3040062" cy="488950"/>
          </a:xfrm>
          <a:prstGeom prst="rect">
            <a:avLst/>
          </a:prstGeom>
          <a:noFill/>
          <a:ln w="12700" cap="sq">
            <a:noFill/>
            <a:miter lim="800000"/>
          </a:ln>
        </p:spPr>
        <p:txBody>
          <a:bodyPr>
            <a:spAutoFit/>
          </a:bodyPr>
          <a:lstStyle/>
          <a:p>
            <a:pPr fontAlgn="base">
              <a:spcBef>
                <a:spcPct val="0"/>
              </a:spcBef>
            </a:pPr>
            <a:r>
              <a:rPr lang="en-US" altLang="zh-CN" sz="2600">
                <a:solidFill>
                  <a:srgbClr val="003399"/>
                </a:solidFill>
                <a:ea typeface="幼圆" pitchFamily="49" charset="-122"/>
              </a:rPr>
              <a:t>1.  </a:t>
            </a:r>
            <a:r>
              <a:rPr lang="zh-CN" altLang="en-US" sz="2600">
                <a:solidFill>
                  <a:srgbClr val="003399"/>
                </a:solidFill>
                <a:latin typeface="幼圆" pitchFamily="49" charset="-122"/>
                <a:ea typeface="幼圆" pitchFamily="49" charset="-122"/>
              </a:rPr>
              <a:t>寻找插入位置：</a:t>
            </a:r>
            <a:endParaRPr lang="zh-CN" altLang="en-US" sz="2600">
              <a:solidFill>
                <a:srgbClr val="003399"/>
              </a:solidFill>
              <a:latin typeface="幼圆" pitchFamily="49" charset="-122"/>
              <a:ea typeface="幼圆" pitchFamily="49" charset="-122"/>
            </a:endParaRPr>
          </a:p>
        </p:txBody>
      </p:sp>
      <p:sp>
        <p:nvSpPr>
          <p:cNvPr id="564228" name="Text Box 4"/>
          <p:cNvSpPr txBox="1">
            <a:spLocks noChangeArrowheads="1"/>
          </p:cNvSpPr>
          <p:nvPr/>
        </p:nvSpPr>
        <p:spPr bwMode="auto">
          <a:xfrm>
            <a:off x="2585393" y="1738512"/>
            <a:ext cx="7596187" cy="1127125"/>
          </a:xfrm>
          <a:prstGeom prst="rect">
            <a:avLst/>
          </a:prstGeom>
          <a:noFill/>
          <a:ln w="12700" cap="sq">
            <a:noFill/>
            <a:miter lim="800000"/>
          </a:ln>
        </p:spPr>
        <p:txBody>
          <a:bodyPr>
            <a:spAutoFit/>
          </a:bodyPr>
          <a:lstStyle/>
          <a:p>
            <a:pPr fontAlgn="base">
              <a:lnSpc>
                <a:spcPct val="75000"/>
              </a:lnSpc>
              <a:spcBef>
                <a:spcPct val="0"/>
              </a:spcBef>
            </a:pPr>
            <a:r>
              <a:rPr lang="zh-CN" altLang="en-US" sz="2600">
                <a:solidFill>
                  <a:schemeClr val="accent2"/>
                </a:solidFill>
                <a:latin typeface="幼圆" pitchFamily="49" charset="-122"/>
                <a:ea typeface="幼圆" pitchFamily="49" charset="-122"/>
              </a:rPr>
              <a:t>从表的第一个元素开始进行比较，若有关系</a:t>
            </a:r>
            <a:endParaRPr lang="en-US" altLang="zh-CN" sz="2600">
              <a:solidFill>
                <a:schemeClr val="accent2"/>
              </a:solidFill>
              <a:latin typeface="幼圆" pitchFamily="49" charset="-122"/>
              <a:ea typeface="幼圆" pitchFamily="49" charset="-122"/>
            </a:endParaRPr>
          </a:p>
          <a:p>
            <a:pPr fontAlgn="base">
              <a:lnSpc>
                <a:spcPct val="75000"/>
              </a:lnSpc>
              <a:spcBef>
                <a:spcPct val="10000"/>
              </a:spcBef>
              <a:spcAft>
                <a:spcPct val="10000"/>
              </a:spcAft>
            </a:pPr>
            <a:r>
              <a:rPr lang="zh-CN" altLang="en-US" sz="2600">
                <a:solidFill>
                  <a:schemeClr val="accent2"/>
                </a:solidFill>
                <a:ea typeface="幼圆" pitchFamily="49" charset="-122"/>
              </a:rPr>
              <a:t>              </a:t>
            </a:r>
            <a:r>
              <a:rPr lang="en-US" altLang="zh-CN" sz="2600">
                <a:solidFill>
                  <a:schemeClr val="accent2"/>
                </a:solidFill>
                <a:ea typeface="幼圆" pitchFamily="49" charset="-122"/>
              </a:rPr>
              <a:t>              item&lt;a</a:t>
            </a:r>
            <a:r>
              <a:rPr lang="en-US" altLang="zh-CN" sz="2600" baseline="-25000">
                <a:solidFill>
                  <a:schemeClr val="accent2"/>
                </a:solidFill>
                <a:ea typeface="幼圆" pitchFamily="49" charset="-122"/>
              </a:rPr>
              <a:t>i</a:t>
            </a:r>
            <a:endParaRPr lang="en-US" altLang="zh-CN" sz="2600" baseline="-25000">
              <a:solidFill>
                <a:schemeClr val="accent2"/>
              </a:solidFill>
              <a:ea typeface="幼圆" pitchFamily="49" charset="-122"/>
            </a:endParaRPr>
          </a:p>
          <a:p>
            <a:pPr fontAlgn="base">
              <a:lnSpc>
                <a:spcPct val="75000"/>
              </a:lnSpc>
              <a:spcBef>
                <a:spcPct val="15000"/>
              </a:spcBef>
            </a:pPr>
            <a:r>
              <a:rPr lang="zh-CN" altLang="en-US" sz="2600">
                <a:solidFill>
                  <a:schemeClr val="accent2"/>
                </a:solidFill>
                <a:latin typeface="幼圆" pitchFamily="49" charset="-122"/>
                <a:ea typeface="幼圆" pitchFamily="49" charset="-122"/>
              </a:rPr>
              <a:t>则找到插入位置为表的第</a:t>
            </a:r>
            <a:r>
              <a:rPr lang="en-US" altLang="zh-CN" sz="2600">
                <a:solidFill>
                  <a:schemeClr val="accent2"/>
                </a:solidFill>
                <a:ea typeface="幼圆" pitchFamily="49" charset="-122"/>
              </a:rPr>
              <a:t>i</a:t>
            </a:r>
            <a:r>
              <a:rPr lang="zh-CN" altLang="en-US" sz="2600">
                <a:solidFill>
                  <a:schemeClr val="accent2"/>
                </a:solidFill>
                <a:latin typeface="幼圆" pitchFamily="49" charset="-122"/>
                <a:ea typeface="幼圆" pitchFamily="49" charset="-122"/>
              </a:rPr>
              <a:t>个位置。</a:t>
            </a:r>
            <a:endParaRPr lang="en-US" altLang="zh-CN" sz="2600">
              <a:solidFill>
                <a:schemeClr val="accent2"/>
              </a:solidFill>
              <a:latin typeface="幼圆" pitchFamily="49" charset="-122"/>
              <a:ea typeface="幼圆" pitchFamily="49" charset="-122"/>
            </a:endParaRPr>
          </a:p>
        </p:txBody>
      </p:sp>
      <p:sp>
        <p:nvSpPr>
          <p:cNvPr id="564229" name="Text Box 5"/>
          <p:cNvSpPr txBox="1">
            <a:spLocks noChangeArrowheads="1"/>
          </p:cNvSpPr>
          <p:nvPr/>
        </p:nvSpPr>
        <p:spPr bwMode="auto">
          <a:xfrm>
            <a:off x="2207568" y="2852936"/>
            <a:ext cx="7312025" cy="488950"/>
          </a:xfrm>
          <a:prstGeom prst="rect">
            <a:avLst/>
          </a:prstGeom>
          <a:noFill/>
          <a:ln w="12700" cap="sq">
            <a:noFill/>
            <a:miter lim="800000"/>
          </a:ln>
        </p:spPr>
        <p:txBody>
          <a:bodyPr wrap="none">
            <a:spAutoFit/>
          </a:bodyPr>
          <a:lstStyle/>
          <a:p>
            <a:pPr fontAlgn="base">
              <a:spcBef>
                <a:spcPct val="0"/>
              </a:spcBef>
            </a:pPr>
            <a:r>
              <a:rPr lang="en-US" altLang="zh-CN" sz="2600">
                <a:solidFill>
                  <a:srgbClr val="000099"/>
                </a:solidFill>
                <a:ea typeface="幼圆" pitchFamily="49" charset="-122"/>
              </a:rPr>
              <a:t>2.  </a:t>
            </a:r>
            <a:r>
              <a:rPr lang="zh-CN" altLang="en-US" sz="2600">
                <a:solidFill>
                  <a:srgbClr val="000099"/>
                </a:solidFill>
                <a:latin typeface="幼圆" pitchFamily="49" charset="-122"/>
                <a:ea typeface="幼圆" pitchFamily="49" charset="-122"/>
              </a:rPr>
              <a:t>将第</a:t>
            </a:r>
            <a:r>
              <a:rPr lang="en-US" altLang="zh-CN" sz="2600">
                <a:solidFill>
                  <a:srgbClr val="000099"/>
                </a:solidFill>
                <a:ea typeface="幼圆" pitchFamily="49" charset="-122"/>
              </a:rPr>
              <a:t>i</a:t>
            </a:r>
            <a:r>
              <a:rPr lang="zh-CN" altLang="en-US" sz="2600">
                <a:solidFill>
                  <a:srgbClr val="000099"/>
                </a:solidFill>
                <a:latin typeface="幼圆" pitchFamily="49" charset="-122"/>
                <a:ea typeface="幼圆" pitchFamily="49" charset="-122"/>
              </a:rPr>
              <a:t>个元素至第</a:t>
            </a:r>
            <a:r>
              <a:rPr lang="en-US" altLang="zh-CN" sz="2600">
                <a:solidFill>
                  <a:srgbClr val="000099"/>
                </a:solidFill>
                <a:ea typeface="幼圆" pitchFamily="49" charset="-122"/>
              </a:rPr>
              <a:t>n</a:t>
            </a:r>
            <a:r>
              <a:rPr lang="zh-CN" altLang="en-US" sz="2600">
                <a:solidFill>
                  <a:srgbClr val="000099"/>
                </a:solidFill>
                <a:latin typeface="幼圆" pitchFamily="49" charset="-122"/>
                <a:ea typeface="幼圆" pitchFamily="49" charset="-122"/>
              </a:rPr>
              <a:t>个元素依次后移一个位置； </a:t>
            </a:r>
            <a:endParaRPr lang="zh-CN" altLang="en-US" sz="2600">
              <a:solidFill>
                <a:srgbClr val="000099"/>
              </a:solidFill>
              <a:latin typeface="幼圆" pitchFamily="49" charset="-122"/>
              <a:ea typeface="幼圆" pitchFamily="49" charset="-122"/>
            </a:endParaRPr>
          </a:p>
        </p:txBody>
      </p:sp>
      <p:sp>
        <p:nvSpPr>
          <p:cNvPr id="564230" name="Text Box 6"/>
          <p:cNvSpPr txBox="1">
            <a:spLocks noChangeArrowheads="1"/>
          </p:cNvSpPr>
          <p:nvPr/>
        </p:nvSpPr>
        <p:spPr bwMode="auto">
          <a:xfrm>
            <a:off x="2225030" y="3233936"/>
            <a:ext cx="4778375" cy="488950"/>
          </a:xfrm>
          <a:prstGeom prst="rect">
            <a:avLst/>
          </a:prstGeom>
          <a:noFill/>
          <a:ln w="12700" cap="sq">
            <a:noFill/>
            <a:miter lim="800000"/>
          </a:ln>
        </p:spPr>
        <p:txBody>
          <a:bodyPr wrap="none">
            <a:spAutoFit/>
          </a:bodyPr>
          <a:lstStyle/>
          <a:p>
            <a:pPr fontAlgn="base">
              <a:spcBef>
                <a:spcPct val="0"/>
              </a:spcBef>
            </a:pPr>
            <a:r>
              <a:rPr lang="en-US" altLang="zh-CN" sz="2600">
                <a:solidFill>
                  <a:srgbClr val="000099"/>
                </a:solidFill>
                <a:ea typeface="幼圆" pitchFamily="49" charset="-122"/>
              </a:rPr>
              <a:t>3.</a:t>
            </a:r>
            <a:r>
              <a:rPr lang="en-US" altLang="zh-CN" sz="2600">
                <a:solidFill>
                  <a:srgbClr val="000099"/>
                </a:solidFill>
                <a:latin typeface="幼圆" pitchFamily="49" charset="-122"/>
                <a:ea typeface="幼圆" pitchFamily="49" charset="-122"/>
              </a:rPr>
              <a:t> </a:t>
            </a:r>
            <a:r>
              <a:rPr lang="zh-CN" altLang="en-US" sz="2600">
                <a:solidFill>
                  <a:srgbClr val="000099"/>
                </a:solidFill>
                <a:latin typeface="幼圆" pitchFamily="49" charset="-122"/>
                <a:ea typeface="幼圆" pitchFamily="49" charset="-122"/>
              </a:rPr>
              <a:t>将</a:t>
            </a:r>
            <a:r>
              <a:rPr lang="en-US" altLang="zh-CN" sz="2600">
                <a:solidFill>
                  <a:srgbClr val="000099"/>
                </a:solidFill>
                <a:ea typeface="幼圆" pitchFamily="49" charset="-122"/>
              </a:rPr>
              <a:t>item</a:t>
            </a:r>
            <a:r>
              <a:rPr lang="zh-CN" altLang="en-US" sz="2600">
                <a:solidFill>
                  <a:srgbClr val="000099"/>
                </a:solidFill>
                <a:latin typeface="幼圆" pitchFamily="49" charset="-122"/>
                <a:ea typeface="幼圆" pitchFamily="49" charset="-122"/>
              </a:rPr>
              <a:t>插入表的第</a:t>
            </a:r>
            <a:r>
              <a:rPr lang="en-US" altLang="zh-CN" sz="2600">
                <a:solidFill>
                  <a:srgbClr val="000099"/>
                </a:solidFill>
                <a:ea typeface="幼圆" pitchFamily="49" charset="-122"/>
              </a:rPr>
              <a:t>i</a:t>
            </a:r>
            <a:r>
              <a:rPr lang="zh-CN" altLang="en-US" sz="2600">
                <a:solidFill>
                  <a:srgbClr val="000099"/>
                </a:solidFill>
                <a:latin typeface="幼圆" pitchFamily="49" charset="-122"/>
                <a:ea typeface="幼圆" pitchFamily="49" charset="-122"/>
              </a:rPr>
              <a:t>个位置； </a:t>
            </a:r>
            <a:endParaRPr lang="zh-CN" altLang="en-US" sz="2600">
              <a:solidFill>
                <a:srgbClr val="000099"/>
              </a:solidFill>
              <a:latin typeface="幼圆" pitchFamily="49" charset="-122"/>
              <a:ea typeface="幼圆" pitchFamily="49" charset="-122"/>
            </a:endParaRPr>
          </a:p>
        </p:txBody>
      </p:sp>
      <p:sp>
        <p:nvSpPr>
          <p:cNvPr id="564231" name="Text Box 7"/>
          <p:cNvSpPr txBox="1">
            <a:spLocks noChangeArrowheads="1"/>
          </p:cNvSpPr>
          <p:nvPr/>
        </p:nvSpPr>
        <p:spPr bwMode="auto">
          <a:xfrm>
            <a:off x="2225029" y="3610173"/>
            <a:ext cx="2908300" cy="488950"/>
          </a:xfrm>
          <a:prstGeom prst="rect">
            <a:avLst/>
          </a:prstGeom>
          <a:noFill/>
          <a:ln w="12700" cap="sq">
            <a:noFill/>
            <a:miter lim="800000"/>
          </a:ln>
        </p:spPr>
        <p:txBody>
          <a:bodyPr wrap="none">
            <a:spAutoFit/>
          </a:bodyPr>
          <a:lstStyle/>
          <a:p>
            <a:pPr fontAlgn="base">
              <a:spcBef>
                <a:spcPct val="0"/>
              </a:spcBef>
            </a:pPr>
            <a:r>
              <a:rPr lang="en-US" altLang="zh-CN" sz="2600">
                <a:solidFill>
                  <a:srgbClr val="000099"/>
                </a:solidFill>
                <a:ea typeface="幼圆" pitchFamily="49" charset="-122"/>
              </a:rPr>
              <a:t>4.</a:t>
            </a:r>
            <a:r>
              <a:rPr lang="en-US" altLang="zh-CN" sz="2600">
                <a:solidFill>
                  <a:srgbClr val="000099"/>
                </a:solidFill>
                <a:latin typeface="幼圆" pitchFamily="49" charset="-122"/>
                <a:ea typeface="幼圆" pitchFamily="49" charset="-122"/>
              </a:rPr>
              <a:t> </a:t>
            </a:r>
            <a:r>
              <a:rPr lang="zh-CN" altLang="en-US" sz="2600">
                <a:solidFill>
                  <a:srgbClr val="000099"/>
                </a:solidFill>
                <a:latin typeface="幼圆" pitchFamily="49" charset="-122"/>
                <a:ea typeface="幼圆" pitchFamily="49" charset="-122"/>
              </a:rPr>
              <a:t>表的长度增</a:t>
            </a:r>
            <a:r>
              <a:rPr lang="zh-CN" altLang="en-US" sz="2600">
                <a:solidFill>
                  <a:srgbClr val="000099"/>
                </a:solidFill>
                <a:ea typeface="幼圆" pitchFamily="49" charset="-122"/>
              </a:rPr>
              <a:t>1</a:t>
            </a:r>
            <a:r>
              <a:rPr lang="zh-CN" altLang="en-US" sz="2600">
                <a:solidFill>
                  <a:srgbClr val="000099"/>
                </a:solidFill>
                <a:latin typeface="幼圆" pitchFamily="49" charset="-122"/>
                <a:ea typeface="幼圆" pitchFamily="49" charset="-122"/>
              </a:rPr>
              <a:t>。 </a:t>
            </a:r>
            <a:endParaRPr lang="zh-CN" altLang="en-US" sz="2600">
              <a:solidFill>
                <a:srgbClr val="000099"/>
              </a:solidFill>
              <a:latin typeface="幼圆" pitchFamily="49" charset="-122"/>
              <a:ea typeface="幼圆" pitchFamily="49" charset="-122"/>
            </a:endParaRPr>
          </a:p>
        </p:txBody>
      </p:sp>
      <p:grpSp>
        <p:nvGrpSpPr>
          <p:cNvPr id="2" name="Group 18"/>
          <p:cNvGrpSpPr/>
          <p:nvPr/>
        </p:nvGrpSpPr>
        <p:grpSpPr bwMode="auto">
          <a:xfrm>
            <a:off x="1361429" y="93861"/>
            <a:ext cx="3048000" cy="685800"/>
            <a:chOff x="1968" y="528"/>
            <a:chExt cx="1920" cy="432"/>
          </a:xfrm>
        </p:grpSpPr>
        <p:sp>
          <p:nvSpPr>
            <p:cNvPr id="72725" name="Oval 19"/>
            <p:cNvSpPr>
              <a:spLocks noChangeArrowheads="1"/>
            </p:cNvSpPr>
            <p:nvPr/>
          </p:nvSpPr>
          <p:spPr bwMode="auto">
            <a:xfrm>
              <a:off x="1968" y="528"/>
              <a:ext cx="1920" cy="432"/>
            </a:xfrm>
            <a:prstGeom prst="ellipse">
              <a:avLst/>
            </a:prstGeom>
            <a:solidFill>
              <a:srgbClr val="E1FFE1"/>
            </a:solidFill>
            <a:ln w="12700" cap="sq">
              <a:noFill/>
              <a:round/>
            </a:ln>
            <a:effectLst>
              <a:outerShdw dist="113592" dir="1593903" algn="ctr" rotWithShape="0">
                <a:srgbClr val="B2B2B2"/>
              </a:outerShdw>
            </a:effectLst>
          </p:spPr>
          <p:txBody>
            <a:bodyPr wrap="none" anchor="ctr"/>
            <a:lstStyle/>
            <a:p>
              <a:endParaRPr lang="zh-CN" altLang="en-US"/>
            </a:p>
          </p:txBody>
        </p:sp>
        <p:sp>
          <p:nvSpPr>
            <p:cNvPr id="72726" name="Text Box 20"/>
            <p:cNvSpPr txBox="1">
              <a:spLocks noChangeArrowheads="1"/>
            </p:cNvSpPr>
            <p:nvPr/>
          </p:nvSpPr>
          <p:spPr bwMode="auto">
            <a:xfrm>
              <a:off x="2136" y="549"/>
              <a:ext cx="1752" cy="365"/>
            </a:xfrm>
            <a:prstGeom prst="rect">
              <a:avLst/>
            </a:prstGeom>
            <a:noFill/>
            <a:ln w="12700" cap="sq">
              <a:noFill/>
              <a:miter lim="800000"/>
            </a:ln>
            <a:effectLst>
              <a:outerShdw dist="12700" algn="ctr" rotWithShape="0">
                <a:schemeClr val="bg1"/>
              </a:outerShdw>
            </a:effectLst>
          </p:spPr>
          <p:txBody>
            <a:bodyPr>
              <a:spAutoFit/>
            </a:bodyPr>
            <a:lstStyle/>
            <a:p>
              <a:pPr fontAlgn="base">
                <a:spcBef>
                  <a:spcPct val="0"/>
                </a:spcBef>
              </a:pPr>
              <a:r>
                <a:rPr lang="zh-CN" altLang="en-US" sz="3200" dirty="0">
                  <a:solidFill>
                    <a:srgbClr val="FF3300"/>
                  </a:solidFill>
                  <a:ea typeface="黑体" panose="02010609060101010101" pitchFamily="2" charset="-122"/>
                </a:rPr>
                <a:t>需要做的工作</a:t>
              </a:r>
              <a:endParaRPr lang="zh-CN" altLang="en-US" sz="3200" dirty="0">
                <a:solidFill>
                  <a:srgbClr val="FF3300"/>
                </a:solidFill>
                <a:ea typeface="黑体" panose="02010609060101010101" pitchFamily="2" charset="-122"/>
              </a:endParaRPr>
            </a:p>
          </p:txBody>
        </p:sp>
      </p:grpSp>
      <p:grpSp>
        <p:nvGrpSpPr>
          <p:cNvPr id="3" name="Group 21"/>
          <p:cNvGrpSpPr/>
          <p:nvPr/>
        </p:nvGrpSpPr>
        <p:grpSpPr bwMode="auto">
          <a:xfrm>
            <a:off x="1577329" y="4384874"/>
            <a:ext cx="6565900" cy="663575"/>
            <a:chOff x="162" y="3647"/>
            <a:chExt cx="4136" cy="418"/>
          </a:xfrm>
        </p:grpSpPr>
        <p:sp>
          <p:nvSpPr>
            <p:cNvPr id="72721" name="Rectangle 22"/>
            <p:cNvSpPr>
              <a:spLocks noChangeArrowheads="1"/>
            </p:cNvSpPr>
            <p:nvPr/>
          </p:nvSpPr>
          <p:spPr bwMode="auto">
            <a:xfrm>
              <a:off x="444" y="3657"/>
              <a:ext cx="3810" cy="408"/>
            </a:xfrm>
            <a:prstGeom prst="rect">
              <a:avLst/>
            </a:prstGeom>
            <a:solidFill>
              <a:srgbClr val="FFFF99"/>
            </a:solidFill>
            <a:ln w="12700" cap="sq">
              <a:noFill/>
              <a:miter lim="800000"/>
            </a:ln>
            <a:effectLst>
              <a:outerShdw dist="89803" dir="2700000" algn="ctr" rotWithShape="0">
                <a:srgbClr val="B2B2B2"/>
              </a:outerShdw>
            </a:effectLst>
          </p:spPr>
          <p:txBody>
            <a:bodyPr wrap="none" anchor="ctr"/>
            <a:lstStyle/>
            <a:p>
              <a:endParaRPr lang="zh-CN" altLang="en-US"/>
            </a:p>
          </p:txBody>
        </p:sp>
        <p:sp>
          <p:nvSpPr>
            <p:cNvPr id="72722" name="Text Box 23"/>
            <p:cNvSpPr txBox="1">
              <a:spLocks noChangeArrowheads="1"/>
            </p:cNvSpPr>
            <p:nvPr/>
          </p:nvSpPr>
          <p:spPr bwMode="auto">
            <a:xfrm>
              <a:off x="410" y="3699"/>
              <a:ext cx="3888" cy="327"/>
            </a:xfrm>
            <a:prstGeom prst="rect">
              <a:avLst/>
            </a:prstGeom>
            <a:noFill/>
            <a:ln w="12700" cap="sq">
              <a:noFill/>
              <a:miter lim="800000"/>
            </a:ln>
          </p:spPr>
          <p:txBody>
            <a:bodyPr>
              <a:spAutoFit/>
            </a:bodyPr>
            <a:lstStyle/>
            <a:p>
              <a:pPr algn="ctr" fontAlgn="base">
                <a:spcBef>
                  <a:spcPct val="0"/>
                </a:spcBef>
              </a:pPr>
              <a:r>
                <a:rPr lang="en-US" altLang="zh-CN" sz="2800">
                  <a:solidFill>
                    <a:srgbClr val="003399"/>
                  </a:solidFill>
                  <a:ea typeface="宋体" pitchFamily="2" charset="-122"/>
                </a:rPr>
                <a:t>1,  3,  5,  5,  8,  10,  13,  15,  20,  25 </a:t>
              </a:r>
              <a:endParaRPr lang="en-US" altLang="zh-CN" sz="2800" baseline="-25000">
                <a:solidFill>
                  <a:srgbClr val="003399"/>
                </a:solidFill>
                <a:ea typeface="宋体" pitchFamily="2" charset="-122"/>
              </a:endParaRPr>
            </a:p>
          </p:txBody>
        </p:sp>
        <p:sp>
          <p:nvSpPr>
            <p:cNvPr id="72723" name="Oval 24"/>
            <p:cNvSpPr>
              <a:spLocks noChangeArrowheads="1"/>
            </p:cNvSpPr>
            <p:nvPr/>
          </p:nvSpPr>
          <p:spPr bwMode="auto">
            <a:xfrm>
              <a:off x="172" y="3720"/>
              <a:ext cx="408" cy="304"/>
            </a:xfrm>
            <a:prstGeom prst="ellipse">
              <a:avLst/>
            </a:prstGeom>
            <a:solidFill>
              <a:schemeClr val="accent2"/>
            </a:solidFill>
            <a:ln w="12700" cap="sq">
              <a:noFill/>
              <a:round/>
            </a:ln>
          </p:spPr>
          <p:txBody>
            <a:bodyPr wrap="none" anchor="ctr"/>
            <a:lstStyle/>
            <a:p>
              <a:endParaRPr lang="zh-CN" altLang="en-US"/>
            </a:p>
          </p:txBody>
        </p:sp>
        <p:sp>
          <p:nvSpPr>
            <p:cNvPr id="72724" name="Text Box 25"/>
            <p:cNvSpPr txBox="1">
              <a:spLocks noChangeArrowheads="1"/>
            </p:cNvSpPr>
            <p:nvPr/>
          </p:nvSpPr>
          <p:spPr bwMode="auto">
            <a:xfrm>
              <a:off x="162" y="3647"/>
              <a:ext cx="404" cy="404"/>
            </a:xfrm>
            <a:prstGeom prst="rect">
              <a:avLst/>
            </a:prstGeom>
            <a:noFill/>
            <a:ln w="12700" cap="sq">
              <a:noFill/>
              <a:miter lim="800000"/>
            </a:ln>
            <a:effectLst>
              <a:outerShdw dist="17961" dir="2700000" algn="ctr" rotWithShape="0">
                <a:srgbClr val="000000"/>
              </a:outerShdw>
            </a:effectLst>
          </p:spPr>
          <p:txBody>
            <a:bodyPr wrap="none">
              <a:spAutoFit/>
            </a:bodyPr>
            <a:lstStyle/>
            <a:p>
              <a:r>
                <a:rPr lang="zh-CN" altLang="en-US" sz="3600">
                  <a:latin typeface="华文新魏" pitchFamily="2" charset="-122"/>
                  <a:ea typeface="华文新魏" pitchFamily="2" charset="-122"/>
                </a:rPr>
                <a:t>例</a:t>
              </a:r>
              <a:endParaRPr lang="zh-CN" altLang="en-US" sz="3600">
                <a:latin typeface="华文新魏" pitchFamily="2" charset="-122"/>
                <a:ea typeface="华文新魏" pitchFamily="2" charset="-122"/>
              </a:endParaRPr>
            </a:p>
          </p:txBody>
        </p:sp>
      </p:grpSp>
      <p:grpSp>
        <p:nvGrpSpPr>
          <p:cNvPr id="4" name="Group 26"/>
          <p:cNvGrpSpPr/>
          <p:nvPr/>
        </p:nvGrpSpPr>
        <p:grpSpPr bwMode="auto">
          <a:xfrm>
            <a:off x="8430567" y="4492823"/>
            <a:ext cx="1223962" cy="503238"/>
            <a:chOff x="2147" y="3905"/>
            <a:chExt cx="771" cy="317"/>
          </a:xfrm>
        </p:grpSpPr>
        <p:sp>
          <p:nvSpPr>
            <p:cNvPr id="72719" name="Text Box 27"/>
            <p:cNvSpPr txBox="1">
              <a:spLocks noChangeArrowheads="1"/>
            </p:cNvSpPr>
            <p:nvPr/>
          </p:nvSpPr>
          <p:spPr bwMode="auto">
            <a:xfrm>
              <a:off x="2164" y="3912"/>
              <a:ext cx="664" cy="281"/>
            </a:xfrm>
            <a:prstGeom prst="rect">
              <a:avLst/>
            </a:prstGeom>
            <a:noFill/>
            <a:ln w="12700" cap="sq">
              <a:noFill/>
              <a:miter lim="800000"/>
            </a:ln>
          </p:spPr>
          <p:txBody>
            <a:bodyPr wrap="none">
              <a:spAutoFit/>
            </a:bodyPr>
            <a:lstStyle/>
            <a:p>
              <a:r>
                <a:rPr lang="en-US" altLang="zh-CN" sz="2300">
                  <a:solidFill>
                    <a:srgbClr val="FF0000"/>
                  </a:solidFill>
                  <a:ea typeface="宋体" pitchFamily="2" charset="-122"/>
                </a:rPr>
                <a:t>item=12</a:t>
              </a:r>
              <a:endParaRPr lang="en-US" altLang="zh-CN" sz="2300">
                <a:solidFill>
                  <a:srgbClr val="FF0000"/>
                </a:solidFill>
                <a:ea typeface="宋体" pitchFamily="2" charset="-122"/>
              </a:endParaRPr>
            </a:p>
          </p:txBody>
        </p:sp>
        <p:sp>
          <p:nvSpPr>
            <p:cNvPr id="72720" name="Oval 28"/>
            <p:cNvSpPr>
              <a:spLocks noChangeArrowheads="1"/>
            </p:cNvSpPr>
            <p:nvPr/>
          </p:nvSpPr>
          <p:spPr bwMode="auto">
            <a:xfrm>
              <a:off x="2147" y="3905"/>
              <a:ext cx="771" cy="317"/>
            </a:xfrm>
            <a:prstGeom prst="ellipse">
              <a:avLst/>
            </a:prstGeom>
            <a:noFill/>
            <a:ln w="50800" cap="sq">
              <a:solidFill>
                <a:srgbClr val="00CCFF"/>
              </a:solidFill>
              <a:round/>
            </a:ln>
          </p:spPr>
          <p:txBody>
            <a:bodyPr wrap="none" anchor="ctr"/>
            <a:lstStyle/>
            <a:p>
              <a:endParaRPr lang="zh-CN" altLang="en-US"/>
            </a:p>
          </p:txBody>
        </p:sp>
      </p:grpSp>
      <p:sp>
        <p:nvSpPr>
          <p:cNvPr id="564253" name="Freeform 29"/>
          <p:cNvSpPr/>
          <p:nvPr/>
        </p:nvSpPr>
        <p:spPr bwMode="auto">
          <a:xfrm>
            <a:off x="5190479" y="4529337"/>
            <a:ext cx="2736850" cy="604837"/>
          </a:xfrm>
          <a:custGeom>
            <a:avLst/>
            <a:gdLst>
              <a:gd name="T0" fmla="*/ 2147483647 w 786"/>
              <a:gd name="T1" fmla="*/ 2147483647 h 381"/>
              <a:gd name="T2" fmla="*/ 2147483647 w 786"/>
              <a:gd name="T3" fmla="*/ 2147483647 h 381"/>
              <a:gd name="T4" fmla="*/ 2147483647 w 786"/>
              <a:gd name="T5" fmla="*/ 2147483647 h 381"/>
              <a:gd name="T6" fmla="*/ 0 w 786"/>
              <a:gd name="T7" fmla="*/ 2147483647 h 381"/>
              <a:gd name="T8" fmla="*/ 2147483647 w 786"/>
              <a:gd name="T9" fmla="*/ 2147483647 h 381"/>
              <a:gd name="T10" fmla="*/ 2147483647 w 786"/>
              <a:gd name="T11" fmla="*/ 2147483647 h 381"/>
              <a:gd name="T12" fmla="*/ 2147483647 w 786"/>
              <a:gd name="T13" fmla="*/ 2147483647 h 381"/>
              <a:gd name="T14" fmla="*/ 2147483647 w 786"/>
              <a:gd name="T15" fmla="*/ 2147483647 h 381"/>
              <a:gd name="T16" fmla="*/ 2147483647 w 786"/>
              <a:gd name="T17" fmla="*/ 2147483647 h 381"/>
              <a:gd name="T18" fmla="*/ 2147483647 w 786"/>
              <a:gd name="T19" fmla="*/ 2147483647 h 3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86"/>
              <a:gd name="T31" fmla="*/ 0 h 381"/>
              <a:gd name="T32" fmla="*/ 786 w 786"/>
              <a:gd name="T33" fmla="*/ 381 h 38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86" h="381">
                <a:moveTo>
                  <a:pt x="414" y="34"/>
                </a:moveTo>
                <a:cubicBezTo>
                  <a:pt x="312" y="0"/>
                  <a:pt x="175" y="25"/>
                  <a:pt x="84" y="27"/>
                </a:cubicBezTo>
                <a:cubicBezTo>
                  <a:pt x="70" y="29"/>
                  <a:pt x="55" y="30"/>
                  <a:pt x="42" y="34"/>
                </a:cubicBezTo>
                <a:cubicBezTo>
                  <a:pt x="10" y="45"/>
                  <a:pt x="7" y="97"/>
                  <a:pt x="0" y="125"/>
                </a:cubicBezTo>
                <a:cubicBezTo>
                  <a:pt x="4" y="142"/>
                  <a:pt x="17" y="199"/>
                  <a:pt x="28" y="210"/>
                </a:cubicBezTo>
                <a:cubicBezTo>
                  <a:pt x="63" y="246"/>
                  <a:pt x="165" y="250"/>
                  <a:pt x="210" y="259"/>
                </a:cubicBezTo>
                <a:cubicBezTo>
                  <a:pt x="730" y="252"/>
                  <a:pt x="643" y="381"/>
                  <a:pt x="786" y="167"/>
                </a:cubicBezTo>
                <a:cubicBezTo>
                  <a:pt x="784" y="137"/>
                  <a:pt x="784" y="106"/>
                  <a:pt x="779" y="76"/>
                </a:cubicBezTo>
                <a:cubicBezTo>
                  <a:pt x="770" y="22"/>
                  <a:pt x="704" y="21"/>
                  <a:pt x="660" y="6"/>
                </a:cubicBezTo>
                <a:cubicBezTo>
                  <a:pt x="360" y="13"/>
                  <a:pt x="468" y="13"/>
                  <a:pt x="337" y="13"/>
                </a:cubicBezTo>
              </a:path>
            </a:pathLst>
          </a:custGeom>
          <a:noFill/>
          <a:ln w="38100" cap="sq" cmpd="sng">
            <a:solidFill>
              <a:srgbClr val="FF0000"/>
            </a:solidFill>
            <a:prstDash val="solid"/>
            <a:round/>
          </a:ln>
        </p:spPr>
        <p:txBody>
          <a:bodyPr wrap="none" anchor="ctr"/>
          <a:lstStyle/>
          <a:p>
            <a:endParaRPr lang="zh-CN" altLang="en-US"/>
          </a:p>
        </p:txBody>
      </p:sp>
      <p:sp>
        <p:nvSpPr>
          <p:cNvPr id="564254" name="Freeform 30"/>
          <p:cNvSpPr/>
          <p:nvPr/>
        </p:nvSpPr>
        <p:spPr bwMode="auto">
          <a:xfrm rot="11092562" flipH="1">
            <a:off x="5323830" y="4100195"/>
            <a:ext cx="371475" cy="369332"/>
          </a:xfrm>
          <a:custGeom>
            <a:avLst/>
            <a:gdLst>
              <a:gd name="T0" fmla="*/ 2147483647 w 337"/>
              <a:gd name="T1" fmla="*/ 2147483647 h 249"/>
              <a:gd name="T2" fmla="*/ 2147483647 w 337"/>
              <a:gd name="T3" fmla="*/ 2147483647 h 249"/>
              <a:gd name="T4" fmla="*/ 2147483647 w 337"/>
              <a:gd name="T5" fmla="*/ 2147483647 h 249"/>
              <a:gd name="T6" fmla="*/ 2147483647 w 337"/>
              <a:gd name="T7" fmla="*/ 2147483647 h 249"/>
              <a:gd name="T8" fmla="*/ 2147483647 w 337"/>
              <a:gd name="T9" fmla="*/ 2147483647 h 249"/>
              <a:gd name="T10" fmla="*/ 2147483647 w 337"/>
              <a:gd name="T11" fmla="*/ 2147483647 h 249"/>
              <a:gd name="T12" fmla="*/ 2147483647 w 337"/>
              <a:gd name="T13" fmla="*/ 2147483647 h 249"/>
              <a:gd name="T14" fmla="*/ 2147483647 w 337"/>
              <a:gd name="T15" fmla="*/ 2147483647 h 249"/>
              <a:gd name="T16" fmla="*/ 2147483647 w 337"/>
              <a:gd name="T17" fmla="*/ 2147483647 h 249"/>
              <a:gd name="T18" fmla="*/ 2147483647 w 337"/>
              <a:gd name="T19" fmla="*/ 2147483647 h 249"/>
              <a:gd name="T20" fmla="*/ 2147483647 w 337"/>
              <a:gd name="T21" fmla="*/ 2147483647 h 249"/>
              <a:gd name="T22" fmla="*/ 2147483647 w 337"/>
              <a:gd name="T23" fmla="*/ 2147483647 h 249"/>
              <a:gd name="T24" fmla="*/ 2147483647 w 337"/>
              <a:gd name="T25" fmla="*/ 2147483647 h 249"/>
              <a:gd name="T26" fmla="*/ 2147483647 w 337"/>
              <a:gd name="T27" fmla="*/ 2147483647 h 249"/>
              <a:gd name="T28" fmla="*/ 2147483647 w 337"/>
              <a:gd name="T29" fmla="*/ 2147483647 h 249"/>
              <a:gd name="T30" fmla="*/ 2147483647 w 337"/>
              <a:gd name="T31" fmla="*/ 2147483647 h 249"/>
              <a:gd name="T32" fmla="*/ 2147483647 w 337"/>
              <a:gd name="T33" fmla="*/ 2147483647 h 249"/>
              <a:gd name="T34" fmla="*/ 2147483647 w 337"/>
              <a:gd name="T35" fmla="*/ 2147483647 h 249"/>
              <a:gd name="T36" fmla="*/ 2147483647 w 337"/>
              <a:gd name="T37" fmla="*/ 2147483647 h 249"/>
              <a:gd name="T38" fmla="*/ 2147483647 w 337"/>
              <a:gd name="T39" fmla="*/ 2147483647 h 249"/>
              <a:gd name="T40" fmla="*/ 2147483647 w 337"/>
              <a:gd name="T41" fmla="*/ 2147483647 h 249"/>
              <a:gd name="T42" fmla="*/ 2147483647 w 337"/>
              <a:gd name="T43" fmla="*/ 2147483647 h 249"/>
              <a:gd name="T44" fmla="*/ 2147483647 w 337"/>
              <a:gd name="T45" fmla="*/ 2147483647 h 249"/>
              <a:gd name="T46" fmla="*/ 2147483647 w 337"/>
              <a:gd name="T47" fmla="*/ 2147483647 h 249"/>
              <a:gd name="T48" fmla="*/ 2147483647 w 337"/>
              <a:gd name="T49" fmla="*/ 2147483647 h 249"/>
              <a:gd name="T50" fmla="*/ 2147483647 w 337"/>
              <a:gd name="T51" fmla="*/ 2147483647 h 249"/>
              <a:gd name="T52" fmla="*/ 2147483647 w 337"/>
              <a:gd name="T53" fmla="*/ 2147483647 h 249"/>
              <a:gd name="T54" fmla="*/ 2147483647 w 337"/>
              <a:gd name="T55" fmla="*/ 2147483647 h 249"/>
              <a:gd name="T56" fmla="*/ 2147483647 w 337"/>
              <a:gd name="T57" fmla="*/ 2147483647 h 249"/>
              <a:gd name="T58" fmla="*/ 2147483647 w 337"/>
              <a:gd name="T59" fmla="*/ 2147483647 h 249"/>
              <a:gd name="T60" fmla="*/ 2147483647 w 337"/>
              <a:gd name="T61" fmla="*/ 2147483647 h 249"/>
              <a:gd name="T62" fmla="*/ 2147483647 w 337"/>
              <a:gd name="T63" fmla="*/ 2147483647 h 249"/>
              <a:gd name="T64" fmla="*/ 2147483647 w 337"/>
              <a:gd name="T65" fmla="*/ 2147483647 h 249"/>
              <a:gd name="T66" fmla="*/ 2147483647 w 337"/>
              <a:gd name="T67" fmla="*/ 2147483647 h 249"/>
              <a:gd name="T68" fmla="*/ 2147483647 w 337"/>
              <a:gd name="T69" fmla="*/ 2147483647 h 249"/>
              <a:gd name="T70" fmla="*/ 2147483647 w 337"/>
              <a:gd name="T71" fmla="*/ 2147483647 h 249"/>
              <a:gd name="T72" fmla="*/ 0 w 337"/>
              <a:gd name="T73" fmla="*/ 2147483647 h 249"/>
              <a:gd name="T74" fmla="*/ 0 w 337"/>
              <a:gd name="T75" fmla="*/ 2147483647 h 249"/>
              <a:gd name="T76" fmla="*/ 0 w 337"/>
              <a:gd name="T77" fmla="*/ 2147483647 h 249"/>
              <a:gd name="T78" fmla="*/ 0 w 337"/>
              <a:gd name="T79" fmla="*/ 2147483647 h 249"/>
              <a:gd name="T80" fmla="*/ 0 w 337"/>
              <a:gd name="T81" fmla="*/ 2147483647 h 249"/>
              <a:gd name="T82" fmla="*/ 2147483647 w 337"/>
              <a:gd name="T83" fmla="*/ 2147483647 h 249"/>
              <a:gd name="T84" fmla="*/ 2147483647 w 337"/>
              <a:gd name="T85" fmla="*/ 2147483647 h 249"/>
              <a:gd name="T86" fmla="*/ 2147483647 w 337"/>
              <a:gd name="T87" fmla="*/ 2147483647 h 249"/>
              <a:gd name="T88" fmla="*/ 2147483647 w 337"/>
              <a:gd name="T89" fmla="*/ 2147483647 h 249"/>
              <a:gd name="T90" fmla="*/ 2147483647 w 337"/>
              <a:gd name="T91" fmla="*/ 2147483647 h 249"/>
              <a:gd name="T92" fmla="*/ 2147483647 w 337"/>
              <a:gd name="T93" fmla="*/ 2147483647 h 249"/>
              <a:gd name="T94" fmla="*/ 2147483647 w 337"/>
              <a:gd name="T95" fmla="*/ 2147483647 h 249"/>
              <a:gd name="T96" fmla="*/ 2147483647 w 337"/>
              <a:gd name="T97" fmla="*/ 2147483647 h 249"/>
              <a:gd name="T98" fmla="*/ 2147483647 w 337"/>
              <a:gd name="T99" fmla="*/ 2147483647 h 249"/>
              <a:gd name="T100" fmla="*/ 2147483647 w 337"/>
              <a:gd name="T101" fmla="*/ 2147483647 h 249"/>
              <a:gd name="T102" fmla="*/ 2147483647 w 337"/>
              <a:gd name="T103" fmla="*/ 2147483647 h 249"/>
              <a:gd name="T104" fmla="*/ 2147483647 w 337"/>
              <a:gd name="T105" fmla="*/ 2147483647 h 249"/>
              <a:gd name="T106" fmla="*/ 2147483647 w 337"/>
              <a:gd name="T107" fmla="*/ 2147483647 h 249"/>
              <a:gd name="T108" fmla="*/ 2147483647 w 337"/>
              <a:gd name="T109" fmla="*/ 2147483647 h 24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337" h="249">
                <a:moveTo>
                  <a:pt x="152" y="112"/>
                </a:moveTo>
                <a:lnTo>
                  <a:pt x="152" y="112"/>
                </a:lnTo>
                <a:lnTo>
                  <a:pt x="151" y="112"/>
                </a:lnTo>
                <a:lnTo>
                  <a:pt x="150" y="112"/>
                </a:lnTo>
                <a:lnTo>
                  <a:pt x="149" y="112"/>
                </a:lnTo>
                <a:lnTo>
                  <a:pt x="148" y="112"/>
                </a:lnTo>
                <a:lnTo>
                  <a:pt x="147" y="112"/>
                </a:lnTo>
                <a:lnTo>
                  <a:pt x="146" y="112"/>
                </a:lnTo>
                <a:lnTo>
                  <a:pt x="144" y="112"/>
                </a:lnTo>
                <a:lnTo>
                  <a:pt x="143" y="112"/>
                </a:lnTo>
                <a:lnTo>
                  <a:pt x="141" y="112"/>
                </a:lnTo>
                <a:lnTo>
                  <a:pt x="139" y="112"/>
                </a:lnTo>
                <a:lnTo>
                  <a:pt x="137" y="112"/>
                </a:lnTo>
                <a:lnTo>
                  <a:pt x="134" y="112"/>
                </a:lnTo>
                <a:lnTo>
                  <a:pt x="132" y="112"/>
                </a:lnTo>
                <a:lnTo>
                  <a:pt x="130" y="112"/>
                </a:lnTo>
                <a:lnTo>
                  <a:pt x="127" y="112"/>
                </a:lnTo>
                <a:lnTo>
                  <a:pt x="125" y="112"/>
                </a:lnTo>
                <a:lnTo>
                  <a:pt x="123" y="112"/>
                </a:lnTo>
                <a:lnTo>
                  <a:pt x="121" y="112"/>
                </a:lnTo>
                <a:lnTo>
                  <a:pt x="120" y="112"/>
                </a:lnTo>
                <a:lnTo>
                  <a:pt x="118" y="112"/>
                </a:lnTo>
                <a:lnTo>
                  <a:pt x="117" y="112"/>
                </a:lnTo>
                <a:lnTo>
                  <a:pt x="116" y="112"/>
                </a:lnTo>
                <a:lnTo>
                  <a:pt x="115" y="112"/>
                </a:lnTo>
                <a:lnTo>
                  <a:pt x="114" y="112"/>
                </a:lnTo>
                <a:lnTo>
                  <a:pt x="113" y="112"/>
                </a:lnTo>
                <a:lnTo>
                  <a:pt x="112" y="112"/>
                </a:lnTo>
                <a:lnTo>
                  <a:pt x="113" y="111"/>
                </a:lnTo>
                <a:lnTo>
                  <a:pt x="114" y="110"/>
                </a:lnTo>
                <a:lnTo>
                  <a:pt x="116" y="109"/>
                </a:lnTo>
                <a:lnTo>
                  <a:pt x="117" y="107"/>
                </a:lnTo>
                <a:lnTo>
                  <a:pt x="120" y="104"/>
                </a:lnTo>
                <a:lnTo>
                  <a:pt x="123" y="101"/>
                </a:lnTo>
                <a:lnTo>
                  <a:pt x="126" y="98"/>
                </a:lnTo>
                <a:lnTo>
                  <a:pt x="130" y="94"/>
                </a:lnTo>
                <a:lnTo>
                  <a:pt x="134" y="90"/>
                </a:lnTo>
                <a:lnTo>
                  <a:pt x="138" y="86"/>
                </a:lnTo>
                <a:lnTo>
                  <a:pt x="144" y="81"/>
                </a:lnTo>
                <a:lnTo>
                  <a:pt x="149" y="75"/>
                </a:lnTo>
                <a:lnTo>
                  <a:pt x="155" y="69"/>
                </a:lnTo>
                <a:lnTo>
                  <a:pt x="161" y="63"/>
                </a:lnTo>
                <a:lnTo>
                  <a:pt x="168" y="56"/>
                </a:lnTo>
                <a:lnTo>
                  <a:pt x="175" y="49"/>
                </a:lnTo>
                <a:lnTo>
                  <a:pt x="181" y="43"/>
                </a:lnTo>
                <a:lnTo>
                  <a:pt x="187" y="37"/>
                </a:lnTo>
                <a:lnTo>
                  <a:pt x="193" y="32"/>
                </a:lnTo>
                <a:lnTo>
                  <a:pt x="198" y="26"/>
                </a:lnTo>
                <a:lnTo>
                  <a:pt x="202" y="22"/>
                </a:lnTo>
                <a:lnTo>
                  <a:pt x="206" y="18"/>
                </a:lnTo>
                <a:lnTo>
                  <a:pt x="210" y="14"/>
                </a:lnTo>
                <a:lnTo>
                  <a:pt x="213" y="11"/>
                </a:lnTo>
                <a:lnTo>
                  <a:pt x="216" y="8"/>
                </a:lnTo>
                <a:lnTo>
                  <a:pt x="219" y="5"/>
                </a:lnTo>
                <a:lnTo>
                  <a:pt x="221" y="4"/>
                </a:lnTo>
                <a:lnTo>
                  <a:pt x="222" y="2"/>
                </a:lnTo>
                <a:lnTo>
                  <a:pt x="223" y="1"/>
                </a:lnTo>
                <a:lnTo>
                  <a:pt x="224" y="0"/>
                </a:lnTo>
                <a:lnTo>
                  <a:pt x="225" y="1"/>
                </a:lnTo>
                <a:lnTo>
                  <a:pt x="226" y="2"/>
                </a:lnTo>
                <a:lnTo>
                  <a:pt x="228" y="4"/>
                </a:lnTo>
                <a:lnTo>
                  <a:pt x="229" y="5"/>
                </a:lnTo>
                <a:lnTo>
                  <a:pt x="232" y="8"/>
                </a:lnTo>
                <a:lnTo>
                  <a:pt x="235" y="11"/>
                </a:lnTo>
                <a:lnTo>
                  <a:pt x="238" y="14"/>
                </a:lnTo>
                <a:lnTo>
                  <a:pt x="242" y="18"/>
                </a:lnTo>
                <a:lnTo>
                  <a:pt x="246" y="22"/>
                </a:lnTo>
                <a:lnTo>
                  <a:pt x="250" y="26"/>
                </a:lnTo>
                <a:lnTo>
                  <a:pt x="256" y="32"/>
                </a:lnTo>
                <a:lnTo>
                  <a:pt x="261" y="37"/>
                </a:lnTo>
                <a:lnTo>
                  <a:pt x="267" y="43"/>
                </a:lnTo>
                <a:lnTo>
                  <a:pt x="273" y="49"/>
                </a:lnTo>
                <a:lnTo>
                  <a:pt x="280" y="56"/>
                </a:lnTo>
                <a:lnTo>
                  <a:pt x="287" y="63"/>
                </a:lnTo>
                <a:lnTo>
                  <a:pt x="293" y="69"/>
                </a:lnTo>
                <a:lnTo>
                  <a:pt x="299" y="75"/>
                </a:lnTo>
                <a:lnTo>
                  <a:pt x="305" y="81"/>
                </a:lnTo>
                <a:lnTo>
                  <a:pt x="310" y="86"/>
                </a:lnTo>
                <a:lnTo>
                  <a:pt x="314" y="90"/>
                </a:lnTo>
                <a:lnTo>
                  <a:pt x="318" y="94"/>
                </a:lnTo>
                <a:lnTo>
                  <a:pt x="322" y="98"/>
                </a:lnTo>
                <a:lnTo>
                  <a:pt x="325" y="101"/>
                </a:lnTo>
                <a:lnTo>
                  <a:pt x="328" y="104"/>
                </a:lnTo>
                <a:lnTo>
                  <a:pt x="331" y="107"/>
                </a:lnTo>
                <a:lnTo>
                  <a:pt x="333" y="109"/>
                </a:lnTo>
                <a:lnTo>
                  <a:pt x="334" y="110"/>
                </a:lnTo>
                <a:lnTo>
                  <a:pt x="335" y="111"/>
                </a:lnTo>
                <a:lnTo>
                  <a:pt x="336" y="112"/>
                </a:lnTo>
                <a:lnTo>
                  <a:pt x="335" y="112"/>
                </a:lnTo>
                <a:lnTo>
                  <a:pt x="334" y="112"/>
                </a:lnTo>
                <a:lnTo>
                  <a:pt x="333" y="112"/>
                </a:lnTo>
                <a:lnTo>
                  <a:pt x="332" y="112"/>
                </a:lnTo>
                <a:lnTo>
                  <a:pt x="331" y="112"/>
                </a:lnTo>
                <a:lnTo>
                  <a:pt x="330" y="112"/>
                </a:lnTo>
                <a:lnTo>
                  <a:pt x="328" y="112"/>
                </a:lnTo>
                <a:lnTo>
                  <a:pt x="327" y="112"/>
                </a:lnTo>
                <a:lnTo>
                  <a:pt x="325" y="112"/>
                </a:lnTo>
                <a:lnTo>
                  <a:pt x="323" y="112"/>
                </a:lnTo>
                <a:lnTo>
                  <a:pt x="321" y="112"/>
                </a:lnTo>
                <a:lnTo>
                  <a:pt x="318" y="112"/>
                </a:lnTo>
                <a:lnTo>
                  <a:pt x="316" y="112"/>
                </a:lnTo>
                <a:lnTo>
                  <a:pt x="314" y="112"/>
                </a:lnTo>
                <a:lnTo>
                  <a:pt x="311" y="112"/>
                </a:lnTo>
                <a:lnTo>
                  <a:pt x="309" y="112"/>
                </a:lnTo>
                <a:lnTo>
                  <a:pt x="307" y="112"/>
                </a:lnTo>
                <a:lnTo>
                  <a:pt x="305" y="112"/>
                </a:lnTo>
                <a:lnTo>
                  <a:pt x="304" y="112"/>
                </a:lnTo>
                <a:lnTo>
                  <a:pt x="302" y="112"/>
                </a:lnTo>
                <a:lnTo>
                  <a:pt x="301" y="112"/>
                </a:lnTo>
                <a:lnTo>
                  <a:pt x="300" y="112"/>
                </a:lnTo>
                <a:lnTo>
                  <a:pt x="299" y="112"/>
                </a:lnTo>
                <a:lnTo>
                  <a:pt x="298" y="112"/>
                </a:lnTo>
                <a:lnTo>
                  <a:pt x="297" y="112"/>
                </a:lnTo>
                <a:lnTo>
                  <a:pt x="296" y="112"/>
                </a:lnTo>
                <a:lnTo>
                  <a:pt x="296" y="113"/>
                </a:lnTo>
                <a:lnTo>
                  <a:pt x="296" y="114"/>
                </a:lnTo>
                <a:lnTo>
                  <a:pt x="295" y="115"/>
                </a:lnTo>
                <a:lnTo>
                  <a:pt x="295" y="116"/>
                </a:lnTo>
                <a:lnTo>
                  <a:pt x="295" y="117"/>
                </a:lnTo>
                <a:lnTo>
                  <a:pt x="295" y="118"/>
                </a:lnTo>
                <a:lnTo>
                  <a:pt x="294" y="120"/>
                </a:lnTo>
                <a:lnTo>
                  <a:pt x="294" y="121"/>
                </a:lnTo>
                <a:lnTo>
                  <a:pt x="294" y="123"/>
                </a:lnTo>
                <a:lnTo>
                  <a:pt x="293" y="125"/>
                </a:lnTo>
                <a:lnTo>
                  <a:pt x="293" y="127"/>
                </a:lnTo>
                <a:lnTo>
                  <a:pt x="292" y="130"/>
                </a:lnTo>
                <a:lnTo>
                  <a:pt x="292" y="132"/>
                </a:lnTo>
                <a:lnTo>
                  <a:pt x="291" y="135"/>
                </a:lnTo>
                <a:lnTo>
                  <a:pt x="291" y="137"/>
                </a:lnTo>
                <a:lnTo>
                  <a:pt x="290" y="140"/>
                </a:lnTo>
                <a:lnTo>
                  <a:pt x="289" y="142"/>
                </a:lnTo>
                <a:lnTo>
                  <a:pt x="288" y="145"/>
                </a:lnTo>
                <a:lnTo>
                  <a:pt x="287" y="148"/>
                </a:lnTo>
                <a:lnTo>
                  <a:pt x="285" y="150"/>
                </a:lnTo>
                <a:lnTo>
                  <a:pt x="284" y="153"/>
                </a:lnTo>
                <a:lnTo>
                  <a:pt x="282" y="156"/>
                </a:lnTo>
                <a:lnTo>
                  <a:pt x="281" y="159"/>
                </a:lnTo>
                <a:lnTo>
                  <a:pt x="279" y="161"/>
                </a:lnTo>
                <a:lnTo>
                  <a:pt x="277" y="164"/>
                </a:lnTo>
                <a:lnTo>
                  <a:pt x="275" y="167"/>
                </a:lnTo>
                <a:lnTo>
                  <a:pt x="273" y="170"/>
                </a:lnTo>
                <a:lnTo>
                  <a:pt x="270" y="173"/>
                </a:lnTo>
                <a:lnTo>
                  <a:pt x="268" y="176"/>
                </a:lnTo>
                <a:lnTo>
                  <a:pt x="265" y="179"/>
                </a:lnTo>
                <a:lnTo>
                  <a:pt x="263" y="182"/>
                </a:lnTo>
                <a:lnTo>
                  <a:pt x="260" y="185"/>
                </a:lnTo>
                <a:lnTo>
                  <a:pt x="258" y="188"/>
                </a:lnTo>
                <a:lnTo>
                  <a:pt x="255" y="190"/>
                </a:lnTo>
                <a:lnTo>
                  <a:pt x="252" y="193"/>
                </a:lnTo>
                <a:lnTo>
                  <a:pt x="249" y="195"/>
                </a:lnTo>
                <a:lnTo>
                  <a:pt x="246" y="198"/>
                </a:lnTo>
                <a:lnTo>
                  <a:pt x="243" y="200"/>
                </a:lnTo>
                <a:lnTo>
                  <a:pt x="240" y="203"/>
                </a:lnTo>
                <a:lnTo>
                  <a:pt x="237" y="205"/>
                </a:lnTo>
                <a:lnTo>
                  <a:pt x="234" y="208"/>
                </a:lnTo>
                <a:lnTo>
                  <a:pt x="230" y="210"/>
                </a:lnTo>
                <a:lnTo>
                  <a:pt x="227" y="212"/>
                </a:lnTo>
                <a:lnTo>
                  <a:pt x="223" y="214"/>
                </a:lnTo>
                <a:lnTo>
                  <a:pt x="220" y="216"/>
                </a:lnTo>
                <a:lnTo>
                  <a:pt x="216" y="218"/>
                </a:lnTo>
                <a:lnTo>
                  <a:pt x="213" y="220"/>
                </a:lnTo>
                <a:lnTo>
                  <a:pt x="209" y="222"/>
                </a:lnTo>
                <a:lnTo>
                  <a:pt x="205" y="224"/>
                </a:lnTo>
                <a:lnTo>
                  <a:pt x="201" y="225"/>
                </a:lnTo>
                <a:lnTo>
                  <a:pt x="197" y="227"/>
                </a:lnTo>
                <a:lnTo>
                  <a:pt x="193" y="228"/>
                </a:lnTo>
                <a:lnTo>
                  <a:pt x="189" y="230"/>
                </a:lnTo>
                <a:lnTo>
                  <a:pt x="185" y="231"/>
                </a:lnTo>
                <a:lnTo>
                  <a:pt x="180" y="233"/>
                </a:lnTo>
                <a:lnTo>
                  <a:pt x="176" y="234"/>
                </a:lnTo>
                <a:lnTo>
                  <a:pt x="171" y="236"/>
                </a:lnTo>
                <a:lnTo>
                  <a:pt x="167" y="237"/>
                </a:lnTo>
                <a:lnTo>
                  <a:pt x="162" y="238"/>
                </a:lnTo>
                <a:lnTo>
                  <a:pt x="157" y="239"/>
                </a:lnTo>
                <a:lnTo>
                  <a:pt x="152" y="240"/>
                </a:lnTo>
                <a:lnTo>
                  <a:pt x="147" y="241"/>
                </a:lnTo>
                <a:lnTo>
                  <a:pt x="142" y="242"/>
                </a:lnTo>
                <a:lnTo>
                  <a:pt x="137" y="243"/>
                </a:lnTo>
                <a:lnTo>
                  <a:pt x="132" y="244"/>
                </a:lnTo>
                <a:lnTo>
                  <a:pt x="127" y="244"/>
                </a:lnTo>
                <a:lnTo>
                  <a:pt x="121" y="245"/>
                </a:lnTo>
                <a:lnTo>
                  <a:pt x="116" y="245"/>
                </a:lnTo>
                <a:lnTo>
                  <a:pt x="111" y="246"/>
                </a:lnTo>
                <a:lnTo>
                  <a:pt x="106" y="246"/>
                </a:lnTo>
                <a:lnTo>
                  <a:pt x="100" y="247"/>
                </a:lnTo>
                <a:lnTo>
                  <a:pt x="95" y="247"/>
                </a:lnTo>
                <a:lnTo>
                  <a:pt x="90" y="248"/>
                </a:lnTo>
                <a:lnTo>
                  <a:pt x="84" y="248"/>
                </a:lnTo>
                <a:lnTo>
                  <a:pt x="79" y="248"/>
                </a:lnTo>
                <a:lnTo>
                  <a:pt x="73" y="248"/>
                </a:lnTo>
                <a:lnTo>
                  <a:pt x="68" y="248"/>
                </a:lnTo>
                <a:lnTo>
                  <a:pt x="63" y="248"/>
                </a:lnTo>
                <a:lnTo>
                  <a:pt x="58" y="248"/>
                </a:lnTo>
                <a:lnTo>
                  <a:pt x="53" y="248"/>
                </a:lnTo>
                <a:lnTo>
                  <a:pt x="48" y="248"/>
                </a:lnTo>
                <a:lnTo>
                  <a:pt x="44" y="248"/>
                </a:lnTo>
                <a:lnTo>
                  <a:pt x="40" y="248"/>
                </a:lnTo>
                <a:lnTo>
                  <a:pt x="36" y="248"/>
                </a:lnTo>
                <a:lnTo>
                  <a:pt x="32" y="248"/>
                </a:lnTo>
                <a:lnTo>
                  <a:pt x="29" y="248"/>
                </a:lnTo>
                <a:lnTo>
                  <a:pt x="26" y="248"/>
                </a:lnTo>
                <a:lnTo>
                  <a:pt x="23" y="248"/>
                </a:lnTo>
                <a:lnTo>
                  <a:pt x="20" y="248"/>
                </a:lnTo>
                <a:lnTo>
                  <a:pt x="18" y="248"/>
                </a:lnTo>
                <a:lnTo>
                  <a:pt x="16" y="248"/>
                </a:lnTo>
                <a:lnTo>
                  <a:pt x="14" y="248"/>
                </a:lnTo>
                <a:lnTo>
                  <a:pt x="12" y="248"/>
                </a:lnTo>
                <a:lnTo>
                  <a:pt x="11" y="248"/>
                </a:lnTo>
                <a:lnTo>
                  <a:pt x="9" y="248"/>
                </a:lnTo>
                <a:lnTo>
                  <a:pt x="8" y="248"/>
                </a:lnTo>
                <a:lnTo>
                  <a:pt x="7" y="248"/>
                </a:lnTo>
                <a:lnTo>
                  <a:pt x="6" y="248"/>
                </a:lnTo>
                <a:lnTo>
                  <a:pt x="5" y="248"/>
                </a:lnTo>
                <a:lnTo>
                  <a:pt x="4" y="248"/>
                </a:lnTo>
                <a:lnTo>
                  <a:pt x="3" y="248"/>
                </a:lnTo>
                <a:lnTo>
                  <a:pt x="2" y="248"/>
                </a:lnTo>
                <a:lnTo>
                  <a:pt x="1" y="248"/>
                </a:lnTo>
                <a:lnTo>
                  <a:pt x="0" y="248"/>
                </a:lnTo>
                <a:lnTo>
                  <a:pt x="0" y="247"/>
                </a:lnTo>
                <a:lnTo>
                  <a:pt x="0" y="246"/>
                </a:lnTo>
                <a:lnTo>
                  <a:pt x="0" y="245"/>
                </a:lnTo>
                <a:lnTo>
                  <a:pt x="0" y="244"/>
                </a:lnTo>
                <a:lnTo>
                  <a:pt x="0" y="243"/>
                </a:lnTo>
                <a:lnTo>
                  <a:pt x="0" y="242"/>
                </a:lnTo>
                <a:lnTo>
                  <a:pt x="0" y="241"/>
                </a:lnTo>
                <a:lnTo>
                  <a:pt x="0" y="240"/>
                </a:lnTo>
                <a:lnTo>
                  <a:pt x="0" y="239"/>
                </a:lnTo>
                <a:lnTo>
                  <a:pt x="0" y="238"/>
                </a:lnTo>
                <a:lnTo>
                  <a:pt x="0" y="237"/>
                </a:lnTo>
                <a:lnTo>
                  <a:pt x="0" y="236"/>
                </a:lnTo>
                <a:lnTo>
                  <a:pt x="0" y="235"/>
                </a:lnTo>
                <a:lnTo>
                  <a:pt x="1" y="234"/>
                </a:lnTo>
                <a:lnTo>
                  <a:pt x="2" y="234"/>
                </a:lnTo>
                <a:lnTo>
                  <a:pt x="2" y="233"/>
                </a:lnTo>
                <a:lnTo>
                  <a:pt x="3" y="233"/>
                </a:lnTo>
                <a:lnTo>
                  <a:pt x="4" y="233"/>
                </a:lnTo>
                <a:lnTo>
                  <a:pt x="5" y="233"/>
                </a:lnTo>
                <a:lnTo>
                  <a:pt x="6" y="232"/>
                </a:lnTo>
                <a:lnTo>
                  <a:pt x="7" y="232"/>
                </a:lnTo>
                <a:lnTo>
                  <a:pt x="8" y="232"/>
                </a:lnTo>
                <a:lnTo>
                  <a:pt x="9" y="232"/>
                </a:lnTo>
                <a:lnTo>
                  <a:pt x="11" y="232"/>
                </a:lnTo>
                <a:lnTo>
                  <a:pt x="12" y="232"/>
                </a:lnTo>
                <a:lnTo>
                  <a:pt x="14" y="232"/>
                </a:lnTo>
                <a:lnTo>
                  <a:pt x="15" y="232"/>
                </a:lnTo>
                <a:lnTo>
                  <a:pt x="17" y="232"/>
                </a:lnTo>
                <a:lnTo>
                  <a:pt x="20" y="231"/>
                </a:lnTo>
                <a:lnTo>
                  <a:pt x="22" y="231"/>
                </a:lnTo>
                <a:lnTo>
                  <a:pt x="25" y="230"/>
                </a:lnTo>
                <a:lnTo>
                  <a:pt x="28" y="230"/>
                </a:lnTo>
                <a:lnTo>
                  <a:pt x="31" y="229"/>
                </a:lnTo>
                <a:lnTo>
                  <a:pt x="34" y="228"/>
                </a:lnTo>
                <a:lnTo>
                  <a:pt x="38" y="227"/>
                </a:lnTo>
                <a:lnTo>
                  <a:pt x="42" y="226"/>
                </a:lnTo>
                <a:lnTo>
                  <a:pt x="46" y="225"/>
                </a:lnTo>
                <a:lnTo>
                  <a:pt x="50" y="224"/>
                </a:lnTo>
                <a:lnTo>
                  <a:pt x="54" y="223"/>
                </a:lnTo>
                <a:lnTo>
                  <a:pt x="59" y="221"/>
                </a:lnTo>
                <a:lnTo>
                  <a:pt x="64" y="220"/>
                </a:lnTo>
                <a:lnTo>
                  <a:pt x="69" y="218"/>
                </a:lnTo>
                <a:lnTo>
                  <a:pt x="74" y="217"/>
                </a:lnTo>
                <a:lnTo>
                  <a:pt x="78" y="215"/>
                </a:lnTo>
                <a:lnTo>
                  <a:pt x="83" y="213"/>
                </a:lnTo>
                <a:lnTo>
                  <a:pt x="87" y="211"/>
                </a:lnTo>
                <a:lnTo>
                  <a:pt x="91" y="209"/>
                </a:lnTo>
                <a:lnTo>
                  <a:pt x="94" y="207"/>
                </a:lnTo>
                <a:lnTo>
                  <a:pt x="98" y="205"/>
                </a:lnTo>
                <a:lnTo>
                  <a:pt x="101" y="203"/>
                </a:lnTo>
                <a:lnTo>
                  <a:pt x="105" y="200"/>
                </a:lnTo>
                <a:lnTo>
                  <a:pt x="108" y="198"/>
                </a:lnTo>
                <a:lnTo>
                  <a:pt x="111" y="195"/>
                </a:lnTo>
                <a:lnTo>
                  <a:pt x="113" y="193"/>
                </a:lnTo>
                <a:lnTo>
                  <a:pt x="116" y="190"/>
                </a:lnTo>
                <a:lnTo>
                  <a:pt x="118" y="187"/>
                </a:lnTo>
                <a:lnTo>
                  <a:pt x="120" y="184"/>
                </a:lnTo>
                <a:lnTo>
                  <a:pt x="122" y="181"/>
                </a:lnTo>
                <a:lnTo>
                  <a:pt x="124" y="178"/>
                </a:lnTo>
                <a:lnTo>
                  <a:pt x="126" y="175"/>
                </a:lnTo>
                <a:lnTo>
                  <a:pt x="128" y="172"/>
                </a:lnTo>
                <a:lnTo>
                  <a:pt x="129" y="169"/>
                </a:lnTo>
                <a:lnTo>
                  <a:pt x="131" y="166"/>
                </a:lnTo>
                <a:lnTo>
                  <a:pt x="132" y="163"/>
                </a:lnTo>
                <a:lnTo>
                  <a:pt x="134" y="160"/>
                </a:lnTo>
                <a:lnTo>
                  <a:pt x="135" y="157"/>
                </a:lnTo>
                <a:lnTo>
                  <a:pt x="137" y="154"/>
                </a:lnTo>
                <a:lnTo>
                  <a:pt x="138" y="151"/>
                </a:lnTo>
                <a:lnTo>
                  <a:pt x="140" y="148"/>
                </a:lnTo>
                <a:lnTo>
                  <a:pt x="141" y="145"/>
                </a:lnTo>
                <a:lnTo>
                  <a:pt x="142" y="142"/>
                </a:lnTo>
                <a:lnTo>
                  <a:pt x="143" y="139"/>
                </a:lnTo>
                <a:lnTo>
                  <a:pt x="144" y="136"/>
                </a:lnTo>
                <a:lnTo>
                  <a:pt x="145" y="133"/>
                </a:lnTo>
                <a:lnTo>
                  <a:pt x="146" y="130"/>
                </a:lnTo>
                <a:lnTo>
                  <a:pt x="147" y="128"/>
                </a:lnTo>
                <a:lnTo>
                  <a:pt x="148" y="126"/>
                </a:lnTo>
                <a:lnTo>
                  <a:pt x="148" y="123"/>
                </a:lnTo>
                <a:lnTo>
                  <a:pt x="149" y="121"/>
                </a:lnTo>
                <a:lnTo>
                  <a:pt x="149" y="120"/>
                </a:lnTo>
                <a:lnTo>
                  <a:pt x="150" y="118"/>
                </a:lnTo>
                <a:lnTo>
                  <a:pt x="150" y="117"/>
                </a:lnTo>
                <a:lnTo>
                  <a:pt x="151" y="115"/>
                </a:lnTo>
                <a:lnTo>
                  <a:pt x="151" y="114"/>
                </a:lnTo>
                <a:lnTo>
                  <a:pt x="152" y="114"/>
                </a:lnTo>
                <a:lnTo>
                  <a:pt x="152" y="113"/>
                </a:lnTo>
                <a:lnTo>
                  <a:pt x="152" y="112"/>
                </a:lnTo>
                <a:close/>
              </a:path>
            </a:pathLst>
          </a:custGeom>
          <a:solidFill>
            <a:srgbClr val="FF0000"/>
          </a:solidFill>
          <a:ln w="28575" cap="flat">
            <a:solidFill>
              <a:srgbClr val="FFFF00"/>
            </a:solidFill>
            <a:prstDash val="solid"/>
            <a:round/>
          </a:ln>
          <a:effectLst>
            <a:outerShdw dist="17961" dir="2700000" algn="ctr" rotWithShape="0">
              <a:schemeClr val="bg2"/>
            </a:outerShdw>
          </a:effectLst>
        </p:spPr>
        <p:txBody>
          <a:bodyPr anchor="ctr">
            <a:spAutoFit/>
          </a:bodyPr>
          <a:lstStyle/>
          <a:p>
            <a:endParaRPr lang="zh-CN" altLang="en-US"/>
          </a:p>
        </p:txBody>
      </p:sp>
      <p:grpSp>
        <p:nvGrpSpPr>
          <p:cNvPr id="5" name="Group 31"/>
          <p:cNvGrpSpPr/>
          <p:nvPr/>
        </p:nvGrpSpPr>
        <p:grpSpPr bwMode="auto">
          <a:xfrm>
            <a:off x="2009129" y="5207198"/>
            <a:ext cx="6624638" cy="647700"/>
            <a:chOff x="612" y="3476"/>
            <a:chExt cx="4173" cy="408"/>
          </a:xfrm>
        </p:grpSpPr>
        <p:sp>
          <p:nvSpPr>
            <p:cNvPr id="72717" name="Rectangle 32"/>
            <p:cNvSpPr>
              <a:spLocks noChangeArrowheads="1"/>
            </p:cNvSpPr>
            <p:nvPr/>
          </p:nvSpPr>
          <p:spPr bwMode="auto">
            <a:xfrm>
              <a:off x="612" y="3476"/>
              <a:ext cx="4082" cy="408"/>
            </a:xfrm>
            <a:prstGeom prst="rect">
              <a:avLst/>
            </a:prstGeom>
            <a:solidFill>
              <a:srgbClr val="FFFF99"/>
            </a:solidFill>
            <a:ln w="12700" cap="sq">
              <a:noFill/>
              <a:miter lim="800000"/>
            </a:ln>
            <a:effectLst>
              <a:outerShdw dist="89803" dir="2700000" algn="ctr" rotWithShape="0">
                <a:srgbClr val="B2B2B2"/>
              </a:outerShdw>
            </a:effectLst>
          </p:spPr>
          <p:txBody>
            <a:bodyPr wrap="none" anchor="ctr"/>
            <a:lstStyle/>
            <a:p>
              <a:endParaRPr lang="zh-CN" altLang="en-US"/>
            </a:p>
          </p:txBody>
        </p:sp>
        <p:sp>
          <p:nvSpPr>
            <p:cNvPr id="72718" name="Text Box 33"/>
            <p:cNvSpPr txBox="1">
              <a:spLocks noChangeArrowheads="1"/>
            </p:cNvSpPr>
            <p:nvPr/>
          </p:nvSpPr>
          <p:spPr bwMode="auto">
            <a:xfrm>
              <a:off x="703" y="3521"/>
              <a:ext cx="4082" cy="327"/>
            </a:xfrm>
            <a:prstGeom prst="rect">
              <a:avLst/>
            </a:prstGeom>
            <a:noFill/>
            <a:ln w="12700" cap="sq">
              <a:noFill/>
              <a:miter lim="800000"/>
            </a:ln>
          </p:spPr>
          <p:txBody>
            <a:bodyPr>
              <a:spAutoFit/>
            </a:bodyPr>
            <a:lstStyle/>
            <a:p>
              <a:pPr algn="ctr" fontAlgn="base">
                <a:spcBef>
                  <a:spcPct val="0"/>
                </a:spcBef>
              </a:pPr>
              <a:r>
                <a:rPr lang="en-US" altLang="zh-CN" sz="2800">
                  <a:solidFill>
                    <a:srgbClr val="003399"/>
                  </a:solidFill>
                  <a:ea typeface="宋体" pitchFamily="2" charset="-122"/>
                </a:rPr>
                <a:t>1,  3,  5,  5,  8,  10,  </a:t>
              </a:r>
              <a:r>
                <a:rPr lang="en-US" altLang="zh-CN" sz="2800">
                  <a:solidFill>
                    <a:srgbClr val="FF0000"/>
                  </a:solidFill>
                  <a:ea typeface="宋体" pitchFamily="2" charset="-122"/>
                </a:rPr>
                <a:t>12</a:t>
              </a:r>
              <a:r>
                <a:rPr lang="en-US" altLang="zh-CN" sz="2800">
                  <a:solidFill>
                    <a:srgbClr val="003399"/>
                  </a:solidFill>
                  <a:ea typeface="宋体" pitchFamily="2" charset="-122"/>
                </a:rPr>
                <a:t>,  13,  15,  20,  25 </a:t>
              </a:r>
              <a:endParaRPr lang="en-US" altLang="zh-CN" sz="2800" baseline="-25000">
                <a:solidFill>
                  <a:srgbClr val="003399"/>
                </a:solidFill>
                <a:ea typeface="宋体" pitchFamily="2" charset="-122"/>
              </a:endParaRPr>
            </a:p>
          </p:txBody>
        </p:sp>
      </p:gr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58" name="Text Box 2"/>
          <p:cNvSpPr txBox="1">
            <a:spLocks noChangeArrowheads="1"/>
          </p:cNvSpPr>
          <p:nvPr/>
        </p:nvSpPr>
        <p:spPr bwMode="auto">
          <a:xfrm>
            <a:off x="1917574" y="1214312"/>
            <a:ext cx="9218985" cy="5198346"/>
          </a:xfrm>
          <a:prstGeom prst="rect">
            <a:avLst/>
          </a:prstGeom>
          <a:noFill/>
          <a:ln w="12700" cap="sq">
            <a:noFill/>
            <a:miter lim="800000"/>
          </a:ln>
        </p:spPr>
        <p:txBody>
          <a:bodyPr wrap="square">
            <a:spAutoFit/>
          </a:bodyPr>
          <a:lstStyle/>
          <a:p>
            <a:pPr fontAlgn="base">
              <a:lnSpc>
                <a:spcPct val="80000"/>
              </a:lnSpc>
              <a:spcBef>
                <a:spcPct val="0"/>
              </a:spcBef>
            </a:pPr>
            <a:r>
              <a:rPr lang="en-US" altLang="zh-CN" sz="2800" dirty="0">
                <a:solidFill>
                  <a:srgbClr val="003399"/>
                </a:solidFill>
                <a:ea typeface="宋体" pitchFamily="2" charset="-122"/>
              </a:rPr>
              <a:t>/*</a:t>
            </a:r>
            <a:r>
              <a:rPr lang="zh-CN" altLang="en-US" sz="2800" dirty="0">
                <a:solidFill>
                  <a:srgbClr val="003399"/>
                </a:solidFill>
                <a:ea typeface="宋体" pitchFamily="2" charset="-122"/>
              </a:rPr>
              <a:t>假设</a:t>
            </a:r>
            <a:r>
              <a:rPr lang="en-US" altLang="zh-CN" sz="2800" dirty="0">
                <a:solidFill>
                  <a:srgbClr val="003399"/>
                </a:solidFill>
                <a:ea typeface="宋体" pitchFamily="2" charset="-122"/>
              </a:rPr>
              <a:t> N</a:t>
            </a:r>
            <a:r>
              <a:rPr lang="zh-CN" altLang="en-US" sz="2800" dirty="0">
                <a:solidFill>
                  <a:srgbClr val="003399"/>
                </a:solidFill>
                <a:ea typeface="宋体" pitchFamily="2" charset="-122"/>
              </a:rPr>
              <a:t>是表长度，是一个全局变量 </a:t>
            </a:r>
            <a:r>
              <a:rPr lang="en-US" altLang="zh-CN" sz="2800" dirty="0">
                <a:solidFill>
                  <a:srgbClr val="003399"/>
                </a:solidFill>
                <a:ea typeface="宋体" pitchFamily="2" charset="-122"/>
              </a:rPr>
              <a:t>*/</a:t>
            </a:r>
            <a:endParaRPr lang="en-US" altLang="zh-CN" sz="2800" dirty="0">
              <a:solidFill>
                <a:srgbClr val="003399"/>
              </a:solidFill>
              <a:ea typeface="宋体" pitchFamily="2" charset="-122"/>
            </a:endParaRPr>
          </a:p>
          <a:p>
            <a:pPr fontAlgn="base">
              <a:lnSpc>
                <a:spcPct val="80000"/>
              </a:lnSpc>
              <a:spcBef>
                <a:spcPct val="0"/>
              </a:spcBef>
            </a:pPr>
            <a:r>
              <a:rPr lang="en-US" altLang="zh-CN" sz="2800" dirty="0" err="1">
                <a:solidFill>
                  <a:srgbClr val="003399"/>
                </a:solidFill>
                <a:ea typeface="宋体" pitchFamily="2" charset="-122"/>
              </a:rPr>
              <a:t>int</a:t>
            </a:r>
            <a:r>
              <a:rPr lang="en-US" altLang="zh-CN" sz="2800" dirty="0">
                <a:solidFill>
                  <a:srgbClr val="003399"/>
                </a:solidFill>
                <a:ea typeface="宋体" pitchFamily="2" charset="-122"/>
              </a:rPr>
              <a:t> </a:t>
            </a:r>
            <a:r>
              <a:rPr lang="en-US" altLang="zh-CN" sz="2800" dirty="0" err="1">
                <a:solidFill>
                  <a:srgbClr val="003399"/>
                </a:solidFill>
                <a:ea typeface="宋体" pitchFamily="2" charset="-122"/>
              </a:rPr>
              <a:t>insertElem</a:t>
            </a:r>
            <a:r>
              <a:rPr lang="en-US" altLang="zh-CN" sz="2800" dirty="0">
                <a:solidFill>
                  <a:srgbClr val="003399"/>
                </a:solidFill>
                <a:ea typeface="宋体" pitchFamily="2" charset="-122"/>
              </a:rPr>
              <a:t>(</a:t>
            </a:r>
            <a:r>
              <a:rPr lang="en-US" altLang="zh-CN" sz="2700" dirty="0" err="1">
                <a:solidFill>
                  <a:srgbClr val="003399"/>
                </a:solidFill>
                <a:ea typeface="宋体" pitchFamily="2" charset="-122"/>
              </a:rPr>
              <a:t>ElemType</a:t>
            </a:r>
            <a:r>
              <a:rPr lang="en-US" altLang="zh-CN" sz="2700" dirty="0">
                <a:solidFill>
                  <a:srgbClr val="003399"/>
                </a:solidFill>
                <a:ea typeface="宋体" pitchFamily="2" charset="-122"/>
              </a:rPr>
              <a:t> list[ ], </a:t>
            </a:r>
            <a:r>
              <a:rPr lang="en-US" altLang="zh-CN" sz="2700" dirty="0" err="1">
                <a:solidFill>
                  <a:srgbClr val="003399"/>
                </a:solidFill>
                <a:ea typeface="宋体" pitchFamily="2" charset="-122"/>
              </a:rPr>
              <a:t>ElemType</a:t>
            </a:r>
            <a:r>
              <a:rPr lang="en-US" altLang="zh-CN" sz="2700" dirty="0">
                <a:solidFill>
                  <a:srgbClr val="003399"/>
                </a:solidFill>
                <a:ea typeface="宋体" pitchFamily="2" charset="-122"/>
              </a:rPr>
              <a:t> item</a:t>
            </a:r>
            <a:r>
              <a:rPr lang="en-US" altLang="zh-CN" sz="2800" dirty="0">
                <a:solidFill>
                  <a:srgbClr val="003399"/>
                </a:solidFill>
                <a:ea typeface="宋体" pitchFamily="2" charset="-122"/>
              </a:rPr>
              <a:t>)</a:t>
            </a:r>
            <a:endParaRPr lang="en-US" altLang="zh-CN" sz="2800" dirty="0">
              <a:solidFill>
                <a:srgbClr val="003399"/>
              </a:solidFill>
              <a:ea typeface="宋体" pitchFamily="2" charset="-122"/>
            </a:endParaRPr>
          </a:p>
          <a:p>
            <a:pPr fontAlgn="base">
              <a:lnSpc>
                <a:spcPct val="80000"/>
              </a:lnSpc>
              <a:spcBef>
                <a:spcPct val="0"/>
              </a:spcBef>
            </a:pPr>
            <a:r>
              <a:rPr lang="en-US" altLang="zh-CN" sz="2800" dirty="0">
                <a:solidFill>
                  <a:srgbClr val="003399"/>
                </a:solidFill>
                <a:ea typeface="宋体" pitchFamily="2" charset="-122"/>
              </a:rPr>
              <a:t>{</a:t>
            </a:r>
            <a:endParaRPr lang="en-US" altLang="zh-CN" sz="2800" dirty="0">
              <a:solidFill>
                <a:srgbClr val="003399"/>
              </a:solidFill>
              <a:ea typeface="宋体" pitchFamily="2" charset="-122"/>
            </a:endParaRPr>
          </a:p>
          <a:p>
            <a:pPr fontAlgn="base">
              <a:lnSpc>
                <a:spcPct val="80000"/>
              </a:lnSpc>
              <a:spcBef>
                <a:spcPct val="0"/>
              </a:spcBef>
            </a:pPr>
            <a:r>
              <a:rPr lang="en-US" altLang="zh-CN" sz="2800" dirty="0">
                <a:solidFill>
                  <a:srgbClr val="003399"/>
                </a:solidFill>
                <a:ea typeface="宋体" pitchFamily="2" charset="-122"/>
              </a:rPr>
              <a:t>      </a:t>
            </a:r>
            <a:r>
              <a:rPr lang="en-US" altLang="zh-CN" sz="2800" dirty="0" err="1">
                <a:solidFill>
                  <a:srgbClr val="003399"/>
                </a:solidFill>
                <a:ea typeface="宋体" pitchFamily="2" charset="-122"/>
              </a:rPr>
              <a:t>int</a:t>
            </a:r>
            <a:r>
              <a:rPr lang="en-US" altLang="zh-CN" sz="2800" dirty="0">
                <a:solidFill>
                  <a:srgbClr val="003399"/>
                </a:solidFill>
                <a:ea typeface="宋体" pitchFamily="2" charset="-122"/>
              </a:rPr>
              <a:t> </a:t>
            </a:r>
            <a:r>
              <a:rPr lang="en-US" altLang="zh-CN" sz="2800" dirty="0" err="1">
                <a:solidFill>
                  <a:srgbClr val="003399"/>
                </a:solidFill>
                <a:ea typeface="宋体" pitchFamily="2" charset="-122"/>
              </a:rPr>
              <a:t>i,j</a:t>
            </a:r>
            <a:r>
              <a:rPr lang="en-US" altLang="zh-CN" sz="2800" dirty="0">
                <a:solidFill>
                  <a:srgbClr val="003399"/>
                </a:solidFill>
                <a:ea typeface="宋体" pitchFamily="2" charset="-122"/>
              </a:rPr>
              <a:t>;</a:t>
            </a:r>
            <a:endParaRPr lang="en-US" altLang="zh-CN" sz="2800" dirty="0">
              <a:solidFill>
                <a:srgbClr val="003399"/>
              </a:solidFill>
              <a:ea typeface="宋体" pitchFamily="2" charset="-122"/>
            </a:endParaRPr>
          </a:p>
          <a:p>
            <a:pPr fontAlgn="base">
              <a:lnSpc>
                <a:spcPct val="80000"/>
              </a:lnSpc>
              <a:spcBef>
                <a:spcPct val="0"/>
              </a:spcBef>
            </a:pPr>
            <a:endParaRPr lang="en-US" altLang="zh-CN" sz="2800" dirty="0">
              <a:solidFill>
                <a:srgbClr val="003399"/>
              </a:solidFill>
              <a:ea typeface="宋体" pitchFamily="2" charset="-122"/>
              <a:sym typeface="Symbol" pitchFamily="18" charset="2"/>
            </a:endParaRPr>
          </a:p>
          <a:p>
            <a:pPr fontAlgn="base">
              <a:lnSpc>
                <a:spcPct val="80000"/>
              </a:lnSpc>
              <a:spcBef>
                <a:spcPct val="0"/>
              </a:spcBef>
            </a:pPr>
            <a:r>
              <a:rPr lang="en-US" altLang="zh-CN" sz="2800" dirty="0">
                <a:solidFill>
                  <a:srgbClr val="003399"/>
                </a:solidFill>
                <a:ea typeface="宋体" pitchFamily="2" charset="-122"/>
                <a:sym typeface="Symbol" pitchFamily="18" charset="2"/>
              </a:rPr>
              <a:t>      if(N == MAXSIZE)  return -1;</a:t>
            </a:r>
            <a:endParaRPr lang="en-US" altLang="zh-CN" sz="2800" dirty="0">
              <a:solidFill>
                <a:srgbClr val="003399"/>
              </a:solidFill>
              <a:ea typeface="宋体" pitchFamily="2" charset="-122"/>
              <a:sym typeface="Symbol" pitchFamily="18" charset="2"/>
            </a:endParaRPr>
          </a:p>
          <a:p>
            <a:pPr fontAlgn="base">
              <a:lnSpc>
                <a:spcPct val="80000"/>
              </a:lnSpc>
              <a:spcBef>
                <a:spcPct val="0"/>
              </a:spcBef>
            </a:pPr>
            <a:r>
              <a:rPr lang="en-US" altLang="zh-CN" sz="2800" dirty="0">
                <a:solidFill>
                  <a:srgbClr val="003399"/>
                </a:solidFill>
                <a:ea typeface="宋体" pitchFamily="2" charset="-122"/>
                <a:sym typeface="Symbol" pitchFamily="18" charset="2"/>
              </a:rPr>
              <a:t>      for(</a:t>
            </a:r>
            <a:r>
              <a:rPr lang="en-US" altLang="zh-CN" sz="2800" dirty="0" err="1">
                <a:solidFill>
                  <a:srgbClr val="003399"/>
                </a:solidFill>
                <a:ea typeface="宋体" pitchFamily="2" charset="-122"/>
                <a:sym typeface="Symbol" pitchFamily="18" charset="2"/>
              </a:rPr>
              <a:t>i</a:t>
            </a:r>
            <a:r>
              <a:rPr lang="en-US" altLang="zh-CN" sz="2800" dirty="0">
                <a:solidFill>
                  <a:srgbClr val="003399"/>
                </a:solidFill>
                <a:ea typeface="宋体" pitchFamily="2" charset="-122"/>
                <a:sym typeface="Symbol" pitchFamily="18" charset="2"/>
              </a:rPr>
              <a:t>=0; </a:t>
            </a:r>
            <a:r>
              <a:rPr lang="en-US" altLang="zh-CN" sz="2800" dirty="0" err="1">
                <a:solidFill>
                  <a:srgbClr val="003399"/>
                </a:solidFill>
                <a:ea typeface="宋体" pitchFamily="2" charset="-122"/>
                <a:sym typeface="Symbol" pitchFamily="18" charset="2"/>
              </a:rPr>
              <a:t>i</a:t>
            </a:r>
            <a:r>
              <a:rPr lang="en-US" altLang="zh-CN" sz="2800" dirty="0">
                <a:solidFill>
                  <a:srgbClr val="003399"/>
                </a:solidFill>
                <a:ea typeface="宋体" pitchFamily="2" charset="-122"/>
                <a:sym typeface="Symbol" pitchFamily="18" charset="2"/>
              </a:rPr>
              <a:t>&lt;N&amp;&amp;item&gt;=list[</a:t>
            </a:r>
            <a:r>
              <a:rPr lang="en-US" altLang="zh-CN" sz="2800" dirty="0" err="1">
                <a:solidFill>
                  <a:srgbClr val="003399"/>
                </a:solidFill>
                <a:ea typeface="宋体" pitchFamily="2" charset="-122"/>
                <a:sym typeface="Symbol" pitchFamily="18" charset="2"/>
              </a:rPr>
              <a:t>i</a:t>
            </a:r>
            <a:r>
              <a:rPr lang="en-US" altLang="zh-CN" sz="2800" dirty="0">
                <a:solidFill>
                  <a:srgbClr val="003399"/>
                </a:solidFill>
                <a:ea typeface="宋体" pitchFamily="2" charset="-122"/>
                <a:sym typeface="Symbol" pitchFamily="18" charset="2"/>
              </a:rPr>
              <a:t>]; </a:t>
            </a:r>
            <a:r>
              <a:rPr lang="en-US" altLang="zh-CN" sz="2800" dirty="0" err="1">
                <a:solidFill>
                  <a:srgbClr val="003399"/>
                </a:solidFill>
                <a:ea typeface="宋体" pitchFamily="2" charset="-122"/>
                <a:sym typeface="Symbol" pitchFamily="18" charset="2"/>
              </a:rPr>
              <a:t>i</a:t>
            </a:r>
            <a:r>
              <a:rPr lang="en-US" altLang="zh-CN" sz="2800" dirty="0">
                <a:solidFill>
                  <a:srgbClr val="003399"/>
                </a:solidFill>
                <a:ea typeface="宋体" pitchFamily="2" charset="-122"/>
                <a:sym typeface="Symbol" pitchFamily="18" charset="2"/>
              </a:rPr>
              <a:t>++)          </a:t>
            </a:r>
            <a:r>
              <a:rPr lang="en-US" altLang="zh-CN" sz="2200" dirty="0">
                <a:solidFill>
                  <a:srgbClr val="007400"/>
                </a:solidFill>
                <a:ea typeface="宋体" pitchFamily="2" charset="-122"/>
                <a:sym typeface="Symbol" pitchFamily="18" charset="2"/>
              </a:rPr>
              <a:t>/* </a:t>
            </a:r>
            <a:r>
              <a:rPr lang="zh-CN" altLang="en-US" sz="2200" dirty="0">
                <a:solidFill>
                  <a:srgbClr val="007400"/>
                </a:solidFill>
                <a:ea typeface="幼圆" pitchFamily="49" charset="-122"/>
                <a:sym typeface="Symbol" pitchFamily="18" charset="2"/>
              </a:rPr>
              <a:t>寻找</a:t>
            </a:r>
            <a:r>
              <a:rPr lang="en-US" altLang="zh-CN" sz="2200" dirty="0">
                <a:solidFill>
                  <a:srgbClr val="007400"/>
                </a:solidFill>
                <a:ea typeface="幼圆" pitchFamily="49" charset="-122"/>
                <a:sym typeface="Symbol" pitchFamily="18" charset="2"/>
              </a:rPr>
              <a:t>item</a:t>
            </a:r>
            <a:r>
              <a:rPr lang="zh-CN" altLang="en-US" sz="2200" dirty="0">
                <a:solidFill>
                  <a:srgbClr val="007400"/>
                </a:solidFill>
                <a:ea typeface="幼圆" pitchFamily="49" charset="-122"/>
                <a:sym typeface="Symbol" pitchFamily="18" charset="2"/>
              </a:rPr>
              <a:t>的合适位置 </a:t>
            </a:r>
            <a:r>
              <a:rPr lang="zh-CN" altLang="en-US" sz="2200" dirty="0">
                <a:solidFill>
                  <a:srgbClr val="007400"/>
                </a:solidFill>
                <a:ea typeface="宋体" pitchFamily="2" charset="-122"/>
                <a:sym typeface="Symbol" pitchFamily="18" charset="2"/>
              </a:rPr>
              <a:t>*/</a:t>
            </a:r>
            <a:endParaRPr lang="zh-CN" altLang="en-US" sz="2800" dirty="0">
              <a:solidFill>
                <a:srgbClr val="007400"/>
              </a:solidFill>
              <a:ea typeface="宋体" pitchFamily="2" charset="-122"/>
              <a:sym typeface="Symbol" pitchFamily="18" charset="2"/>
            </a:endParaRPr>
          </a:p>
          <a:p>
            <a:pPr fontAlgn="base">
              <a:lnSpc>
                <a:spcPct val="80000"/>
              </a:lnSpc>
              <a:spcBef>
                <a:spcPct val="0"/>
              </a:spcBef>
            </a:pPr>
            <a:r>
              <a:rPr lang="en-US" altLang="zh-CN" sz="2800" dirty="0">
                <a:solidFill>
                  <a:srgbClr val="003399"/>
                </a:solidFill>
                <a:ea typeface="宋体" pitchFamily="2" charset="-122"/>
                <a:sym typeface="Symbol" pitchFamily="18" charset="2"/>
              </a:rPr>
              <a:t>           ;     </a:t>
            </a:r>
            <a:endParaRPr lang="en-US" altLang="zh-CN" sz="2800" dirty="0">
              <a:solidFill>
                <a:srgbClr val="003399"/>
              </a:solidFill>
              <a:ea typeface="宋体" pitchFamily="2" charset="-122"/>
              <a:sym typeface="Symbol" pitchFamily="18" charset="2"/>
            </a:endParaRPr>
          </a:p>
          <a:p>
            <a:pPr fontAlgn="base">
              <a:lnSpc>
                <a:spcPct val="80000"/>
              </a:lnSpc>
              <a:spcBef>
                <a:spcPct val="0"/>
              </a:spcBef>
            </a:pPr>
            <a:r>
              <a:rPr lang="en-US" altLang="zh-CN" sz="2800" dirty="0">
                <a:solidFill>
                  <a:srgbClr val="003399"/>
                </a:solidFill>
                <a:ea typeface="宋体" pitchFamily="2" charset="-122"/>
                <a:sym typeface="Symbol" pitchFamily="18" charset="2"/>
              </a:rPr>
              <a:t>     for(j=N</a:t>
            </a:r>
            <a:r>
              <a:rPr lang="en-US" altLang="zh-CN" sz="2800" dirty="0">
                <a:solidFill>
                  <a:srgbClr val="003399"/>
                </a:solidFill>
                <a:latin typeface="宋体" pitchFamily="2" charset="-122"/>
                <a:ea typeface="宋体" pitchFamily="2" charset="-122"/>
                <a:sym typeface="Symbol" pitchFamily="18" charset="2"/>
              </a:rPr>
              <a:t>-</a:t>
            </a:r>
            <a:r>
              <a:rPr lang="en-US" altLang="zh-CN" sz="2800" dirty="0">
                <a:solidFill>
                  <a:srgbClr val="003399"/>
                </a:solidFill>
                <a:ea typeface="宋体" pitchFamily="2" charset="-122"/>
                <a:sym typeface="Symbol" pitchFamily="18" charset="2"/>
              </a:rPr>
              <a:t>1; j&gt;=</a:t>
            </a:r>
            <a:r>
              <a:rPr lang="en-US" altLang="zh-CN" sz="2800" dirty="0" err="1">
                <a:solidFill>
                  <a:srgbClr val="003399"/>
                </a:solidFill>
                <a:ea typeface="宋体" pitchFamily="2" charset="-122"/>
                <a:sym typeface="Symbol" pitchFamily="18" charset="2"/>
              </a:rPr>
              <a:t>i</a:t>
            </a:r>
            <a:r>
              <a:rPr lang="en-US" altLang="zh-CN" sz="2800" dirty="0">
                <a:solidFill>
                  <a:srgbClr val="003399"/>
                </a:solidFill>
                <a:ea typeface="宋体" pitchFamily="2" charset="-122"/>
                <a:sym typeface="Symbol" pitchFamily="18" charset="2"/>
              </a:rPr>
              <a:t>; j</a:t>
            </a:r>
            <a:r>
              <a:rPr lang="en-US" altLang="zh-CN" sz="2800" dirty="0">
                <a:solidFill>
                  <a:srgbClr val="003399"/>
                </a:solidFill>
                <a:latin typeface="宋体" pitchFamily="2" charset="-122"/>
                <a:ea typeface="宋体" pitchFamily="2" charset="-122"/>
                <a:sym typeface="Symbol" pitchFamily="18" charset="2"/>
              </a:rPr>
              <a:t>--</a:t>
            </a:r>
            <a:r>
              <a:rPr lang="en-US" altLang="zh-CN" sz="2800" dirty="0">
                <a:solidFill>
                  <a:srgbClr val="003399"/>
                </a:solidFill>
                <a:ea typeface="宋体" pitchFamily="2" charset="-122"/>
                <a:sym typeface="Symbol" pitchFamily="18" charset="2"/>
              </a:rPr>
              <a:t>)</a:t>
            </a:r>
            <a:endParaRPr lang="en-US" altLang="zh-CN" sz="2800" dirty="0">
              <a:solidFill>
                <a:srgbClr val="003399"/>
              </a:solidFill>
              <a:ea typeface="宋体" pitchFamily="2" charset="-122"/>
              <a:sym typeface="Symbol" pitchFamily="18" charset="2"/>
            </a:endParaRPr>
          </a:p>
          <a:p>
            <a:pPr fontAlgn="base">
              <a:lnSpc>
                <a:spcPct val="80000"/>
              </a:lnSpc>
              <a:spcBef>
                <a:spcPct val="0"/>
              </a:spcBef>
            </a:pPr>
            <a:r>
              <a:rPr lang="en-US" altLang="zh-CN" sz="2800" dirty="0">
                <a:solidFill>
                  <a:srgbClr val="003399"/>
                </a:solidFill>
                <a:ea typeface="宋体" pitchFamily="2" charset="-122"/>
                <a:sym typeface="Symbol" pitchFamily="18" charset="2"/>
              </a:rPr>
              <a:t>          list[j+1]=list[j];</a:t>
            </a:r>
            <a:endParaRPr lang="en-US" altLang="zh-CN" sz="2800" dirty="0">
              <a:solidFill>
                <a:srgbClr val="003399"/>
              </a:solidFill>
              <a:ea typeface="宋体" pitchFamily="2" charset="-122"/>
              <a:sym typeface="Symbol" pitchFamily="18" charset="2"/>
            </a:endParaRPr>
          </a:p>
          <a:p>
            <a:pPr fontAlgn="base">
              <a:lnSpc>
                <a:spcPct val="80000"/>
              </a:lnSpc>
              <a:spcBef>
                <a:spcPct val="0"/>
              </a:spcBef>
            </a:pPr>
            <a:r>
              <a:rPr lang="en-US" altLang="zh-CN" sz="2800" dirty="0">
                <a:solidFill>
                  <a:srgbClr val="003399"/>
                </a:solidFill>
                <a:ea typeface="宋体" pitchFamily="2" charset="-122"/>
                <a:sym typeface="Symbol" pitchFamily="18" charset="2"/>
              </a:rPr>
              <a:t>     </a:t>
            </a:r>
            <a:endParaRPr lang="en-US" altLang="zh-CN" sz="2800" dirty="0">
              <a:solidFill>
                <a:srgbClr val="003399"/>
              </a:solidFill>
              <a:ea typeface="宋体" pitchFamily="2" charset="-122"/>
              <a:sym typeface="Symbol" pitchFamily="18" charset="2"/>
            </a:endParaRPr>
          </a:p>
          <a:p>
            <a:pPr fontAlgn="base">
              <a:lnSpc>
                <a:spcPct val="80000"/>
              </a:lnSpc>
              <a:spcBef>
                <a:spcPct val="0"/>
              </a:spcBef>
            </a:pPr>
            <a:r>
              <a:rPr lang="en-US" altLang="zh-CN" sz="2800" dirty="0">
                <a:solidFill>
                  <a:srgbClr val="003399"/>
                </a:solidFill>
                <a:ea typeface="宋体" pitchFamily="2" charset="-122"/>
                <a:sym typeface="Symbol" pitchFamily="18" charset="2"/>
              </a:rPr>
              <a:t>     list[</a:t>
            </a:r>
            <a:r>
              <a:rPr lang="en-US" altLang="zh-CN" sz="2800" dirty="0" err="1">
                <a:solidFill>
                  <a:srgbClr val="003399"/>
                </a:solidFill>
                <a:ea typeface="宋体" pitchFamily="2" charset="-122"/>
                <a:sym typeface="Symbol" pitchFamily="18" charset="2"/>
              </a:rPr>
              <a:t>i</a:t>
            </a:r>
            <a:r>
              <a:rPr lang="en-US" altLang="zh-CN" sz="2800" dirty="0">
                <a:solidFill>
                  <a:srgbClr val="003399"/>
                </a:solidFill>
                <a:ea typeface="宋体" pitchFamily="2" charset="-122"/>
                <a:sym typeface="Symbol" pitchFamily="18" charset="2"/>
              </a:rPr>
              <a:t>]=item;                                           </a:t>
            </a:r>
            <a:r>
              <a:rPr lang="en-US" altLang="zh-CN" sz="2200" dirty="0">
                <a:solidFill>
                  <a:srgbClr val="007400"/>
                </a:solidFill>
                <a:ea typeface="宋体" pitchFamily="2" charset="-122"/>
                <a:sym typeface="Symbol" pitchFamily="18" charset="2"/>
              </a:rPr>
              <a:t>/* </a:t>
            </a:r>
            <a:r>
              <a:rPr lang="zh-CN" altLang="en-US" sz="2200" dirty="0">
                <a:solidFill>
                  <a:srgbClr val="007400"/>
                </a:solidFill>
                <a:ea typeface="宋体" pitchFamily="2" charset="-122"/>
                <a:sym typeface="Symbol" pitchFamily="18" charset="2"/>
              </a:rPr>
              <a:t>将</a:t>
            </a:r>
            <a:r>
              <a:rPr lang="en-US" altLang="zh-CN" sz="2200" dirty="0">
                <a:solidFill>
                  <a:srgbClr val="007400"/>
                </a:solidFill>
                <a:ea typeface="宋体" pitchFamily="2" charset="-122"/>
                <a:sym typeface="Symbol" pitchFamily="18" charset="2"/>
              </a:rPr>
              <a:t>item</a:t>
            </a:r>
            <a:r>
              <a:rPr lang="zh-CN" altLang="en-US" sz="2200" dirty="0">
                <a:solidFill>
                  <a:srgbClr val="007400"/>
                </a:solidFill>
                <a:ea typeface="幼圆" pitchFamily="49" charset="-122"/>
                <a:sym typeface="Symbol" pitchFamily="18" charset="2"/>
              </a:rPr>
              <a:t>插入表中</a:t>
            </a:r>
            <a:r>
              <a:rPr lang="zh-CN" altLang="en-US" sz="2200" dirty="0">
                <a:solidFill>
                  <a:srgbClr val="007400"/>
                </a:solidFill>
                <a:ea typeface="宋体" pitchFamily="2" charset="-122"/>
                <a:sym typeface="Symbol" pitchFamily="18" charset="2"/>
              </a:rPr>
              <a:t> */</a:t>
            </a:r>
            <a:endParaRPr lang="zh-CN" altLang="en-US" sz="2200" dirty="0">
              <a:solidFill>
                <a:srgbClr val="007400"/>
              </a:solidFill>
              <a:ea typeface="宋体" pitchFamily="2" charset="-122"/>
              <a:sym typeface="Symbol" pitchFamily="18" charset="2"/>
            </a:endParaRPr>
          </a:p>
          <a:p>
            <a:pPr fontAlgn="base">
              <a:lnSpc>
                <a:spcPct val="80000"/>
              </a:lnSpc>
              <a:spcBef>
                <a:spcPct val="0"/>
              </a:spcBef>
            </a:pPr>
            <a:r>
              <a:rPr lang="en-US" altLang="zh-CN" sz="2800" dirty="0">
                <a:solidFill>
                  <a:srgbClr val="003399"/>
                </a:solidFill>
                <a:ea typeface="宋体" pitchFamily="2" charset="-122"/>
                <a:sym typeface="Symbol" pitchFamily="18" charset="2"/>
              </a:rPr>
              <a:t>     N+</a:t>
            </a:r>
            <a:r>
              <a:rPr lang="en-US" altLang="zh-CN" sz="2800" dirty="0">
                <a:solidFill>
                  <a:srgbClr val="003399"/>
                </a:solidFill>
                <a:ea typeface="宋体" pitchFamily="2" charset="-122"/>
                <a:cs typeface="Times New Roman" panose="02020503050405090304" pitchFamily="18" charset="0"/>
                <a:sym typeface="Symbol" pitchFamily="18" charset="2"/>
              </a:rPr>
              <a:t>+;</a:t>
            </a:r>
            <a:endParaRPr lang="en-US" altLang="zh-CN" sz="2800" dirty="0">
              <a:solidFill>
                <a:srgbClr val="003399"/>
              </a:solidFill>
              <a:ea typeface="宋体" pitchFamily="2" charset="-122"/>
              <a:cs typeface="Times New Roman" panose="02020503050405090304" pitchFamily="18" charset="0"/>
              <a:sym typeface="Symbol" pitchFamily="18" charset="2"/>
            </a:endParaRPr>
          </a:p>
          <a:p>
            <a:pPr fontAlgn="base">
              <a:lnSpc>
                <a:spcPct val="80000"/>
              </a:lnSpc>
              <a:spcBef>
                <a:spcPct val="0"/>
              </a:spcBef>
            </a:pPr>
            <a:r>
              <a:rPr lang="en-US" altLang="zh-CN" sz="2800" dirty="0">
                <a:solidFill>
                  <a:srgbClr val="003399"/>
                </a:solidFill>
                <a:ea typeface="宋体" pitchFamily="2" charset="-122"/>
                <a:cs typeface="Times New Roman" panose="02020503050405090304" pitchFamily="18" charset="0"/>
                <a:sym typeface="Symbol" pitchFamily="18" charset="2"/>
              </a:rPr>
              <a:t>     return 1;</a:t>
            </a:r>
            <a:endParaRPr lang="en-US" altLang="zh-CN" sz="2800" dirty="0">
              <a:solidFill>
                <a:srgbClr val="003399"/>
              </a:solidFill>
              <a:ea typeface="宋体" pitchFamily="2" charset="-122"/>
              <a:cs typeface="Times New Roman" panose="02020503050405090304" pitchFamily="18" charset="0"/>
              <a:sym typeface="Symbol" pitchFamily="18" charset="2"/>
            </a:endParaRPr>
          </a:p>
          <a:p>
            <a:pPr fontAlgn="base">
              <a:lnSpc>
                <a:spcPct val="65000"/>
              </a:lnSpc>
              <a:spcBef>
                <a:spcPct val="0"/>
              </a:spcBef>
            </a:pPr>
            <a:r>
              <a:rPr lang="en-US" altLang="zh-CN" sz="2800" dirty="0">
                <a:solidFill>
                  <a:srgbClr val="003399"/>
                </a:solidFill>
                <a:ea typeface="宋体" pitchFamily="2" charset="-122"/>
                <a:cs typeface="Times New Roman" panose="02020503050405090304" pitchFamily="18" charset="0"/>
                <a:sym typeface="Symbol" pitchFamily="18" charset="2"/>
              </a:rPr>
              <a:t>}</a:t>
            </a:r>
            <a:endParaRPr lang="en-US" altLang="zh-CN" sz="2800" dirty="0">
              <a:solidFill>
                <a:srgbClr val="003399"/>
              </a:solidFill>
              <a:ea typeface="宋体" pitchFamily="2" charset="-122"/>
              <a:cs typeface="Times New Roman" panose="02020503050405090304" pitchFamily="18" charset="0"/>
              <a:sym typeface="Symbol" pitchFamily="18" charset="2"/>
            </a:endParaRPr>
          </a:p>
        </p:txBody>
      </p:sp>
      <p:grpSp>
        <p:nvGrpSpPr>
          <p:cNvPr id="2" name="Group 8"/>
          <p:cNvGrpSpPr/>
          <p:nvPr/>
        </p:nvGrpSpPr>
        <p:grpSpPr bwMode="auto">
          <a:xfrm>
            <a:off x="2365507" y="5183120"/>
            <a:ext cx="3281697" cy="1070786"/>
            <a:chOff x="720" y="3624"/>
            <a:chExt cx="1853" cy="393"/>
          </a:xfrm>
        </p:grpSpPr>
        <p:sp>
          <p:nvSpPr>
            <p:cNvPr id="73742" name="Freeform 9"/>
            <p:cNvSpPr/>
            <p:nvPr/>
          </p:nvSpPr>
          <p:spPr bwMode="auto">
            <a:xfrm>
              <a:off x="720" y="3624"/>
              <a:ext cx="562" cy="240"/>
            </a:xfrm>
            <a:custGeom>
              <a:avLst/>
              <a:gdLst>
                <a:gd name="T0" fmla="*/ 0 w 1891"/>
                <a:gd name="T1" fmla="*/ 0 h 577"/>
                <a:gd name="T2" fmla="*/ 0 w 1891"/>
                <a:gd name="T3" fmla="*/ 0 h 577"/>
                <a:gd name="T4" fmla="*/ 0 w 1891"/>
                <a:gd name="T5" fmla="*/ 0 h 577"/>
                <a:gd name="T6" fmla="*/ 0 w 1891"/>
                <a:gd name="T7" fmla="*/ 0 h 577"/>
                <a:gd name="T8" fmla="*/ 0 w 1891"/>
                <a:gd name="T9" fmla="*/ 0 h 577"/>
                <a:gd name="T10" fmla="*/ 0 w 1891"/>
                <a:gd name="T11" fmla="*/ 0 h 577"/>
                <a:gd name="T12" fmla="*/ 0 w 1891"/>
                <a:gd name="T13" fmla="*/ 0 h 577"/>
                <a:gd name="T14" fmla="*/ 0 w 1891"/>
                <a:gd name="T15" fmla="*/ 0 h 577"/>
                <a:gd name="T16" fmla="*/ 0 w 1891"/>
                <a:gd name="T17" fmla="*/ 0 h 577"/>
                <a:gd name="T18" fmla="*/ 0 w 1891"/>
                <a:gd name="T19" fmla="*/ 0 h 577"/>
                <a:gd name="T20" fmla="*/ 0 w 1891"/>
                <a:gd name="T21" fmla="*/ 0 h 577"/>
                <a:gd name="T22" fmla="*/ 0 w 1891"/>
                <a:gd name="T23" fmla="*/ 0 h 577"/>
                <a:gd name="T24" fmla="*/ 0 w 1891"/>
                <a:gd name="T25" fmla="*/ 0 h 577"/>
                <a:gd name="T26" fmla="*/ 0 w 1891"/>
                <a:gd name="T27" fmla="*/ 0 h 577"/>
                <a:gd name="T28" fmla="*/ 0 w 1891"/>
                <a:gd name="T29" fmla="*/ 0 h 57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891"/>
                <a:gd name="T46" fmla="*/ 0 h 577"/>
                <a:gd name="T47" fmla="*/ 1891 w 1891"/>
                <a:gd name="T48" fmla="*/ 577 h 57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891" h="577">
                  <a:moveTo>
                    <a:pt x="1756" y="42"/>
                  </a:moveTo>
                  <a:cubicBezTo>
                    <a:pt x="1253" y="47"/>
                    <a:pt x="746" y="0"/>
                    <a:pt x="247" y="66"/>
                  </a:cubicBezTo>
                  <a:cubicBezTo>
                    <a:pt x="175" y="76"/>
                    <a:pt x="102" y="102"/>
                    <a:pt x="28" y="112"/>
                  </a:cubicBezTo>
                  <a:cubicBezTo>
                    <a:pt x="20" y="123"/>
                    <a:pt x="6" y="132"/>
                    <a:pt x="5" y="146"/>
                  </a:cubicBezTo>
                  <a:cubicBezTo>
                    <a:pt x="0" y="236"/>
                    <a:pt x="13" y="308"/>
                    <a:pt x="40" y="388"/>
                  </a:cubicBezTo>
                  <a:cubicBezTo>
                    <a:pt x="44" y="400"/>
                    <a:pt x="41" y="415"/>
                    <a:pt x="51" y="423"/>
                  </a:cubicBezTo>
                  <a:cubicBezTo>
                    <a:pt x="91" y="454"/>
                    <a:pt x="239" y="508"/>
                    <a:pt x="293" y="515"/>
                  </a:cubicBezTo>
                  <a:cubicBezTo>
                    <a:pt x="373" y="525"/>
                    <a:pt x="535" y="538"/>
                    <a:pt x="535" y="538"/>
                  </a:cubicBezTo>
                  <a:cubicBezTo>
                    <a:pt x="699" y="577"/>
                    <a:pt x="873" y="556"/>
                    <a:pt x="1042" y="572"/>
                  </a:cubicBezTo>
                  <a:cubicBezTo>
                    <a:pt x="1157" y="568"/>
                    <a:pt x="1273" y="570"/>
                    <a:pt x="1388" y="561"/>
                  </a:cubicBezTo>
                  <a:cubicBezTo>
                    <a:pt x="1420" y="559"/>
                    <a:pt x="1449" y="542"/>
                    <a:pt x="1480" y="538"/>
                  </a:cubicBezTo>
                  <a:cubicBezTo>
                    <a:pt x="1541" y="530"/>
                    <a:pt x="1664" y="515"/>
                    <a:pt x="1664" y="515"/>
                  </a:cubicBezTo>
                  <a:cubicBezTo>
                    <a:pt x="1756" y="492"/>
                    <a:pt x="1805" y="481"/>
                    <a:pt x="1860" y="400"/>
                  </a:cubicBezTo>
                  <a:cubicBezTo>
                    <a:pt x="1869" y="325"/>
                    <a:pt x="1891" y="188"/>
                    <a:pt x="1848" y="123"/>
                  </a:cubicBezTo>
                  <a:cubicBezTo>
                    <a:pt x="1830" y="96"/>
                    <a:pt x="1684" y="54"/>
                    <a:pt x="1653" y="54"/>
                  </a:cubicBezTo>
                </a:path>
              </a:pathLst>
            </a:custGeom>
            <a:noFill/>
            <a:ln w="53975" cap="sq" cmpd="sng">
              <a:solidFill>
                <a:srgbClr val="FF0000"/>
              </a:solidFill>
              <a:prstDash val="solid"/>
              <a:round/>
            </a:ln>
          </p:spPr>
          <p:txBody>
            <a:bodyPr wrap="none" anchor="ctr"/>
            <a:lstStyle/>
            <a:p>
              <a:endParaRPr lang="zh-CN" altLang="en-US"/>
            </a:p>
          </p:txBody>
        </p:sp>
        <p:grpSp>
          <p:nvGrpSpPr>
            <p:cNvPr id="3" name="Group 10"/>
            <p:cNvGrpSpPr/>
            <p:nvPr/>
          </p:nvGrpSpPr>
          <p:grpSpPr bwMode="auto">
            <a:xfrm rot="-225457">
              <a:off x="1311" y="3699"/>
              <a:ext cx="1262" cy="318"/>
              <a:chOff x="1287" y="3701"/>
              <a:chExt cx="1262" cy="318"/>
            </a:xfrm>
          </p:grpSpPr>
          <p:sp>
            <p:nvSpPr>
              <p:cNvPr id="73744" name="Freeform 11"/>
              <p:cNvSpPr/>
              <p:nvPr/>
            </p:nvSpPr>
            <p:spPr bwMode="auto">
              <a:xfrm rot="20376750" flipV="1">
                <a:off x="1287" y="3701"/>
                <a:ext cx="1003" cy="233"/>
              </a:xfrm>
              <a:custGeom>
                <a:avLst/>
                <a:gdLst>
                  <a:gd name="T0" fmla="*/ 1 w 1441"/>
                  <a:gd name="T1" fmla="*/ 1 h 1153"/>
                  <a:gd name="T2" fmla="*/ 1 w 1441"/>
                  <a:gd name="T3" fmla="*/ 1 h 1153"/>
                  <a:gd name="T4" fmla="*/ 2 w 1441"/>
                  <a:gd name="T5" fmla="*/ 1 h 1153"/>
                  <a:gd name="T6" fmla="*/ 4 w 1441"/>
                  <a:gd name="T7" fmla="*/ 1 h 1153"/>
                  <a:gd name="T8" fmla="*/ 7 w 1441"/>
                  <a:gd name="T9" fmla="*/ 1 h 1153"/>
                  <a:gd name="T10" fmla="*/ 10 w 1441"/>
                  <a:gd name="T11" fmla="*/ 1 h 1153"/>
                  <a:gd name="T12" fmla="*/ 13 w 1441"/>
                  <a:gd name="T13" fmla="*/ 1 h 1153"/>
                  <a:gd name="T14" fmla="*/ 16 w 1441"/>
                  <a:gd name="T15" fmla="*/ 1 h 1153"/>
                  <a:gd name="T16" fmla="*/ 17 w 1441"/>
                  <a:gd name="T17" fmla="*/ 1 h 1153"/>
                  <a:gd name="T18" fmla="*/ 18 w 1441"/>
                  <a:gd name="T19" fmla="*/ 1 h 1153"/>
                  <a:gd name="T20" fmla="*/ 18 w 1441"/>
                  <a:gd name="T21" fmla="*/ 1 h 1153"/>
                  <a:gd name="T22" fmla="*/ 18 w 1441"/>
                  <a:gd name="T23" fmla="*/ 1 h 1153"/>
                  <a:gd name="T24" fmla="*/ 18 w 1441"/>
                  <a:gd name="T25" fmla="*/ 1 h 1153"/>
                  <a:gd name="T26" fmla="*/ 17 w 1441"/>
                  <a:gd name="T27" fmla="*/ 1 h 1153"/>
                  <a:gd name="T28" fmla="*/ 15 w 1441"/>
                  <a:gd name="T29" fmla="*/ 1 h 1153"/>
                  <a:gd name="T30" fmla="*/ 13 w 1441"/>
                  <a:gd name="T31" fmla="*/ 1 h 1153"/>
                  <a:gd name="T32" fmla="*/ 12 w 1441"/>
                  <a:gd name="T33" fmla="*/ 1 h 1153"/>
                  <a:gd name="T34" fmla="*/ 10 w 1441"/>
                  <a:gd name="T35" fmla="*/ 1 h 1153"/>
                  <a:gd name="T36" fmla="*/ 8 w 1441"/>
                  <a:gd name="T37" fmla="*/ 1 h 1153"/>
                  <a:gd name="T38" fmla="*/ 6 w 1441"/>
                  <a:gd name="T39" fmla="*/ 1 h 1153"/>
                  <a:gd name="T40" fmla="*/ 6 w 1441"/>
                  <a:gd name="T41" fmla="*/ 1 h 1153"/>
                  <a:gd name="T42" fmla="*/ 4 w 1441"/>
                  <a:gd name="T43" fmla="*/ 1 h 1153"/>
                  <a:gd name="T44" fmla="*/ 3 w 1441"/>
                  <a:gd name="T45" fmla="*/ 1 h 1153"/>
                  <a:gd name="T46" fmla="*/ 3 w 1441"/>
                  <a:gd name="T47" fmla="*/ 1 h 1153"/>
                  <a:gd name="T48" fmla="*/ 2 w 1441"/>
                  <a:gd name="T49" fmla="*/ 1 h 1153"/>
                  <a:gd name="T50" fmla="*/ 2 w 1441"/>
                  <a:gd name="T51" fmla="*/ 1 h 1153"/>
                  <a:gd name="T52" fmla="*/ 2 w 1441"/>
                  <a:gd name="T53" fmla="*/ 1 h 1153"/>
                  <a:gd name="T54" fmla="*/ 2 w 1441"/>
                  <a:gd name="T55" fmla="*/ 1 h 1153"/>
                  <a:gd name="T56" fmla="*/ 2 w 1441"/>
                  <a:gd name="T57" fmla="*/ 1 h 1153"/>
                  <a:gd name="T58" fmla="*/ 2 w 1441"/>
                  <a:gd name="T59" fmla="*/ 1 h 1153"/>
                  <a:gd name="T60" fmla="*/ 3 w 1441"/>
                  <a:gd name="T61" fmla="*/ 1 h 1153"/>
                  <a:gd name="T62" fmla="*/ 3 w 1441"/>
                  <a:gd name="T63" fmla="*/ 1 h 1153"/>
                  <a:gd name="T64" fmla="*/ 3 w 1441"/>
                  <a:gd name="T65" fmla="*/ 1 h 1153"/>
                  <a:gd name="T66" fmla="*/ 4 w 1441"/>
                  <a:gd name="T67" fmla="*/ 1 h 1153"/>
                  <a:gd name="T68" fmla="*/ 4 w 1441"/>
                  <a:gd name="T69" fmla="*/ 1 h 1153"/>
                  <a:gd name="T70" fmla="*/ 3 w 1441"/>
                  <a:gd name="T71" fmla="*/ 1 h 1153"/>
                  <a:gd name="T72" fmla="*/ 3 w 1441"/>
                  <a:gd name="T73" fmla="*/ 1 h 1153"/>
                  <a:gd name="T74" fmla="*/ 2 w 1441"/>
                  <a:gd name="T75" fmla="*/ 1 h 1153"/>
                  <a:gd name="T76" fmla="*/ 1 w 1441"/>
                  <a:gd name="T77" fmla="*/ 1 h 1153"/>
                  <a:gd name="T78" fmla="*/ 1 w 1441"/>
                  <a:gd name="T79" fmla="*/ 1 h 1153"/>
                  <a:gd name="T80" fmla="*/ 1 w 1441"/>
                  <a:gd name="T81" fmla="*/ 1 h 1153"/>
                  <a:gd name="T82" fmla="*/ 1 w 1441"/>
                  <a:gd name="T83" fmla="*/ 1 h 1153"/>
                  <a:gd name="T84" fmla="*/ 0 w 1441"/>
                  <a:gd name="T85" fmla="*/ 1 h 115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441"/>
                  <a:gd name="T130" fmla="*/ 0 h 1153"/>
                  <a:gd name="T131" fmla="*/ 1441 w 1441"/>
                  <a:gd name="T132" fmla="*/ 1153 h 115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441" h="1153">
                    <a:moveTo>
                      <a:pt x="0" y="288"/>
                    </a:moveTo>
                    <a:lnTo>
                      <a:pt x="3" y="253"/>
                    </a:lnTo>
                    <a:lnTo>
                      <a:pt x="11" y="221"/>
                    </a:lnTo>
                    <a:lnTo>
                      <a:pt x="25" y="190"/>
                    </a:lnTo>
                    <a:lnTo>
                      <a:pt x="45" y="162"/>
                    </a:lnTo>
                    <a:lnTo>
                      <a:pt x="70" y="136"/>
                    </a:lnTo>
                    <a:lnTo>
                      <a:pt x="101" y="113"/>
                    </a:lnTo>
                    <a:lnTo>
                      <a:pt x="138" y="91"/>
                    </a:lnTo>
                    <a:lnTo>
                      <a:pt x="180" y="72"/>
                    </a:lnTo>
                    <a:lnTo>
                      <a:pt x="228" y="55"/>
                    </a:lnTo>
                    <a:lnTo>
                      <a:pt x="281" y="41"/>
                    </a:lnTo>
                    <a:lnTo>
                      <a:pt x="340" y="28"/>
                    </a:lnTo>
                    <a:lnTo>
                      <a:pt x="405" y="18"/>
                    </a:lnTo>
                    <a:lnTo>
                      <a:pt x="475" y="10"/>
                    </a:lnTo>
                    <a:lnTo>
                      <a:pt x="551" y="5"/>
                    </a:lnTo>
                    <a:lnTo>
                      <a:pt x="633" y="1"/>
                    </a:lnTo>
                    <a:lnTo>
                      <a:pt x="720" y="0"/>
                    </a:lnTo>
                    <a:lnTo>
                      <a:pt x="807" y="1"/>
                    </a:lnTo>
                    <a:lnTo>
                      <a:pt x="889" y="5"/>
                    </a:lnTo>
                    <a:lnTo>
                      <a:pt x="965" y="10"/>
                    </a:lnTo>
                    <a:lnTo>
                      <a:pt x="1035" y="18"/>
                    </a:lnTo>
                    <a:lnTo>
                      <a:pt x="1100" y="28"/>
                    </a:lnTo>
                    <a:lnTo>
                      <a:pt x="1159" y="41"/>
                    </a:lnTo>
                    <a:lnTo>
                      <a:pt x="1212" y="55"/>
                    </a:lnTo>
                    <a:lnTo>
                      <a:pt x="1260" y="72"/>
                    </a:lnTo>
                    <a:lnTo>
                      <a:pt x="1302" y="91"/>
                    </a:lnTo>
                    <a:lnTo>
                      <a:pt x="1339" y="113"/>
                    </a:lnTo>
                    <a:lnTo>
                      <a:pt x="1370" y="136"/>
                    </a:lnTo>
                    <a:lnTo>
                      <a:pt x="1395" y="162"/>
                    </a:lnTo>
                    <a:lnTo>
                      <a:pt x="1415" y="190"/>
                    </a:lnTo>
                    <a:lnTo>
                      <a:pt x="1429" y="221"/>
                    </a:lnTo>
                    <a:lnTo>
                      <a:pt x="1437" y="253"/>
                    </a:lnTo>
                    <a:lnTo>
                      <a:pt x="1440" y="288"/>
                    </a:lnTo>
                    <a:lnTo>
                      <a:pt x="1438" y="323"/>
                    </a:lnTo>
                    <a:lnTo>
                      <a:pt x="1433" y="356"/>
                    </a:lnTo>
                    <a:lnTo>
                      <a:pt x="1425" y="386"/>
                    </a:lnTo>
                    <a:lnTo>
                      <a:pt x="1413" y="414"/>
                    </a:lnTo>
                    <a:lnTo>
                      <a:pt x="1398" y="440"/>
                    </a:lnTo>
                    <a:lnTo>
                      <a:pt x="1379" y="464"/>
                    </a:lnTo>
                    <a:lnTo>
                      <a:pt x="1357" y="485"/>
                    </a:lnTo>
                    <a:lnTo>
                      <a:pt x="1332" y="504"/>
                    </a:lnTo>
                    <a:lnTo>
                      <a:pt x="1303" y="521"/>
                    </a:lnTo>
                    <a:lnTo>
                      <a:pt x="1271" y="536"/>
                    </a:lnTo>
                    <a:lnTo>
                      <a:pt x="1236" y="548"/>
                    </a:lnTo>
                    <a:lnTo>
                      <a:pt x="1197" y="558"/>
                    </a:lnTo>
                    <a:lnTo>
                      <a:pt x="1155" y="566"/>
                    </a:lnTo>
                    <a:lnTo>
                      <a:pt x="1109" y="572"/>
                    </a:lnTo>
                    <a:lnTo>
                      <a:pt x="1060" y="575"/>
                    </a:lnTo>
                    <a:lnTo>
                      <a:pt x="1008" y="576"/>
                    </a:lnTo>
                    <a:lnTo>
                      <a:pt x="955" y="577"/>
                    </a:lnTo>
                    <a:lnTo>
                      <a:pt x="903" y="581"/>
                    </a:lnTo>
                    <a:lnTo>
                      <a:pt x="854" y="586"/>
                    </a:lnTo>
                    <a:lnTo>
                      <a:pt x="806" y="594"/>
                    </a:lnTo>
                    <a:lnTo>
                      <a:pt x="759" y="604"/>
                    </a:lnTo>
                    <a:lnTo>
                      <a:pt x="714" y="617"/>
                    </a:lnTo>
                    <a:lnTo>
                      <a:pt x="671" y="631"/>
                    </a:lnTo>
                    <a:lnTo>
                      <a:pt x="630" y="648"/>
                    </a:lnTo>
                    <a:lnTo>
                      <a:pt x="590" y="667"/>
                    </a:lnTo>
                    <a:lnTo>
                      <a:pt x="552" y="689"/>
                    </a:lnTo>
                    <a:lnTo>
                      <a:pt x="516" y="712"/>
                    </a:lnTo>
                    <a:lnTo>
                      <a:pt x="482" y="738"/>
                    </a:lnTo>
                    <a:lnTo>
                      <a:pt x="449" y="766"/>
                    </a:lnTo>
                    <a:lnTo>
                      <a:pt x="417" y="797"/>
                    </a:lnTo>
                    <a:lnTo>
                      <a:pt x="388" y="829"/>
                    </a:lnTo>
                    <a:lnTo>
                      <a:pt x="360" y="864"/>
                    </a:lnTo>
                    <a:lnTo>
                      <a:pt x="334" y="899"/>
                    </a:lnTo>
                    <a:lnTo>
                      <a:pt x="309" y="932"/>
                    </a:lnTo>
                    <a:lnTo>
                      <a:pt x="287" y="962"/>
                    </a:lnTo>
                    <a:lnTo>
                      <a:pt x="266" y="990"/>
                    </a:lnTo>
                    <a:lnTo>
                      <a:pt x="246" y="1016"/>
                    </a:lnTo>
                    <a:lnTo>
                      <a:pt x="228" y="1040"/>
                    </a:lnTo>
                    <a:lnTo>
                      <a:pt x="212" y="1061"/>
                    </a:lnTo>
                    <a:lnTo>
                      <a:pt x="198" y="1080"/>
                    </a:lnTo>
                    <a:lnTo>
                      <a:pt x="185" y="1097"/>
                    </a:lnTo>
                    <a:lnTo>
                      <a:pt x="174" y="1112"/>
                    </a:lnTo>
                    <a:lnTo>
                      <a:pt x="165" y="1124"/>
                    </a:lnTo>
                    <a:lnTo>
                      <a:pt x="158" y="1134"/>
                    </a:lnTo>
                    <a:lnTo>
                      <a:pt x="152" y="1142"/>
                    </a:lnTo>
                    <a:lnTo>
                      <a:pt x="147" y="1148"/>
                    </a:lnTo>
                    <a:lnTo>
                      <a:pt x="145" y="1151"/>
                    </a:lnTo>
                    <a:lnTo>
                      <a:pt x="144" y="1152"/>
                    </a:lnTo>
                    <a:lnTo>
                      <a:pt x="144" y="1151"/>
                    </a:lnTo>
                    <a:lnTo>
                      <a:pt x="146" y="1148"/>
                    </a:lnTo>
                    <a:lnTo>
                      <a:pt x="148" y="1142"/>
                    </a:lnTo>
                    <a:lnTo>
                      <a:pt x="151" y="1134"/>
                    </a:lnTo>
                    <a:lnTo>
                      <a:pt x="155" y="1124"/>
                    </a:lnTo>
                    <a:lnTo>
                      <a:pt x="159" y="1112"/>
                    </a:lnTo>
                    <a:lnTo>
                      <a:pt x="165" y="1097"/>
                    </a:lnTo>
                    <a:lnTo>
                      <a:pt x="171" y="1080"/>
                    </a:lnTo>
                    <a:lnTo>
                      <a:pt x="178" y="1061"/>
                    </a:lnTo>
                    <a:lnTo>
                      <a:pt x="186" y="1040"/>
                    </a:lnTo>
                    <a:lnTo>
                      <a:pt x="195" y="1016"/>
                    </a:lnTo>
                    <a:lnTo>
                      <a:pt x="205" y="990"/>
                    </a:lnTo>
                    <a:lnTo>
                      <a:pt x="215" y="962"/>
                    </a:lnTo>
                    <a:lnTo>
                      <a:pt x="227" y="932"/>
                    </a:lnTo>
                    <a:lnTo>
                      <a:pt x="239" y="899"/>
                    </a:lnTo>
                    <a:lnTo>
                      <a:pt x="252" y="864"/>
                    </a:lnTo>
                    <a:lnTo>
                      <a:pt x="264" y="829"/>
                    </a:lnTo>
                    <a:lnTo>
                      <a:pt x="275" y="797"/>
                    </a:lnTo>
                    <a:lnTo>
                      <a:pt x="282" y="766"/>
                    </a:lnTo>
                    <a:lnTo>
                      <a:pt x="288" y="738"/>
                    </a:lnTo>
                    <a:lnTo>
                      <a:pt x="291" y="712"/>
                    </a:lnTo>
                    <a:lnTo>
                      <a:pt x="293" y="689"/>
                    </a:lnTo>
                    <a:lnTo>
                      <a:pt x="291" y="667"/>
                    </a:lnTo>
                    <a:lnTo>
                      <a:pt x="288" y="648"/>
                    </a:lnTo>
                    <a:lnTo>
                      <a:pt x="282" y="631"/>
                    </a:lnTo>
                    <a:lnTo>
                      <a:pt x="275" y="617"/>
                    </a:lnTo>
                    <a:lnTo>
                      <a:pt x="264" y="604"/>
                    </a:lnTo>
                    <a:lnTo>
                      <a:pt x="252" y="594"/>
                    </a:lnTo>
                    <a:lnTo>
                      <a:pt x="237" y="586"/>
                    </a:lnTo>
                    <a:lnTo>
                      <a:pt x="221" y="581"/>
                    </a:lnTo>
                    <a:lnTo>
                      <a:pt x="201" y="577"/>
                    </a:lnTo>
                    <a:lnTo>
                      <a:pt x="180" y="576"/>
                    </a:lnTo>
                    <a:lnTo>
                      <a:pt x="158" y="575"/>
                    </a:lnTo>
                    <a:lnTo>
                      <a:pt x="138" y="572"/>
                    </a:lnTo>
                    <a:lnTo>
                      <a:pt x="119" y="566"/>
                    </a:lnTo>
                    <a:lnTo>
                      <a:pt x="101" y="558"/>
                    </a:lnTo>
                    <a:lnTo>
                      <a:pt x="85" y="548"/>
                    </a:lnTo>
                    <a:lnTo>
                      <a:pt x="70" y="536"/>
                    </a:lnTo>
                    <a:lnTo>
                      <a:pt x="57" y="521"/>
                    </a:lnTo>
                    <a:lnTo>
                      <a:pt x="45" y="504"/>
                    </a:lnTo>
                    <a:lnTo>
                      <a:pt x="34" y="485"/>
                    </a:lnTo>
                    <a:lnTo>
                      <a:pt x="25" y="464"/>
                    </a:lnTo>
                    <a:lnTo>
                      <a:pt x="18" y="440"/>
                    </a:lnTo>
                    <a:lnTo>
                      <a:pt x="11" y="414"/>
                    </a:lnTo>
                    <a:lnTo>
                      <a:pt x="6" y="386"/>
                    </a:lnTo>
                    <a:lnTo>
                      <a:pt x="3" y="356"/>
                    </a:lnTo>
                    <a:lnTo>
                      <a:pt x="1" y="323"/>
                    </a:lnTo>
                    <a:lnTo>
                      <a:pt x="0" y="288"/>
                    </a:lnTo>
                    <a:close/>
                  </a:path>
                </a:pathLst>
              </a:custGeom>
              <a:noFill/>
              <a:ln w="57150" cap="flat">
                <a:solidFill>
                  <a:srgbClr val="00CCFF"/>
                </a:solidFill>
                <a:prstDash val="solid"/>
                <a:round/>
              </a:ln>
            </p:spPr>
            <p:txBody>
              <a:bodyPr anchor="ctr">
                <a:spAutoFit/>
              </a:bodyPr>
              <a:lstStyle/>
              <a:p>
                <a:endParaRPr lang="zh-CN" altLang="en-US"/>
              </a:p>
            </p:txBody>
          </p:sp>
          <p:sp>
            <p:nvSpPr>
              <p:cNvPr id="73745" name="Rectangle 12"/>
              <p:cNvSpPr>
                <a:spLocks noChangeArrowheads="1"/>
              </p:cNvSpPr>
              <p:nvPr/>
            </p:nvSpPr>
            <p:spPr bwMode="auto">
              <a:xfrm rot="20369234">
                <a:off x="1445" y="3721"/>
                <a:ext cx="1104" cy="298"/>
              </a:xfrm>
              <a:prstGeom prst="rect">
                <a:avLst/>
              </a:prstGeom>
              <a:noFill/>
              <a:ln w="12700" cap="sq">
                <a:noFill/>
                <a:miter lim="800000"/>
              </a:ln>
            </p:spPr>
            <p:txBody>
              <a:bodyPr>
                <a:spAutoFit/>
              </a:bodyPr>
              <a:lstStyle/>
              <a:p>
                <a:r>
                  <a:rPr lang="zh-CN" altLang="en-US" sz="2500" dirty="0">
                    <a:solidFill>
                      <a:schemeClr val="accent2"/>
                    </a:solidFill>
                    <a:latin typeface="黑体" panose="02010609060101010101" pitchFamily="2" charset="-122"/>
                    <a:ea typeface="黑体" panose="02010609060101010101" pitchFamily="2" charset="-122"/>
                  </a:rPr>
                  <a:t>表长加1</a:t>
                </a:r>
                <a:endParaRPr lang="zh-CN" altLang="en-US" sz="2500" dirty="0">
                  <a:solidFill>
                    <a:schemeClr val="accent2"/>
                  </a:solidFill>
                  <a:latin typeface="黑体" panose="02010609060101010101" pitchFamily="2" charset="-122"/>
                  <a:ea typeface="黑体" panose="02010609060101010101" pitchFamily="2" charset="-122"/>
                </a:endParaRPr>
              </a:p>
            </p:txBody>
          </p:sp>
        </p:grpSp>
      </p:grpSp>
      <p:grpSp>
        <p:nvGrpSpPr>
          <p:cNvPr id="4" name="Group 13"/>
          <p:cNvGrpSpPr/>
          <p:nvPr/>
        </p:nvGrpSpPr>
        <p:grpSpPr bwMode="auto">
          <a:xfrm>
            <a:off x="1590550" y="12576"/>
            <a:ext cx="1841500" cy="1196975"/>
            <a:chOff x="178" y="0"/>
            <a:chExt cx="1160" cy="754"/>
          </a:xfrm>
        </p:grpSpPr>
        <p:sp>
          <p:nvSpPr>
            <p:cNvPr id="73740" name="AutoShape 14"/>
            <p:cNvSpPr>
              <a:spLocks noChangeArrowheads="1"/>
            </p:cNvSpPr>
            <p:nvPr/>
          </p:nvSpPr>
          <p:spPr bwMode="auto">
            <a:xfrm>
              <a:off x="178" y="0"/>
              <a:ext cx="1160" cy="754"/>
            </a:xfrm>
            <a:prstGeom prst="irregularSeal2">
              <a:avLst/>
            </a:prstGeom>
            <a:solidFill>
              <a:srgbClr val="CCFFFF"/>
            </a:solidFill>
            <a:ln w="73025" cap="sq">
              <a:solidFill>
                <a:srgbClr val="FFFF00"/>
              </a:solidFill>
              <a:miter lim="800000"/>
            </a:ln>
            <a:effectLst>
              <a:outerShdw dist="157090" dir="842175" algn="ctr" rotWithShape="0">
                <a:srgbClr val="B2B2B2"/>
              </a:outerShdw>
            </a:effectLst>
          </p:spPr>
          <p:txBody>
            <a:bodyPr wrap="none" anchor="ctr"/>
            <a:lstStyle/>
            <a:p>
              <a:endParaRPr lang="zh-CN" altLang="en-US"/>
            </a:p>
          </p:txBody>
        </p:sp>
        <p:sp>
          <p:nvSpPr>
            <p:cNvPr id="73741" name="Rectangle 15"/>
            <p:cNvSpPr>
              <a:spLocks noChangeArrowheads="1"/>
            </p:cNvSpPr>
            <p:nvPr/>
          </p:nvSpPr>
          <p:spPr bwMode="auto">
            <a:xfrm>
              <a:off x="328" y="163"/>
              <a:ext cx="1004" cy="423"/>
            </a:xfrm>
            <a:prstGeom prst="rect">
              <a:avLst/>
            </a:prstGeom>
            <a:noFill/>
            <a:ln w="12700" cap="sq">
              <a:noFill/>
              <a:miter lim="800000"/>
            </a:ln>
            <a:effectLst>
              <a:outerShdw dist="17961" dir="2700000" algn="ctr" rotWithShape="0">
                <a:schemeClr val="bg1"/>
              </a:outerShdw>
            </a:effectLst>
          </p:spPr>
          <p:txBody>
            <a:bodyPr>
              <a:spAutoFit/>
            </a:bodyPr>
            <a:lstStyle/>
            <a:p>
              <a:r>
                <a:rPr lang="zh-CN" altLang="en-US" sz="3800" i="1">
                  <a:solidFill>
                    <a:srgbClr val="FF3300"/>
                  </a:solidFill>
                  <a:ea typeface="黑体" panose="02010609060101010101" pitchFamily="2" charset="-122"/>
                </a:rPr>
                <a:t>算法</a:t>
              </a:r>
              <a:endParaRPr lang="zh-CN" altLang="en-US" sz="3800" i="1">
                <a:solidFill>
                  <a:srgbClr val="FF3300"/>
                </a:solidFill>
                <a:ea typeface="黑体" panose="02010609060101010101" pitchFamily="2" charset="-122"/>
              </a:endParaRPr>
            </a:p>
          </p:txBody>
        </p:sp>
      </p:grpSp>
      <p:grpSp>
        <p:nvGrpSpPr>
          <p:cNvPr id="5" name="Group 16"/>
          <p:cNvGrpSpPr/>
          <p:nvPr/>
        </p:nvGrpSpPr>
        <p:grpSpPr bwMode="auto">
          <a:xfrm>
            <a:off x="2279576" y="3166284"/>
            <a:ext cx="6648399" cy="1472825"/>
            <a:chOff x="899" y="2076"/>
            <a:chExt cx="3965" cy="1083"/>
          </a:xfrm>
        </p:grpSpPr>
        <p:sp>
          <p:nvSpPr>
            <p:cNvPr id="73737" name="Freeform 17"/>
            <p:cNvSpPr/>
            <p:nvPr/>
          </p:nvSpPr>
          <p:spPr bwMode="auto">
            <a:xfrm>
              <a:off x="899" y="2076"/>
              <a:ext cx="3130" cy="499"/>
            </a:xfrm>
            <a:custGeom>
              <a:avLst/>
              <a:gdLst>
                <a:gd name="T0" fmla="*/ 207 w 2338"/>
                <a:gd name="T1" fmla="*/ 21 h 693"/>
                <a:gd name="T2" fmla="*/ 368 w 2338"/>
                <a:gd name="T3" fmla="*/ 32 h 693"/>
                <a:gd name="T4" fmla="*/ 1451 w 2338"/>
                <a:gd name="T5" fmla="*/ 44 h 693"/>
                <a:gd name="T6" fmla="*/ 2073 w 2338"/>
                <a:gd name="T7" fmla="*/ 101 h 693"/>
                <a:gd name="T8" fmla="*/ 2292 w 2338"/>
                <a:gd name="T9" fmla="*/ 147 h 693"/>
                <a:gd name="T10" fmla="*/ 2338 w 2338"/>
                <a:gd name="T11" fmla="*/ 274 h 693"/>
                <a:gd name="T12" fmla="*/ 2292 w 2338"/>
                <a:gd name="T13" fmla="*/ 504 h 693"/>
                <a:gd name="T14" fmla="*/ 2246 w 2338"/>
                <a:gd name="T15" fmla="*/ 528 h 693"/>
                <a:gd name="T16" fmla="*/ 2154 w 2338"/>
                <a:gd name="T17" fmla="*/ 620 h 693"/>
                <a:gd name="T18" fmla="*/ 2131 w 2338"/>
                <a:gd name="T19" fmla="*/ 654 h 693"/>
                <a:gd name="T20" fmla="*/ 1082 w 2338"/>
                <a:gd name="T21" fmla="*/ 677 h 693"/>
                <a:gd name="T22" fmla="*/ 184 w 2338"/>
                <a:gd name="T23" fmla="*/ 666 h 693"/>
                <a:gd name="T24" fmla="*/ 92 w 2338"/>
                <a:gd name="T25" fmla="*/ 608 h 693"/>
                <a:gd name="T26" fmla="*/ 23 w 2338"/>
                <a:gd name="T27" fmla="*/ 470 h 693"/>
                <a:gd name="T28" fmla="*/ 11 w 2338"/>
                <a:gd name="T29" fmla="*/ 435 h 693"/>
                <a:gd name="T30" fmla="*/ 0 w 2338"/>
                <a:gd name="T31" fmla="*/ 401 h 693"/>
                <a:gd name="T32" fmla="*/ 69 w 2338"/>
                <a:gd name="T33" fmla="*/ 124 h 693"/>
                <a:gd name="T34" fmla="*/ 149 w 2338"/>
                <a:gd name="T35" fmla="*/ 32 h 693"/>
                <a:gd name="T36" fmla="*/ 276 w 2338"/>
                <a:gd name="T37" fmla="*/ 21 h 69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338"/>
                <a:gd name="T58" fmla="*/ 0 h 693"/>
                <a:gd name="T59" fmla="*/ 2338 w 2338"/>
                <a:gd name="T60" fmla="*/ 693 h 69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338" h="693">
                  <a:moveTo>
                    <a:pt x="207" y="21"/>
                  </a:moveTo>
                  <a:cubicBezTo>
                    <a:pt x="265" y="0"/>
                    <a:pt x="313" y="31"/>
                    <a:pt x="368" y="32"/>
                  </a:cubicBezTo>
                  <a:cubicBezTo>
                    <a:pt x="729" y="39"/>
                    <a:pt x="1090" y="40"/>
                    <a:pt x="1451" y="44"/>
                  </a:cubicBezTo>
                  <a:cubicBezTo>
                    <a:pt x="1662" y="55"/>
                    <a:pt x="1862" y="90"/>
                    <a:pt x="2073" y="101"/>
                  </a:cubicBezTo>
                  <a:cubicBezTo>
                    <a:pt x="2151" y="121"/>
                    <a:pt x="2211" y="137"/>
                    <a:pt x="2292" y="147"/>
                  </a:cubicBezTo>
                  <a:cubicBezTo>
                    <a:pt x="2307" y="191"/>
                    <a:pt x="2327" y="229"/>
                    <a:pt x="2338" y="274"/>
                  </a:cubicBezTo>
                  <a:cubicBezTo>
                    <a:pt x="2323" y="351"/>
                    <a:pt x="2319" y="430"/>
                    <a:pt x="2292" y="504"/>
                  </a:cubicBezTo>
                  <a:cubicBezTo>
                    <a:pt x="2286" y="520"/>
                    <a:pt x="2260" y="518"/>
                    <a:pt x="2246" y="528"/>
                  </a:cubicBezTo>
                  <a:cubicBezTo>
                    <a:pt x="2207" y="556"/>
                    <a:pt x="2194" y="593"/>
                    <a:pt x="2154" y="620"/>
                  </a:cubicBezTo>
                  <a:cubicBezTo>
                    <a:pt x="2146" y="631"/>
                    <a:pt x="2145" y="653"/>
                    <a:pt x="2131" y="654"/>
                  </a:cubicBezTo>
                  <a:cubicBezTo>
                    <a:pt x="1782" y="679"/>
                    <a:pt x="1432" y="668"/>
                    <a:pt x="1082" y="677"/>
                  </a:cubicBezTo>
                  <a:cubicBezTo>
                    <a:pt x="782" y="693"/>
                    <a:pt x="483" y="692"/>
                    <a:pt x="184" y="666"/>
                  </a:cubicBezTo>
                  <a:cubicBezTo>
                    <a:pt x="127" y="647"/>
                    <a:pt x="148" y="628"/>
                    <a:pt x="92" y="608"/>
                  </a:cubicBezTo>
                  <a:cubicBezTo>
                    <a:pt x="32" y="518"/>
                    <a:pt x="55" y="566"/>
                    <a:pt x="23" y="470"/>
                  </a:cubicBezTo>
                  <a:cubicBezTo>
                    <a:pt x="19" y="458"/>
                    <a:pt x="15" y="447"/>
                    <a:pt x="11" y="435"/>
                  </a:cubicBezTo>
                  <a:cubicBezTo>
                    <a:pt x="7" y="424"/>
                    <a:pt x="0" y="401"/>
                    <a:pt x="0" y="401"/>
                  </a:cubicBezTo>
                  <a:cubicBezTo>
                    <a:pt x="9" y="308"/>
                    <a:pt x="19" y="207"/>
                    <a:pt x="69" y="124"/>
                  </a:cubicBezTo>
                  <a:cubicBezTo>
                    <a:pt x="92" y="85"/>
                    <a:pt x="107" y="50"/>
                    <a:pt x="149" y="32"/>
                  </a:cubicBezTo>
                  <a:cubicBezTo>
                    <a:pt x="190" y="15"/>
                    <a:pt x="233" y="21"/>
                    <a:pt x="276" y="21"/>
                  </a:cubicBezTo>
                </a:path>
              </a:pathLst>
            </a:custGeom>
            <a:noFill/>
            <a:ln w="66675" cap="sq" cmpd="sng">
              <a:solidFill>
                <a:srgbClr val="2CB3B0"/>
              </a:solidFill>
              <a:prstDash val="solid"/>
              <a:round/>
            </a:ln>
          </p:spPr>
          <p:txBody>
            <a:bodyPr wrap="none" anchor="ctr"/>
            <a:lstStyle/>
            <a:p>
              <a:endParaRPr lang="zh-CN" altLang="en-US"/>
            </a:p>
          </p:txBody>
        </p:sp>
        <p:sp>
          <p:nvSpPr>
            <p:cNvPr id="73738" name="Freeform 18"/>
            <p:cNvSpPr/>
            <p:nvPr/>
          </p:nvSpPr>
          <p:spPr bwMode="auto">
            <a:xfrm rot="10007710" flipH="1">
              <a:off x="3184" y="2691"/>
              <a:ext cx="1383" cy="468"/>
            </a:xfrm>
            <a:custGeom>
              <a:avLst/>
              <a:gdLst>
                <a:gd name="T0" fmla="*/ 11 w 1441"/>
                <a:gd name="T1" fmla="*/ 1 h 1153"/>
                <a:gd name="T2" fmla="*/ 47 w 1441"/>
                <a:gd name="T3" fmla="*/ 1 h 1153"/>
                <a:gd name="T4" fmla="*/ 124 w 1441"/>
                <a:gd name="T5" fmla="*/ 1 h 1153"/>
                <a:gd name="T6" fmla="*/ 233 w 1441"/>
                <a:gd name="T7" fmla="*/ 1 h 1153"/>
                <a:gd name="T8" fmla="*/ 376 w 1441"/>
                <a:gd name="T9" fmla="*/ 1 h 1153"/>
                <a:gd name="T10" fmla="*/ 551 w 1441"/>
                <a:gd name="T11" fmla="*/ 1 h 1153"/>
                <a:gd name="T12" fmla="*/ 707 w 1441"/>
                <a:gd name="T13" fmla="*/ 1 h 1153"/>
                <a:gd name="T14" fmla="*/ 829 w 1441"/>
                <a:gd name="T15" fmla="*/ 1 h 1153"/>
                <a:gd name="T16" fmla="*/ 915 w 1441"/>
                <a:gd name="T17" fmla="*/ 1 h 1153"/>
                <a:gd name="T18" fmla="*/ 968 w 1441"/>
                <a:gd name="T19" fmla="*/ 1 h 1153"/>
                <a:gd name="T20" fmla="*/ 983 w 1441"/>
                <a:gd name="T21" fmla="*/ 1 h 1153"/>
                <a:gd name="T22" fmla="*/ 974 w 1441"/>
                <a:gd name="T23" fmla="*/ 1 h 1153"/>
                <a:gd name="T24" fmla="*/ 944 w 1441"/>
                <a:gd name="T25" fmla="*/ 1 h 1153"/>
                <a:gd name="T26" fmla="*/ 888 w 1441"/>
                <a:gd name="T27" fmla="*/ 1 h 1153"/>
                <a:gd name="T28" fmla="*/ 819 w 1441"/>
                <a:gd name="T29" fmla="*/ 1 h 1153"/>
                <a:gd name="T30" fmla="*/ 725 w 1441"/>
                <a:gd name="T31" fmla="*/ 1 h 1153"/>
                <a:gd name="T32" fmla="*/ 617 w 1441"/>
                <a:gd name="T33" fmla="*/ 1 h 1153"/>
                <a:gd name="T34" fmla="*/ 518 w 1441"/>
                <a:gd name="T35" fmla="*/ 1 h 1153"/>
                <a:gd name="T36" fmla="*/ 431 w 1441"/>
                <a:gd name="T37" fmla="*/ 1 h 1153"/>
                <a:gd name="T38" fmla="*/ 353 w 1441"/>
                <a:gd name="T39" fmla="*/ 2 h 1153"/>
                <a:gd name="T40" fmla="*/ 286 w 1441"/>
                <a:gd name="T41" fmla="*/ 2 h 1153"/>
                <a:gd name="T42" fmla="*/ 229 w 1441"/>
                <a:gd name="T43" fmla="*/ 2 h 1153"/>
                <a:gd name="T44" fmla="*/ 182 w 1441"/>
                <a:gd name="T45" fmla="*/ 2 h 1153"/>
                <a:gd name="T46" fmla="*/ 145 w 1441"/>
                <a:gd name="T47" fmla="*/ 2 h 1153"/>
                <a:gd name="T48" fmla="*/ 120 w 1441"/>
                <a:gd name="T49" fmla="*/ 3 h 1153"/>
                <a:gd name="T50" fmla="*/ 104 w 1441"/>
                <a:gd name="T51" fmla="*/ 3 h 1153"/>
                <a:gd name="T52" fmla="*/ 100 w 1441"/>
                <a:gd name="T53" fmla="*/ 3 h 1153"/>
                <a:gd name="T54" fmla="*/ 102 w 1441"/>
                <a:gd name="T55" fmla="*/ 3 h 1153"/>
                <a:gd name="T56" fmla="*/ 109 w 1441"/>
                <a:gd name="T57" fmla="*/ 3 h 1153"/>
                <a:gd name="T58" fmla="*/ 122 w 1441"/>
                <a:gd name="T59" fmla="*/ 2 h 1153"/>
                <a:gd name="T60" fmla="*/ 140 w 1441"/>
                <a:gd name="T61" fmla="*/ 2 h 1153"/>
                <a:gd name="T62" fmla="*/ 164 w 1441"/>
                <a:gd name="T63" fmla="*/ 2 h 1153"/>
                <a:gd name="T64" fmla="*/ 188 w 1441"/>
                <a:gd name="T65" fmla="*/ 2 h 1153"/>
                <a:gd name="T66" fmla="*/ 199 w 1441"/>
                <a:gd name="T67" fmla="*/ 2 h 1153"/>
                <a:gd name="T68" fmla="*/ 197 w 1441"/>
                <a:gd name="T69" fmla="*/ 1 h 1153"/>
                <a:gd name="T70" fmla="*/ 181 w 1441"/>
                <a:gd name="T71" fmla="*/ 1 h 1153"/>
                <a:gd name="T72" fmla="*/ 151 w 1441"/>
                <a:gd name="T73" fmla="*/ 1 h 1153"/>
                <a:gd name="T74" fmla="*/ 108 w 1441"/>
                <a:gd name="T75" fmla="*/ 1 h 1153"/>
                <a:gd name="T76" fmla="*/ 70 w 1441"/>
                <a:gd name="T77" fmla="*/ 1 h 1153"/>
                <a:gd name="T78" fmla="*/ 40 w 1441"/>
                <a:gd name="T79" fmla="*/ 1 h 1153"/>
                <a:gd name="T80" fmla="*/ 16 w 1441"/>
                <a:gd name="T81" fmla="*/ 1 h 1153"/>
                <a:gd name="T82" fmla="*/ 6 w 1441"/>
                <a:gd name="T83" fmla="*/ 1 h 1153"/>
                <a:gd name="T84" fmla="*/ 0 w 1441"/>
                <a:gd name="T85" fmla="*/ 1 h 115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441"/>
                <a:gd name="T130" fmla="*/ 0 h 1153"/>
                <a:gd name="T131" fmla="*/ 1441 w 1441"/>
                <a:gd name="T132" fmla="*/ 1153 h 115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441" h="1153">
                  <a:moveTo>
                    <a:pt x="0" y="288"/>
                  </a:moveTo>
                  <a:lnTo>
                    <a:pt x="3" y="253"/>
                  </a:lnTo>
                  <a:lnTo>
                    <a:pt x="11" y="221"/>
                  </a:lnTo>
                  <a:lnTo>
                    <a:pt x="25" y="190"/>
                  </a:lnTo>
                  <a:lnTo>
                    <a:pt x="45" y="162"/>
                  </a:lnTo>
                  <a:lnTo>
                    <a:pt x="70" y="136"/>
                  </a:lnTo>
                  <a:lnTo>
                    <a:pt x="101" y="113"/>
                  </a:lnTo>
                  <a:lnTo>
                    <a:pt x="138" y="91"/>
                  </a:lnTo>
                  <a:lnTo>
                    <a:pt x="180" y="72"/>
                  </a:lnTo>
                  <a:lnTo>
                    <a:pt x="228" y="55"/>
                  </a:lnTo>
                  <a:lnTo>
                    <a:pt x="281" y="41"/>
                  </a:lnTo>
                  <a:lnTo>
                    <a:pt x="340" y="28"/>
                  </a:lnTo>
                  <a:lnTo>
                    <a:pt x="405" y="18"/>
                  </a:lnTo>
                  <a:lnTo>
                    <a:pt x="475" y="10"/>
                  </a:lnTo>
                  <a:lnTo>
                    <a:pt x="551" y="5"/>
                  </a:lnTo>
                  <a:lnTo>
                    <a:pt x="633" y="1"/>
                  </a:lnTo>
                  <a:lnTo>
                    <a:pt x="720" y="0"/>
                  </a:lnTo>
                  <a:lnTo>
                    <a:pt x="807" y="1"/>
                  </a:lnTo>
                  <a:lnTo>
                    <a:pt x="889" y="5"/>
                  </a:lnTo>
                  <a:lnTo>
                    <a:pt x="965" y="10"/>
                  </a:lnTo>
                  <a:lnTo>
                    <a:pt x="1035" y="18"/>
                  </a:lnTo>
                  <a:lnTo>
                    <a:pt x="1100" y="28"/>
                  </a:lnTo>
                  <a:lnTo>
                    <a:pt x="1159" y="41"/>
                  </a:lnTo>
                  <a:lnTo>
                    <a:pt x="1212" y="55"/>
                  </a:lnTo>
                  <a:lnTo>
                    <a:pt x="1260" y="72"/>
                  </a:lnTo>
                  <a:lnTo>
                    <a:pt x="1302" y="91"/>
                  </a:lnTo>
                  <a:lnTo>
                    <a:pt x="1339" y="113"/>
                  </a:lnTo>
                  <a:lnTo>
                    <a:pt x="1370" y="136"/>
                  </a:lnTo>
                  <a:lnTo>
                    <a:pt x="1395" y="162"/>
                  </a:lnTo>
                  <a:lnTo>
                    <a:pt x="1415" y="190"/>
                  </a:lnTo>
                  <a:lnTo>
                    <a:pt x="1429" y="221"/>
                  </a:lnTo>
                  <a:lnTo>
                    <a:pt x="1437" y="253"/>
                  </a:lnTo>
                  <a:lnTo>
                    <a:pt x="1440" y="288"/>
                  </a:lnTo>
                  <a:lnTo>
                    <a:pt x="1438" y="323"/>
                  </a:lnTo>
                  <a:lnTo>
                    <a:pt x="1433" y="356"/>
                  </a:lnTo>
                  <a:lnTo>
                    <a:pt x="1425" y="386"/>
                  </a:lnTo>
                  <a:lnTo>
                    <a:pt x="1413" y="414"/>
                  </a:lnTo>
                  <a:lnTo>
                    <a:pt x="1398" y="440"/>
                  </a:lnTo>
                  <a:lnTo>
                    <a:pt x="1379" y="464"/>
                  </a:lnTo>
                  <a:lnTo>
                    <a:pt x="1357" y="485"/>
                  </a:lnTo>
                  <a:lnTo>
                    <a:pt x="1332" y="504"/>
                  </a:lnTo>
                  <a:lnTo>
                    <a:pt x="1303" y="521"/>
                  </a:lnTo>
                  <a:lnTo>
                    <a:pt x="1271" y="536"/>
                  </a:lnTo>
                  <a:lnTo>
                    <a:pt x="1236" y="548"/>
                  </a:lnTo>
                  <a:lnTo>
                    <a:pt x="1197" y="558"/>
                  </a:lnTo>
                  <a:lnTo>
                    <a:pt x="1155" y="566"/>
                  </a:lnTo>
                  <a:lnTo>
                    <a:pt x="1109" y="572"/>
                  </a:lnTo>
                  <a:lnTo>
                    <a:pt x="1060" y="575"/>
                  </a:lnTo>
                  <a:lnTo>
                    <a:pt x="1008" y="576"/>
                  </a:lnTo>
                  <a:lnTo>
                    <a:pt x="955" y="577"/>
                  </a:lnTo>
                  <a:lnTo>
                    <a:pt x="903" y="581"/>
                  </a:lnTo>
                  <a:lnTo>
                    <a:pt x="854" y="586"/>
                  </a:lnTo>
                  <a:lnTo>
                    <a:pt x="806" y="594"/>
                  </a:lnTo>
                  <a:lnTo>
                    <a:pt x="759" y="604"/>
                  </a:lnTo>
                  <a:lnTo>
                    <a:pt x="714" y="617"/>
                  </a:lnTo>
                  <a:lnTo>
                    <a:pt x="671" y="631"/>
                  </a:lnTo>
                  <a:lnTo>
                    <a:pt x="630" y="648"/>
                  </a:lnTo>
                  <a:lnTo>
                    <a:pt x="590" y="667"/>
                  </a:lnTo>
                  <a:lnTo>
                    <a:pt x="552" y="689"/>
                  </a:lnTo>
                  <a:lnTo>
                    <a:pt x="516" y="712"/>
                  </a:lnTo>
                  <a:lnTo>
                    <a:pt x="482" y="738"/>
                  </a:lnTo>
                  <a:lnTo>
                    <a:pt x="449" y="766"/>
                  </a:lnTo>
                  <a:lnTo>
                    <a:pt x="417" y="797"/>
                  </a:lnTo>
                  <a:lnTo>
                    <a:pt x="388" y="829"/>
                  </a:lnTo>
                  <a:lnTo>
                    <a:pt x="360" y="864"/>
                  </a:lnTo>
                  <a:lnTo>
                    <a:pt x="334" y="899"/>
                  </a:lnTo>
                  <a:lnTo>
                    <a:pt x="309" y="932"/>
                  </a:lnTo>
                  <a:lnTo>
                    <a:pt x="287" y="962"/>
                  </a:lnTo>
                  <a:lnTo>
                    <a:pt x="266" y="990"/>
                  </a:lnTo>
                  <a:lnTo>
                    <a:pt x="246" y="1016"/>
                  </a:lnTo>
                  <a:lnTo>
                    <a:pt x="228" y="1040"/>
                  </a:lnTo>
                  <a:lnTo>
                    <a:pt x="212" y="1061"/>
                  </a:lnTo>
                  <a:lnTo>
                    <a:pt x="198" y="1080"/>
                  </a:lnTo>
                  <a:lnTo>
                    <a:pt x="185" y="1097"/>
                  </a:lnTo>
                  <a:lnTo>
                    <a:pt x="174" y="1112"/>
                  </a:lnTo>
                  <a:lnTo>
                    <a:pt x="165" y="1124"/>
                  </a:lnTo>
                  <a:lnTo>
                    <a:pt x="158" y="1134"/>
                  </a:lnTo>
                  <a:lnTo>
                    <a:pt x="152" y="1142"/>
                  </a:lnTo>
                  <a:lnTo>
                    <a:pt x="147" y="1148"/>
                  </a:lnTo>
                  <a:lnTo>
                    <a:pt x="145" y="1151"/>
                  </a:lnTo>
                  <a:lnTo>
                    <a:pt x="144" y="1152"/>
                  </a:lnTo>
                  <a:lnTo>
                    <a:pt x="144" y="1151"/>
                  </a:lnTo>
                  <a:lnTo>
                    <a:pt x="146" y="1148"/>
                  </a:lnTo>
                  <a:lnTo>
                    <a:pt x="148" y="1142"/>
                  </a:lnTo>
                  <a:lnTo>
                    <a:pt x="151" y="1134"/>
                  </a:lnTo>
                  <a:lnTo>
                    <a:pt x="155" y="1124"/>
                  </a:lnTo>
                  <a:lnTo>
                    <a:pt x="159" y="1112"/>
                  </a:lnTo>
                  <a:lnTo>
                    <a:pt x="165" y="1097"/>
                  </a:lnTo>
                  <a:lnTo>
                    <a:pt x="171" y="1080"/>
                  </a:lnTo>
                  <a:lnTo>
                    <a:pt x="178" y="1061"/>
                  </a:lnTo>
                  <a:lnTo>
                    <a:pt x="186" y="1040"/>
                  </a:lnTo>
                  <a:lnTo>
                    <a:pt x="195" y="1016"/>
                  </a:lnTo>
                  <a:lnTo>
                    <a:pt x="205" y="990"/>
                  </a:lnTo>
                  <a:lnTo>
                    <a:pt x="215" y="962"/>
                  </a:lnTo>
                  <a:lnTo>
                    <a:pt x="227" y="932"/>
                  </a:lnTo>
                  <a:lnTo>
                    <a:pt x="239" y="899"/>
                  </a:lnTo>
                  <a:lnTo>
                    <a:pt x="252" y="864"/>
                  </a:lnTo>
                  <a:lnTo>
                    <a:pt x="264" y="829"/>
                  </a:lnTo>
                  <a:lnTo>
                    <a:pt x="275" y="797"/>
                  </a:lnTo>
                  <a:lnTo>
                    <a:pt x="282" y="766"/>
                  </a:lnTo>
                  <a:lnTo>
                    <a:pt x="288" y="738"/>
                  </a:lnTo>
                  <a:lnTo>
                    <a:pt x="291" y="712"/>
                  </a:lnTo>
                  <a:lnTo>
                    <a:pt x="293" y="689"/>
                  </a:lnTo>
                  <a:lnTo>
                    <a:pt x="291" y="667"/>
                  </a:lnTo>
                  <a:lnTo>
                    <a:pt x="288" y="648"/>
                  </a:lnTo>
                  <a:lnTo>
                    <a:pt x="282" y="631"/>
                  </a:lnTo>
                  <a:lnTo>
                    <a:pt x="275" y="617"/>
                  </a:lnTo>
                  <a:lnTo>
                    <a:pt x="264" y="604"/>
                  </a:lnTo>
                  <a:lnTo>
                    <a:pt x="252" y="594"/>
                  </a:lnTo>
                  <a:lnTo>
                    <a:pt x="237" y="586"/>
                  </a:lnTo>
                  <a:lnTo>
                    <a:pt x="221" y="581"/>
                  </a:lnTo>
                  <a:lnTo>
                    <a:pt x="201" y="577"/>
                  </a:lnTo>
                  <a:lnTo>
                    <a:pt x="180" y="576"/>
                  </a:lnTo>
                  <a:lnTo>
                    <a:pt x="158" y="575"/>
                  </a:lnTo>
                  <a:lnTo>
                    <a:pt x="138" y="572"/>
                  </a:lnTo>
                  <a:lnTo>
                    <a:pt x="119" y="566"/>
                  </a:lnTo>
                  <a:lnTo>
                    <a:pt x="101" y="558"/>
                  </a:lnTo>
                  <a:lnTo>
                    <a:pt x="85" y="548"/>
                  </a:lnTo>
                  <a:lnTo>
                    <a:pt x="70" y="536"/>
                  </a:lnTo>
                  <a:lnTo>
                    <a:pt x="57" y="521"/>
                  </a:lnTo>
                  <a:lnTo>
                    <a:pt x="45" y="504"/>
                  </a:lnTo>
                  <a:lnTo>
                    <a:pt x="34" y="485"/>
                  </a:lnTo>
                  <a:lnTo>
                    <a:pt x="25" y="464"/>
                  </a:lnTo>
                  <a:lnTo>
                    <a:pt x="18" y="440"/>
                  </a:lnTo>
                  <a:lnTo>
                    <a:pt x="11" y="414"/>
                  </a:lnTo>
                  <a:lnTo>
                    <a:pt x="6" y="386"/>
                  </a:lnTo>
                  <a:lnTo>
                    <a:pt x="3" y="356"/>
                  </a:lnTo>
                  <a:lnTo>
                    <a:pt x="1" y="323"/>
                  </a:lnTo>
                  <a:lnTo>
                    <a:pt x="0" y="288"/>
                  </a:lnTo>
                  <a:close/>
                </a:path>
              </a:pathLst>
            </a:custGeom>
            <a:noFill/>
            <a:ln w="57150" cap="flat">
              <a:solidFill>
                <a:srgbClr val="00CCFF"/>
              </a:solidFill>
              <a:prstDash val="solid"/>
              <a:round/>
            </a:ln>
          </p:spPr>
          <p:txBody>
            <a:bodyPr wrap="square" anchor="ctr">
              <a:spAutoFit/>
            </a:bodyPr>
            <a:lstStyle/>
            <a:p>
              <a:endParaRPr lang="zh-CN" altLang="en-US"/>
            </a:p>
          </p:txBody>
        </p:sp>
        <p:sp>
          <p:nvSpPr>
            <p:cNvPr id="73739" name="Rectangle 19"/>
            <p:cNvSpPr>
              <a:spLocks noChangeArrowheads="1"/>
            </p:cNvSpPr>
            <p:nvPr/>
          </p:nvSpPr>
          <p:spPr bwMode="auto">
            <a:xfrm rot="-845706">
              <a:off x="3225" y="2781"/>
              <a:ext cx="1639" cy="279"/>
            </a:xfrm>
            <a:prstGeom prst="rect">
              <a:avLst/>
            </a:prstGeom>
            <a:noFill/>
            <a:ln w="12700" cap="sq">
              <a:noFill/>
              <a:miter lim="800000"/>
            </a:ln>
          </p:spPr>
          <p:txBody>
            <a:bodyPr>
              <a:spAutoFit/>
            </a:bodyPr>
            <a:lstStyle/>
            <a:p>
              <a:r>
                <a:rPr lang="zh-CN" altLang="en-US" sz="2300" dirty="0">
                  <a:solidFill>
                    <a:schemeClr val="accent2"/>
                  </a:solidFill>
                  <a:latin typeface="黑体" panose="02010609060101010101" pitchFamily="2" charset="-122"/>
                  <a:ea typeface="黑体" panose="02010609060101010101" pitchFamily="2" charset="-122"/>
                </a:rPr>
                <a:t>确定插入位置</a:t>
              </a:r>
              <a:endParaRPr lang="zh-CN" altLang="en-US" sz="2300" dirty="0">
                <a:solidFill>
                  <a:schemeClr val="accent2"/>
                </a:solidFill>
                <a:latin typeface="黑体" panose="02010609060101010101" pitchFamily="2" charset="-122"/>
                <a:ea typeface="黑体" panose="02010609060101010101" pitchFamily="2" charset="-122"/>
              </a:endParaRPr>
            </a:p>
          </p:txBody>
        </p:sp>
      </p:grpSp>
      <p:grpSp>
        <p:nvGrpSpPr>
          <p:cNvPr id="6" name="Group 20"/>
          <p:cNvGrpSpPr/>
          <p:nvPr/>
        </p:nvGrpSpPr>
        <p:grpSpPr bwMode="auto">
          <a:xfrm>
            <a:off x="6815014" y="5508501"/>
            <a:ext cx="1544637" cy="1152525"/>
            <a:chOff x="3469" y="3521"/>
            <a:chExt cx="973" cy="726"/>
          </a:xfrm>
        </p:grpSpPr>
        <p:sp>
          <p:nvSpPr>
            <p:cNvPr id="73735" name="Freeform 21"/>
            <p:cNvSpPr/>
            <p:nvPr/>
          </p:nvSpPr>
          <p:spPr bwMode="auto">
            <a:xfrm>
              <a:off x="3469" y="3521"/>
              <a:ext cx="953" cy="726"/>
            </a:xfrm>
            <a:custGeom>
              <a:avLst/>
              <a:gdLst>
                <a:gd name="T0" fmla="*/ 282 w 809"/>
                <a:gd name="T1" fmla="*/ 314 h 659"/>
                <a:gd name="T2" fmla="*/ 258 w 809"/>
                <a:gd name="T3" fmla="*/ 534 h 659"/>
                <a:gd name="T4" fmla="*/ 1363 w 809"/>
                <a:gd name="T5" fmla="*/ 1073 h 659"/>
                <a:gd name="T6" fmla="*/ 1429 w 809"/>
                <a:gd name="T7" fmla="*/ 1087 h 659"/>
                <a:gd name="T8" fmla="*/ 1983 w 809"/>
                <a:gd name="T9" fmla="*/ 1031 h 659"/>
                <a:gd name="T10" fmla="*/ 2469 w 809"/>
                <a:gd name="T11" fmla="*/ 1018 h 659"/>
                <a:gd name="T12" fmla="*/ 2489 w 809"/>
                <a:gd name="T13" fmla="*/ 507 h 659"/>
                <a:gd name="T14" fmla="*/ 2336 w 809"/>
                <a:gd name="T15" fmla="*/ 464 h 659"/>
                <a:gd name="T16" fmla="*/ 2269 w 809"/>
                <a:gd name="T17" fmla="*/ 437 h 659"/>
                <a:gd name="T18" fmla="*/ 2159 w 809"/>
                <a:gd name="T19" fmla="*/ 423 h 659"/>
                <a:gd name="T20" fmla="*/ 2118 w 809"/>
                <a:gd name="T21" fmla="*/ 339 h 659"/>
                <a:gd name="T22" fmla="*/ 1983 w 809"/>
                <a:gd name="T23" fmla="*/ 286 h 659"/>
                <a:gd name="T24" fmla="*/ 1847 w 809"/>
                <a:gd name="T25" fmla="*/ 259 h 659"/>
                <a:gd name="T26" fmla="*/ 258 w 809"/>
                <a:gd name="T27" fmla="*/ 394 h 659"/>
                <a:gd name="T28" fmla="*/ 448 w 809"/>
                <a:gd name="T29" fmla="*/ 365 h 6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9" h="659">
                  <a:moveTo>
                    <a:pt x="89" y="159"/>
                  </a:moveTo>
                  <a:cubicBezTo>
                    <a:pt x="68" y="223"/>
                    <a:pt x="74" y="186"/>
                    <a:pt x="82" y="271"/>
                  </a:cubicBezTo>
                  <a:cubicBezTo>
                    <a:pt x="92" y="659"/>
                    <a:pt x="0" y="528"/>
                    <a:pt x="433" y="545"/>
                  </a:cubicBezTo>
                  <a:cubicBezTo>
                    <a:pt x="440" y="545"/>
                    <a:pt x="447" y="550"/>
                    <a:pt x="454" y="552"/>
                  </a:cubicBezTo>
                  <a:cubicBezTo>
                    <a:pt x="533" y="547"/>
                    <a:pt x="564" y="546"/>
                    <a:pt x="630" y="524"/>
                  </a:cubicBezTo>
                  <a:cubicBezTo>
                    <a:pt x="679" y="508"/>
                    <a:pt x="733" y="519"/>
                    <a:pt x="784" y="517"/>
                  </a:cubicBezTo>
                  <a:cubicBezTo>
                    <a:pt x="806" y="450"/>
                    <a:pt x="809" y="330"/>
                    <a:pt x="791" y="257"/>
                  </a:cubicBezTo>
                  <a:cubicBezTo>
                    <a:pt x="788" y="244"/>
                    <a:pt x="749" y="238"/>
                    <a:pt x="742" y="236"/>
                  </a:cubicBezTo>
                  <a:cubicBezTo>
                    <a:pt x="735" y="231"/>
                    <a:pt x="729" y="225"/>
                    <a:pt x="721" y="222"/>
                  </a:cubicBezTo>
                  <a:cubicBezTo>
                    <a:pt x="710" y="218"/>
                    <a:pt x="694" y="223"/>
                    <a:pt x="686" y="215"/>
                  </a:cubicBezTo>
                  <a:cubicBezTo>
                    <a:pt x="676" y="205"/>
                    <a:pt x="677" y="187"/>
                    <a:pt x="672" y="173"/>
                  </a:cubicBezTo>
                  <a:cubicBezTo>
                    <a:pt x="667" y="157"/>
                    <a:pt x="646" y="150"/>
                    <a:pt x="630" y="145"/>
                  </a:cubicBezTo>
                  <a:cubicBezTo>
                    <a:pt x="616" y="140"/>
                    <a:pt x="587" y="131"/>
                    <a:pt x="587" y="131"/>
                  </a:cubicBezTo>
                  <a:cubicBezTo>
                    <a:pt x="510" y="132"/>
                    <a:pt x="82" y="0"/>
                    <a:pt x="82" y="201"/>
                  </a:cubicBezTo>
                  <a:lnTo>
                    <a:pt x="143" y="184"/>
                  </a:lnTo>
                </a:path>
              </a:pathLst>
            </a:custGeom>
            <a:solidFill>
              <a:srgbClr val="FFCC99"/>
            </a:solidFill>
            <a:ln w="12700" cap="sq" cmpd="sng">
              <a:noFill/>
              <a:prstDash val="solid"/>
              <a:round/>
            </a:ln>
            <a:effectLst>
              <a:outerShdw dist="53882" dir="2700000" algn="ctr" rotWithShape="0">
                <a:srgbClr val="B2B2B2"/>
              </a:outerShdw>
            </a:effectLst>
          </p:spPr>
          <p:txBody>
            <a:bodyPr wrap="none" anchor="ctr"/>
            <a:lstStyle/>
            <a:p>
              <a:endParaRPr lang="zh-CN" altLang="en-US"/>
            </a:p>
          </p:txBody>
        </p:sp>
        <p:sp>
          <p:nvSpPr>
            <p:cNvPr id="73736" name="Rectangle 22"/>
            <p:cNvSpPr>
              <a:spLocks noChangeArrowheads="1"/>
            </p:cNvSpPr>
            <p:nvPr/>
          </p:nvSpPr>
          <p:spPr bwMode="auto">
            <a:xfrm>
              <a:off x="3626" y="3710"/>
              <a:ext cx="816" cy="404"/>
            </a:xfrm>
            <a:prstGeom prst="rect">
              <a:avLst/>
            </a:prstGeom>
            <a:noFill/>
            <a:ln w="12700" cap="sq">
              <a:noFill/>
              <a:miter lim="800000"/>
            </a:ln>
            <a:effectLst>
              <a:outerShdw dist="12700" algn="ctr" rotWithShape="0">
                <a:srgbClr val="000000"/>
              </a:outerShdw>
            </a:effectLst>
          </p:spPr>
          <p:txBody>
            <a:bodyPr>
              <a:spAutoFit/>
            </a:bodyPr>
            <a:lstStyle/>
            <a:p>
              <a:r>
                <a:rPr lang="en-US" altLang="zh-CN" sz="3600">
                  <a:solidFill>
                    <a:srgbClr val="FF3300"/>
                  </a:solidFill>
                  <a:ea typeface="幼圆" pitchFamily="49" charset="-122"/>
                </a:rPr>
                <a:t>O</a:t>
              </a:r>
              <a:r>
                <a:rPr lang="en-US" altLang="zh-CN" sz="3200">
                  <a:solidFill>
                    <a:srgbClr val="FF3300"/>
                  </a:solidFill>
                  <a:ea typeface="幼圆" pitchFamily="49" charset="-122"/>
                </a:rPr>
                <a:t>(n)</a:t>
              </a:r>
              <a:endParaRPr lang="zh-CN" altLang="en-US" sz="3200">
                <a:solidFill>
                  <a:srgbClr val="FF3300"/>
                </a:solidFill>
                <a:ea typeface="幼圆" pitchFamily="49" charset="-122"/>
              </a:endParaRPr>
            </a:p>
          </p:txBody>
        </p:sp>
      </p:grpSp>
      <p:sp>
        <p:nvSpPr>
          <p:cNvPr id="18" name="Text Box 2"/>
          <p:cNvSpPr txBox="1">
            <a:spLocks noChangeArrowheads="1"/>
          </p:cNvSpPr>
          <p:nvPr/>
        </p:nvSpPr>
        <p:spPr bwMode="auto">
          <a:xfrm>
            <a:off x="2870075" y="-19814"/>
            <a:ext cx="6172200" cy="595313"/>
          </a:xfrm>
          <a:prstGeom prst="rect">
            <a:avLst/>
          </a:prstGeom>
          <a:solidFill>
            <a:schemeClr val="bg2">
              <a:lumMod val="20000"/>
              <a:lumOff val="80000"/>
            </a:schemeClr>
          </a:solidFill>
          <a:ln w="12700" cap="sq">
            <a:noFill/>
            <a:miter lim="800000"/>
          </a:ln>
        </p:spPr>
        <p:txBody>
          <a:bodyPr>
            <a:spAutoFit/>
          </a:bodyPr>
          <a:lstStyle/>
          <a:p>
            <a:pPr algn="ctr" fontAlgn="base">
              <a:spcBef>
                <a:spcPct val="0"/>
              </a:spcBef>
            </a:pPr>
            <a:r>
              <a:rPr lang="en-US" altLang="zh-CN" sz="3300" dirty="0">
                <a:solidFill>
                  <a:srgbClr val="003399"/>
                </a:solidFill>
                <a:ea typeface="宋体" pitchFamily="2" charset="-122"/>
              </a:rPr>
              <a:t>a</a:t>
            </a:r>
            <a:r>
              <a:rPr lang="en-US" altLang="zh-CN" sz="3300" baseline="-25000" dirty="0">
                <a:solidFill>
                  <a:srgbClr val="003399"/>
                </a:solidFill>
                <a:ea typeface="宋体" pitchFamily="2" charset="-122"/>
              </a:rPr>
              <a:t>1</a:t>
            </a:r>
            <a:r>
              <a:rPr lang="en-US" altLang="zh-CN" sz="3300" dirty="0">
                <a:solidFill>
                  <a:srgbClr val="003399"/>
                </a:solidFill>
                <a:ea typeface="宋体" pitchFamily="2" charset="-122"/>
              </a:rPr>
              <a:t>, a</a:t>
            </a:r>
            <a:r>
              <a:rPr lang="en-US" altLang="zh-CN" sz="3300" baseline="-25000" dirty="0">
                <a:solidFill>
                  <a:srgbClr val="003399"/>
                </a:solidFill>
                <a:ea typeface="宋体" pitchFamily="2" charset="-122"/>
              </a:rPr>
              <a:t>2</a:t>
            </a:r>
            <a:r>
              <a:rPr lang="en-US" altLang="zh-CN" sz="3300" dirty="0">
                <a:solidFill>
                  <a:srgbClr val="003399"/>
                </a:solidFill>
                <a:ea typeface="宋体" pitchFamily="2" charset="-122"/>
              </a:rPr>
              <a:t>, a</a:t>
            </a:r>
            <a:r>
              <a:rPr lang="en-US" altLang="zh-CN" sz="3300" baseline="-25000" dirty="0">
                <a:solidFill>
                  <a:srgbClr val="003399"/>
                </a:solidFill>
                <a:ea typeface="宋体" pitchFamily="2" charset="-122"/>
              </a:rPr>
              <a:t>3</a:t>
            </a:r>
            <a:r>
              <a:rPr lang="en-US" altLang="zh-CN" sz="3300" dirty="0">
                <a:solidFill>
                  <a:srgbClr val="003399"/>
                </a:solidFill>
                <a:ea typeface="宋体" pitchFamily="2" charset="-122"/>
              </a:rPr>
              <a:t>,  </a:t>
            </a:r>
            <a:r>
              <a:rPr lang="en-US" altLang="zh-CN" sz="3300" dirty="0">
                <a:solidFill>
                  <a:srgbClr val="003399"/>
                </a:solidFill>
                <a:ea typeface="宋体" pitchFamily="2" charset="-122"/>
                <a:cs typeface="Times New Roman" panose="02020503050405090304" pitchFamily="18" charset="0"/>
              </a:rPr>
              <a:t>…,</a:t>
            </a:r>
            <a:r>
              <a:rPr lang="en-US" altLang="zh-CN" sz="3300" dirty="0">
                <a:solidFill>
                  <a:srgbClr val="003399"/>
                </a:solidFill>
                <a:ea typeface="宋体" pitchFamily="2" charset="-122"/>
              </a:rPr>
              <a:t> a</a:t>
            </a:r>
            <a:r>
              <a:rPr lang="en-US" altLang="zh-CN" sz="3300" baseline="-25000" dirty="0">
                <a:solidFill>
                  <a:srgbClr val="003399"/>
                </a:solidFill>
                <a:ea typeface="宋体" pitchFamily="2" charset="-122"/>
              </a:rPr>
              <a:t>i</a:t>
            </a:r>
            <a:r>
              <a:rPr lang="en-US" altLang="zh-CN" sz="3300" dirty="0">
                <a:solidFill>
                  <a:srgbClr val="003399"/>
                </a:solidFill>
                <a:ea typeface="宋体" pitchFamily="2" charset="-122"/>
              </a:rPr>
              <a:t>, a</a:t>
            </a:r>
            <a:r>
              <a:rPr lang="en-US" altLang="zh-CN" sz="3300" baseline="-25000" dirty="0">
                <a:solidFill>
                  <a:srgbClr val="003399"/>
                </a:solidFill>
                <a:ea typeface="宋体" pitchFamily="2" charset="-122"/>
              </a:rPr>
              <a:t>i+1</a:t>
            </a:r>
            <a:r>
              <a:rPr lang="en-US" altLang="zh-CN" sz="3300" dirty="0">
                <a:solidFill>
                  <a:srgbClr val="003399"/>
                </a:solidFill>
                <a:ea typeface="宋体" pitchFamily="2" charset="-122"/>
              </a:rPr>
              <a:t>, a</a:t>
            </a:r>
            <a:r>
              <a:rPr lang="en-US" altLang="zh-CN" sz="3300" baseline="-25000" dirty="0">
                <a:solidFill>
                  <a:srgbClr val="003399"/>
                </a:solidFill>
                <a:ea typeface="宋体" pitchFamily="2" charset="-122"/>
              </a:rPr>
              <a:t>i+2</a:t>
            </a:r>
            <a:r>
              <a:rPr lang="en-US" altLang="zh-CN" sz="3300" dirty="0">
                <a:solidFill>
                  <a:srgbClr val="003399"/>
                </a:solidFill>
                <a:ea typeface="宋体" pitchFamily="2" charset="-122"/>
              </a:rPr>
              <a:t>,  …, a</a:t>
            </a:r>
            <a:r>
              <a:rPr lang="en-US" altLang="zh-CN" sz="3300" baseline="-25000" dirty="0">
                <a:solidFill>
                  <a:srgbClr val="003399"/>
                </a:solidFill>
                <a:ea typeface="宋体" pitchFamily="2" charset="-122"/>
              </a:rPr>
              <a:t>n</a:t>
            </a:r>
            <a:endParaRPr lang="en-US" altLang="zh-CN" sz="3300" baseline="-25000" dirty="0">
              <a:solidFill>
                <a:srgbClr val="003399"/>
              </a:solidFill>
              <a:ea typeface="宋体" pitchFamily="2" charset="-122"/>
            </a:endParaRPr>
          </a:p>
        </p:txBody>
      </p:sp>
      <p:sp>
        <p:nvSpPr>
          <p:cNvPr id="19" name="Text Box 3"/>
          <p:cNvSpPr txBox="1">
            <a:spLocks noChangeArrowheads="1"/>
          </p:cNvSpPr>
          <p:nvPr/>
        </p:nvSpPr>
        <p:spPr bwMode="auto">
          <a:xfrm>
            <a:off x="8526339" y="58612"/>
            <a:ext cx="829073" cy="477054"/>
          </a:xfrm>
          <a:prstGeom prst="rect">
            <a:avLst/>
          </a:prstGeom>
          <a:noFill/>
          <a:ln w="12700" cap="sq">
            <a:noFill/>
            <a:miter lim="800000"/>
          </a:ln>
          <a:effectLst>
            <a:outerShdw dist="17961" dir="2700000" algn="ctr" rotWithShape="0">
              <a:srgbClr val="000000"/>
            </a:outerShdw>
          </a:effectLst>
        </p:spPr>
        <p:txBody>
          <a:bodyPr wrap="none">
            <a:spAutoFit/>
          </a:bodyPr>
          <a:lstStyle/>
          <a:p>
            <a:pPr fontAlgn="base">
              <a:spcBef>
                <a:spcPct val="0"/>
              </a:spcBef>
            </a:pPr>
            <a:r>
              <a:rPr lang="zh-CN" altLang="zh-CN" sz="2500" dirty="0">
                <a:solidFill>
                  <a:srgbClr val="FF0000"/>
                </a:solidFill>
                <a:ea typeface="宋体" pitchFamily="2" charset="-122"/>
              </a:rPr>
              <a:t>, </a:t>
            </a:r>
            <a:r>
              <a:rPr lang="en-US" altLang="zh-CN" sz="2500" dirty="0">
                <a:solidFill>
                  <a:srgbClr val="FF0000"/>
                </a:solidFill>
                <a:ea typeface="宋体" pitchFamily="2" charset="-122"/>
              </a:rPr>
              <a:t>item</a:t>
            </a:r>
            <a:endParaRPr lang="en-US" altLang="zh-CN" sz="2500" dirty="0">
              <a:solidFill>
                <a:srgbClr val="FF0000"/>
              </a:solidFill>
              <a:ea typeface="宋体" pitchFamily="2" charset="-122"/>
            </a:endParaRPr>
          </a:p>
        </p:txBody>
      </p:sp>
      <p:grpSp>
        <p:nvGrpSpPr>
          <p:cNvPr id="20" name="Group 16"/>
          <p:cNvGrpSpPr/>
          <p:nvPr/>
        </p:nvGrpSpPr>
        <p:grpSpPr bwMode="auto">
          <a:xfrm>
            <a:off x="8927975" y="433262"/>
            <a:ext cx="1524000" cy="514350"/>
            <a:chOff x="4512" y="2592"/>
            <a:chExt cx="960" cy="324"/>
          </a:xfrm>
          <a:solidFill>
            <a:schemeClr val="bg2">
              <a:lumMod val="20000"/>
              <a:lumOff val="80000"/>
            </a:schemeClr>
          </a:solidFill>
        </p:grpSpPr>
        <p:sp>
          <p:nvSpPr>
            <p:cNvPr id="21" name="AutoShape 17"/>
            <p:cNvSpPr>
              <a:spLocks noChangeArrowheads="1"/>
            </p:cNvSpPr>
            <p:nvPr/>
          </p:nvSpPr>
          <p:spPr bwMode="auto">
            <a:xfrm>
              <a:off x="4512" y="2676"/>
              <a:ext cx="192" cy="240"/>
            </a:xfrm>
            <a:prstGeom prst="upArrow">
              <a:avLst>
                <a:gd name="adj1" fmla="val 50000"/>
                <a:gd name="adj2" fmla="val 31250"/>
              </a:avLst>
            </a:prstGeom>
            <a:solidFill>
              <a:srgbClr val="FF0000"/>
            </a:solidFill>
            <a:ln w="12700" cap="sq">
              <a:solidFill>
                <a:srgbClr val="FFFF00"/>
              </a:solidFill>
              <a:miter lim="800000"/>
            </a:ln>
          </p:spPr>
          <p:txBody>
            <a:bodyPr wrap="none" anchor="ctr"/>
            <a:lstStyle/>
            <a:p>
              <a:endParaRPr lang="zh-CN" altLang="en-US"/>
            </a:p>
          </p:txBody>
        </p:sp>
        <p:sp>
          <p:nvSpPr>
            <p:cNvPr id="22" name="Text Box 18"/>
            <p:cNvSpPr txBox="1">
              <a:spLocks noChangeArrowheads="1"/>
            </p:cNvSpPr>
            <p:nvPr/>
          </p:nvSpPr>
          <p:spPr bwMode="auto">
            <a:xfrm>
              <a:off x="4656" y="2592"/>
              <a:ext cx="816" cy="231"/>
            </a:xfrm>
            <a:prstGeom prst="rect">
              <a:avLst/>
            </a:prstGeom>
            <a:noFill/>
            <a:ln w="12700" cap="sq">
              <a:noFill/>
              <a:miter lim="800000"/>
            </a:ln>
          </p:spPr>
          <p:txBody>
            <a:bodyPr>
              <a:spAutoFit/>
            </a:bodyPr>
            <a:lstStyle/>
            <a:p>
              <a:pPr>
                <a:spcBef>
                  <a:spcPct val="0"/>
                </a:spcBef>
              </a:pPr>
              <a:r>
                <a:rPr lang="zh-CN" altLang="en-US" dirty="0">
                  <a:solidFill>
                    <a:schemeClr val="accent2"/>
                  </a:solidFill>
                  <a:latin typeface="黑体" panose="02010609060101010101" pitchFamily="2" charset="-122"/>
                  <a:ea typeface="黑体" panose="02010609060101010101" pitchFamily="2" charset="-122"/>
                </a:rPr>
                <a:t>特殊情况</a:t>
              </a:r>
              <a:endParaRPr lang="zh-CN" altLang="en-US" dirty="0">
                <a:solidFill>
                  <a:schemeClr val="accent2"/>
                </a:solidFill>
                <a:latin typeface="黑体" panose="02010609060101010101" pitchFamily="2" charset="-122"/>
                <a:ea typeface="黑体" panose="02010609060101010101" pitchFamily="2" charset="-122"/>
              </a:endParaRPr>
            </a:p>
          </p:txBody>
        </p:sp>
      </p:grpSp>
      <p:grpSp>
        <p:nvGrpSpPr>
          <p:cNvPr id="23" name="Group 20"/>
          <p:cNvGrpSpPr/>
          <p:nvPr/>
        </p:nvGrpSpPr>
        <p:grpSpPr bwMode="auto">
          <a:xfrm>
            <a:off x="8147719" y="1861529"/>
            <a:ext cx="2304256" cy="1152525"/>
            <a:chOff x="3469" y="3521"/>
            <a:chExt cx="973" cy="726"/>
          </a:xfrm>
        </p:grpSpPr>
        <p:sp>
          <p:nvSpPr>
            <p:cNvPr id="24" name="Freeform 21"/>
            <p:cNvSpPr/>
            <p:nvPr/>
          </p:nvSpPr>
          <p:spPr bwMode="auto">
            <a:xfrm>
              <a:off x="3469" y="3521"/>
              <a:ext cx="953" cy="726"/>
            </a:xfrm>
            <a:custGeom>
              <a:avLst/>
              <a:gdLst>
                <a:gd name="T0" fmla="*/ 282 w 809"/>
                <a:gd name="T1" fmla="*/ 314 h 659"/>
                <a:gd name="T2" fmla="*/ 258 w 809"/>
                <a:gd name="T3" fmla="*/ 534 h 659"/>
                <a:gd name="T4" fmla="*/ 1363 w 809"/>
                <a:gd name="T5" fmla="*/ 1073 h 659"/>
                <a:gd name="T6" fmla="*/ 1429 w 809"/>
                <a:gd name="T7" fmla="*/ 1087 h 659"/>
                <a:gd name="T8" fmla="*/ 1983 w 809"/>
                <a:gd name="T9" fmla="*/ 1031 h 659"/>
                <a:gd name="T10" fmla="*/ 2469 w 809"/>
                <a:gd name="T11" fmla="*/ 1018 h 659"/>
                <a:gd name="T12" fmla="*/ 2489 w 809"/>
                <a:gd name="T13" fmla="*/ 507 h 659"/>
                <a:gd name="T14" fmla="*/ 2336 w 809"/>
                <a:gd name="T15" fmla="*/ 464 h 659"/>
                <a:gd name="T16" fmla="*/ 2269 w 809"/>
                <a:gd name="T17" fmla="*/ 437 h 659"/>
                <a:gd name="T18" fmla="*/ 2159 w 809"/>
                <a:gd name="T19" fmla="*/ 423 h 659"/>
                <a:gd name="T20" fmla="*/ 2118 w 809"/>
                <a:gd name="T21" fmla="*/ 339 h 659"/>
                <a:gd name="T22" fmla="*/ 1983 w 809"/>
                <a:gd name="T23" fmla="*/ 286 h 659"/>
                <a:gd name="T24" fmla="*/ 1847 w 809"/>
                <a:gd name="T25" fmla="*/ 259 h 659"/>
                <a:gd name="T26" fmla="*/ 258 w 809"/>
                <a:gd name="T27" fmla="*/ 394 h 659"/>
                <a:gd name="T28" fmla="*/ 448 w 809"/>
                <a:gd name="T29" fmla="*/ 365 h 6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9" h="659">
                  <a:moveTo>
                    <a:pt x="89" y="159"/>
                  </a:moveTo>
                  <a:cubicBezTo>
                    <a:pt x="68" y="223"/>
                    <a:pt x="74" y="186"/>
                    <a:pt x="82" y="271"/>
                  </a:cubicBezTo>
                  <a:cubicBezTo>
                    <a:pt x="92" y="659"/>
                    <a:pt x="0" y="528"/>
                    <a:pt x="433" y="545"/>
                  </a:cubicBezTo>
                  <a:cubicBezTo>
                    <a:pt x="440" y="545"/>
                    <a:pt x="447" y="550"/>
                    <a:pt x="454" y="552"/>
                  </a:cubicBezTo>
                  <a:cubicBezTo>
                    <a:pt x="533" y="547"/>
                    <a:pt x="564" y="546"/>
                    <a:pt x="630" y="524"/>
                  </a:cubicBezTo>
                  <a:cubicBezTo>
                    <a:pt x="679" y="508"/>
                    <a:pt x="733" y="519"/>
                    <a:pt x="784" y="517"/>
                  </a:cubicBezTo>
                  <a:cubicBezTo>
                    <a:pt x="806" y="450"/>
                    <a:pt x="809" y="330"/>
                    <a:pt x="791" y="257"/>
                  </a:cubicBezTo>
                  <a:cubicBezTo>
                    <a:pt x="788" y="244"/>
                    <a:pt x="749" y="238"/>
                    <a:pt x="742" y="236"/>
                  </a:cubicBezTo>
                  <a:cubicBezTo>
                    <a:pt x="735" y="231"/>
                    <a:pt x="729" y="225"/>
                    <a:pt x="721" y="222"/>
                  </a:cubicBezTo>
                  <a:cubicBezTo>
                    <a:pt x="710" y="218"/>
                    <a:pt x="694" y="223"/>
                    <a:pt x="686" y="215"/>
                  </a:cubicBezTo>
                  <a:cubicBezTo>
                    <a:pt x="676" y="205"/>
                    <a:pt x="677" y="187"/>
                    <a:pt x="672" y="173"/>
                  </a:cubicBezTo>
                  <a:cubicBezTo>
                    <a:pt x="667" y="157"/>
                    <a:pt x="646" y="150"/>
                    <a:pt x="630" y="145"/>
                  </a:cubicBezTo>
                  <a:cubicBezTo>
                    <a:pt x="616" y="140"/>
                    <a:pt x="587" y="131"/>
                    <a:pt x="587" y="131"/>
                  </a:cubicBezTo>
                  <a:cubicBezTo>
                    <a:pt x="510" y="132"/>
                    <a:pt x="82" y="0"/>
                    <a:pt x="82" y="201"/>
                  </a:cubicBezTo>
                  <a:lnTo>
                    <a:pt x="143" y="184"/>
                  </a:lnTo>
                </a:path>
              </a:pathLst>
            </a:custGeom>
            <a:solidFill>
              <a:srgbClr val="FFCC99"/>
            </a:solidFill>
            <a:ln w="12700" cap="sq" cmpd="sng">
              <a:noFill/>
              <a:prstDash val="solid"/>
              <a:round/>
            </a:ln>
            <a:effectLst>
              <a:outerShdw dist="53882" dir="2700000" algn="ctr" rotWithShape="0">
                <a:srgbClr val="B2B2B2"/>
              </a:outerShdw>
            </a:effectLst>
          </p:spPr>
          <p:txBody>
            <a:bodyPr wrap="none" anchor="ctr"/>
            <a:lstStyle/>
            <a:p>
              <a:endParaRPr lang="zh-CN" altLang="en-US"/>
            </a:p>
          </p:txBody>
        </p:sp>
        <p:sp>
          <p:nvSpPr>
            <p:cNvPr id="25" name="Rectangle 22"/>
            <p:cNvSpPr>
              <a:spLocks noChangeArrowheads="1"/>
            </p:cNvSpPr>
            <p:nvPr/>
          </p:nvSpPr>
          <p:spPr bwMode="auto">
            <a:xfrm>
              <a:off x="3626" y="3710"/>
              <a:ext cx="816" cy="330"/>
            </a:xfrm>
            <a:prstGeom prst="rect">
              <a:avLst/>
            </a:prstGeom>
            <a:noFill/>
            <a:ln w="12700" cap="sq">
              <a:noFill/>
              <a:miter lim="800000"/>
            </a:ln>
            <a:effectLst>
              <a:outerShdw dist="12700" algn="ctr" rotWithShape="0">
                <a:srgbClr val="000000"/>
              </a:outerShdw>
            </a:effectLst>
          </p:spPr>
          <p:txBody>
            <a:bodyPr>
              <a:spAutoFit/>
            </a:bodyPr>
            <a:lstStyle/>
            <a:p>
              <a:r>
                <a:rPr lang="zh-CN" altLang="en-US" sz="2800" dirty="0">
                  <a:solidFill>
                    <a:srgbClr val="FF3300"/>
                  </a:solidFill>
                  <a:ea typeface="幼圆" pitchFamily="49" charset="-122"/>
                </a:rPr>
                <a:t>能处理吗？</a:t>
              </a:r>
              <a:endParaRPr lang="zh-CN" altLang="en-US" sz="2400" dirty="0">
                <a:solidFill>
                  <a:srgbClr val="FF3300"/>
                </a:solidFill>
                <a:ea typeface="幼圆" pitchFamily="49"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82658"/>
                                        </p:tgtEl>
                                        <p:attrNameLst>
                                          <p:attrName>style.visibility</p:attrName>
                                        </p:attrNameLst>
                                      </p:cBhvr>
                                      <p:to>
                                        <p:strVal val="visible"/>
                                      </p:to>
                                    </p:set>
                                    <p:animEffect transition="in" filter="wipe(up)">
                                      <p:cBhvr>
                                        <p:cTn id="7" dur="500"/>
                                        <p:tgtEl>
                                          <p:spTgt spid="58265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ox(i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dissolve">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3" presetClass="entr" presetSubtype="528"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p:cTn id="22" dur="500" fill="hold"/>
                                        <p:tgtEl>
                                          <p:spTgt spid="6"/>
                                        </p:tgtEl>
                                        <p:attrNameLst>
                                          <p:attrName>ppt_w</p:attrName>
                                        </p:attrNameLst>
                                      </p:cBhvr>
                                      <p:tavLst>
                                        <p:tav tm="0">
                                          <p:val>
                                            <p:fltVal val="0"/>
                                          </p:val>
                                        </p:tav>
                                        <p:tav tm="100000">
                                          <p:val>
                                            <p:strVal val="#ppt_w"/>
                                          </p:val>
                                        </p:tav>
                                      </p:tavLst>
                                    </p:anim>
                                    <p:anim calcmode="lin" valueType="num">
                                      <p:cBhvr>
                                        <p:cTn id="23" dur="500" fill="hold"/>
                                        <p:tgtEl>
                                          <p:spTgt spid="6"/>
                                        </p:tgtEl>
                                        <p:attrNameLst>
                                          <p:attrName>ppt_h</p:attrName>
                                        </p:attrNameLst>
                                      </p:cBhvr>
                                      <p:tavLst>
                                        <p:tav tm="0">
                                          <p:val>
                                            <p:fltVal val="0"/>
                                          </p:val>
                                        </p:tav>
                                        <p:tav tm="100000">
                                          <p:val>
                                            <p:strVal val="#ppt_h"/>
                                          </p:val>
                                        </p:tav>
                                      </p:tavLst>
                                    </p:anim>
                                    <p:anim calcmode="lin" valueType="num">
                                      <p:cBhvr>
                                        <p:cTn id="24" dur="500" fill="hold"/>
                                        <p:tgtEl>
                                          <p:spTgt spid="6"/>
                                        </p:tgtEl>
                                        <p:attrNameLst>
                                          <p:attrName>ppt_x</p:attrName>
                                        </p:attrNameLst>
                                      </p:cBhvr>
                                      <p:tavLst>
                                        <p:tav tm="0">
                                          <p:val>
                                            <p:fltVal val="0.5"/>
                                          </p:val>
                                        </p:tav>
                                        <p:tav tm="100000">
                                          <p:val>
                                            <p:strVal val="#ppt_x"/>
                                          </p:val>
                                        </p:tav>
                                      </p:tavLst>
                                    </p:anim>
                                    <p:anim calcmode="lin" valueType="num">
                                      <p:cBhvr>
                                        <p:cTn id="25" dur="500" fill="hold"/>
                                        <p:tgtEl>
                                          <p:spTgt spid="6"/>
                                        </p:tgtEl>
                                        <p:attrNameLst>
                                          <p:attrName>ppt_y</p:attrName>
                                        </p:attrNameLst>
                                      </p:cBhvr>
                                      <p:tavLst>
                                        <p:tav tm="0">
                                          <p:val>
                                            <p:fltVal val="0.5"/>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blinds(horizontal)">
                                      <p:cBhvr>
                                        <p:cTn id="30" dur="500"/>
                                        <p:tgtEl>
                                          <p:spTgt spid="18"/>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blinds(horizontal)">
                                      <p:cBhvr>
                                        <p:cTn id="33" dur="500"/>
                                        <p:tgtEl>
                                          <p:spTgt spid="19"/>
                                        </p:tgtEl>
                                      </p:cBhvr>
                                    </p:animEffect>
                                  </p:childTnLst>
                                </p:cTn>
                              </p:par>
                              <p:par>
                                <p:cTn id="34" presetID="3" presetClass="entr" presetSubtype="10" fill="hold"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blinds(horizontal)">
                                      <p:cBhvr>
                                        <p:cTn id="36" dur="500"/>
                                        <p:tgtEl>
                                          <p:spTgt spid="20"/>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528" fill="hold" nodeType="clickEffect">
                                  <p:stCondLst>
                                    <p:cond delay="0"/>
                                  </p:stCondLst>
                                  <p:childTnLst>
                                    <p:set>
                                      <p:cBhvr>
                                        <p:cTn id="40" dur="1" fill="hold">
                                          <p:stCondLst>
                                            <p:cond delay="0"/>
                                          </p:stCondLst>
                                        </p:cTn>
                                        <p:tgtEl>
                                          <p:spTgt spid="23"/>
                                        </p:tgtEl>
                                        <p:attrNameLst>
                                          <p:attrName>style.visibility</p:attrName>
                                        </p:attrNameLst>
                                      </p:cBhvr>
                                      <p:to>
                                        <p:strVal val="visible"/>
                                      </p:to>
                                    </p:set>
                                    <p:anim calcmode="lin" valueType="num">
                                      <p:cBhvr>
                                        <p:cTn id="41" dur="500" fill="hold"/>
                                        <p:tgtEl>
                                          <p:spTgt spid="23"/>
                                        </p:tgtEl>
                                        <p:attrNameLst>
                                          <p:attrName>ppt_w</p:attrName>
                                        </p:attrNameLst>
                                      </p:cBhvr>
                                      <p:tavLst>
                                        <p:tav tm="0">
                                          <p:val>
                                            <p:fltVal val="0"/>
                                          </p:val>
                                        </p:tav>
                                        <p:tav tm="100000">
                                          <p:val>
                                            <p:strVal val="#ppt_w"/>
                                          </p:val>
                                        </p:tav>
                                      </p:tavLst>
                                    </p:anim>
                                    <p:anim calcmode="lin" valueType="num">
                                      <p:cBhvr>
                                        <p:cTn id="42" dur="500" fill="hold"/>
                                        <p:tgtEl>
                                          <p:spTgt spid="23"/>
                                        </p:tgtEl>
                                        <p:attrNameLst>
                                          <p:attrName>ppt_h</p:attrName>
                                        </p:attrNameLst>
                                      </p:cBhvr>
                                      <p:tavLst>
                                        <p:tav tm="0">
                                          <p:val>
                                            <p:fltVal val="0"/>
                                          </p:val>
                                        </p:tav>
                                        <p:tav tm="100000">
                                          <p:val>
                                            <p:strVal val="#ppt_h"/>
                                          </p:val>
                                        </p:tav>
                                      </p:tavLst>
                                    </p:anim>
                                    <p:anim calcmode="lin" valueType="num">
                                      <p:cBhvr>
                                        <p:cTn id="43" dur="500" fill="hold"/>
                                        <p:tgtEl>
                                          <p:spTgt spid="23"/>
                                        </p:tgtEl>
                                        <p:attrNameLst>
                                          <p:attrName>ppt_x</p:attrName>
                                        </p:attrNameLst>
                                      </p:cBhvr>
                                      <p:tavLst>
                                        <p:tav tm="0">
                                          <p:val>
                                            <p:fltVal val="0.5"/>
                                          </p:val>
                                        </p:tav>
                                        <p:tav tm="100000">
                                          <p:val>
                                            <p:strVal val="#ppt_x"/>
                                          </p:val>
                                        </p:tav>
                                      </p:tavLst>
                                    </p:anim>
                                    <p:anim calcmode="lin" valueType="num">
                                      <p:cBhvr>
                                        <p:cTn id="44" dur="500" fill="hold"/>
                                        <p:tgtEl>
                                          <p:spTgt spid="23"/>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2658" grpId="0" autoUpdateAnimBg="0"/>
      <p:bldP spid="18" grpId="0" animBg="1"/>
      <p:bldP spid="19"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7962206" y="6068169"/>
            <a:ext cx="2743200" cy="365125"/>
          </a:xfrm>
        </p:spPr>
        <p:txBody>
          <a:bodyPr/>
          <a:lstStyle/>
          <a:p>
            <a:fld id="{0C913308-F349-4B6D-A68A-DD1791B4A57B}" type="slidenum">
              <a:rPr lang="zh-CN" altLang="en-US" smtClean="0"/>
            </a:fld>
            <a:endParaRPr lang="zh-CN" altLang="en-US"/>
          </a:p>
        </p:txBody>
      </p:sp>
      <p:grpSp>
        <p:nvGrpSpPr>
          <p:cNvPr id="3" name="Group 18"/>
          <p:cNvGrpSpPr/>
          <p:nvPr/>
        </p:nvGrpSpPr>
        <p:grpSpPr bwMode="auto">
          <a:xfrm>
            <a:off x="1199456" y="116632"/>
            <a:ext cx="3048000" cy="685800"/>
            <a:chOff x="1968" y="528"/>
            <a:chExt cx="1920" cy="432"/>
          </a:xfrm>
        </p:grpSpPr>
        <p:sp>
          <p:nvSpPr>
            <p:cNvPr id="4" name="Oval 19"/>
            <p:cNvSpPr>
              <a:spLocks noChangeArrowheads="1"/>
            </p:cNvSpPr>
            <p:nvPr/>
          </p:nvSpPr>
          <p:spPr bwMode="auto">
            <a:xfrm>
              <a:off x="1968" y="528"/>
              <a:ext cx="1920" cy="432"/>
            </a:xfrm>
            <a:prstGeom prst="ellipse">
              <a:avLst/>
            </a:prstGeom>
            <a:solidFill>
              <a:srgbClr val="E1FFE1"/>
            </a:solidFill>
            <a:ln w="12700" cap="sq">
              <a:noFill/>
              <a:round/>
            </a:ln>
            <a:effectLst>
              <a:outerShdw dist="113592" dir="1593903" algn="ctr" rotWithShape="0">
                <a:srgbClr val="B2B2B2"/>
              </a:outerShdw>
            </a:effectLst>
          </p:spPr>
          <p:txBody>
            <a:bodyPr wrap="none" anchor="ctr"/>
            <a:lstStyle/>
            <a:p>
              <a:endParaRPr lang="zh-CN" altLang="en-US"/>
            </a:p>
          </p:txBody>
        </p:sp>
        <p:sp>
          <p:nvSpPr>
            <p:cNvPr id="5" name="Text Box 20"/>
            <p:cNvSpPr txBox="1">
              <a:spLocks noChangeArrowheads="1"/>
            </p:cNvSpPr>
            <p:nvPr/>
          </p:nvSpPr>
          <p:spPr bwMode="auto">
            <a:xfrm>
              <a:off x="2136" y="549"/>
              <a:ext cx="1752" cy="365"/>
            </a:xfrm>
            <a:prstGeom prst="rect">
              <a:avLst/>
            </a:prstGeom>
            <a:noFill/>
            <a:ln w="12700" cap="sq">
              <a:noFill/>
              <a:miter lim="800000"/>
            </a:ln>
            <a:effectLst>
              <a:outerShdw dist="12700" algn="ctr" rotWithShape="0">
                <a:schemeClr val="bg1"/>
              </a:outerShdw>
            </a:effectLst>
          </p:spPr>
          <p:txBody>
            <a:bodyPr>
              <a:spAutoFit/>
            </a:bodyPr>
            <a:lstStyle/>
            <a:p>
              <a:pPr fontAlgn="base">
                <a:spcBef>
                  <a:spcPct val="0"/>
                </a:spcBef>
              </a:pPr>
              <a:r>
                <a:rPr lang="zh-CN" altLang="en-US" sz="3200" dirty="0">
                  <a:solidFill>
                    <a:srgbClr val="FF3300"/>
                  </a:solidFill>
                  <a:ea typeface="黑体" panose="02010609060101010101" pitchFamily="2" charset="-122"/>
                </a:rPr>
                <a:t>主函数</a:t>
              </a:r>
              <a:endParaRPr lang="zh-CN" altLang="en-US" sz="3200" dirty="0">
                <a:solidFill>
                  <a:srgbClr val="FF3300"/>
                </a:solidFill>
                <a:ea typeface="黑体" panose="02010609060101010101" pitchFamily="2" charset="-122"/>
              </a:endParaRPr>
            </a:p>
          </p:txBody>
        </p:sp>
      </p:grpSp>
      <p:sp>
        <p:nvSpPr>
          <p:cNvPr id="6" name="Text Box 2"/>
          <p:cNvSpPr txBox="1">
            <a:spLocks noChangeArrowheads="1"/>
          </p:cNvSpPr>
          <p:nvPr/>
        </p:nvSpPr>
        <p:spPr bwMode="auto">
          <a:xfrm>
            <a:off x="1637606" y="980580"/>
            <a:ext cx="8382000" cy="5632311"/>
          </a:xfrm>
          <a:prstGeom prst="rect">
            <a:avLst/>
          </a:prstGeom>
          <a:noFill/>
          <a:ln w="12700" cap="sq">
            <a:noFill/>
            <a:miter lim="800000"/>
          </a:ln>
        </p:spPr>
        <p:txBody>
          <a:bodyPr>
            <a:spAutoFit/>
          </a:bodyPr>
          <a:lstStyle/>
          <a:p>
            <a:pPr fontAlgn="base">
              <a:spcBef>
                <a:spcPct val="0"/>
              </a:spcBef>
            </a:pPr>
            <a:r>
              <a:rPr lang="en-US" altLang="zh-CN" sz="2000" dirty="0">
                <a:solidFill>
                  <a:srgbClr val="003399"/>
                </a:solidFill>
                <a:ea typeface="宋体" pitchFamily="2" charset="-122"/>
              </a:rPr>
              <a:t>#include &lt;</a:t>
            </a:r>
            <a:r>
              <a:rPr lang="en-US" altLang="zh-CN" sz="2000" dirty="0" err="1">
                <a:solidFill>
                  <a:srgbClr val="003399"/>
                </a:solidFill>
                <a:ea typeface="宋体" pitchFamily="2" charset="-122"/>
              </a:rPr>
              <a:t>stdio.h</a:t>
            </a:r>
            <a:r>
              <a:rPr lang="en-US" altLang="zh-CN" sz="2000" dirty="0">
                <a:solidFill>
                  <a:srgbClr val="003399"/>
                </a:solidFill>
                <a:ea typeface="宋体" pitchFamily="2" charset="-122"/>
              </a:rPr>
              <a:t>&gt;</a:t>
            </a:r>
            <a:endParaRPr lang="en-US" altLang="zh-CN" sz="2000" dirty="0">
              <a:solidFill>
                <a:srgbClr val="003399"/>
              </a:solidFill>
              <a:ea typeface="宋体" pitchFamily="2" charset="-122"/>
            </a:endParaRPr>
          </a:p>
          <a:p>
            <a:pPr fontAlgn="base">
              <a:spcBef>
                <a:spcPct val="0"/>
              </a:spcBef>
            </a:pPr>
            <a:r>
              <a:rPr lang="en-US" altLang="zh-CN" sz="2000" dirty="0">
                <a:solidFill>
                  <a:srgbClr val="003399"/>
                </a:solidFill>
                <a:ea typeface="宋体" pitchFamily="2" charset="-122"/>
              </a:rPr>
              <a:t>#define MAXSIZE 1000</a:t>
            </a:r>
            <a:endParaRPr lang="en-US" altLang="zh-CN" sz="2000" dirty="0">
              <a:solidFill>
                <a:srgbClr val="003399"/>
              </a:solidFill>
              <a:ea typeface="宋体" pitchFamily="2" charset="-122"/>
            </a:endParaRPr>
          </a:p>
          <a:p>
            <a:pPr fontAlgn="base">
              <a:spcBef>
                <a:spcPct val="0"/>
              </a:spcBef>
            </a:pPr>
            <a:r>
              <a:rPr lang="en-US" altLang="zh-CN" sz="2000" dirty="0" err="1">
                <a:solidFill>
                  <a:srgbClr val="003399"/>
                </a:solidFill>
                <a:ea typeface="宋体" pitchFamily="2" charset="-122"/>
              </a:rPr>
              <a:t>typedef</a:t>
            </a:r>
            <a:r>
              <a:rPr lang="en-US" altLang="zh-CN" sz="2000" dirty="0">
                <a:solidFill>
                  <a:srgbClr val="003399"/>
                </a:solidFill>
                <a:ea typeface="宋体" pitchFamily="2" charset="-122"/>
              </a:rPr>
              <a:t>  </a:t>
            </a:r>
            <a:r>
              <a:rPr lang="en-US" altLang="zh-CN" sz="2000" dirty="0" err="1">
                <a:solidFill>
                  <a:srgbClr val="003399"/>
                </a:solidFill>
                <a:ea typeface="宋体" pitchFamily="2" charset="-122"/>
              </a:rPr>
              <a:t>int</a:t>
            </a:r>
            <a:r>
              <a:rPr lang="en-US" altLang="zh-CN" sz="2000" dirty="0">
                <a:solidFill>
                  <a:srgbClr val="003399"/>
                </a:solidFill>
                <a:ea typeface="宋体" pitchFamily="2" charset="-122"/>
              </a:rPr>
              <a:t>  </a:t>
            </a:r>
            <a:r>
              <a:rPr lang="en-US" altLang="zh-CN" sz="2000" dirty="0" err="1">
                <a:solidFill>
                  <a:srgbClr val="003399"/>
                </a:solidFill>
                <a:ea typeface="宋体" pitchFamily="2" charset="-122"/>
              </a:rPr>
              <a:t>ElemType</a:t>
            </a:r>
            <a:r>
              <a:rPr lang="en-US" altLang="zh-CN" sz="2000" dirty="0">
                <a:solidFill>
                  <a:srgbClr val="003399"/>
                </a:solidFill>
                <a:ea typeface="宋体" pitchFamily="2" charset="-122"/>
              </a:rPr>
              <a:t>;</a:t>
            </a:r>
            <a:endParaRPr lang="en-US" altLang="zh-CN" sz="2000" dirty="0">
              <a:solidFill>
                <a:srgbClr val="003399"/>
              </a:solidFill>
              <a:ea typeface="宋体" pitchFamily="2" charset="-122"/>
            </a:endParaRPr>
          </a:p>
          <a:p>
            <a:pPr fontAlgn="base">
              <a:spcBef>
                <a:spcPct val="0"/>
              </a:spcBef>
            </a:pPr>
            <a:r>
              <a:rPr lang="en-US" altLang="zh-CN" sz="2000" dirty="0" err="1">
                <a:solidFill>
                  <a:srgbClr val="003399"/>
                </a:solidFill>
                <a:ea typeface="宋体" pitchFamily="2" charset="-122"/>
              </a:rPr>
              <a:t>int</a:t>
            </a:r>
            <a:r>
              <a:rPr lang="en-US" altLang="zh-CN" sz="2000" dirty="0">
                <a:solidFill>
                  <a:srgbClr val="003399"/>
                </a:solidFill>
                <a:ea typeface="宋体" pitchFamily="2" charset="-122"/>
              </a:rPr>
              <a:t> N=0; </a:t>
            </a:r>
            <a:endParaRPr lang="en-US" altLang="zh-CN" sz="2000" dirty="0">
              <a:solidFill>
                <a:srgbClr val="003399"/>
              </a:solidFill>
              <a:ea typeface="宋体" pitchFamily="2" charset="-122"/>
            </a:endParaRPr>
          </a:p>
          <a:p>
            <a:pPr fontAlgn="base">
              <a:spcBef>
                <a:spcPct val="0"/>
              </a:spcBef>
            </a:pPr>
            <a:r>
              <a:rPr lang="en-US" altLang="zh-CN" sz="2000" dirty="0" err="1">
                <a:solidFill>
                  <a:srgbClr val="003399"/>
                </a:solidFill>
                <a:ea typeface="宋体" pitchFamily="2" charset="-122"/>
              </a:rPr>
              <a:t>int</a:t>
            </a:r>
            <a:r>
              <a:rPr lang="en-US" altLang="zh-CN" sz="2000" dirty="0">
                <a:solidFill>
                  <a:srgbClr val="003399"/>
                </a:solidFill>
                <a:ea typeface="宋体" pitchFamily="2" charset="-122"/>
              </a:rPr>
              <a:t> main()</a:t>
            </a:r>
            <a:endParaRPr lang="en-US" altLang="zh-CN" sz="2000" dirty="0">
              <a:solidFill>
                <a:srgbClr val="003399"/>
              </a:solidFill>
              <a:ea typeface="宋体" pitchFamily="2" charset="-122"/>
            </a:endParaRPr>
          </a:p>
          <a:p>
            <a:pPr fontAlgn="base">
              <a:spcBef>
                <a:spcPct val="0"/>
              </a:spcBef>
            </a:pPr>
            <a:r>
              <a:rPr lang="en-US" altLang="zh-CN" sz="2000" dirty="0">
                <a:solidFill>
                  <a:srgbClr val="003399"/>
                </a:solidFill>
                <a:ea typeface="宋体" pitchFamily="2" charset="-122"/>
              </a:rPr>
              <a:t>{</a:t>
            </a:r>
            <a:endParaRPr lang="en-US" altLang="zh-CN" sz="2000" dirty="0">
              <a:solidFill>
                <a:srgbClr val="003399"/>
              </a:solidFill>
              <a:ea typeface="宋体" pitchFamily="2" charset="-122"/>
            </a:endParaRPr>
          </a:p>
          <a:p>
            <a:pPr fontAlgn="base">
              <a:spcBef>
                <a:spcPct val="0"/>
              </a:spcBef>
            </a:pPr>
            <a:r>
              <a:rPr lang="en-US" altLang="zh-CN" sz="2000" dirty="0">
                <a:solidFill>
                  <a:srgbClr val="003399"/>
                </a:solidFill>
                <a:ea typeface="宋体" pitchFamily="2" charset="-122"/>
              </a:rPr>
              <a:t>    </a:t>
            </a:r>
            <a:r>
              <a:rPr lang="en-US" altLang="zh-CN" sz="2000" dirty="0" err="1">
                <a:solidFill>
                  <a:srgbClr val="003399"/>
                </a:solidFill>
                <a:ea typeface="宋体" pitchFamily="2" charset="-122"/>
              </a:rPr>
              <a:t>int</a:t>
            </a:r>
            <a:r>
              <a:rPr lang="en-US" altLang="zh-CN" sz="2000" dirty="0">
                <a:solidFill>
                  <a:srgbClr val="003399"/>
                </a:solidFill>
                <a:ea typeface="宋体" pitchFamily="2" charset="-122"/>
              </a:rPr>
              <a:t> </a:t>
            </a:r>
            <a:r>
              <a:rPr lang="en-US" altLang="zh-CN" sz="2000" dirty="0" err="1">
                <a:solidFill>
                  <a:srgbClr val="003399"/>
                </a:solidFill>
                <a:ea typeface="宋体" pitchFamily="2" charset="-122"/>
              </a:rPr>
              <a:t>i</a:t>
            </a:r>
            <a:r>
              <a:rPr lang="en-US" altLang="zh-CN" sz="2000" dirty="0">
                <a:solidFill>
                  <a:srgbClr val="003399"/>
                </a:solidFill>
                <a:ea typeface="宋体" pitchFamily="2" charset="-122"/>
              </a:rPr>
              <a:t>;</a:t>
            </a:r>
            <a:endParaRPr lang="en-US" altLang="zh-CN" sz="2000" dirty="0">
              <a:solidFill>
                <a:srgbClr val="003399"/>
              </a:solidFill>
              <a:ea typeface="宋体" pitchFamily="2" charset="-122"/>
            </a:endParaRPr>
          </a:p>
          <a:p>
            <a:pPr fontAlgn="base">
              <a:spcBef>
                <a:spcPct val="0"/>
              </a:spcBef>
            </a:pPr>
            <a:r>
              <a:rPr lang="en-US" altLang="zh-CN" sz="2000" dirty="0">
                <a:solidFill>
                  <a:srgbClr val="003399"/>
                </a:solidFill>
                <a:ea typeface="宋体" pitchFamily="2" charset="-122"/>
              </a:rPr>
              <a:t>    </a:t>
            </a:r>
            <a:r>
              <a:rPr lang="en-US" altLang="zh-CN" sz="2000" dirty="0" err="1">
                <a:solidFill>
                  <a:srgbClr val="003399"/>
                </a:solidFill>
                <a:ea typeface="宋体" pitchFamily="2" charset="-122"/>
              </a:rPr>
              <a:t>ElemType</a:t>
            </a:r>
            <a:r>
              <a:rPr lang="en-US" altLang="zh-CN" sz="2000" dirty="0">
                <a:solidFill>
                  <a:srgbClr val="003399"/>
                </a:solidFill>
                <a:ea typeface="宋体" pitchFamily="2" charset="-122"/>
              </a:rPr>
              <a:t>  </a:t>
            </a:r>
            <a:r>
              <a:rPr lang="en-US" altLang="zh-CN" sz="2000" dirty="0" err="1">
                <a:solidFill>
                  <a:srgbClr val="003399"/>
                </a:solidFill>
                <a:ea typeface="宋体" pitchFamily="2" charset="-122"/>
              </a:rPr>
              <a:t>data,list</a:t>
            </a:r>
            <a:r>
              <a:rPr lang="en-US" altLang="zh-CN" sz="2000" dirty="0">
                <a:solidFill>
                  <a:srgbClr val="003399"/>
                </a:solidFill>
                <a:ea typeface="宋体" pitchFamily="2" charset="-122"/>
              </a:rPr>
              <a:t>[MAXSIZE];</a:t>
            </a:r>
            <a:endParaRPr lang="en-US" altLang="zh-CN" sz="2000" dirty="0">
              <a:solidFill>
                <a:srgbClr val="003399"/>
              </a:solidFill>
              <a:ea typeface="宋体" pitchFamily="2" charset="-122"/>
            </a:endParaRPr>
          </a:p>
          <a:p>
            <a:pPr fontAlgn="base">
              <a:spcBef>
                <a:spcPct val="0"/>
              </a:spcBef>
            </a:pPr>
            <a:r>
              <a:rPr lang="en-US" altLang="zh-CN" sz="2000" dirty="0">
                <a:solidFill>
                  <a:srgbClr val="003399"/>
                </a:solidFill>
                <a:ea typeface="宋体" pitchFamily="2" charset="-122"/>
              </a:rPr>
              <a:t>    </a:t>
            </a:r>
            <a:r>
              <a:rPr lang="en-US" altLang="zh-CN" sz="2000" dirty="0" err="1">
                <a:solidFill>
                  <a:srgbClr val="003399"/>
                </a:solidFill>
                <a:ea typeface="宋体" pitchFamily="2" charset="-122"/>
              </a:rPr>
              <a:t>scanf</a:t>
            </a:r>
            <a:r>
              <a:rPr lang="en-US" altLang="zh-CN" sz="2000" dirty="0">
                <a:solidFill>
                  <a:srgbClr val="003399"/>
                </a:solidFill>
                <a:ea typeface="宋体" pitchFamily="2" charset="-122"/>
              </a:rPr>
              <a:t>(“%d”, &amp;N);</a:t>
            </a:r>
            <a:endParaRPr lang="en-US" altLang="zh-CN" sz="2000" dirty="0">
              <a:solidFill>
                <a:srgbClr val="003399"/>
              </a:solidFill>
              <a:ea typeface="宋体" pitchFamily="2" charset="-122"/>
            </a:endParaRPr>
          </a:p>
          <a:p>
            <a:pPr fontAlgn="base">
              <a:spcBef>
                <a:spcPct val="0"/>
              </a:spcBef>
            </a:pPr>
            <a:r>
              <a:rPr lang="en-US" altLang="zh-CN" sz="2000" dirty="0">
                <a:solidFill>
                  <a:srgbClr val="003399"/>
                </a:solidFill>
                <a:ea typeface="宋体" pitchFamily="2" charset="-122"/>
              </a:rPr>
              <a:t>    for(</a:t>
            </a:r>
            <a:r>
              <a:rPr lang="en-US" altLang="zh-CN" sz="2000" dirty="0" err="1">
                <a:solidFill>
                  <a:srgbClr val="003399"/>
                </a:solidFill>
                <a:ea typeface="宋体" pitchFamily="2" charset="-122"/>
              </a:rPr>
              <a:t>i</a:t>
            </a:r>
            <a:r>
              <a:rPr lang="en-US" altLang="zh-CN" sz="2000" dirty="0">
                <a:solidFill>
                  <a:srgbClr val="003399"/>
                </a:solidFill>
                <a:ea typeface="宋体" pitchFamily="2" charset="-122"/>
              </a:rPr>
              <a:t>=0; </a:t>
            </a:r>
            <a:r>
              <a:rPr lang="en-US" altLang="zh-CN" sz="2000" dirty="0" err="1">
                <a:solidFill>
                  <a:srgbClr val="003399"/>
                </a:solidFill>
                <a:ea typeface="宋体" pitchFamily="2" charset="-122"/>
              </a:rPr>
              <a:t>i</a:t>
            </a:r>
            <a:r>
              <a:rPr lang="en-US" altLang="zh-CN" sz="2000" dirty="0">
                <a:solidFill>
                  <a:srgbClr val="003399"/>
                </a:solidFill>
                <a:ea typeface="宋体" pitchFamily="2" charset="-122"/>
              </a:rPr>
              <a:t>&lt; N; </a:t>
            </a:r>
            <a:r>
              <a:rPr lang="en-US" altLang="zh-CN" sz="2000" dirty="0" err="1">
                <a:solidFill>
                  <a:srgbClr val="003399"/>
                </a:solidFill>
                <a:ea typeface="宋体" pitchFamily="2" charset="-122"/>
              </a:rPr>
              <a:t>i</a:t>
            </a:r>
            <a:r>
              <a:rPr lang="en-US" altLang="zh-CN" sz="2000" dirty="0">
                <a:solidFill>
                  <a:srgbClr val="003399"/>
                </a:solidFill>
                <a:ea typeface="宋体" pitchFamily="2" charset="-122"/>
              </a:rPr>
              <a:t>++)</a:t>
            </a:r>
            <a:endParaRPr lang="en-US" altLang="zh-CN" sz="2000" dirty="0">
              <a:solidFill>
                <a:srgbClr val="003399"/>
              </a:solidFill>
              <a:ea typeface="宋体" pitchFamily="2" charset="-122"/>
            </a:endParaRPr>
          </a:p>
          <a:p>
            <a:pPr fontAlgn="base">
              <a:spcBef>
                <a:spcPct val="0"/>
              </a:spcBef>
            </a:pPr>
            <a:r>
              <a:rPr lang="en-US" altLang="zh-CN" sz="2000" dirty="0">
                <a:solidFill>
                  <a:srgbClr val="003399"/>
                </a:solidFill>
                <a:ea typeface="宋体" pitchFamily="2" charset="-122"/>
              </a:rPr>
              <a:t>        </a:t>
            </a:r>
            <a:r>
              <a:rPr lang="en-US" altLang="zh-CN" sz="2000" dirty="0" err="1">
                <a:solidFill>
                  <a:srgbClr val="003399"/>
                </a:solidFill>
                <a:ea typeface="宋体" pitchFamily="2" charset="-122"/>
              </a:rPr>
              <a:t>scanf</a:t>
            </a:r>
            <a:r>
              <a:rPr lang="en-US" altLang="zh-CN" sz="2000" dirty="0">
                <a:solidFill>
                  <a:srgbClr val="003399"/>
                </a:solidFill>
                <a:ea typeface="宋体" pitchFamily="2" charset="-122"/>
              </a:rPr>
              <a:t>(“%d”, &amp;list[</a:t>
            </a:r>
            <a:r>
              <a:rPr lang="en-US" altLang="zh-CN" sz="2000" dirty="0" err="1">
                <a:solidFill>
                  <a:srgbClr val="003399"/>
                </a:solidFill>
                <a:ea typeface="宋体" pitchFamily="2" charset="-122"/>
              </a:rPr>
              <a:t>i</a:t>
            </a:r>
            <a:r>
              <a:rPr lang="en-US" altLang="zh-CN" sz="2000" dirty="0">
                <a:solidFill>
                  <a:srgbClr val="003399"/>
                </a:solidFill>
                <a:ea typeface="宋体" pitchFamily="2" charset="-122"/>
              </a:rPr>
              <a:t>]);</a:t>
            </a:r>
            <a:endParaRPr lang="en-US" altLang="zh-CN" sz="2000" dirty="0">
              <a:solidFill>
                <a:srgbClr val="003399"/>
              </a:solidFill>
              <a:ea typeface="宋体" pitchFamily="2" charset="-122"/>
            </a:endParaRPr>
          </a:p>
          <a:p>
            <a:pPr fontAlgn="base">
              <a:spcBef>
                <a:spcPct val="0"/>
              </a:spcBef>
            </a:pPr>
            <a:r>
              <a:rPr lang="en-US" altLang="zh-CN" sz="2000" dirty="0">
                <a:solidFill>
                  <a:srgbClr val="003399"/>
                </a:solidFill>
                <a:ea typeface="宋体" pitchFamily="2" charset="-122"/>
              </a:rPr>
              <a:t>    </a:t>
            </a:r>
            <a:r>
              <a:rPr lang="en-US" altLang="zh-CN" sz="2000" dirty="0" err="1">
                <a:solidFill>
                  <a:srgbClr val="003399"/>
                </a:solidFill>
                <a:ea typeface="宋体" pitchFamily="2" charset="-122"/>
              </a:rPr>
              <a:t>scanf</a:t>
            </a:r>
            <a:r>
              <a:rPr lang="en-US" altLang="zh-CN" sz="2000" dirty="0">
                <a:solidFill>
                  <a:srgbClr val="003399"/>
                </a:solidFill>
                <a:ea typeface="宋体" pitchFamily="2" charset="-122"/>
              </a:rPr>
              <a:t>(“%d”, &amp;data);</a:t>
            </a:r>
            <a:endParaRPr lang="en-US" altLang="zh-CN" sz="2000" dirty="0">
              <a:solidFill>
                <a:srgbClr val="003399"/>
              </a:solidFill>
              <a:ea typeface="宋体" pitchFamily="2" charset="-122"/>
            </a:endParaRPr>
          </a:p>
          <a:p>
            <a:pPr fontAlgn="base">
              <a:spcBef>
                <a:spcPct val="0"/>
              </a:spcBef>
            </a:pPr>
            <a:r>
              <a:rPr lang="en-US" altLang="zh-CN" sz="2000" dirty="0">
                <a:solidFill>
                  <a:srgbClr val="003399"/>
                </a:solidFill>
                <a:ea typeface="宋体" pitchFamily="2" charset="-122"/>
              </a:rPr>
              <a:t>    if(</a:t>
            </a:r>
            <a:r>
              <a:rPr lang="en-US" altLang="zh-CN" sz="2000" dirty="0" err="1">
                <a:solidFill>
                  <a:srgbClr val="003399"/>
                </a:solidFill>
                <a:ea typeface="宋体" pitchFamily="2" charset="-122"/>
              </a:rPr>
              <a:t>insertElem</a:t>
            </a:r>
            <a:r>
              <a:rPr lang="en-US" altLang="zh-CN" sz="2000" dirty="0">
                <a:solidFill>
                  <a:srgbClr val="003399"/>
                </a:solidFill>
                <a:ea typeface="宋体" pitchFamily="2" charset="-122"/>
              </a:rPr>
              <a:t>(list, data ) == 1)</a:t>
            </a:r>
            <a:endParaRPr lang="en-US" altLang="zh-CN" sz="2000" dirty="0">
              <a:solidFill>
                <a:srgbClr val="003399"/>
              </a:solidFill>
              <a:ea typeface="宋体" pitchFamily="2" charset="-122"/>
            </a:endParaRPr>
          </a:p>
          <a:p>
            <a:pPr fontAlgn="base">
              <a:spcBef>
                <a:spcPct val="0"/>
              </a:spcBef>
            </a:pPr>
            <a:r>
              <a:rPr lang="en-US" altLang="zh-CN" sz="2000" dirty="0">
                <a:solidFill>
                  <a:srgbClr val="003399"/>
                </a:solidFill>
                <a:ea typeface="宋体" pitchFamily="2" charset="-122"/>
              </a:rPr>
              <a:t>        </a:t>
            </a:r>
            <a:r>
              <a:rPr lang="en-US" altLang="zh-CN" sz="2000" dirty="0" err="1">
                <a:solidFill>
                  <a:srgbClr val="003399"/>
                </a:solidFill>
                <a:ea typeface="宋体" pitchFamily="2" charset="-122"/>
              </a:rPr>
              <a:t>printf</a:t>
            </a:r>
            <a:r>
              <a:rPr lang="en-US" altLang="zh-CN" sz="2000" dirty="0">
                <a:solidFill>
                  <a:srgbClr val="003399"/>
                </a:solidFill>
                <a:ea typeface="宋体" pitchFamily="2" charset="-122"/>
              </a:rPr>
              <a:t>(“OK\n”);</a:t>
            </a:r>
            <a:endParaRPr lang="en-US" altLang="zh-CN" sz="2000" dirty="0">
              <a:solidFill>
                <a:srgbClr val="003399"/>
              </a:solidFill>
              <a:ea typeface="宋体" pitchFamily="2" charset="-122"/>
            </a:endParaRPr>
          </a:p>
          <a:p>
            <a:pPr fontAlgn="base">
              <a:spcBef>
                <a:spcPct val="0"/>
              </a:spcBef>
            </a:pPr>
            <a:r>
              <a:rPr lang="en-US" altLang="zh-CN" sz="2000" dirty="0">
                <a:solidFill>
                  <a:srgbClr val="003399"/>
                </a:solidFill>
                <a:ea typeface="宋体" pitchFamily="2" charset="-122"/>
              </a:rPr>
              <a:t>    else </a:t>
            </a:r>
            <a:endParaRPr lang="en-US" altLang="zh-CN" sz="2000" dirty="0">
              <a:solidFill>
                <a:srgbClr val="003399"/>
              </a:solidFill>
              <a:ea typeface="宋体" pitchFamily="2" charset="-122"/>
            </a:endParaRPr>
          </a:p>
          <a:p>
            <a:pPr fontAlgn="base">
              <a:spcBef>
                <a:spcPct val="0"/>
              </a:spcBef>
            </a:pPr>
            <a:r>
              <a:rPr lang="en-US" altLang="zh-CN" sz="2000" dirty="0">
                <a:solidFill>
                  <a:srgbClr val="003399"/>
                </a:solidFill>
                <a:ea typeface="宋体" pitchFamily="2" charset="-122"/>
              </a:rPr>
              <a:t>        </a:t>
            </a:r>
            <a:r>
              <a:rPr lang="en-US" altLang="zh-CN" sz="2000" dirty="0" err="1">
                <a:solidFill>
                  <a:srgbClr val="003399"/>
                </a:solidFill>
                <a:ea typeface="宋体" pitchFamily="2" charset="-122"/>
              </a:rPr>
              <a:t>printf</a:t>
            </a:r>
            <a:r>
              <a:rPr lang="en-US" altLang="zh-CN" sz="2000" dirty="0">
                <a:solidFill>
                  <a:srgbClr val="003399"/>
                </a:solidFill>
                <a:ea typeface="宋体" pitchFamily="2" charset="-122"/>
              </a:rPr>
              <a:t>(“Fail\n”);</a:t>
            </a:r>
            <a:endParaRPr lang="en-US" altLang="zh-CN" sz="2000" dirty="0">
              <a:solidFill>
                <a:srgbClr val="003399"/>
              </a:solidFill>
              <a:ea typeface="宋体" pitchFamily="2" charset="-122"/>
            </a:endParaRPr>
          </a:p>
          <a:p>
            <a:pPr fontAlgn="base">
              <a:spcBef>
                <a:spcPct val="0"/>
              </a:spcBef>
            </a:pPr>
            <a:r>
              <a:rPr lang="en-US" altLang="zh-CN" sz="2000" dirty="0">
                <a:solidFill>
                  <a:srgbClr val="003399"/>
                </a:solidFill>
                <a:ea typeface="宋体" pitchFamily="2" charset="-122"/>
              </a:rPr>
              <a:t>    return 0;</a:t>
            </a:r>
            <a:endParaRPr lang="en-US" altLang="zh-CN" sz="2000" dirty="0">
              <a:solidFill>
                <a:srgbClr val="003399"/>
              </a:solidFill>
              <a:ea typeface="宋体" pitchFamily="2" charset="-122"/>
            </a:endParaRPr>
          </a:p>
          <a:p>
            <a:pPr fontAlgn="base">
              <a:spcBef>
                <a:spcPct val="0"/>
              </a:spcBef>
            </a:pPr>
            <a:r>
              <a:rPr lang="en-US" altLang="zh-CN" sz="2000" dirty="0">
                <a:solidFill>
                  <a:srgbClr val="003399"/>
                </a:solidFill>
                <a:ea typeface="宋体" pitchFamily="2" charset="-122"/>
              </a:rPr>
              <a:t>}</a:t>
            </a:r>
            <a:endParaRPr lang="en-US" altLang="zh-CN" sz="2000" dirty="0">
              <a:solidFill>
                <a:srgbClr val="003399"/>
              </a:solidFill>
              <a:ea typeface="宋体" pitchFamily="2" charset="-122"/>
            </a:endParaRPr>
          </a:p>
        </p:txBody>
      </p:sp>
    </p:spTree>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58" name="Text Box 2"/>
          <p:cNvSpPr txBox="1">
            <a:spLocks noChangeArrowheads="1"/>
          </p:cNvSpPr>
          <p:nvPr/>
        </p:nvSpPr>
        <p:spPr bwMode="auto">
          <a:xfrm>
            <a:off x="1271464" y="1412773"/>
            <a:ext cx="8382000" cy="4173450"/>
          </a:xfrm>
          <a:prstGeom prst="rect">
            <a:avLst/>
          </a:prstGeom>
          <a:noFill/>
          <a:ln w="12700" cap="sq">
            <a:noFill/>
            <a:miter lim="800000"/>
          </a:ln>
        </p:spPr>
        <p:txBody>
          <a:bodyPr>
            <a:spAutoFit/>
          </a:bodyPr>
          <a:lstStyle/>
          <a:p>
            <a:pPr fontAlgn="base">
              <a:lnSpc>
                <a:spcPct val="80000"/>
              </a:lnSpc>
              <a:spcBef>
                <a:spcPct val="0"/>
              </a:spcBef>
            </a:pPr>
            <a:r>
              <a:rPr lang="en-US" altLang="zh-CN" sz="2400" dirty="0" err="1">
                <a:solidFill>
                  <a:srgbClr val="003399"/>
                </a:solidFill>
                <a:ea typeface="宋体" pitchFamily="2" charset="-122"/>
              </a:rPr>
              <a:t>int</a:t>
            </a:r>
            <a:r>
              <a:rPr lang="en-US" altLang="zh-CN" sz="2400" dirty="0">
                <a:solidFill>
                  <a:srgbClr val="003399"/>
                </a:solidFill>
                <a:ea typeface="宋体" pitchFamily="2" charset="-122"/>
              </a:rPr>
              <a:t> </a:t>
            </a:r>
            <a:r>
              <a:rPr lang="en-US" altLang="zh-CN" sz="2400" dirty="0" err="1">
                <a:solidFill>
                  <a:srgbClr val="003399"/>
                </a:solidFill>
                <a:ea typeface="宋体" pitchFamily="2" charset="-122"/>
              </a:rPr>
              <a:t>insertElem</a:t>
            </a:r>
            <a:r>
              <a:rPr lang="en-US" altLang="zh-CN" sz="2400" dirty="0">
                <a:solidFill>
                  <a:srgbClr val="003399"/>
                </a:solidFill>
                <a:ea typeface="宋体" pitchFamily="2" charset="-122"/>
              </a:rPr>
              <a:t>(</a:t>
            </a:r>
            <a:r>
              <a:rPr lang="en-US" altLang="zh-CN" sz="2400" dirty="0" err="1">
                <a:solidFill>
                  <a:srgbClr val="003399"/>
                </a:solidFill>
                <a:ea typeface="宋体" pitchFamily="2" charset="-122"/>
              </a:rPr>
              <a:t>ElemType</a:t>
            </a:r>
            <a:r>
              <a:rPr lang="en-US" altLang="zh-CN" sz="2400" dirty="0">
                <a:solidFill>
                  <a:srgbClr val="003399"/>
                </a:solidFill>
                <a:ea typeface="宋体" pitchFamily="2" charset="-122"/>
              </a:rPr>
              <a:t> list[ ],  </a:t>
            </a:r>
            <a:r>
              <a:rPr lang="en-US" altLang="zh-CN" sz="2400" dirty="0" err="1">
                <a:solidFill>
                  <a:srgbClr val="003399"/>
                </a:solidFill>
                <a:ea typeface="宋体" pitchFamily="2" charset="-122"/>
              </a:rPr>
              <a:t>ElemType</a:t>
            </a:r>
            <a:r>
              <a:rPr lang="en-US" altLang="zh-CN" sz="2400" dirty="0">
                <a:solidFill>
                  <a:srgbClr val="003399"/>
                </a:solidFill>
                <a:ea typeface="宋体" pitchFamily="2" charset="-122"/>
              </a:rPr>
              <a:t> item)</a:t>
            </a:r>
            <a:endParaRPr lang="en-US" altLang="zh-CN" sz="2400" dirty="0">
              <a:solidFill>
                <a:srgbClr val="003399"/>
              </a:solidFill>
              <a:ea typeface="宋体" pitchFamily="2" charset="-122"/>
            </a:endParaRPr>
          </a:p>
          <a:p>
            <a:pPr fontAlgn="base">
              <a:lnSpc>
                <a:spcPct val="80000"/>
              </a:lnSpc>
              <a:spcBef>
                <a:spcPct val="0"/>
              </a:spcBef>
            </a:pPr>
            <a:r>
              <a:rPr lang="en-US" altLang="zh-CN" sz="2400" dirty="0">
                <a:solidFill>
                  <a:srgbClr val="003399"/>
                </a:solidFill>
                <a:ea typeface="宋体" pitchFamily="2" charset="-122"/>
              </a:rPr>
              <a:t>{</a:t>
            </a:r>
            <a:endParaRPr lang="en-US" altLang="zh-CN" sz="2400" dirty="0">
              <a:solidFill>
                <a:srgbClr val="003399"/>
              </a:solidFill>
              <a:ea typeface="宋体" pitchFamily="2" charset="-122"/>
            </a:endParaRPr>
          </a:p>
          <a:p>
            <a:pPr fontAlgn="base">
              <a:lnSpc>
                <a:spcPct val="80000"/>
              </a:lnSpc>
              <a:spcBef>
                <a:spcPct val="0"/>
              </a:spcBef>
            </a:pPr>
            <a:r>
              <a:rPr lang="en-US" altLang="zh-CN" sz="2400" dirty="0">
                <a:solidFill>
                  <a:srgbClr val="003399"/>
                </a:solidFill>
                <a:ea typeface="宋体" pitchFamily="2" charset="-122"/>
              </a:rPr>
              <a:t>      </a:t>
            </a:r>
            <a:r>
              <a:rPr lang="en-US" altLang="zh-CN" sz="2400" dirty="0" err="1">
                <a:solidFill>
                  <a:srgbClr val="003399"/>
                </a:solidFill>
                <a:ea typeface="宋体" pitchFamily="2" charset="-122"/>
              </a:rPr>
              <a:t>int</a:t>
            </a:r>
            <a:r>
              <a:rPr lang="en-US" altLang="zh-CN" sz="2400" dirty="0">
                <a:solidFill>
                  <a:srgbClr val="003399"/>
                </a:solidFill>
                <a:ea typeface="宋体" pitchFamily="2" charset="-122"/>
              </a:rPr>
              <a:t> </a:t>
            </a:r>
            <a:r>
              <a:rPr lang="en-US" altLang="zh-CN" sz="2400" dirty="0" err="1">
                <a:solidFill>
                  <a:srgbClr val="003399"/>
                </a:solidFill>
                <a:ea typeface="宋体" pitchFamily="2" charset="-122"/>
              </a:rPr>
              <a:t>i</a:t>
            </a:r>
            <a:r>
              <a:rPr lang="en-US" altLang="zh-CN" sz="2400" dirty="0">
                <a:solidFill>
                  <a:srgbClr val="003399"/>
                </a:solidFill>
                <a:ea typeface="宋体" pitchFamily="2" charset="-122"/>
              </a:rPr>
              <a:t>=0,j;</a:t>
            </a:r>
            <a:endParaRPr lang="en-US" altLang="zh-CN" sz="2400" dirty="0">
              <a:solidFill>
                <a:srgbClr val="003399"/>
              </a:solidFill>
              <a:ea typeface="宋体" pitchFamily="2" charset="-122"/>
            </a:endParaRPr>
          </a:p>
          <a:p>
            <a:pPr fontAlgn="base">
              <a:lnSpc>
                <a:spcPct val="80000"/>
              </a:lnSpc>
              <a:spcBef>
                <a:spcPct val="0"/>
              </a:spcBef>
            </a:pPr>
            <a:endParaRPr lang="en-US" altLang="zh-CN" sz="2400" dirty="0">
              <a:solidFill>
                <a:srgbClr val="003399"/>
              </a:solidFill>
              <a:ea typeface="宋体" pitchFamily="2" charset="-122"/>
              <a:sym typeface="Symbol" pitchFamily="18" charset="2"/>
            </a:endParaRPr>
          </a:p>
          <a:p>
            <a:pPr fontAlgn="base">
              <a:lnSpc>
                <a:spcPct val="80000"/>
              </a:lnSpc>
              <a:spcBef>
                <a:spcPct val="0"/>
              </a:spcBef>
            </a:pPr>
            <a:r>
              <a:rPr lang="en-US" altLang="zh-CN" sz="2400" dirty="0">
                <a:solidFill>
                  <a:srgbClr val="003399"/>
                </a:solidFill>
                <a:ea typeface="宋体" pitchFamily="2" charset="-122"/>
                <a:sym typeface="Symbol" pitchFamily="18" charset="2"/>
              </a:rPr>
              <a:t>      </a:t>
            </a:r>
            <a:r>
              <a:rPr lang="en-US" altLang="zh-CN" sz="2400" dirty="0">
                <a:solidFill>
                  <a:srgbClr val="003399"/>
                </a:solidFill>
                <a:ea typeface="宋体" pitchFamily="2" charset="-122"/>
              </a:rPr>
              <a:t>if  (N == MAXSIZE) return -1;</a:t>
            </a:r>
            <a:r>
              <a:rPr lang="en-US" altLang="zh-CN" sz="2400" dirty="0">
                <a:solidFill>
                  <a:srgbClr val="003399"/>
                </a:solidFill>
                <a:ea typeface="宋体" pitchFamily="2" charset="-122"/>
                <a:sym typeface="Symbol" pitchFamily="18" charset="2"/>
              </a:rPr>
              <a:t> </a:t>
            </a:r>
            <a:endParaRPr lang="en-US" altLang="zh-CN" sz="2400" dirty="0">
              <a:solidFill>
                <a:srgbClr val="003399"/>
              </a:solidFill>
              <a:ea typeface="宋体" pitchFamily="2" charset="-122"/>
              <a:sym typeface="Symbol" pitchFamily="18" charset="2"/>
            </a:endParaRPr>
          </a:p>
          <a:p>
            <a:pPr fontAlgn="base">
              <a:lnSpc>
                <a:spcPct val="80000"/>
              </a:lnSpc>
              <a:spcBef>
                <a:spcPct val="0"/>
              </a:spcBef>
            </a:pPr>
            <a:r>
              <a:rPr lang="en-US" altLang="zh-CN" sz="2400" dirty="0">
                <a:solidFill>
                  <a:srgbClr val="003399"/>
                </a:solidFill>
                <a:ea typeface="宋体" pitchFamily="2" charset="-122"/>
                <a:sym typeface="Symbol" pitchFamily="18" charset="2"/>
              </a:rPr>
              <a:t>     i = </a:t>
            </a:r>
            <a:r>
              <a:rPr lang="en-US" altLang="zh-CN" sz="2400" dirty="0" err="1">
                <a:solidFill>
                  <a:srgbClr val="003399"/>
                </a:solidFill>
                <a:ea typeface="宋体" pitchFamily="2" charset="-122"/>
                <a:sym typeface="Symbol" pitchFamily="18" charset="2"/>
              </a:rPr>
              <a:t>searchElem</a:t>
            </a:r>
            <a:r>
              <a:rPr lang="en-US" altLang="zh-CN" sz="2400" dirty="0">
                <a:solidFill>
                  <a:srgbClr val="003399"/>
                </a:solidFill>
                <a:ea typeface="宋体" pitchFamily="2" charset="-122"/>
                <a:sym typeface="Symbol" pitchFamily="18" charset="2"/>
              </a:rPr>
              <a:t>(list, item);          </a:t>
            </a:r>
            <a:r>
              <a:rPr lang="en-US" altLang="zh-CN" sz="2000" dirty="0">
                <a:solidFill>
                  <a:srgbClr val="007400"/>
                </a:solidFill>
                <a:ea typeface="宋体" pitchFamily="2" charset="-122"/>
                <a:sym typeface="Symbol" pitchFamily="18" charset="2"/>
              </a:rPr>
              <a:t>/* </a:t>
            </a:r>
            <a:r>
              <a:rPr lang="zh-CN" altLang="en-US" sz="2000" dirty="0">
                <a:solidFill>
                  <a:srgbClr val="007400"/>
                </a:solidFill>
                <a:ea typeface="幼圆" pitchFamily="49" charset="-122"/>
                <a:sym typeface="Symbol" pitchFamily="18" charset="2"/>
              </a:rPr>
              <a:t>寻找</a:t>
            </a:r>
            <a:r>
              <a:rPr lang="en-US" altLang="zh-CN" sz="2000" dirty="0">
                <a:solidFill>
                  <a:srgbClr val="007400"/>
                </a:solidFill>
                <a:ea typeface="幼圆" pitchFamily="49" charset="-122"/>
                <a:sym typeface="Symbol" pitchFamily="18" charset="2"/>
              </a:rPr>
              <a:t>item</a:t>
            </a:r>
            <a:r>
              <a:rPr lang="zh-CN" altLang="en-US" sz="2000" dirty="0">
                <a:solidFill>
                  <a:srgbClr val="007400"/>
                </a:solidFill>
                <a:ea typeface="幼圆" pitchFamily="49" charset="-122"/>
                <a:sym typeface="Symbol" pitchFamily="18" charset="2"/>
              </a:rPr>
              <a:t>的合适位置 </a:t>
            </a:r>
            <a:r>
              <a:rPr lang="zh-CN" altLang="en-US" sz="2000" dirty="0">
                <a:solidFill>
                  <a:srgbClr val="007400"/>
                </a:solidFill>
                <a:ea typeface="宋体" pitchFamily="2" charset="-122"/>
                <a:sym typeface="Symbol" pitchFamily="18" charset="2"/>
              </a:rPr>
              <a:t>*/</a:t>
            </a:r>
            <a:endParaRPr lang="zh-CN" altLang="en-US" sz="2400" dirty="0">
              <a:solidFill>
                <a:srgbClr val="007400"/>
              </a:solidFill>
              <a:ea typeface="宋体" pitchFamily="2" charset="-122"/>
              <a:sym typeface="Symbol" pitchFamily="18" charset="2"/>
            </a:endParaRPr>
          </a:p>
          <a:p>
            <a:pPr fontAlgn="base">
              <a:lnSpc>
                <a:spcPct val="80000"/>
              </a:lnSpc>
              <a:spcBef>
                <a:spcPct val="0"/>
              </a:spcBef>
            </a:pPr>
            <a:r>
              <a:rPr lang="en-US" altLang="zh-CN" sz="2400" dirty="0">
                <a:solidFill>
                  <a:srgbClr val="003399"/>
                </a:solidFill>
                <a:ea typeface="宋体" pitchFamily="2" charset="-122"/>
                <a:sym typeface="Symbol" pitchFamily="18" charset="2"/>
              </a:rPr>
              <a:t>         </a:t>
            </a:r>
            <a:endParaRPr lang="en-US" altLang="zh-CN" sz="2400" dirty="0">
              <a:solidFill>
                <a:srgbClr val="003399"/>
              </a:solidFill>
              <a:ea typeface="宋体" pitchFamily="2" charset="-122"/>
              <a:sym typeface="Symbol" pitchFamily="18" charset="2"/>
            </a:endParaRPr>
          </a:p>
          <a:p>
            <a:pPr fontAlgn="base">
              <a:lnSpc>
                <a:spcPct val="80000"/>
              </a:lnSpc>
              <a:spcBef>
                <a:spcPct val="0"/>
              </a:spcBef>
            </a:pPr>
            <a:r>
              <a:rPr lang="en-US" altLang="zh-CN" sz="2400" dirty="0">
                <a:solidFill>
                  <a:srgbClr val="003399"/>
                </a:solidFill>
                <a:ea typeface="宋体" pitchFamily="2" charset="-122"/>
                <a:sym typeface="Symbol" pitchFamily="18" charset="2"/>
              </a:rPr>
              <a:t>     for(j=N</a:t>
            </a:r>
            <a:r>
              <a:rPr lang="en-US" altLang="zh-CN" sz="2400" dirty="0">
                <a:solidFill>
                  <a:srgbClr val="003399"/>
                </a:solidFill>
                <a:latin typeface="宋体" pitchFamily="2" charset="-122"/>
                <a:ea typeface="宋体" pitchFamily="2" charset="-122"/>
                <a:sym typeface="Symbol" pitchFamily="18" charset="2"/>
              </a:rPr>
              <a:t>-</a:t>
            </a:r>
            <a:r>
              <a:rPr lang="en-US" altLang="zh-CN" sz="2400" dirty="0">
                <a:solidFill>
                  <a:srgbClr val="003399"/>
                </a:solidFill>
                <a:ea typeface="宋体" pitchFamily="2" charset="-122"/>
                <a:sym typeface="Symbol" pitchFamily="18" charset="2"/>
              </a:rPr>
              <a:t>1; j&gt;=</a:t>
            </a:r>
            <a:r>
              <a:rPr lang="en-US" altLang="zh-CN" sz="2400" dirty="0" err="1">
                <a:solidFill>
                  <a:srgbClr val="003399"/>
                </a:solidFill>
                <a:ea typeface="宋体" pitchFamily="2" charset="-122"/>
                <a:sym typeface="Symbol" pitchFamily="18" charset="2"/>
              </a:rPr>
              <a:t>i</a:t>
            </a:r>
            <a:r>
              <a:rPr lang="en-US" altLang="zh-CN" sz="2400" dirty="0">
                <a:solidFill>
                  <a:srgbClr val="003399"/>
                </a:solidFill>
                <a:ea typeface="宋体" pitchFamily="2" charset="-122"/>
                <a:sym typeface="Symbol" pitchFamily="18" charset="2"/>
              </a:rPr>
              <a:t>; j</a:t>
            </a:r>
            <a:r>
              <a:rPr lang="en-US" altLang="zh-CN" sz="2400" dirty="0">
                <a:solidFill>
                  <a:srgbClr val="003399"/>
                </a:solidFill>
                <a:latin typeface="宋体" pitchFamily="2" charset="-122"/>
                <a:ea typeface="宋体" pitchFamily="2" charset="-122"/>
                <a:sym typeface="Symbol" pitchFamily="18" charset="2"/>
              </a:rPr>
              <a:t>--</a:t>
            </a:r>
            <a:r>
              <a:rPr lang="en-US" altLang="zh-CN" sz="2400" dirty="0">
                <a:solidFill>
                  <a:srgbClr val="003399"/>
                </a:solidFill>
                <a:ea typeface="宋体" pitchFamily="2" charset="-122"/>
                <a:sym typeface="Symbol" pitchFamily="18" charset="2"/>
              </a:rPr>
              <a:t>)</a:t>
            </a:r>
            <a:endParaRPr lang="en-US" altLang="zh-CN" sz="2400" dirty="0">
              <a:solidFill>
                <a:srgbClr val="003399"/>
              </a:solidFill>
              <a:ea typeface="宋体" pitchFamily="2" charset="-122"/>
              <a:sym typeface="Symbol" pitchFamily="18" charset="2"/>
            </a:endParaRPr>
          </a:p>
          <a:p>
            <a:pPr fontAlgn="base">
              <a:lnSpc>
                <a:spcPct val="80000"/>
              </a:lnSpc>
              <a:spcBef>
                <a:spcPct val="0"/>
              </a:spcBef>
            </a:pPr>
            <a:r>
              <a:rPr lang="en-US" altLang="zh-CN" sz="2400" dirty="0">
                <a:solidFill>
                  <a:srgbClr val="003399"/>
                </a:solidFill>
                <a:ea typeface="宋体" pitchFamily="2" charset="-122"/>
                <a:sym typeface="Symbol" pitchFamily="18" charset="2"/>
              </a:rPr>
              <a:t>          list[j+1]=list[j];</a:t>
            </a:r>
            <a:endParaRPr lang="en-US" altLang="zh-CN" sz="2400" dirty="0">
              <a:solidFill>
                <a:srgbClr val="003399"/>
              </a:solidFill>
              <a:ea typeface="宋体" pitchFamily="2" charset="-122"/>
              <a:sym typeface="Symbol" pitchFamily="18" charset="2"/>
            </a:endParaRPr>
          </a:p>
          <a:p>
            <a:pPr fontAlgn="base">
              <a:lnSpc>
                <a:spcPct val="80000"/>
              </a:lnSpc>
              <a:spcBef>
                <a:spcPct val="0"/>
              </a:spcBef>
            </a:pPr>
            <a:r>
              <a:rPr lang="en-US" altLang="zh-CN" sz="2400" dirty="0">
                <a:solidFill>
                  <a:srgbClr val="003399"/>
                </a:solidFill>
                <a:ea typeface="宋体" pitchFamily="2" charset="-122"/>
                <a:sym typeface="Symbol" pitchFamily="18" charset="2"/>
              </a:rPr>
              <a:t>     </a:t>
            </a:r>
            <a:endParaRPr lang="en-US" altLang="zh-CN" sz="2400" dirty="0">
              <a:solidFill>
                <a:srgbClr val="003399"/>
              </a:solidFill>
              <a:ea typeface="宋体" pitchFamily="2" charset="-122"/>
              <a:sym typeface="Symbol" pitchFamily="18" charset="2"/>
            </a:endParaRPr>
          </a:p>
          <a:p>
            <a:pPr fontAlgn="base">
              <a:lnSpc>
                <a:spcPct val="80000"/>
              </a:lnSpc>
              <a:spcBef>
                <a:spcPct val="0"/>
              </a:spcBef>
            </a:pPr>
            <a:r>
              <a:rPr lang="en-US" altLang="zh-CN" sz="2400" dirty="0">
                <a:solidFill>
                  <a:srgbClr val="003399"/>
                </a:solidFill>
                <a:ea typeface="宋体" pitchFamily="2" charset="-122"/>
                <a:sym typeface="Symbol" pitchFamily="18" charset="2"/>
              </a:rPr>
              <a:t>     list[</a:t>
            </a:r>
            <a:r>
              <a:rPr lang="en-US" altLang="zh-CN" sz="2400" dirty="0" err="1">
                <a:solidFill>
                  <a:srgbClr val="003399"/>
                </a:solidFill>
                <a:ea typeface="宋体" pitchFamily="2" charset="-122"/>
                <a:sym typeface="Symbol" pitchFamily="18" charset="2"/>
              </a:rPr>
              <a:t>i</a:t>
            </a:r>
            <a:r>
              <a:rPr lang="en-US" altLang="zh-CN" sz="2400" dirty="0">
                <a:solidFill>
                  <a:srgbClr val="003399"/>
                </a:solidFill>
                <a:ea typeface="宋体" pitchFamily="2" charset="-122"/>
                <a:sym typeface="Symbol" pitchFamily="18" charset="2"/>
              </a:rPr>
              <a:t>]=item;                       </a:t>
            </a:r>
            <a:r>
              <a:rPr lang="en-US" altLang="zh-CN" sz="2000" dirty="0">
                <a:solidFill>
                  <a:srgbClr val="007400"/>
                </a:solidFill>
                <a:ea typeface="宋体" pitchFamily="2" charset="-122"/>
                <a:sym typeface="Symbol" pitchFamily="18" charset="2"/>
              </a:rPr>
              <a:t>/* </a:t>
            </a:r>
            <a:r>
              <a:rPr lang="zh-CN" altLang="en-US" sz="2000" dirty="0">
                <a:solidFill>
                  <a:srgbClr val="007400"/>
                </a:solidFill>
                <a:ea typeface="宋体" pitchFamily="2" charset="-122"/>
                <a:sym typeface="Symbol" pitchFamily="18" charset="2"/>
              </a:rPr>
              <a:t>将</a:t>
            </a:r>
            <a:r>
              <a:rPr lang="en-US" altLang="zh-CN" sz="2000" dirty="0">
                <a:solidFill>
                  <a:srgbClr val="007400"/>
                </a:solidFill>
                <a:ea typeface="宋体" pitchFamily="2" charset="-122"/>
                <a:sym typeface="Symbol" pitchFamily="18" charset="2"/>
              </a:rPr>
              <a:t>item</a:t>
            </a:r>
            <a:r>
              <a:rPr lang="zh-CN" altLang="en-US" sz="2000" dirty="0">
                <a:solidFill>
                  <a:srgbClr val="007400"/>
                </a:solidFill>
                <a:ea typeface="幼圆" pitchFamily="49" charset="-122"/>
                <a:sym typeface="Symbol" pitchFamily="18" charset="2"/>
              </a:rPr>
              <a:t>插入表中</a:t>
            </a:r>
            <a:r>
              <a:rPr lang="zh-CN" altLang="en-US" sz="2000" dirty="0">
                <a:solidFill>
                  <a:srgbClr val="007400"/>
                </a:solidFill>
                <a:ea typeface="宋体" pitchFamily="2" charset="-122"/>
                <a:sym typeface="Symbol" pitchFamily="18" charset="2"/>
              </a:rPr>
              <a:t> */</a:t>
            </a:r>
            <a:endParaRPr lang="zh-CN" altLang="en-US" sz="2000" dirty="0">
              <a:solidFill>
                <a:srgbClr val="007400"/>
              </a:solidFill>
              <a:ea typeface="宋体" pitchFamily="2" charset="-122"/>
              <a:sym typeface="Symbol" pitchFamily="18" charset="2"/>
            </a:endParaRPr>
          </a:p>
          <a:p>
            <a:pPr fontAlgn="base">
              <a:lnSpc>
                <a:spcPct val="80000"/>
              </a:lnSpc>
              <a:spcBef>
                <a:spcPct val="0"/>
              </a:spcBef>
            </a:pPr>
            <a:r>
              <a:rPr lang="en-US" altLang="zh-CN" sz="2400" dirty="0">
                <a:solidFill>
                  <a:srgbClr val="003399"/>
                </a:solidFill>
                <a:ea typeface="宋体" pitchFamily="2" charset="-122"/>
                <a:sym typeface="Symbol" pitchFamily="18" charset="2"/>
              </a:rPr>
              <a:t>     N+</a:t>
            </a:r>
            <a:r>
              <a:rPr lang="en-US" altLang="zh-CN" sz="2400" dirty="0">
                <a:solidFill>
                  <a:srgbClr val="003399"/>
                </a:solidFill>
                <a:ea typeface="宋体" pitchFamily="2" charset="-122"/>
                <a:cs typeface="Times New Roman" panose="02020503050405090304" pitchFamily="18" charset="0"/>
                <a:sym typeface="Symbol" pitchFamily="18" charset="2"/>
              </a:rPr>
              <a:t>+;</a:t>
            </a:r>
            <a:endParaRPr lang="en-US" altLang="zh-CN" sz="2400" dirty="0">
              <a:solidFill>
                <a:srgbClr val="003399"/>
              </a:solidFill>
              <a:ea typeface="宋体" pitchFamily="2" charset="-122"/>
              <a:cs typeface="Times New Roman" panose="02020503050405090304" pitchFamily="18" charset="0"/>
              <a:sym typeface="Symbol" pitchFamily="18" charset="2"/>
            </a:endParaRPr>
          </a:p>
          <a:p>
            <a:pPr fontAlgn="base">
              <a:lnSpc>
                <a:spcPct val="80000"/>
              </a:lnSpc>
              <a:spcBef>
                <a:spcPct val="0"/>
              </a:spcBef>
            </a:pPr>
            <a:r>
              <a:rPr lang="en-US" altLang="zh-CN" sz="2400" dirty="0">
                <a:solidFill>
                  <a:srgbClr val="003399"/>
                </a:solidFill>
                <a:ea typeface="宋体" pitchFamily="2" charset="-122"/>
                <a:cs typeface="Times New Roman" panose="02020503050405090304" pitchFamily="18" charset="0"/>
                <a:sym typeface="Symbol" pitchFamily="18" charset="2"/>
              </a:rPr>
              <a:t>     return 1;</a:t>
            </a:r>
            <a:endParaRPr lang="en-US" altLang="zh-CN" sz="2400" dirty="0">
              <a:solidFill>
                <a:srgbClr val="003399"/>
              </a:solidFill>
              <a:ea typeface="宋体" pitchFamily="2" charset="-122"/>
              <a:cs typeface="Times New Roman" panose="02020503050405090304" pitchFamily="18" charset="0"/>
              <a:sym typeface="Symbol" pitchFamily="18" charset="2"/>
            </a:endParaRPr>
          </a:p>
          <a:p>
            <a:pPr fontAlgn="base">
              <a:lnSpc>
                <a:spcPct val="65000"/>
              </a:lnSpc>
              <a:spcBef>
                <a:spcPct val="0"/>
              </a:spcBef>
            </a:pPr>
            <a:r>
              <a:rPr lang="en-US" altLang="zh-CN" sz="2400" dirty="0">
                <a:solidFill>
                  <a:srgbClr val="003399"/>
                </a:solidFill>
                <a:ea typeface="宋体" pitchFamily="2" charset="-122"/>
                <a:cs typeface="Times New Roman" panose="02020503050405090304" pitchFamily="18" charset="0"/>
                <a:sym typeface="Symbol" pitchFamily="18" charset="2"/>
              </a:rPr>
              <a:t>}</a:t>
            </a:r>
            <a:endParaRPr lang="en-US" altLang="zh-CN" sz="2400" dirty="0">
              <a:solidFill>
                <a:srgbClr val="003399"/>
              </a:solidFill>
              <a:ea typeface="宋体" pitchFamily="2" charset="-122"/>
              <a:cs typeface="Times New Roman" panose="02020503050405090304" pitchFamily="18" charset="0"/>
              <a:sym typeface="Symbol" pitchFamily="18" charset="2"/>
            </a:endParaRPr>
          </a:p>
        </p:txBody>
      </p:sp>
      <p:grpSp>
        <p:nvGrpSpPr>
          <p:cNvPr id="4" name="Group 13"/>
          <p:cNvGrpSpPr/>
          <p:nvPr/>
        </p:nvGrpSpPr>
        <p:grpSpPr bwMode="auto">
          <a:xfrm>
            <a:off x="942479" y="165669"/>
            <a:ext cx="1841500" cy="1196975"/>
            <a:chOff x="178" y="0"/>
            <a:chExt cx="1160" cy="754"/>
          </a:xfrm>
        </p:grpSpPr>
        <p:sp>
          <p:nvSpPr>
            <p:cNvPr id="73740" name="AutoShape 14"/>
            <p:cNvSpPr>
              <a:spLocks noChangeArrowheads="1"/>
            </p:cNvSpPr>
            <p:nvPr/>
          </p:nvSpPr>
          <p:spPr bwMode="auto">
            <a:xfrm>
              <a:off x="178" y="0"/>
              <a:ext cx="1160" cy="754"/>
            </a:xfrm>
            <a:prstGeom prst="irregularSeal2">
              <a:avLst/>
            </a:prstGeom>
            <a:solidFill>
              <a:srgbClr val="CCFFFF"/>
            </a:solidFill>
            <a:ln w="73025" cap="sq">
              <a:solidFill>
                <a:srgbClr val="FFFF00"/>
              </a:solidFill>
              <a:miter lim="800000"/>
            </a:ln>
            <a:effectLst>
              <a:outerShdw dist="157090" dir="842175" algn="ctr" rotWithShape="0">
                <a:srgbClr val="B2B2B2"/>
              </a:outerShdw>
            </a:effectLst>
          </p:spPr>
          <p:txBody>
            <a:bodyPr wrap="none" anchor="ctr"/>
            <a:lstStyle/>
            <a:p>
              <a:endParaRPr lang="zh-CN" altLang="en-US"/>
            </a:p>
          </p:txBody>
        </p:sp>
        <p:sp>
          <p:nvSpPr>
            <p:cNvPr id="73741" name="Rectangle 15"/>
            <p:cNvSpPr>
              <a:spLocks noChangeArrowheads="1"/>
            </p:cNvSpPr>
            <p:nvPr/>
          </p:nvSpPr>
          <p:spPr bwMode="auto">
            <a:xfrm>
              <a:off x="328" y="163"/>
              <a:ext cx="1004" cy="423"/>
            </a:xfrm>
            <a:prstGeom prst="rect">
              <a:avLst/>
            </a:prstGeom>
            <a:noFill/>
            <a:ln w="12700" cap="sq">
              <a:noFill/>
              <a:miter lim="800000"/>
            </a:ln>
            <a:effectLst>
              <a:outerShdw dist="17961" dir="2700000" algn="ctr" rotWithShape="0">
                <a:schemeClr val="bg1"/>
              </a:outerShdw>
            </a:effectLst>
          </p:spPr>
          <p:txBody>
            <a:bodyPr>
              <a:spAutoFit/>
            </a:bodyPr>
            <a:lstStyle/>
            <a:p>
              <a:r>
                <a:rPr lang="zh-CN" altLang="en-US" sz="3800" i="1">
                  <a:solidFill>
                    <a:srgbClr val="FF3300"/>
                  </a:solidFill>
                  <a:ea typeface="黑体" panose="02010609060101010101" pitchFamily="2" charset="-122"/>
                </a:rPr>
                <a:t>算法</a:t>
              </a:r>
              <a:endParaRPr lang="zh-CN" altLang="en-US" sz="3800" i="1">
                <a:solidFill>
                  <a:srgbClr val="FF3300"/>
                </a:solidFill>
                <a:ea typeface="黑体" panose="02010609060101010101" pitchFamily="2" charset="-122"/>
              </a:endParaRPr>
            </a:p>
          </p:txBody>
        </p:sp>
      </p:grpSp>
      <p:grpSp>
        <p:nvGrpSpPr>
          <p:cNvPr id="5" name="Group 16"/>
          <p:cNvGrpSpPr/>
          <p:nvPr/>
        </p:nvGrpSpPr>
        <p:grpSpPr bwMode="auto">
          <a:xfrm>
            <a:off x="1343472" y="2420888"/>
            <a:ext cx="6962774" cy="1796341"/>
            <a:chOff x="899" y="2076"/>
            <a:chExt cx="4386" cy="964"/>
          </a:xfrm>
        </p:grpSpPr>
        <p:sp>
          <p:nvSpPr>
            <p:cNvPr id="73737" name="Freeform 17"/>
            <p:cNvSpPr/>
            <p:nvPr/>
          </p:nvSpPr>
          <p:spPr bwMode="auto">
            <a:xfrm>
              <a:off x="899" y="2076"/>
              <a:ext cx="2338" cy="451"/>
            </a:xfrm>
            <a:custGeom>
              <a:avLst/>
              <a:gdLst>
                <a:gd name="T0" fmla="*/ 207 w 2338"/>
                <a:gd name="T1" fmla="*/ 21 h 693"/>
                <a:gd name="T2" fmla="*/ 368 w 2338"/>
                <a:gd name="T3" fmla="*/ 32 h 693"/>
                <a:gd name="T4" fmla="*/ 1451 w 2338"/>
                <a:gd name="T5" fmla="*/ 44 h 693"/>
                <a:gd name="T6" fmla="*/ 2073 w 2338"/>
                <a:gd name="T7" fmla="*/ 101 h 693"/>
                <a:gd name="T8" fmla="*/ 2292 w 2338"/>
                <a:gd name="T9" fmla="*/ 147 h 693"/>
                <a:gd name="T10" fmla="*/ 2338 w 2338"/>
                <a:gd name="T11" fmla="*/ 274 h 693"/>
                <a:gd name="T12" fmla="*/ 2292 w 2338"/>
                <a:gd name="T13" fmla="*/ 504 h 693"/>
                <a:gd name="T14" fmla="*/ 2246 w 2338"/>
                <a:gd name="T15" fmla="*/ 528 h 693"/>
                <a:gd name="T16" fmla="*/ 2154 w 2338"/>
                <a:gd name="T17" fmla="*/ 620 h 693"/>
                <a:gd name="T18" fmla="*/ 2131 w 2338"/>
                <a:gd name="T19" fmla="*/ 654 h 693"/>
                <a:gd name="T20" fmla="*/ 1082 w 2338"/>
                <a:gd name="T21" fmla="*/ 677 h 693"/>
                <a:gd name="T22" fmla="*/ 184 w 2338"/>
                <a:gd name="T23" fmla="*/ 666 h 693"/>
                <a:gd name="T24" fmla="*/ 92 w 2338"/>
                <a:gd name="T25" fmla="*/ 608 h 693"/>
                <a:gd name="T26" fmla="*/ 23 w 2338"/>
                <a:gd name="T27" fmla="*/ 470 h 693"/>
                <a:gd name="T28" fmla="*/ 11 w 2338"/>
                <a:gd name="T29" fmla="*/ 435 h 693"/>
                <a:gd name="T30" fmla="*/ 0 w 2338"/>
                <a:gd name="T31" fmla="*/ 401 h 693"/>
                <a:gd name="T32" fmla="*/ 69 w 2338"/>
                <a:gd name="T33" fmla="*/ 124 h 693"/>
                <a:gd name="T34" fmla="*/ 149 w 2338"/>
                <a:gd name="T35" fmla="*/ 32 h 693"/>
                <a:gd name="T36" fmla="*/ 276 w 2338"/>
                <a:gd name="T37" fmla="*/ 21 h 69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338"/>
                <a:gd name="T58" fmla="*/ 0 h 693"/>
                <a:gd name="T59" fmla="*/ 2338 w 2338"/>
                <a:gd name="T60" fmla="*/ 693 h 69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338" h="693">
                  <a:moveTo>
                    <a:pt x="207" y="21"/>
                  </a:moveTo>
                  <a:cubicBezTo>
                    <a:pt x="265" y="0"/>
                    <a:pt x="313" y="31"/>
                    <a:pt x="368" y="32"/>
                  </a:cubicBezTo>
                  <a:cubicBezTo>
                    <a:pt x="729" y="39"/>
                    <a:pt x="1090" y="40"/>
                    <a:pt x="1451" y="44"/>
                  </a:cubicBezTo>
                  <a:cubicBezTo>
                    <a:pt x="1662" y="55"/>
                    <a:pt x="1862" y="90"/>
                    <a:pt x="2073" y="101"/>
                  </a:cubicBezTo>
                  <a:cubicBezTo>
                    <a:pt x="2151" y="121"/>
                    <a:pt x="2211" y="137"/>
                    <a:pt x="2292" y="147"/>
                  </a:cubicBezTo>
                  <a:cubicBezTo>
                    <a:pt x="2307" y="191"/>
                    <a:pt x="2327" y="229"/>
                    <a:pt x="2338" y="274"/>
                  </a:cubicBezTo>
                  <a:cubicBezTo>
                    <a:pt x="2323" y="351"/>
                    <a:pt x="2319" y="430"/>
                    <a:pt x="2292" y="504"/>
                  </a:cubicBezTo>
                  <a:cubicBezTo>
                    <a:pt x="2286" y="520"/>
                    <a:pt x="2260" y="518"/>
                    <a:pt x="2246" y="528"/>
                  </a:cubicBezTo>
                  <a:cubicBezTo>
                    <a:pt x="2207" y="556"/>
                    <a:pt x="2194" y="593"/>
                    <a:pt x="2154" y="620"/>
                  </a:cubicBezTo>
                  <a:cubicBezTo>
                    <a:pt x="2146" y="631"/>
                    <a:pt x="2145" y="653"/>
                    <a:pt x="2131" y="654"/>
                  </a:cubicBezTo>
                  <a:cubicBezTo>
                    <a:pt x="1782" y="679"/>
                    <a:pt x="1432" y="668"/>
                    <a:pt x="1082" y="677"/>
                  </a:cubicBezTo>
                  <a:cubicBezTo>
                    <a:pt x="782" y="693"/>
                    <a:pt x="483" y="692"/>
                    <a:pt x="184" y="666"/>
                  </a:cubicBezTo>
                  <a:cubicBezTo>
                    <a:pt x="127" y="647"/>
                    <a:pt x="148" y="628"/>
                    <a:pt x="92" y="608"/>
                  </a:cubicBezTo>
                  <a:cubicBezTo>
                    <a:pt x="32" y="518"/>
                    <a:pt x="55" y="566"/>
                    <a:pt x="23" y="470"/>
                  </a:cubicBezTo>
                  <a:cubicBezTo>
                    <a:pt x="19" y="458"/>
                    <a:pt x="15" y="447"/>
                    <a:pt x="11" y="435"/>
                  </a:cubicBezTo>
                  <a:cubicBezTo>
                    <a:pt x="7" y="424"/>
                    <a:pt x="0" y="401"/>
                    <a:pt x="0" y="401"/>
                  </a:cubicBezTo>
                  <a:cubicBezTo>
                    <a:pt x="9" y="308"/>
                    <a:pt x="19" y="207"/>
                    <a:pt x="69" y="124"/>
                  </a:cubicBezTo>
                  <a:cubicBezTo>
                    <a:pt x="92" y="85"/>
                    <a:pt x="107" y="50"/>
                    <a:pt x="149" y="32"/>
                  </a:cubicBezTo>
                  <a:cubicBezTo>
                    <a:pt x="190" y="15"/>
                    <a:pt x="233" y="21"/>
                    <a:pt x="276" y="21"/>
                  </a:cubicBezTo>
                </a:path>
              </a:pathLst>
            </a:custGeom>
            <a:noFill/>
            <a:ln w="66675" cap="sq" cmpd="sng">
              <a:solidFill>
                <a:srgbClr val="2CB3B0"/>
              </a:solidFill>
              <a:prstDash val="solid"/>
              <a:round/>
            </a:ln>
          </p:spPr>
          <p:txBody>
            <a:bodyPr wrap="none" anchor="ctr"/>
            <a:lstStyle/>
            <a:p>
              <a:endParaRPr lang="zh-CN" altLang="en-US"/>
            </a:p>
          </p:txBody>
        </p:sp>
        <p:sp>
          <p:nvSpPr>
            <p:cNvPr id="73738" name="Freeform 18"/>
            <p:cNvSpPr/>
            <p:nvPr/>
          </p:nvSpPr>
          <p:spPr bwMode="auto">
            <a:xfrm rot="10007710" flipH="1">
              <a:off x="3191" y="2672"/>
              <a:ext cx="1636" cy="368"/>
            </a:xfrm>
            <a:custGeom>
              <a:avLst/>
              <a:gdLst>
                <a:gd name="T0" fmla="*/ 11 w 1441"/>
                <a:gd name="T1" fmla="*/ 1 h 1153"/>
                <a:gd name="T2" fmla="*/ 47 w 1441"/>
                <a:gd name="T3" fmla="*/ 1 h 1153"/>
                <a:gd name="T4" fmla="*/ 124 w 1441"/>
                <a:gd name="T5" fmla="*/ 1 h 1153"/>
                <a:gd name="T6" fmla="*/ 233 w 1441"/>
                <a:gd name="T7" fmla="*/ 1 h 1153"/>
                <a:gd name="T8" fmla="*/ 376 w 1441"/>
                <a:gd name="T9" fmla="*/ 1 h 1153"/>
                <a:gd name="T10" fmla="*/ 551 w 1441"/>
                <a:gd name="T11" fmla="*/ 1 h 1153"/>
                <a:gd name="T12" fmla="*/ 707 w 1441"/>
                <a:gd name="T13" fmla="*/ 1 h 1153"/>
                <a:gd name="T14" fmla="*/ 829 w 1441"/>
                <a:gd name="T15" fmla="*/ 1 h 1153"/>
                <a:gd name="T16" fmla="*/ 915 w 1441"/>
                <a:gd name="T17" fmla="*/ 1 h 1153"/>
                <a:gd name="T18" fmla="*/ 968 w 1441"/>
                <a:gd name="T19" fmla="*/ 1 h 1153"/>
                <a:gd name="T20" fmla="*/ 983 w 1441"/>
                <a:gd name="T21" fmla="*/ 1 h 1153"/>
                <a:gd name="T22" fmla="*/ 974 w 1441"/>
                <a:gd name="T23" fmla="*/ 1 h 1153"/>
                <a:gd name="T24" fmla="*/ 944 w 1441"/>
                <a:gd name="T25" fmla="*/ 1 h 1153"/>
                <a:gd name="T26" fmla="*/ 888 w 1441"/>
                <a:gd name="T27" fmla="*/ 1 h 1153"/>
                <a:gd name="T28" fmla="*/ 819 w 1441"/>
                <a:gd name="T29" fmla="*/ 1 h 1153"/>
                <a:gd name="T30" fmla="*/ 725 w 1441"/>
                <a:gd name="T31" fmla="*/ 1 h 1153"/>
                <a:gd name="T32" fmla="*/ 617 w 1441"/>
                <a:gd name="T33" fmla="*/ 1 h 1153"/>
                <a:gd name="T34" fmla="*/ 518 w 1441"/>
                <a:gd name="T35" fmla="*/ 1 h 1153"/>
                <a:gd name="T36" fmla="*/ 431 w 1441"/>
                <a:gd name="T37" fmla="*/ 1 h 1153"/>
                <a:gd name="T38" fmla="*/ 353 w 1441"/>
                <a:gd name="T39" fmla="*/ 2 h 1153"/>
                <a:gd name="T40" fmla="*/ 286 w 1441"/>
                <a:gd name="T41" fmla="*/ 2 h 1153"/>
                <a:gd name="T42" fmla="*/ 229 w 1441"/>
                <a:gd name="T43" fmla="*/ 2 h 1153"/>
                <a:gd name="T44" fmla="*/ 182 w 1441"/>
                <a:gd name="T45" fmla="*/ 2 h 1153"/>
                <a:gd name="T46" fmla="*/ 145 w 1441"/>
                <a:gd name="T47" fmla="*/ 2 h 1153"/>
                <a:gd name="T48" fmla="*/ 120 w 1441"/>
                <a:gd name="T49" fmla="*/ 3 h 1153"/>
                <a:gd name="T50" fmla="*/ 104 w 1441"/>
                <a:gd name="T51" fmla="*/ 3 h 1153"/>
                <a:gd name="T52" fmla="*/ 100 w 1441"/>
                <a:gd name="T53" fmla="*/ 3 h 1153"/>
                <a:gd name="T54" fmla="*/ 102 w 1441"/>
                <a:gd name="T55" fmla="*/ 3 h 1153"/>
                <a:gd name="T56" fmla="*/ 109 w 1441"/>
                <a:gd name="T57" fmla="*/ 3 h 1153"/>
                <a:gd name="T58" fmla="*/ 122 w 1441"/>
                <a:gd name="T59" fmla="*/ 2 h 1153"/>
                <a:gd name="T60" fmla="*/ 140 w 1441"/>
                <a:gd name="T61" fmla="*/ 2 h 1153"/>
                <a:gd name="T62" fmla="*/ 164 w 1441"/>
                <a:gd name="T63" fmla="*/ 2 h 1153"/>
                <a:gd name="T64" fmla="*/ 188 w 1441"/>
                <a:gd name="T65" fmla="*/ 2 h 1153"/>
                <a:gd name="T66" fmla="*/ 199 w 1441"/>
                <a:gd name="T67" fmla="*/ 2 h 1153"/>
                <a:gd name="T68" fmla="*/ 197 w 1441"/>
                <a:gd name="T69" fmla="*/ 1 h 1153"/>
                <a:gd name="T70" fmla="*/ 181 w 1441"/>
                <a:gd name="T71" fmla="*/ 1 h 1153"/>
                <a:gd name="T72" fmla="*/ 151 w 1441"/>
                <a:gd name="T73" fmla="*/ 1 h 1153"/>
                <a:gd name="T74" fmla="*/ 108 w 1441"/>
                <a:gd name="T75" fmla="*/ 1 h 1153"/>
                <a:gd name="T76" fmla="*/ 70 w 1441"/>
                <a:gd name="T77" fmla="*/ 1 h 1153"/>
                <a:gd name="T78" fmla="*/ 40 w 1441"/>
                <a:gd name="T79" fmla="*/ 1 h 1153"/>
                <a:gd name="T80" fmla="*/ 16 w 1441"/>
                <a:gd name="T81" fmla="*/ 1 h 1153"/>
                <a:gd name="T82" fmla="*/ 6 w 1441"/>
                <a:gd name="T83" fmla="*/ 1 h 1153"/>
                <a:gd name="T84" fmla="*/ 0 w 1441"/>
                <a:gd name="T85" fmla="*/ 1 h 115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441"/>
                <a:gd name="T130" fmla="*/ 0 h 1153"/>
                <a:gd name="T131" fmla="*/ 1441 w 1441"/>
                <a:gd name="T132" fmla="*/ 1153 h 115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441" h="1153">
                  <a:moveTo>
                    <a:pt x="0" y="288"/>
                  </a:moveTo>
                  <a:lnTo>
                    <a:pt x="3" y="253"/>
                  </a:lnTo>
                  <a:lnTo>
                    <a:pt x="11" y="221"/>
                  </a:lnTo>
                  <a:lnTo>
                    <a:pt x="25" y="190"/>
                  </a:lnTo>
                  <a:lnTo>
                    <a:pt x="45" y="162"/>
                  </a:lnTo>
                  <a:lnTo>
                    <a:pt x="70" y="136"/>
                  </a:lnTo>
                  <a:lnTo>
                    <a:pt x="101" y="113"/>
                  </a:lnTo>
                  <a:lnTo>
                    <a:pt x="138" y="91"/>
                  </a:lnTo>
                  <a:lnTo>
                    <a:pt x="180" y="72"/>
                  </a:lnTo>
                  <a:lnTo>
                    <a:pt x="228" y="55"/>
                  </a:lnTo>
                  <a:lnTo>
                    <a:pt x="281" y="41"/>
                  </a:lnTo>
                  <a:lnTo>
                    <a:pt x="340" y="28"/>
                  </a:lnTo>
                  <a:lnTo>
                    <a:pt x="405" y="18"/>
                  </a:lnTo>
                  <a:lnTo>
                    <a:pt x="475" y="10"/>
                  </a:lnTo>
                  <a:lnTo>
                    <a:pt x="551" y="5"/>
                  </a:lnTo>
                  <a:lnTo>
                    <a:pt x="633" y="1"/>
                  </a:lnTo>
                  <a:lnTo>
                    <a:pt x="720" y="0"/>
                  </a:lnTo>
                  <a:lnTo>
                    <a:pt x="807" y="1"/>
                  </a:lnTo>
                  <a:lnTo>
                    <a:pt x="889" y="5"/>
                  </a:lnTo>
                  <a:lnTo>
                    <a:pt x="965" y="10"/>
                  </a:lnTo>
                  <a:lnTo>
                    <a:pt x="1035" y="18"/>
                  </a:lnTo>
                  <a:lnTo>
                    <a:pt x="1100" y="28"/>
                  </a:lnTo>
                  <a:lnTo>
                    <a:pt x="1159" y="41"/>
                  </a:lnTo>
                  <a:lnTo>
                    <a:pt x="1212" y="55"/>
                  </a:lnTo>
                  <a:lnTo>
                    <a:pt x="1260" y="72"/>
                  </a:lnTo>
                  <a:lnTo>
                    <a:pt x="1302" y="91"/>
                  </a:lnTo>
                  <a:lnTo>
                    <a:pt x="1339" y="113"/>
                  </a:lnTo>
                  <a:lnTo>
                    <a:pt x="1370" y="136"/>
                  </a:lnTo>
                  <a:lnTo>
                    <a:pt x="1395" y="162"/>
                  </a:lnTo>
                  <a:lnTo>
                    <a:pt x="1415" y="190"/>
                  </a:lnTo>
                  <a:lnTo>
                    <a:pt x="1429" y="221"/>
                  </a:lnTo>
                  <a:lnTo>
                    <a:pt x="1437" y="253"/>
                  </a:lnTo>
                  <a:lnTo>
                    <a:pt x="1440" y="288"/>
                  </a:lnTo>
                  <a:lnTo>
                    <a:pt x="1438" y="323"/>
                  </a:lnTo>
                  <a:lnTo>
                    <a:pt x="1433" y="356"/>
                  </a:lnTo>
                  <a:lnTo>
                    <a:pt x="1425" y="386"/>
                  </a:lnTo>
                  <a:lnTo>
                    <a:pt x="1413" y="414"/>
                  </a:lnTo>
                  <a:lnTo>
                    <a:pt x="1398" y="440"/>
                  </a:lnTo>
                  <a:lnTo>
                    <a:pt x="1379" y="464"/>
                  </a:lnTo>
                  <a:lnTo>
                    <a:pt x="1357" y="485"/>
                  </a:lnTo>
                  <a:lnTo>
                    <a:pt x="1332" y="504"/>
                  </a:lnTo>
                  <a:lnTo>
                    <a:pt x="1303" y="521"/>
                  </a:lnTo>
                  <a:lnTo>
                    <a:pt x="1271" y="536"/>
                  </a:lnTo>
                  <a:lnTo>
                    <a:pt x="1236" y="548"/>
                  </a:lnTo>
                  <a:lnTo>
                    <a:pt x="1197" y="558"/>
                  </a:lnTo>
                  <a:lnTo>
                    <a:pt x="1155" y="566"/>
                  </a:lnTo>
                  <a:lnTo>
                    <a:pt x="1109" y="572"/>
                  </a:lnTo>
                  <a:lnTo>
                    <a:pt x="1060" y="575"/>
                  </a:lnTo>
                  <a:lnTo>
                    <a:pt x="1008" y="576"/>
                  </a:lnTo>
                  <a:lnTo>
                    <a:pt x="955" y="577"/>
                  </a:lnTo>
                  <a:lnTo>
                    <a:pt x="903" y="581"/>
                  </a:lnTo>
                  <a:lnTo>
                    <a:pt x="854" y="586"/>
                  </a:lnTo>
                  <a:lnTo>
                    <a:pt x="806" y="594"/>
                  </a:lnTo>
                  <a:lnTo>
                    <a:pt x="759" y="604"/>
                  </a:lnTo>
                  <a:lnTo>
                    <a:pt x="714" y="617"/>
                  </a:lnTo>
                  <a:lnTo>
                    <a:pt x="671" y="631"/>
                  </a:lnTo>
                  <a:lnTo>
                    <a:pt x="630" y="648"/>
                  </a:lnTo>
                  <a:lnTo>
                    <a:pt x="590" y="667"/>
                  </a:lnTo>
                  <a:lnTo>
                    <a:pt x="552" y="689"/>
                  </a:lnTo>
                  <a:lnTo>
                    <a:pt x="516" y="712"/>
                  </a:lnTo>
                  <a:lnTo>
                    <a:pt x="482" y="738"/>
                  </a:lnTo>
                  <a:lnTo>
                    <a:pt x="449" y="766"/>
                  </a:lnTo>
                  <a:lnTo>
                    <a:pt x="417" y="797"/>
                  </a:lnTo>
                  <a:lnTo>
                    <a:pt x="388" y="829"/>
                  </a:lnTo>
                  <a:lnTo>
                    <a:pt x="360" y="864"/>
                  </a:lnTo>
                  <a:lnTo>
                    <a:pt x="334" y="899"/>
                  </a:lnTo>
                  <a:lnTo>
                    <a:pt x="309" y="932"/>
                  </a:lnTo>
                  <a:lnTo>
                    <a:pt x="287" y="962"/>
                  </a:lnTo>
                  <a:lnTo>
                    <a:pt x="266" y="990"/>
                  </a:lnTo>
                  <a:lnTo>
                    <a:pt x="246" y="1016"/>
                  </a:lnTo>
                  <a:lnTo>
                    <a:pt x="228" y="1040"/>
                  </a:lnTo>
                  <a:lnTo>
                    <a:pt x="212" y="1061"/>
                  </a:lnTo>
                  <a:lnTo>
                    <a:pt x="198" y="1080"/>
                  </a:lnTo>
                  <a:lnTo>
                    <a:pt x="185" y="1097"/>
                  </a:lnTo>
                  <a:lnTo>
                    <a:pt x="174" y="1112"/>
                  </a:lnTo>
                  <a:lnTo>
                    <a:pt x="165" y="1124"/>
                  </a:lnTo>
                  <a:lnTo>
                    <a:pt x="158" y="1134"/>
                  </a:lnTo>
                  <a:lnTo>
                    <a:pt x="152" y="1142"/>
                  </a:lnTo>
                  <a:lnTo>
                    <a:pt x="147" y="1148"/>
                  </a:lnTo>
                  <a:lnTo>
                    <a:pt x="145" y="1151"/>
                  </a:lnTo>
                  <a:lnTo>
                    <a:pt x="144" y="1152"/>
                  </a:lnTo>
                  <a:lnTo>
                    <a:pt x="144" y="1151"/>
                  </a:lnTo>
                  <a:lnTo>
                    <a:pt x="146" y="1148"/>
                  </a:lnTo>
                  <a:lnTo>
                    <a:pt x="148" y="1142"/>
                  </a:lnTo>
                  <a:lnTo>
                    <a:pt x="151" y="1134"/>
                  </a:lnTo>
                  <a:lnTo>
                    <a:pt x="155" y="1124"/>
                  </a:lnTo>
                  <a:lnTo>
                    <a:pt x="159" y="1112"/>
                  </a:lnTo>
                  <a:lnTo>
                    <a:pt x="165" y="1097"/>
                  </a:lnTo>
                  <a:lnTo>
                    <a:pt x="171" y="1080"/>
                  </a:lnTo>
                  <a:lnTo>
                    <a:pt x="178" y="1061"/>
                  </a:lnTo>
                  <a:lnTo>
                    <a:pt x="186" y="1040"/>
                  </a:lnTo>
                  <a:lnTo>
                    <a:pt x="195" y="1016"/>
                  </a:lnTo>
                  <a:lnTo>
                    <a:pt x="205" y="990"/>
                  </a:lnTo>
                  <a:lnTo>
                    <a:pt x="215" y="962"/>
                  </a:lnTo>
                  <a:lnTo>
                    <a:pt x="227" y="932"/>
                  </a:lnTo>
                  <a:lnTo>
                    <a:pt x="239" y="899"/>
                  </a:lnTo>
                  <a:lnTo>
                    <a:pt x="252" y="864"/>
                  </a:lnTo>
                  <a:lnTo>
                    <a:pt x="264" y="829"/>
                  </a:lnTo>
                  <a:lnTo>
                    <a:pt x="275" y="797"/>
                  </a:lnTo>
                  <a:lnTo>
                    <a:pt x="282" y="766"/>
                  </a:lnTo>
                  <a:lnTo>
                    <a:pt x="288" y="738"/>
                  </a:lnTo>
                  <a:lnTo>
                    <a:pt x="291" y="712"/>
                  </a:lnTo>
                  <a:lnTo>
                    <a:pt x="293" y="689"/>
                  </a:lnTo>
                  <a:lnTo>
                    <a:pt x="291" y="667"/>
                  </a:lnTo>
                  <a:lnTo>
                    <a:pt x="288" y="648"/>
                  </a:lnTo>
                  <a:lnTo>
                    <a:pt x="282" y="631"/>
                  </a:lnTo>
                  <a:lnTo>
                    <a:pt x="275" y="617"/>
                  </a:lnTo>
                  <a:lnTo>
                    <a:pt x="264" y="604"/>
                  </a:lnTo>
                  <a:lnTo>
                    <a:pt x="252" y="594"/>
                  </a:lnTo>
                  <a:lnTo>
                    <a:pt x="237" y="586"/>
                  </a:lnTo>
                  <a:lnTo>
                    <a:pt x="221" y="581"/>
                  </a:lnTo>
                  <a:lnTo>
                    <a:pt x="201" y="577"/>
                  </a:lnTo>
                  <a:lnTo>
                    <a:pt x="180" y="576"/>
                  </a:lnTo>
                  <a:lnTo>
                    <a:pt x="158" y="575"/>
                  </a:lnTo>
                  <a:lnTo>
                    <a:pt x="138" y="572"/>
                  </a:lnTo>
                  <a:lnTo>
                    <a:pt x="119" y="566"/>
                  </a:lnTo>
                  <a:lnTo>
                    <a:pt x="101" y="558"/>
                  </a:lnTo>
                  <a:lnTo>
                    <a:pt x="85" y="548"/>
                  </a:lnTo>
                  <a:lnTo>
                    <a:pt x="70" y="536"/>
                  </a:lnTo>
                  <a:lnTo>
                    <a:pt x="57" y="521"/>
                  </a:lnTo>
                  <a:lnTo>
                    <a:pt x="45" y="504"/>
                  </a:lnTo>
                  <a:lnTo>
                    <a:pt x="34" y="485"/>
                  </a:lnTo>
                  <a:lnTo>
                    <a:pt x="25" y="464"/>
                  </a:lnTo>
                  <a:lnTo>
                    <a:pt x="18" y="440"/>
                  </a:lnTo>
                  <a:lnTo>
                    <a:pt x="11" y="414"/>
                  </a:lnTo>
                  <a:lnTo>
                    <a:pt x="6" y="386"/>
                  </a:lnTo>
                  <a:lnTo>
                    <a:pt x="3" y="356"/>
                  </a:lnTo>
                  <a:lnTo>
                    <a:pt x="1" y="323"/>
                  </a:lnTo>
                  <a:lnTo>
                    <a:pt x="0" y="288"/>
                  </a:lnTo>
                  <a:close/>
                </a:path>
              </a:pathLst>
            </a:custGeom>
            <a:noFill/>
            <a:ln w="57150" cap="flat">
              <a:solidFill>
                <a:srgbClr val="00CCFF"/>
              </a:solidFill>
              <a:prstDash val="solid"/>
              <a:round/>
            </a:ln>
          </p:spPr>
          <p:txBody>
            <a:bodyPr wrap="square" anchor="ctr">
              <a:spAutoFit/>
            </a:bodyPr>
            <a:lstStyle/>
            <a:p>
              <a:endParaRPr lang="zh-CN" altLang="en-US"/>
            </a:p>
          </p:txBody>
        </p:sp>
        <p:sp>
          <p:nvSpPr>
            <p:cNvPr id="73739" name="Rectangle 19"/>
            <p:cNvSpPr>
              <a:spLocks noChangeArrowheads="1"/>
            </p:cNvSpPr>
            <p:nvPr/>
          </p:nvSpPr>
          <p:spPr bwMode="auto">
            <a:xfrm rot="20754294">
              <a:off x="3219" y="2749"/>
              <a:ext cx="2066" cy="239"/>
            </a:xfrm>
            <a:prstGeom prst="rect">
              <a:avLst/>
            </a:prstGeom>
            <a:noFill/>
            <a:ln w="12700" cap="sq">
              <a:noFill/>
              <a:miter lim="800000"/>
            </a:ln>
          </p:spPr>
          <p:txBody>
            <a:bodyPr wrap="square">
              <a:spAutoFit/>
            </a:bodyPr>
            <a:lstStyle/>
            <a:p>
              <a:r>
                <a:rPr lang="zh-CN" altLang="en-US" sz="2300" dirty="0">
                  <a:solidFill>
                    <a:schemeClr val="accent2"/>
                  </a:solidFill>
                  <a:latin typeface="黑体" panose="02010609060101010101" pitchFamily="2" charset="-122"/>
                  <a:ea typeface="黑体" panose="02010609060101010101" pitchFamily="2" charset="-122"/>
                </a:rPr>
                <a:t>折半查找确定插入位置</a:t>
              </a:r>
              <a:endParaRPr lang="zh-CN" altLang="en-US" sz="2300" dirty="0">
                <a:solidFill>
                  <a:schemeClr val="accent2"/>
                </a:solidFill>
                <a:latin typeface="黑体" panose="02010609060101010101" pitchFamily="2" charset="-122"/>
                <a:ea typeface="黑体" panose="02010609060101010101" pitchFamily="2" charset="-122"/>
              </a:endParaRPr>
            </a:p>
          </p:txBody>
        </p:sp>
      </p:grpSp>
      <p:grpSp>
        <p:nvGrpSpPr>
          <p:cNvPr id="6" name="Group 20"/>
          <p:cNvGrpSpPr/>
          <p:nvPr/>
        </p:nvGrpSpPr>
        <p:grpSpPr bwMode="auto">
          <a:xfrm>
            <a:off x="7824192" y="-171450"/>
            <a:ext cx="2843808" cy="1700213"/>
            <a:chOff x="3469" y="3413"/>
            <a:chExt cx="1474" cy="1071"/>
          </a:xfrm>
        </p:grpSpPr>
        <p:sp>
          <p:nvSpPr>
            <p:cNvPr id="73735" name="Freeform 21"/>
            <p:cNvSpPr/>
            <p:nvPr/>
          </p:nvSpPr>
          <p:spPr bwMode="auto">
            <a:xfrm>
              <a:off x="3469" y="3413"/>
              <a:ext cx="1474" cy="1071"/>
            </a:xfrm>
            <a:custGeom>
              <a:avLst/>
              <a:gdLst>
                <a:gd name="T0" fmla="*/ 282 w 809"/>
                <a:gd name="T1" fmla="*/ 314 h 659"/>
                <a:gd name="T2" fmla="*/ 258 w 809"/>
                <a:gd name="T3" fmla="*/ 534 h 659"/>
                <a:gd name="T4" fmla="*/ 1363 w 809"/>
                <a:gd name="T5" fmla="*/ 1073 h 659"/>
                <a:gd name="T6" fmla="*/ 1429 w 809"/>
                <a:gd name="T7" fmla="*/ 1087 h 659"/>
                <a:gd name="T8" fmla="*/ 1983 w 809"/>
                <a:gd name="T9" fmla="*/ 1031 h 659"/>
                <a:gd name="T10" fmla="*/ 2469 w 809"/>
                <a:gd name="T11" fmla="*/ 1018 h 659"/>
                <a:gd name="T12" fmla="*/ 2489 w 809"/>
                <a:gd name="T13" fmla="*/ 507 h 659"/>
                <a:gd name="T14" fmla="*/ 2336 w 809"/>
                <a:gd name="T15" fmla="*/ 464 h 659"/>
                <a:gd name="T16" fmla="*/ 2269 w 809"/>
                <a:gd name="T17" fmla="*/ 437 h 659"/>
                <a:gd name="T18" fmla="*/ 2159 w 809"/>
                <a:gd name="T19" fmla="*/ 423 h 659"/>
                <a:gd name="T20" fmla="*/ 2118 w 809"/>
                <a:gd name="T21" fmla="*/ 339 h 659"/>
                <a:gd name="T22" fmla="*/ 1983 w 809"/>
                <a:gd name="T23" fmla="*/ 286 h 659"/>
                <a:gd name="T24" fmla="*/ 1847 w 809"/>
                <a:gd name="T25" fmla="*/ 259 h 659"/>
                <a:gd name="T26" fmla="*/ 258 w 809"/>
                <a:gd name="T27" fmla="*/ 394 h 659"/>
                <a:gd name="T28" fmla="*/ 448 w 809"/>
                <a:gd name="T29" fmla="*/ 365 h 6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9" h="659">
                  <a:moveTo>
                    <a:pt x="89" y="159"/>
                  </a:moveTo>
                  <a:cubicBezTo>
                    <a:pt x="68" y="223"/>
                    <a:pt x="74" y="186"/>
                    <a:pt x="82" y="271"/>
                  </a:cubicBezTo>
                  <a:cubicBezTo>
                    <a:pt x="92" y="659"/>
                    <a:pt x="0" y="528"/>
                    <a:pt x="433" y="545"/>
                  </a:cubicBezTo>
                  <a:cubicBezTo>
                    <a:pt x="440" y="545"/>
                    <a:pt x="447" y="550"/>
                    <a:pt x="454" y="552"/>
                  </a:cubicBezTo>
                  <a:cubicBezTo>
                    <a:pt x="533" y="547"/>
                    <a:pt x="564" y="546"/>
                    <a:pt x="630" y="524"/>
                  </a:cubicBezTo>
                  <a:cubicBezTo>
                    <a:pt x="679" y="508"/>
                    <a:pt x="733" y="519"/>
                    <a:pt x="784" y="517"/>
                  </a:cubicBezTo>
                  <a:cubicBezTo>
                    <a:pt x="806" y="450"/>
                    <a:pt x="809" y="330"/>
                    <a:pt x="791" y="257"/>
                  </a:cubicBezTo>
                  <a:cubicBezTo>
                    <a:pt x="788" y="244"/>
                    <a:pt x="749" y="238"/>
                    <a:pt x="742" y="236"/>
                  </a:cubicBezTo>
                  <a:cubicBezTo>
                    <a:pt x="735" y="231"/>
                    <a:pt x="729" y="225"/>
                    <a:pt x="721" y="222"/>
                  </a:cubicBezTo>
                  <a:cubicBezTo>
                    <a:pt x="710" y="218"/>
                    <a:pt x="694" y="223"/>
                    <a:pt x="686" y="215"/>
                  </a:cubicBezTo>
                  <a:cubicBezTo>
                    <a:pt x="676" y="205"/>
                    <a:pt x="677" y="187"/>
                    <a:pt x="672" y="173"/>
                  </a:cubicBezTo>
                  <a:cubicBezTo>
                    <a:pt x="667" y="157"/>
                    <a:pt x="646" y="150"/>
                    <a:pt x="630" y="145"/>
                  </a:cubicBezTo>
                  <a:cubicBezTo>
                    <a:pt x="616" y="140"/>
                    <a:pt x="587" y="131"/>
                    <a:pt x="587" y="131"/>
                  </a:cubicBezTo>
                  <a:cubicBezTo>
                    <a:pt x="510" y="132"/>
                    <a:pt x="82" y="0"/>
                    <a:pt x="82" y="201"/>
                  </a:cubicBezTo>
                  <a:lnTo>
                    <a:pt x="143" y="184"/>
                  </a:lnTo>
                </a:path>
              </a:pathLst>
            </a:custGeom>
            <a:solidFill>
              <a:srgbClr val="FFCC99"/>
            </a:solidFill>
            <a:ln w="12700" cap="sq" cmpd="sng">
              <a:noFill/>
              <a:prstDash val="solid"/>
              <a:round/>
            </a:ln>
            <a:effectLst>
              <a:outerShdw dist="53882" dir="2700000" algn="ctr" rotWithShape="0">
                <a:srgbClr val="B2B2B2"/>
              </a:outerShdw>
            </a:effectLst>
          </p:spPr>
          <p:txBody>
            <a:bodyPr wrap="none" anchor="ctr"/>
            <a:lstStyle/>
            <a:p>
              <a:endParaRPr lang="zh-CN" altLang="en-US"/>
            </a:p>
          </p:txBody>
        </p:sp>
        <p:sp>
          <p:nvSpPr>
            <p:cNvPr id="73736" name="Rectangle 22"/>
            <p:cNvSpPr>
              <a:spLocks noChangeArrowheads="1"/>
            </p:cNvSpPr>
            <p:nvPr/>
          </p:nvSpPr>
          <p:spPr bwMode="auto">
            <a:xfrm>
              <a:off x="3608" y="3521"/>
              <a:ext cx="1230" cy="834"/>
            </a:xfrm>
            <a:prstGeom prst="rect">
              <a:avLst/>
            </a:prstGeom>
            <a:noFill/>
            <a:ln w="12700" cap="sq">
              <a:noFill/>
              <a:miter lim="800000"/>
            </a:ln>
            <a:effectLst>
              <a:outerShdw dist="12700" algn="ctr" rotWithShape="0">
                <a:srgbClr val="000000"/>
              </a:outerShdw>
            </a:effectLst>
          </p:spPr>
          <p:txBody>
            <a:bodyPr wrap="square">
              <a:spAutoFit/>
            </a:bodyPr>
            <a:lstStyle/>
            <a:p>
              <a:r>
                <a:rPr lang="zh-CN" altLang="en-US" sz="2000" dirty="0">
                  <a:solidFill>
                    <a:srgbClr val="FF3300"/>
                  </a:solidFill>
                  <a:ea typeface="幼圆" pitchFamily="49" charset="-122"/>
                </a:rPr>
                <a:t>算法总复杂度为：</a:t>
              </a:r>
              <a:endParaRPr lang="en-US" altLang="zh-CN" sz="2000" dirty="0">
                <a:solidFill>
                  <a:srgbClr val="FF3300"/>
                </a:solidFill>
                <a:ea typeface="幼圆" pitchFamily="49" charset="-122"/>
              </a:endParaRPr>
            </a:p>
            <a:p>
              <a:r>
                <a:rPr lang="en-US" altLang="zh-CN" sz="2400" dirty="0">
                  <a:solidFill>
                    <a:srgbClr val="FF3300"/>
                  </a:solidFill>
                  <a:ea typeface="幼圆" pitchFamily="49" charset="-122"/>
                </a:rPr>
                <a:t>O</a:t>
              </a:r>
              <a:r>
                <a:rPr lang="en-US" altLang="zh-CN" sz="2000" dirty="0">
                  <a:solidFill>
                    <a:srgbClr val="FF3300"/>
                  </a:solidFill>
                  <a:ea typeface="幼圆" pitchFamily="49" charset="-122"/>
                </a:rPr>
                <a:t>(log</a:t>
              </a:r>
              <a:r>
                <a:rPr lang="en-US" altLang="zh-CN" sz="2000" baseline="-25000" dirty="0">
                  <a:solidFill>
                    <a:srgbClr val="FF3300"/>
                  </a:solidFill>
                  <a:ea typeface="幼圆" pitchFamily="49" charset="-122"/>
                </a:rPr>
                <a:t>2</a:t>
              </a:r>
              <a:r>
                <a:rPr lang="en-US" altLang="zh-CN" sz="2000" dirty="0">
                  <a:solidFill>
                    <a:srgbClr val="FF3300"/>
                  </a:solidFill>
                  <a:ea typeface="幼圆" pitchFamily="49" charset="-122"/>
                </a:rPr>
                <a:t>n + n) </a:t>
              </a:r>
              <a:endParaRPr lang="zh-CN" altLang="en-US" sz="2000" dirty="0">
                <a:solidFill>
                  <a:srgbClr val="FF3300"/>
                </a:solidFill>
                <a:ea typeface="幼圆" pitchFamily="49" charset="-122"/>
              </a:endParaRPr>
            </a:p>
            <a:p>
              <a:r>
                <a:rPr lang="en-US" altLang="zh-CN" sz="3600" dirty="0">
                  <a:solidFill>
                    <a:srgbClr val="FF3300"/>
                  </a:solidFill>
                  <a:ea typeface="幼圆" pitchFamily="49" charset="-122"/>
                </a:rPr>
                <a:t>= O</a:t>
              </a:r>
              <a:r>
                <a:rPr lang="en-US" altLang="zh-CN" sz="3200" dirty="0">
                  <a:solidFill>
                    <a:srgbClr val="FF3300"/>
                  </a:solidFill>
                  <a:ea typeface="幼圆" pitchFamily="49" charset="-122"/>
                </a:rPr>
                <a:t>(n)</a:t>
              </a:r>
              <a:endParaRPr lang="zh-CN" altLang="en-US" sz="3200" dirty="0">
                <a:solidFill>
                  <a:srgbClr val="FF3300"/>
                </a:solidFill>
                <a:ea typeface="幼圆" pitchFamily="49" charset="-122"/>
              </a:endParaRPr>
            </a:p>
          </p:txBody>
        </p:sp>
      </p:grpSp>
      <p:sp>
        <p:nvSpPr>
          <p:cNvPr id="18" name="矩形 17"/>
          <p:cNvSpPr/>
          <p:nvPr/>
        </p:nvSpPr>
        <p:spPr>
          <a:xfrm>
            <a:off x="7335704" y="2492896"/>
            <a:ext cx="4716016" cy="4216539"/>
          </a:xfrm>
          <a:prstGeom prst="rect">
            <a:avLst/>
          </a:prstGeom>
          <a:solidFill>
            <a:schemeClr val="accent1">
              <a:lumMod val="90000"/>
            </a:schemeClr>
          </a:solidFill>
        </p:spPr>
        <p:txBody>
          <a:bodyPr wrap="square">
            <a:spAutoFit/>
          </a:bodyPr>
          <a:lstStyle/>
          <a:p>
            <a:pPr>
              <a:buFont typeface="Wingdings" panose="05000000000000000000" pitchFamily="2" charset="2"/>
              <a:buNone/>
            </a:pPr>
            <a:r>
              <a:rPr lang="zh-CN" altLang="en-US" sz="1600" b="1" dirty="0">
                <a:ea typeface="宋体" pitchFamily="2" charset="-122"/>
              </a:rPr>
              <a:t>折半查找算法如下</a:t>
            </a:r>
            <a:r>
              <a:rPr lang="en-US" altLang="zh-CN" sz="1600" b="1" dirty="0">
                <a:ea typeface="宋体" pitchFamily="2" charset="-122"/>
              </a:rPr>
              <a:t>:</a:t>
            </a:r>
            <a:endParaRPr lang="en-US" altLang="zh-CN" sz="1600" b="1" dirty="0">
              <a:ea typeface="宋体" pitchFamily="2" charset="-122"/>
            </a:endParaRPr>
          </a:p>
          <a:p>
            <a:pPr>
              <a:buFont typeface="Wingdings" panose="05000000000000000000" pitchFamily="2" charset="2"/>
              <a:buNone/>
            </a:pPr>
            <a:r>
              <a:rPr lang="en-US" altLang="zh-CN" dirty="0" err="1">
                <a:ea typeface="宋体" pitchFamily="2" charset="-122"/>
              </a:rPr>
              <a:t>int</a:t>
            </a:r>
            <a:r>
              <a:rPr lang="en-US" altLang="zh-CN" dirty="0">
                <a:ea typeface="宋体" pitchFamily="2" charset="-122"/>
              </a:rPr>
              <a:t> </a:t>
            </a:r>
            <a:r>
              <a:rPr lang="en-US" altLang="zh-CN" dirty="0" err="1">
                <a:ea typeface="宋体" pitchFamily="2" charset="-122"/>
              </a:rPr>
              <a:t>searchElem</a:t>
            </a:r>
            <a:r>
              <a:rPr lang="en-US" altLang="zh-CN" dirty="0">
                <a:ea typeface="宋体" pitchFamily="2" charset="-122"/>
              </a:rPr>
              <a:t>(</a:t>
            </a:r>
            <a:r>
              <a:rPr lang="en-US" altLang="zh-CN" dirty="0" err="1">
                <a:ea typeface="宋体" pitchFamily="2" charset="-122"/>
              </a:rPr>
              <a:t>ElemType</a:t>
            </a:r>
            <a:r>
              <a:rPr lang="en-US" altLang="zh-CN" dirty="0">
                <a:ea typeface="宋体" pitchFamily="2" charset="-122"/>
              </a:rPr>
              <a:t> list[ ], </a:t>
            </a:r>
            <a:r>
              <a:rPr lang="en-US" altLang="zh-CN" dirty="0" err="1">
                <a:ea typeface="宋体" pitchFamily="2" charset="-122"/>
              </a:rPr>
              <a:t>ElemType</a:t>
            </a:r>
            <a:r>
              <a:rPr lang="en-US" altLang="zh-CN" dirty="0">
                <a:ea typeface="宋体" pitchFamily="2" charset="-122"/>
              </a:rPr>
              <a:t> item)</a:t>
            </a:r>
            <a:endParaRPr lang="en-US" altLang="zh-CN" dirty="0">
              <a:ea typeface="宋体" pitchFamily="2" charset="-122"/>
            </a:endParaRPr>
          </a:p>
          <a:p>
            <a:pPr>
              <a:buFont typeface="Wingdings" panose="05000000000000000000" pitchFamily="2" charset="2"/>
              <a:buNone/>
            </a:pPr>
            <a:r>
              <a:rPr lang="en-US" altLang="zh-CN" dirty="0">
                <a:ea typeface="宋体" pitchFamily="2" charset="-122"/>
              </a:rPr>
              <a:t>{</a:t>
            </a:r>
            <a:endParaRPr lang="en-US" altLang="zh-CN" dirty="0">
              <a:ea typeface="宋体" pitchFamily="2" charset="-122"/>
            </a:endParaRPr>
          </a:p>
          <a:p>
            <a:pPr lvl="1">
              <a:buFont typeface="Wingdings" panose="05000000000000000000" pitchFamily="2" charset="2"/>
              <a:buNone/>
            </a:pPr>
            <a:r>
              <a:rPr lang="en-US" altLang="zh-CN" dirty="0" err="1">
                <a:ea typeface="宋体" pitchFamily="2" charset="-122"/>
              </a:rPr>
              <a:t>int</a:t>
            </a:r>
            <a:r>
              <a:rPr lang="en-US" altLang="zh-CN" dirty="0">
                <a:ea typeface="宋体" pitchFamily="2" charset="-122"/>
              </a:rPr>
              <a:t> low=0, high=n-1, mid;</a:t>
            </a:r>
            <a:endParaRPr lang="en-US" altLang="zh-CN" dirty="0">
              <a:ea typeface="宋体" pitchFamily="2" charset="-122"/>
            </a:endParaRPr>
          </a:p>
          <a:p>
            <a:pPr lvl="1">
              <a:buFont typeface="Wingdings" panose="05000000000000000000" pitchFamily="2" charset="2"/>
              <a:buNone/>
            </a:pPr>
            <a:r>
              <a:rPr lang="en-US" altLang="zh-CN" dirty="0">
                <a:ea typeface="宋体" pitchFamily="2" charset="-122"/>
              </a:rPr>
              <a:t>while(low &lt;= high){</a:t>
            </a:r>
            <a:endParaRPr lang="en-US" altLang="zh-CN" dirty="0">
              <a:ea typeface="宋体" pitchFamily="2" charset="-122"/>
            </a:endParaRPr>
          </a:p>
          <a:p>
            <a:pPr lvl="2"/>
            <a:r>
              <a:rPr lang="en-US" altLang="zh-CN" dirty="0">
                <a:ea typeface="宋体" pitchFamily="2" charset="-122"/>
              </a:rPr>
              <a:t>mid = (high + low) / 2;</a:t>
            </a:r>
            <a:endParaRPr lang="en-US" altLang="zh-CN" dirty="0">
              <a:ea typeface="宋体" pitchFamily="2" charset="-122"/>
            </a:endParaRPr>
          </a:p>
          <a:p>
            <a:pPr lvl="2"/>
            <a:r>
              <a:rPr lang="en-US" altLang="zh-CN" dirty="0">
                <a:ea typeface="宋体" pitchFamily="2" charset="-122"/>
              </a:rPr>
              <a:t>if(( item &lt; list[mid])</a:t>
            </a:r>
            <a:endParaRPr lang="en-US" altLang="zh-CN" dirty="0">
              <a:ea typeface="宋体" pitchFamily="2" charset="-122"/>
            </a:endParaRPr>
          </a:p>
          <a:p>
            <a:pPr lvl="3"/>
            <a:r>
              <a:rPr lang="en-US" altLang="zh-CN" dirty="0">
                <a:ea typeface="宋体" pitchFamily="2" charset="-122"/>
              </a:rPr>
              <a:t>   high = mid – 1;</a:t>
            </a:r>
            <a:endParaRPr lang="en-US" altLang="zh-CN" dirty="0">
              <a:ea typeface="宋体" pitchFamily="2" charset="-122"/>
            </a:endParaRPr>
          </a:p>
          <a:p>
            <a:pPr lvl="2"/>
            <a:r>
              <a:rPr lang="en-US" altLang="zh-CN" dirty="0">
                <a:ea typeface="宋体" pitchFamily="2" charset="-122"/>
              </a:rPr>
              <a:t>else if ( item &gt; list[mid])</a:t>
            </a:r>
            <a:endParaRPr lang="en-US" altLang="zh-CN" dirty="0">
              <a:ea typeface="宋体" pitchFamily="2" charset="-122"/>
            </a:endParaRPr>
          </a:p>
          <a:p>
            <a:pPr lvl="3"/>
            <a:r>
              <a:rPr lang="en-US" altLang="zh-CN" dirty="0">
                <a:ea typeface="宋体" pitchFamily="2" charset="-122"/>
              </a:rPr>
              <a:t>   low = mid + 1;</a:t>
            </a:r>
            <a:endParaRPr lang="en-US" altLang="zh-CN" dirty="0">
              <a:ea typeface="宋体" pitchFamily="2" charset="-122"/>
            </a:endParaRPr>
          </a:p>
          <a:p>
            <a:pPr lvl="2"/>
            <a:r>
              <a:rPr lang="en-US" altLang="zh-CN" dirty="0">
                <a:ea typeface="宋体" pitchFamily="2" charset="-122"/>
              </a:rPr>
              <a:t>else</a:t>
            </a:r>
            <a:endParaRPr lang="en-US" altLang="zh-CN" dirty="0">
              <a:ea typeface="宋体" pitchFamily="2" charset="-122"/>
            </a:endParaRPr>
          </a:p>
          <a:p>
            <a:pPr lvl="3"/>
            <a:r>
              <a:rPr lang="en-US" altLang="zh-CN" dirty="0">
                <a:ea typeface="宋体" pitchFamily="2" charset="-122"/>
              </a:rPr>
              <a:t>   return (mid);</a:t>
            </a:r>
            <a:endParaRPr lang="en-US" altLang="zh-CN" dirty="0">
              <a:ea typeface="宋体" pitchFamily="2" charset="-122"/>
            </a:endParaRPr>
          </a:p>
          <a:p>
            <a:pPr lvl="1">
              <a:buFont typeface="Wingdings" panose="05000000000000000000" pitchFamily="2" charset="2"/>
              <a:buNone/>
            </a:pPr>
            <a:r>
              <a:rPr lang="en-US" altLang="zh-CN" dirty="0">
                <a:ea typeface="宋体" pitchFamily="2" charset="-122"/>
              </a:rPr>
              <a:t>}</a:t>
            </a:r>
            <a:endParaRPr lang="en-US" altLang="zh-CN" dirty="0">
              <a:ea typeface="宋体" pitchFamily="2" charset="-122"/>
            </a:endParaRPr>
          </a:p>
          <a:p>
            <a:pPr lvl="1">
              <a:buFont typeface="Wingdings" panose="05000000000000000000" pitchFamily="2" charset="2"/>
              <a:buNone/>
            </a:pPr>
            <a:r>
              <a:rPr lang="en-US" altLang="zh-CN" b="1" dirty="0">
                <a:solidFill>
                  <a:srgbClr val="7030A0"/>
                </a:solidFill>
                <a:ea typeface="宋体" pitchFamily="2" charset="-122"/>
              </a:rPr>
              <a:t>return low</a:t>
            </a:r>
            <a:r>
              <a:rPr lang="en-US" altLang="zh-CN" b="1" dirty="0">
                <a:solidFill>
                  <a:srgbClr val="7030A0"/>
                </a:solidFill>
              </a:rPr>
              <a:t> </a:t>
            </a:r>
            <a:r>
              <a:rPr lang="en-US" altLang="zh-CN" b="1" dirty="0">
                <a:solidFill>
                  <a:srgbClr val="7030A0"/>
                </a:solidFill>
                <a:ea typeface="宋体" pitchFamily="2" charset="-122"/>
              </a:rPr>
              <a:t>;</a:t>
            </a:r>
            <a:endParaRPr lang="en-US" altLang="zh-CN" b="1" dirty="0">
              <a:solidFill>
                <a:srgbClr val="7030A0"/>
              </a:solidFill>
              <a:ea typeface="宋体" pitchFamily="2" charset="-122"/>
            </a:endParaRPr>
          </a:p>
          <a:p>
            <a:pPr>
              <a:buFont typeface="Wingdings" panose="05000000000000000000" pitchFamily="2" charset="2"/>
              <a:buNone/>
            </a:pPr>
            <a:r>
              <a:rPr lang="en-US" altLang="zh-CN" dirty="0">
                <a:ea typeface="宋体" pitchFamily="2" charset="-122"/>
              </a:rPr>
              <a:t>}</a:t>
            </a:r>
            <a:endParaRPr lang="en-US" altLang="zh-CN" dirty="0">
              <a:ea typeface="宋体"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82658"/>
                                        </p:tgtEl>
                                        <p:attrNameLst>
                                          <p:attrName>style.visibility</p:attrName>
                                        </p:attrNameLst>
                                      </p:cBhvr>
                                      <p:to>
                                        <p:strVal val="visible"/>
                                      </p:to>
                                    </p:set>
                                    <p:animEffect transition="in" filter="wipe(up)">
                                      <p:cBhvr>
                                        <p:cTn id="7" dur="500"/>
                                        <p:tgtEl>
                                          <p:spTgt spid="58265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ox(i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blinds(horizontal)">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23" presetClass="entr" presetSubtype="528"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p:cTn id="22" dur="500" fill="hold"/>
                                        <p:tgtEl>
                                          <p:spTgt spid="6"/>
                                        </p:tgtEl>
                                        <p:attrNameLst>
                                          <p:attrName>ppt_w</p:attrName>
                                        </p:attrNameLst>
                                      </p:cBhvr>
                                      <p:tavLst>
                                        <p:tav tm="0">
                                          <p:val>
                                            <p:fltVal val="0"/>
                                          </p:val>
                                        </p:tav>
                                        <p:tav tm="100000">
                                          <p:val>
                                            <p:strVal val="#ppt_w"/>
                                          </p:val>
                                        </p:tav>
                                      </p:tavLst>
                                    </p:anim>
                                    <p:anim calcmode="lin" valueType="num">
                                      <p:cBhvr>
                                        <p:cTn id="23" dur="500" fill="hold"/>
                                        <p:tgtEl>
                                          <p:spTgt spid="6"/>
                                        </p:tgtEl>
                                        <p:attrNameLst>
                                          <p:attrName>ppt_h</p:attrName>
                                        </p:attrNameLst>
                                      </p:cBhvr>
                                      <p:tavLst>
                                        <p:tav tm="0">
                                          <p:val>
                                            <p:fltVal val="0"/>
                                          </p:val>
                                        </p:tav>
                                        <p:tav tm="100000">
                                          <p:val>
                                            <p:strVal val="#ppt_h"/>
                                          </p:val>
                                        </p:tav>
                                      </p:tavLst>
                                    </p:anim>
                                    <p:anim calcmode="lin" valueType="num">
                                      <p:cBhvr>
                                        <p:cTn id="24" dur="500" fill="hold"/>
                                        <p:tgtEl>
                                          <p:spTgt spid="6"/>
                                        </p:tgtEl>
                                        <p:attrNameLst>
                                          <p:attrName>ppt_x</p:attrName>
                                        </p:attrNameLst>
                                      </p:cBhvr>
                                      <p:tavLst>
                                        <p:tav tm="0">
                                          <p:val>
                                            <p:fltVal val="0.5"/>
                                          </p:val>
                                        </p:tav>
                                        <p:tav tm="100000">
                                          <p:val>
                                            <p:strVal val="#ppt_x"/>
                                          </p:val>
                                        </p:tav>
                                      </p:tavLst>
                                    </p:anim>
                                    <p:anim calcmode="lin" valueType="num">
                                      <p:cBhvr>
                                        <p:cTn id="25" dur="500" fill="hold"/>
                                        <p:tgtEl>
                                          <p:spTgt spid="6"/>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2658" grpId="0" autoUpdateAnimBg="0"/>
      <p:bldP spid="18"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问题</a:t>
            </a:r>
            <a:r>
              <a:rPr lang="en-US" altLang="zh-CN" dirty="0"/>
              <a:t>2.1</a:t>
            </a:r>
            <a:r>
              <a:rPr lang="zh-CN" altLang="en-US" dirty="0"/>
              <a:t>：词频统计 </a:t>
            </a:r>
            <a:r>
              <a:rPr lang="en-US" altLang="zh-CN" dirty="0"/>
              <a:t>– </a:t>
            </a:r>
            <a:r>
              <a:rPr lang="zh-CN" altLang="en-US" dirty="0"/>
              <a:t>顺序表</a:t>
            </a:r>
            <a:endParaRPr lang="zh-CN" altLang="en-US" dirty="0"/>
          </a:p>
        </p:txBody>
      </p:sp>
      <p:sp>
        <p:nvSpPr>
          <p:cNvPr id="4" name="灯片编号占位符 3"/>
          <p:cNvSpPr>
            <a:spLocks noGrp="1"/>
          </p:cNvSpPr>
          <p:nvPr>
            <p:ph type="sldNum" sz="quarter" idx="12"/>
          </p:nvPr>
        </p:nvSpPr>
        <p:spPr>
          <a:xfrm>
            <a:off x="8255000" y="6229350"/>
            <a:ext cx="1905000" cy="457200"/>
          </a:xfrm>
        </p:spPr>
        <p:txBody>
          <a:bodyPr/>
          <a:lstStyle/>
          <a:p>
            <a:pPr>
              <a:defRPr/>
            </a:pPr>
            <a:fld id="{116D1347-07F4-4751-9C03-6E7F30E2E01E}" type="slidenum">
              <a:rPr lang="zh-CN" altLang="en-US" smtClean="0"/>
            </a:fld>
            <a:endParaRPr lang="en-US" altLang="zh-CN"/>
          </a:p>
        </p:txBody>
      </p:sp>
      <p:sp>
        <p:nvSpPr>
          <p:cNvPr id="5" name="Rectangle 3"/>
          <p:cNvSpPr txBox="1">
            <a:spLocks noChangeArrowheads="1"/>
          </p:cNvSpPr>
          <p:nvPr/>
        </p:nvSpPr>
        <p:spPr bwMode="auto">
          <a:xfrm>
            <a:off x="983432" y="1357488"/>
            <a:ext cx="10081120" cy="1405136"/>
          </a:xfrm>
          <a:prstGeom prst="rect">
            <a:avLst/>
          </a:prstGeom>
          <a:noFill/>
          <a:ln w="9525">
            <a:noFill/>
            <a:miter lim="800000"/>
          </a:ln>
          <a:effectLst/>
        </p:spPr>
        <p:txBody>
          <a:bodyPr vert="horz" wrap="square" lIns="91440" tIns="45720" rIns="91440" bIns="45720" numCol="1" anchor="t" anchorCtr="0" compatLnSpc="1"/>
          <a:lstStyle/>
          <a:p>
            <a:pPr marL="457200" indent="-457200" fontAlgn="base">
              <a:lnSpc>
                <a:spcPct val="90000"/>
              </a:lnSpc>
              <a:spcBef>
                <a:spcPct val="60000"/>
              </a:spcBef>
              <a:spcAft>
                <a:spcPct val="0"/>
              </a:spcAft>
              <a:buClr>
                <a:srgbClr val="D60093"/>
              </a:buClr>
              <a:buSzPct val="70000"/>
              <a:buFont typeface="Wingdings" panose="05000000000000000000" pitchFamily="2" charset="2"/>
              <a:buChar char="n"/>
              <a:defRPr/>
            </a:pPr>
            <a:r>
              <a:rPr lang="zh-CN" altLang="en-US" sz="2400" b="1" kern="0" dirty="0">
                <a:ea typeface="宋体" pitchFamily="2" charset="-122"/>
              </a:rPr>
              <a:t>问题：编写程序统计一个文件中每个单词的出现次数（词频统计），并按字典序输出每个单词及出现次数。</a:t>
            </a:r>
            <a:endParaRPr lang="zh-CN" altLang="en-US" sz="2400" b="1" kern="0" dirty="0">
              <a:ea typeface="宋体" pitchFamily="2" charset="-122"/>
            </a:endParaRPr>
          </a:p>
          <a:p>
            <a:pPr marL="457200" indent="-457200" fontAlgn="base">
              <a:lnSpc>
                <a:spcPct val="90000"/>
              </a:lnSpc>
              <a:spcBef>
                <a:spcPct val="60000"/>
              </a:spcBef>
              <a:spcAft>
                <a:spcPct val="0"/>
              </a:spcAft>
              <a:buClr>
                <a:srgbClr val="D60093"/>
              </a:buClr>
              <a:buSzPct val="70000"/>
              <a:buFont typeface="Wingdings" panose="05000000000000000000" pitchFamily="2" charset="2"/>
              <a:buChar char="n"/>
              <a:defRPr/>
            </a:pPr>
            <a:r>
              <a:rPr lang="zh-CN" altLang="en-US" sz="2400" b="1" kern="0" dirty="0">
                <a:ea typeface="宋体" pitchFamily="2" charset="-122"/>
              </a:rPr>
              <a:t>算法分析：</a:t>
            </a:r>
            <a:endParaRPr lang="en-US" altLang="zh-CN" sz="2400" kern="0" dirty="0">
              <a:ea typeface="宋体" pitchFamily="2" charset="-122"/>
            </a:endParaRPr>
          </a:p>
          <a:p>
            <a:pPr marL="449580" lvl="1" indent="8255" fontAlgn="base">
              <a:lnSpc>
                <a:spcPct val="90000"/>
              </a:lnSpc>
              <a:spcBef>
                <a:spcPct val="60000"/>
              </a:spcBef>
              <a:spcAft>
                <a:spcPct val="0"/>
              </a:spcAft>
              <a:buClr>
                <a:srgbClr val="D60093"/>
              </a:buClr>
              <a:buSzPct val="70000"/>
              <a:defRPr/>
            </a:pPr>
            <a:r>
              <a:rPr lang="en-US" altLang="zh-CN" sz="2000" kern="0" dirty="0">
                <a:latin typeface="楷体" panose="02010609060101010101" pitchFamily="49" charset="-122"/>
                <a:ea typeface="楷体" panose="02010609060101010101" pitchFamily="49" charset="-122"/>
              </a:rPr>
              <a:t>1.</a:t>
            </a:r>
            <a:r>
              <a:rPr lang="zh-CN" altLang="en-US" sz="2000" kern="0" dirty="0">
                <a:latin typeface="楷体" panose="02010609060101010101" pitchFamily="49" charset="-122"/>
                <a:ea typeface="楷体" panose="02010609060101010101" pitchFamily="49" charset="-122"/>
              </a:rPr>
              <a:t>首先构造一个空的有序（字典序）单词表；</a:t>
            </a:r>
            <a:endParaRPr lang="en-US" altLang="zh-CN" sz="2000" kern="0" dirty="0">
              <a:latin typeface="楷体" panose="02010609060101010101" pitchFamily="49" charset="-122"/>
              <a:ea typeface="楷体" panose="02010609060101010101" pitchFamily="49" charset="-122"/>
            </a:endParaRPr>
          </a:p>
          <a:p>
            <a:pPr marL="449580" lvl="1" indent="8255" fontAlgn="base">
              <a:lnSpc>
                <a:spcPct val="90000"/>
              </a:lnSpc>
              <a:spcBef>
                <a:spcPct val="60000"/>
              </a:spcBef>
              <a:spcAft>
                <a:spcPct val="0"/>
              </a:spcAft>
              <a:buClr>
                <a:srgbClr val="D60093"/>
              </a:buClr>
              <a:buSzPct val="70000"/>
              <a:defRPr/>
            </a:pPr>
            <a:r>
              <a:rPr lang="en-US" altLang="zh-CN" sz="2000" kern="0" dirty="0">
                <a:latin typeface="楷体" panose="02010609060101010101" pitchFamily="49" charset="-122"/>
                <a:ea typeface="楷体" panose="02010609060101010101" pitchFamily="49" charset="-122"/>
              </a:rPr>
              <a:t>2.</a:t>
            </a:r>
            <a:r>
              <a:rPr lang="zh-CN" altLang="en-US" sz="2000" kern="0" dirty="0">
                <a:latin typeface="楷体" panose="02010609060101010101" pitchFamily="49" charset="-122"/>
                <a:ea typeface="楷体" panose="02010609060101010101" pitchFamily="49" charset="-122"/>
              </a:rPr>
              <a:t>每次从文件中读入一个单词；</a:t>
            </a:r>
            <a:endParaRPr lang="en-US" altLang="zh-CN" sz="2000" kern="0" dirty="0">
              <a:latin typeface="楷体" panose="02010609060101010101" pitchFamily="49" charset="-122"/>
              <a:ea typeface="楷体" panose="02010609060101010101" pitchFamily="49" charset="-122"/>
            </a:endParaRPr>
          </a:p>
          <a:p>
            <a:pPr marL="449580" lvl="1" indent="8255" fontAlgn="base">
              <a:lnSpc>
                <a:spcPct val="90000"/>
              </a:lnSpc>
              <a:spcBef>
                <a:spcPct val="60000"/>
              </a:spcBef>
              <a:spcAft>
                <a:spcPct val="0"/>
              </a:spcAft>
              <a:buClr>
                <a:srgbClr val="D60093"/>
              </a:buClr>
              <a:buSzPct val="70000"/>
              <a:defRPr/>
            </a:pPr>
            <a:r>
              <a:rPr lang="en-US" altLang="zh-CN" sz="2000" kern="0" dirty="0">
                <a:latin typeface="楷体" panose="02010609060101010101" pitchFamily="49" charset="-122"/>
                <a:ea typeface="楷体" panose="02010609060101010101" pitchFamily="49" charset="-122"/>
              </a:rPr>
              <a:t>3.</a:t>
            </a:r>
            <a:r>
              <a:rPr lang="zh-CN" altLang="en-US" sz="2000" kern="0" dirty="0">
                <a:latin typeface="楷体" panose="02010609060101010101" pitchFamily="49" charset="-122"/>
                <a:ea typeface="楷体" panose="02010609060101010101" pitchFamily="49" charset="-122"/>
              </a:rPr>
              <a:t>在单词表中（折半）查找该单词，若找到，则单词次数加</a:t>
            </a:r>
            <a:r>
              <a:rPr lang="en-US" altLang="zh-CN" sz="2000" kern="0" dirty="0">
                <a:latin typeface="楷体" panose="02010609060101010101" pitchFamily="49" charset="-122"/>
                <a:ea typeface="楷体" panose="02010609060101010101" pitchFamily="49" charset="-122"/>
              </a:rPr>
              <a:t>1</a:t>
            </a:r>
            <a:r>
              <a:rPr lang="zh-CN" altLang="en-US" sz="2000" kern="0" dirty="0">
                <a:latin typeface="楷体" panose="02010609060101010101" pitchFamily="49" charset="-122"/>
                <a:ea typeface="楷体" panose="02010609060101010101" pitchFamily="49" charset="-122"/>
              </a:rPr>
              <a:t>，否则将该单词插入到单词表中相应位置，并设置出现次数为</a:t>
            </a:r>
            <a:r>
              <a:rPr lang="en-US" altLang="zh-CN" sz="2000" kern="0" dirty="0">
                <a:latin typeface="楷体" panose="02010609060101010101" pitchFamily="49" charset="-122"/>
                <a:ea typeface="楷体" panose="02010609060101010101" pitchFamily="49" charset="-122"/>
              </a:rPr>
              <a:t>1</a:t>
            </a:r>
            <a:r>
              <a:rPr lang="zh-CN" altLang="en-US" sz="2000" kern="0" dirty="0">
                <a:latin typeface="楷体" panose="02010609060101010101" pitchFamily="49" charset="-122"/>
                <a:ea typeface="楷体" panose="02010609060101010101" pitchFamily="49" charset="-122"/>
              </a:rPr>
              <a:t>；</a:t>
            </a:r>
            <a:endParaRPr lang="en-US" altLang="zh-CN" sz="2000" kern="0" dirty="0">
              <a:latin typeface="楷体" panose="02010609060101010101" pitchFamily="49" charset="-122"/>
              <a:ea typeface="楷体" panose="02010609060101010101" pitchFamily="49" charset="-122"/>
            </a:endParaRPr>
          </a:p>
          <a:p>
            <a:pPr marL="449580" lvl="1" indent="8255" fontAlgn="base">
              <a:lnSpc>
                <a:spcPct val="90000"/>
              </a:lnSpc>
              <a:spcBef>
                <a:spcPct val="60000"/>
              </a:spcBef>
              <a:spcAft>
                <a:spcPct val="0"/>
              </a:spcAft>
              <a:buClr>
                <a:srgbClr val="D60093"/>
              </a:buClr>
              <a:buSzPct val="70000"/>
              <a:defRPr/>
            </a:pPr>
            <a:r>
              <a:rPr lang="en-US" altLang="zh-CN" sz="2000" kern="0" dirty="0">
                <a:latin typeface="楷体" panose="02010609060101010101" pitchFamily="49" charset="-122"/>
                <a:ea typeface="楷体" panose="02010609060101010101" pitchFamily="49" charset="-122"/>
              </a:rPr>
              <a:t>4. </a:t>
            </a:r>
            <a:r>
              <a:rPr lang="zh-CN" altLang="en-US" sz="2000" kern="0" dirty="0">
                <a:latin typeface="楷体" panose="02010609060101010101" pitchFamily="49" charset="-122"/>
                <a:ea typeface="楷体" panose="02010609060101010101" pitchFamily="49" charset="-122"/>
              </a:rPr>
              <a:t>重复步骤</a:t>
            </a:r>
            <a:r>
              <a:rPr lang="en-US" altLang="zh-CN" sz="2000" kern="0" dirty="0">
                <a:latin typeface="楷体" panose="02010609060101010101" pitchFamily="49" charset="-122"/>
                <a:ea typeface="楷体" panose="02010609060101010101" pitchFamily="49" charset="-122"/>
              </a:rPr>
              <a:t>2</a:t>
            </a:r>
            <a:r>
              <a:rPr lang="zh-CN" altLang="en-US" sz="2000" kern="0" dirty="0">
                <a:latin typeface="楷体" panose="02010609060101010101" pitchFamily="49" charset="-122"/>
                <a:ea typeface="楷体" panose="02010609060101010101" pitchFamily="49" charset="-122"/>
              </a:rPr>
              <a:t>，直到文件结束。</a:t>
            </a:r>
            <a:endParaRPr lang="en-US" altLang="zh-CN" sz="2000" kern="0" dirty="0">
              <a:latin typeface="楷体" panose="02010609060101010101" pitchFamily="49" charset="-122"/>
              <a:ea typeface="楷体" panose="02010609060101010101" pitchFamily="49" charset="-122"/>
            </a:endParaRPr>
          </a:p>
          <a:p>
            <a:pPr marL="457200" indent="-457200" fontAlgn="base">
              <a:lnSpc>
                <a:spcPct val="90000"/>
              </a:lnSpc>
              <a:spcBef>
                <a:spcPct val="60000"/>
              </a:spcBef>
              <a:spcAft>
                <a:spcPct val="0"/>
              </a:spcAft>
              <a:buClr>
                <a:srgbClr val="D60093"/>
              </a:buClr>
              <a:buSzPct val="70000"/>
              <a:defRPr/>
            </a:pPr>
            <a:endParaRPr lang="en-US" altLang="zh-CN" sz="2400" b="1" kern="0" dirty="0">
              <a:ea typeface="宋体"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blinds(horizontal)">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blinds(horizontal)">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blinds(horizontal)">
                                      <p:cBhvr>
                                        <p:cTn id="17" dur="500"/>
                                        <p:tgtEl>
                                          <p:spTgt spid="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blinds(horizontal)">
                                      <p:cBhvr>
                                        <p:cTn id="22" dur="500"/>
                                        <p:tgtEl>
                                          <p:spTgt spid="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Effect transition="in" filter="blinds(horizontal)">
                                      <p:cBhvr>
                                        <p:cTn id="27"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问题</a:t>
            </a:r>
            <a:r>
              <a:rPr lang="en-US" altLang="zh-CN" dirty="0"/>
              <a:t>2.1</a:t>
            </a:r>
            <a:r>
              <a:rPr lang="zh-CN" altLang="en-US" dirty="0"/>
              <a:t>：词频统计 </a:t>
            </a:r>
            <a:r>
              <a:rPr lang="en-US" altLang="zh-CN" dirty="0"/>
              <a:t>– </a:t>
            </a:r>
            <a:r>
              <a:rPr lang="zh-CN" altLang="en-US" dirty="0"/>
              <a:t>顺序表</a:t>
            </a:r>
            <a:endParaRPr lang="zh-CN" altLang="en-US" dirty="0"/>
          </a:p>
        </p:txBody>
      </p:sp>
      <p:sp>
        <p:nvSpPr>
          <p:cNvPr id="4" name="灯片编号占位符 3"/>
          <p:cNvSpPr>
            <a:spLocks noGrp="1"/>
          </p:cNvSpPr>
          <p:nvPr>
            <p:ph type="sldNum" sz="quarter" idx="12"/>
          </p:nvPr>
        </p:nvSpPr>
        <p:spPr/>
        <p:txBody>
          <a:bodyPr/>
          <a:lstStyle/>
          <a:p>
            <a:pPr>
              <a:defRPr/>
            </a:pPr>
            <a:fld id="{116D1347-07F4-4751-9C03-6E7F30E2E01E}" type="slidenum">
              <a:rPr lang="zh-CN" altLang="en-US" smtClean="0"/>
            </a:fld>
            <a:endParaRPr lang="en-US" altLang="zh-CN"/>
          </a:p>
        </p:txBody>
      </p:sp>
      <p:grpSp>
        <p:nvGrpSpPr>
          <p:cNvPr id="5" name="组合 53"/>
          <p:cNvGrpSpPr/>
          <p:nvPr/>
        </p:nvGrpSpPr>
        <p:grpSpPr>
          <a:xfrm>
            <a:off x="1493033" y="1831035"/>
            <a:ext cx="5688632" cy="4055036"/>
            <a:chOff x="1475656" y="2802964"/>
            <a:chExt cx="5688632" cy="4055036"/>
          </a:xfrm>
        </p:grpSpPr>
        <p:sp>
          <p:nvSpPr>
            <p:cNvPr id="6" name="TextBox 5"/>
            <p:cNvSpPr txBox="1"/>
            <p:nvPr/>
          </p:nvSpPr>
          <p:spPr>
            <a:xfrm>
              <a:off x="2771800" y="2996952"/>
              <a:ext cx="2520280" cy="369332"/>
            </a:xfrm>
            <a:prstGeom prst="rect">
              <a:avLst/>
            </a:prstGeom>
            <a:solidFill>
              <a:schemeClr val="bg1"/>
            </a:solidFill>
            <a:ln>
              <a:solidFill>
                <a:schemeClr val="tx1"/>
              </a:solidFill>
            </a:ln>
          </p:spPr>
          <p:txBody>
            <a:bodyPr wrap="square" rtlCol="0">
              <a:spAutoFit/>
            </a:bodyPr>
            <a:lstStyle/>
            <a:p>
              <a:r>
                <a:rPr lang="zh-CN" altLang="en-US" dirty="0">
                  <a:latin typeface="楷体" panose="02010609060101010101" pitchFamily="49" charset="-122"/>
                  <a:ea typeface="楷体" panose="02010609060101010101" pitchFamily="49" charset="-122"/>
                </a:rPr>
                <a:t>构造一个空有序单词表</a:t>
              </a:r>
              <a:endParaRPr lang="zh-CN" altLang="en-US" dirty="0">
                <a:latin typeface="楷体" panose="02010609060101010101" pitchFamily="49" charset="-122"/>
                <a:ea typeface="楷体" panose="02010609060101010101" pitchFamily="49" charset="-122"/>
              </a:endParaRPr>
            </a:p>
          </p:txBody>
        </p:sp>
        <p:sp>
          <p:nvSpPr>
            <p:cNvPr id="7" name="TextBox 6"/>
            <p:cNvSpPr txBox="1"/>
            <p:nvPr/>
          </p:nvSpPr>
          <p:spPr>
            <a:xfrm>
              <a:off x="2915816" y="3573016"/>
              <a:ext cx="2376264" cy="369332"/>
            </a:xfrm>
            <a:prstGeom prst="rect">
              <a:avLst/>
            </a:prstGeom>
            <a:solidFill>
              <a:schemeClr val="bg1"/>
            </a:solidFill>
            <a:ln>
              <a:solidFill>
                <a:schemeClr val="tx1"/>
              </a:solidFill>
            </a:ln>
          </p:spPr>
          <p:txBody>
            <a:bodyPr wrap="square" rtlCol="0">
              <a:spAutoFit/>
            </a:bodyPr>
            <a:lstStyle/>
            <a:p>
              <a:r>
                <a:rPr lang="zh-CN" altLang="en-US" dirty="0">
                  <a:latin typeface="楷体" panose="02010609060101010101" pitchFamily="49" charset="-122"/>
                  <a:ea typeface="楷体" panose="02010609060101010101" pitchFamily="49" charset="-122"/>
                </a:rPr>
                <a:t>从文件中读一个单词</a:t>
              </a:r>
              <a:endParaRPr lang="zh-CN" altLang="en-US" dirty="0">
                <a:latin typeface="楷体" panose="02010609060101010101" pitchFamily="49" charset="-122"/>
                <a:ea typeface="楷体" panose="02010609060101010101" pitchFamily="49" charset="-122"/>
              </a:endParaRPr>
            </a:p>
          </p:txBody>
        </p:sp>
        <p:sp>
          <p:nvSpPr>
            <p:cNvPr id="8" name="流程图: 决策 7"/>
            <p:cNvSpPr/>
            <p:nvPr/>
          </p:nvSpPr>
          <p:spPr bwMode="auto">
            <a:xfrm>
              <a:off x="2699792" y="4149080"/>
              <a:ext cx="2736304" cy="1161633"/>
            </a:xfrm>
            <a:prstGeom prst="flowChartDecision">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algn="ctr" eaLnBrk="0" fontAlgn="base" hangingPunct="0">
                <a:spcBef>
                  <a:spcPct val="0"/>
                </a:spcBef>
                <a:spcAft>
                  <a:spcPct val="0"/>
                </a:spcAft>
              </a:pPr>
              <a:r>
                <a:rPr lang="zh-CN" altLang="en-US" sz="1600" dirty="0">
                  <a:latin typeface="楷体" panose="02010609060101010101" pitchFamily="49" charset="-122"/>
                  <a:ea typeface="楷体" panose="02010609060101010101" pitchFamily="49" charset="-122"/>
                </a:rPr>
                <a:t>在单词表中查找该单词</a:t>
              </a:r>
              <a:endParaRPr lang="zh-CN" altLang="en-US" sz="1600" dirty="0">
                <a:latin typeface="楷体" panose="02010609060101010101" pitchFamily="49" charset="-122"/>
                <a:ea typeface="楷体" panose="02010609060101010101" pitchFamily="49" charset="-122"/>
              </a:endParaRPr>
            </a:p>
          </p:txBody>
        </p:sp>
        <p:sp>
          <p:nvSpPr>
            <p:cNvPr id="9" name="TextBox 8"/>
            <p:cNvSpPr txBox="1"/>
            <p:nvPr/>
          </p:nvSpPr>
          <p:spPr>
            <a:xfrm>
              <a:off x="4860032" y="5085184"/>
              <a:ext cx="2304256" cy="646331"/>
            </a:xfrm>
            <a:prstGeom prst="rect">
              <a:avLst/>
            </a:prstGeom>
            <a:solidFill>
              <a:schemeClr val="bg1"/>
            </a:solidFill>
            <a:ln>
              <a:solidFill>
                <a:schemeClr val="tx1"/>
              </a:solidFill>
            </a:ln>
          </p:spPr>
          <p:txBody>
            <a:bodyPr wrap="square" rtlCol="0">
              <a:spAutoFit/>
            </a:bodyPr>
            <a:lstStyle/>
            <a:p>
              <a:pPr algn="ctr"/>
              <a:r>
                <a:rPr lang="zh-CN" altLang="en-US" dirty="0">
                  <a:latin typeface="楷体" panose="02010609060101010101" pitchFamily="49" charset="-122"/>
                  <a:ea typeface="楷体" panose="02010609060101010101" pitchFamily="49" charset="-122"/>
                </a:rPr>
                <a:t>将该单词加入到单词表中，其次数为</a:t>
              </a:r>
              <a:r>
                <a:rPr lang="en-US" altLang="zh-CN" dirty="0">
                  <a:latin typeface="楷体" panose="02010609060101010101" pitchFamily="49" charset="-122"/>
                  <a:ea typeface="楷体" panose="02010609060101010101" pitchFamily="49" charset="-122"/>
                </a:rPr>
                <a:t>1</a:t>
              </a:r>
              <a:endParaRPr lang="zh-CN" altLang="en-US" dirty="0">
                <a:latin typeface="楷体" panose="02010609060101010101" pitchFamily="49" charset="-122"/>
                <a:ea typeface="楷体" panose="02010609060101010101" pitchFamily="49" charset="-122"/>
              </a:endParaRPr>
            </a:p>
          </p:txBody>
        </p:sp>
        <p:sp>
          <p:nvSpPr>
            <p:cNvPr id="10" name="TextBox 9"/>
            <p:cNvSpPr txBox="1"/>
            <p:nvPr/>
          </p:nvSpPr>
          <p:spPr>
            <a:xfrm>
              <a:off x="1475656" y="5013176"/>
              <a:ext cx="1440160" cy="648072"/>
            </a:xfrm>
            <a:prstGeom prst="rect">
              <a:avLst/>
            </a:prstGeom>
            <a:solidFill>
              <a:schemeClr val="bg1"/>
            </a:solidFill>
            <a:ln>
              <a:solidFill>
                <a:schemeClr val="tx1"/>
              </a:solidFill>
            </a:ln>
          </p:spPr>
          <p:txBody>
            <a:bodyPr wrap="square" rtlCol="0">
              <a:spAutoFit/>
            </a:bodyPr>
            <a:lstStyle/>
            <a:p>
              <a:pPr algn="ctr"/>
              <a:r>
                <a:rPr lang="zh-CN" altLang="en-US" dirty="0">
                  <a:latin typeface="楷体" panose="02010609060101010101" pitchFamily="49" charset="-122"/>
                  <a:ea typeface="楷体" panose="02010609060101010101" pitchFamily="49" charset="-122"/>
                </a:rPr>
                <a:t>该单词次数为加</a:t>
              </a:r>
              <a:r>
                <a:rPr lang="en-US" altLang="zh-CN" dirty="0">
                  <a:latin typeface="楷体" panose="02010609060101010101" pitchFamily="49" charset="-122"/>
                  <a:ea typeface="楷体" panose="02010609060101010101" pitchFamily="49" charset="-122"/>
                </a:rPr>
                <a:t>1</a:t>
              </a:r>
              <a:endParaRPr lang="zh-CN" altLang="en-US" dirty="0">
                <a:latin typeface="楷体" panose="02010609060101010101" pitchFamily="49" charset="-122"/>
                <a:ea typeface="楷体" panose="02010609060101010101" pitchFamily="49" charset="-122"/>
              </a:endParaRPr>
            </a:p>
          </p:txBody>
        </p:sp>
        <p:sp>
          <p:nvSpPr>
            <p:cNvPr id="11" name="流程图: 决策 10"/>
            <p:cNvSpPr/>
            <p:nvPr/>
          </p:nvSpPr>
          <p:spPr bwMode="auto">
            <a:xfrm>
              <a:off x="2267744" y="6021288"/>
              <a:ext cx="3528392" cy="672525"/>
            </a:xfrm>
            <a:prstGeom prst="flowChartDecision">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algn="ctr" eaLnBrk="0" fontAlgn="base" hangingPunct="0">
                <a:spcBef>
                  <a:spcPct val="0"/>
                </a:spcBef>
                <a:spcAft>
                  <a:spcPct val="0"/>
                </a:spcAft>
              </a:pPr>
              <a:r>
                <a:rPr lang="zh-CN" altLang="en-US" sz="1600" dirty="0">
                  <a:latin typeface="楷体" panose="02010609060101010101" pitchFamily="49" charset="-122"/>
                  <a:ea typeface="楷体" panose="02010609060101010101" pitchFamily="49" charset="-122"/>
                </a:rPr>
                <a:t>文件中仍有单词</a:t>
              </a:r>
              <a:endParaRPr lang="zh-CN" altLang="en-US" sz="1600" dirty="0">
                <a:latin typeface="楷体" panose="02010609060101010101" pitchFamily="49" charset="-122"/>
                <a:ea typeface="楷体" panose="02010609060101010101" pitchFamily="49" charset="-122"/>
              </a:endParaRPr>
            </a:p>
          </p:txBody>
        </p:sp>
        <p:cxnSp>
          <p:nvCxnSpPr>
            <p:cNvPr id="12" name="直接箭头连接符 11"/>
            <p:cNvCxnSpPr>
              <a:endCxn id="6" idx="0"/>
            </p:cNvCxnSpPr>
            <p:nvPr/>
          </p:nvCxnSpPr>
          <p:spPr bwMode="auto">
            <a:xfrm>
              <a:off x="4031940" y="2802964"/>
              <a:ext cx="0" cy="193988"/>
            </a:xfrm>
            <a:prstGeom prst="straightConnector1">
              <a:avLst/>
            </a:prstGeom>
            <a:noFill/>
            <a:ln w="9525" cap="flat" cmpd="sng" algn="ctr">
              <a:solidFill>
                <a:schemeClr val="tx1"/>
              </a:solidFill>
              <a:prstDash val="solid"/>
              <a:round/>
              <a:headEnd type="none" w="med" len="med"/>
              <a:tailEnd type="arrow"/>
            </a:ln>
            <a:effectLst/>
          </p:spPr>
        </p:cxnSp>
        <p:cxnSp>
          <p:nvCxnSpPr>
            <p:cNvPr id="13" name="直接箭头连接符 12"/>
            <p:cNvCxnSpPr/>
            <p:nvPr/>
          </p:nvCxnSpPr>
          <p:spPr bwMode="auto">
            <a:xfrm>
              <a:off x="4067944" y="3356992"/>
              <a:ext cx="0" cy="216024"/>
            </a:xfrm>
            <a:prstGeom prst="straightConnector1">
              <a:avLst/>
            </a:prstGeom>
            <a:noFill/>
            <a:ln w="9525" cap="flat" cmpd="sng" algn="ctr">
              <a:solidFill>
                <a:schemeClr val="tx1"/>
              </a:solidFill>
              <a:prstDash val="solid"/>
              <a:round/>
              <a:headEnd type="none" w="med" len="med"/>
              <a:tailEnd type="arrow"/>
            </a:ln>
            <a:effectLst/>
          </p:spPr>
        </p:cxnSp>
        <p:cxnSp>
          <p:nvCxnSpPr>
            <p:cNvPr id="14" name="直接箭头连接符 13"/>
            <p:cNvCxnSpPr/>
            <p:nvPr/>
          </p:nvCxnSpPr>
          <p:spPr bwMode="auto">
            <a:xfrm>
              <a:off x="4067944" y="3933056"/>
              <a:ext cx="0" cy="216024"/>
            </a:xfrm>
            <a:prstGeom prst="straightConnector1">
              <a:avLst/>
            </a:prstGeom>
            <a:noFill/>
            <a:ln w="9525" cap="flat" cmpd="sng" algn="ctr">
              <a:solidFill>
                <a:schemeClr val="tx1"/>
              </a:solidFill>
              <a:prstDash val="solid"/>
              <a:round/>
              <a:headEnd type="none" w="med" len="med"/>
              <a:tailEnd type="arrow"/>
            </a:ln>
            <a:effectLst/>
          </p:spPr>
        </p:cxnSp>
        <p:cxnSp>
          <p:nvCxnSpPr>
            <p:cNvPr id="15" name="肘形连接符 19"/>
            <p:cNvCxnSpPr>
              <a:stCxn id="8" idx="3"/>
              <a:endCxn id="9" idx="0"/>
            </p:cNvCxnSpPr>
            <p:nvPr/>
          </p:nvCxnSpPr>
          <p:spPr bwMode="auto">
            <a:xfrm>
              <a:off x="5436096" y="4729897"/>
              <a:ext cx="576064" cy="355287"/>
            </a:xfrm>
            <a:prstGeom prst="bentConnector2">
              <a:avLst/>
            </a:prstGeom>
            <a:noFill/>
            <a:ln w="9525" cap="flat" cmpd="sng" algn="ctr">
              <a:solidFill>
                <a:schemeClr val="tx1"/>
              </a:solidFill>
              <a:prstDash val="solid"/>
              <a:round/>
              <a:headEnd type="none" w="med" len="med"/>
              <a:tailEnd type="arrow"/>
            </a:ln>
            <a:effectLst/>
          </p:spPr>
        </p:cxnSp>
        <p:cxnSp>
          <p:nvCxnSpPr>
            <p:cNvPr id="16" name="肘形连接符 24"/>
            <p:cNvCxnSpPr>
              <a:stCxn id="8" idx="1"/>
              <a:endCxn id="10" idx="0"/>
            </p:cNvCxnSpPr>
            <p:nvPr/>
          </p:nvCxnSpPr>
          <p:spPr bwMode="auto">
            <a:xfrm rot="10800000" flipV="1">
              <a:off x="2195736" y="4729896"/>
              <a:ext cx="504056" cy="283279"/>
            </a:xfrm>
            <a:prstGeom prst="bentConnector2">
              <a:avLst/>
            </a:prstGeom>
            <a:noFill/>
            <a:ln w="9525" cap="flat" cmpd="sng" algn="ctr">
              <a:solidFill>
                <a:schemeClr val="tx1"/>
              </a:solidFill>
              <a:prstDash val="solid"/>
              <a:round/>
              <a:headEnd type="none" w="med" len="med"/>
              <a:tailEnd type="arrow"/>
            </a:ln>
            <a:effectLst/>
          </p:spPr>
        </p:cxnSp>
        <p:cxnSp>
          <p:nvCxnSpPr>
            <p:cNvPr id="17" name="肘形连接符 16"/>
            <p:cNvCxnSpPr/>
            <p:nvPr/>
          </p:nvCxnSpPr>
          <p:spPr bwMode="auto">
            <a:xfrm rot="5400000">
              <a:off x="4175956" y="5769260"/>
              <a:ext cx="360040" cy="12700"/>
            </a:xfrm>
            <a:prstGeom prst="bentConnector3">
              <a:avLst>
                <a:gd name="adj1" fmla="val 50000"/>
              </a:avLst>
            </a:prstGeom>
            <a:noFill/>
            <a:ln w="9525" cap="flat" cmpd="sng" algn="ctr">
              <a:noFill/>
              <a:prstDash val="solid"/>
              <a:round/>
              <a:headEnd type="none" w="med" len="med"/>
              <a:tailEnd type="arrow"/>
            </a:ln>
            <a:effectLst/>
          </p:spPr>
        </p:cxnSp>
        <p:cxnSp>
          <p:nvCxnSpPr>
            <p:cNvPr id="18" name="肘形连接符 17"/>
            <p:cNvCxnSpPr>
              <a:stCxn id="10" idx="2"/>
              <a:endCxn id="9" idx="2"/>
            </p:cNvCxnSpPr>
            <p:nvPr/>
          </p:nvCxnSpPr>
          <p:spPr bwMode="auto">
            <a:xfrm rot="16200000" flipH="1">
              <a:off x="4068815" y="3788169"/>
              <a:ext cx="70267" cy="3816424"/>
            </a:xfrm>
            <a:prstGeom prst="bentConnector3">
              <a:avLst>
                <a:gd name="adj1" fmla="val 198116"/>
              </a:avLst>
            </a:prstGeom>
            <a:noFill/>
            <a:ln w="9525" cap="flat" cmpd="sng" algn="ctr">
              <a:solidFill>
                <a:schemeClr val="tx1"/>
              </a:solidFill>
              <a:prstDash val="solid"/>
              <a:round/>
              <a:headEnd type="none" w="med" len="med"/>
              <a:tailEnd type="none" w="med" len="med"/>
            </a:ln>
            <a:effectLst/>
          </p:spPr>
        </p:cxnSp>
        <p:cxnSp>
          <p:nvCxnSpPr>
            <p:cNvPr id="19" name="直接箭头连接符 18"/>
            <p:cNvCxnSpPr/>
            <p:nvPr/>
          </p:nvCxnSpPr>
          <p:spPr bwMode="auto">
            <a:xfrm>
              <a:off x="3995936" y="5805264"/>
              <a:ext cx="0" cy="216024"/>
            </a:xfrm>
            <a:prstGeom prst="straightConnector1">
              <a:avLst/>
            </a:prstGeom>
            <a:noFill/>
            <a:ln w="9525" cap="flat" cmpd="sng" algn="ctr">
              <a:solidFill>
                <a:schemeClr val="tx1"/>
              </a:solidFill>
              <a:prstDash val="solid"/>
              <a:round/>
              <a:headEnd type="none" w="med" len="med"/>
              <a:tailEnd type="arrow"/>
            </a:ln>
            <a:effectLst/>
          </p:spPr>
        </p:cxnSp>
        <p:cxnSp>
          <p:nvCxnSpPr>
            <p:cNvPr id="20" name="肘形连接符 43"/>
            <p:cNvCxnSpPr>
              <a:stCxn id="11" idx="1"/>
            </p:cNvCxnSpPr>
            <p:nvPr/>
          </p:nvCxnSpPr>
          <p:spPr bwMode="auto">
            <a:xfrm rot="10800000" flipH="1">
              <a:off x="2267744" y="3429001"/>
              <a:ext cx="1800200" cy="2928551"/>
            </a:xfrm>
            <a:prstGeom prst="bentConnector4">
              <a:avLst>
                <a:gd name="adj1" fmla="val -56237"/>
                <a:gd name="adj2" fmla="val 97868"/>
              </a:avLst>
            </a:prstGeom>
            <a:noFill/>
            <a:ln w="9525" cap="flat" cmpd="sng" algn="ctr">
              <a:solidFill>
                <a:schemeClr val="tx1"/>
              </a:solidFill>
              <a:prstDash val="solid"/>
              <a:round/>
              <a:headEnd type="none" w="med" len="med"/>
              <a:tailEnd type="arrow"/>
            </a:ln>
            <a:effectLst/>
          </p:spPr>
        </p:cxnSp>
        <p:cxnSp>
          <p:nvCxnSpPr>
            <p:cNvPr id="21" name="直接箭头连接符 20"/>
            <p:cNvCxnSpPr/>
            <p:nvPr/>
          </p:nvCxnSpPr>
          <p:spPr bwMode="auto">
            <a:xfrm>
              <a:off x="3995936" y="6641976"/>
              <a:ext cx="0" cy="216024"/>
            </a:xfrm>
            <a:prstGeom prst="straightConnector1">
              <a:avLst/>
            </a:prstGeom>
            <a:noFill/>
            <a:ln w="9525" cap="flat" cmpd="sng" algn="ctr">
              <a:solidFill>
                <a:schemeClr val="tx1"/>
              </a:solidFill>
              <a:prstDash val="solid"/>
              <a:round/>
              <a:headEnd type="none" w="med" len="med"/>
              <a:tailEnd type="arrow"/>
            </a:ln>
            <a:effectLst/>
          </p:spPr>
        </p:cxnSp>
        <p:sp>
          <p:nvSpPr>
            <p:cNvPr id="22" name="TextBox 21"/>
            <p:cNvSpPr txBox="1"/>
            <p:nvPr/>
          </p:nvSpPr>
          <p:spPr>
            <a:xfrm>
              <a:off x="2267744" y="4365104"/>
              <a:ext cx="543739" cy="307777"/>
            </a:xfrm>
            <a:prstGeom prst="rect">
              <a:avLst/>
            </a:prstGeom>
            <a:noFill/>
          </p:spPr>
          <p:txBody>
            <a:bodyPr wrap="none" rtlCol="0">
              <a:spAutoFit/>
            </a:bodyPr>
            <a:lstStyle/>
            <a:p>
              <a:r>
                <a:rPr lang="zh-CN" altLang="en-US" sz="1400" dirty="0">
                  <a:latin typeface="楷体" panose="02010609060101010101" pitchFamily="49" charset="-122"/>
                  <a:ea typeface="楷体" panose="02010609060101010101" pitchFamily="49" charset="-122"/>
                </a:rPr>
                <a:t>找到</a:t>
              </a:r>
              <a:endParaRPr lang="zh-CN" altLang="en-US" sz="1400" dirty="0">
                <a:latin typeface="楷体" panose="02010609060101010101" pitchFamily="49" charset="-122"/>
                <a:ea typeface="楷体" panose="02010609060101010101" pitchFamily="49" charset="-122"/>
              </a:endParaRPr>
            </a:p>
          </p:txBody>
        </p:sp>
        <p:sp>
          <p:nvSpPr>
            <p:cNvPr id="23" name="TextBox 22"/>
            <p:cNvSpPr txBox="1"/>
            <p:nvPr/>
          </p:nvSpPr>
          <p:spPr>
            <a:xfrm>
              <a:off x="5508104" y="4365104"/>
              <a:ext cx="723275" cy="307777"/>
            </a:xfrm>
            <a:prstGeom prst="rect">
              <a:avLst/>
            </a:prstGeom>
            <a:noFill/>
          </p:spPr>
          <p:txBody>
            <a:bodyPr wrap="none" rtlCol="0">
              <a:spAutoFit/>
            </a:bodyPr>
            <a:lstStyle/>
            <a:p>
              <a:r>
                <a:rPr lang="zh-CN" altLang="en-US" sz="1400" dirty="0">
                  <a:latin typeface="楷体" panose="02010609060101010101" pitchFamily="49" charset="-122"/>
                  <a:ea typeface="楷体" panose="02010609060101010101" pitchFamily="49" charset="-122"/>
                </a:rPr>
                <a:t>没找到</a:t>
              </a:r>
              <a:endParaRPr lang="zh-CN" altLang="en-US" sz="1400" dirty="0">
                <a:latin typeface="楷体" panose="02010609060101010101" pitchFamily="49" charset="-122"/>
                <a:ea typeface="楷体" panose="02010609060101010101" pitchFamily="49" charset="-122"/>
              </a:endParaRPr>
            </a:p>
          </p:txBody>
        </p:sp>
        <p:sp>
          <p:nvSpPr>
            <p:cNvPr id="24" name="TextBox 23"/>
            <p:cNvSpPr txBox="1"/>
            <p:nvPr/>
          </p:nvSpPr>
          <p:spPr>
            <a:xfrm>
              <a:off x="1475656" y="5949280"/>
              <a:ext cx="364202" cy="307777"/>
            </a:xfrm>
            <a:prstGeom prst="rect">
              <a:avLst/>
            </a:prstGeom>
            <a:noFill/>
          </p:spPr>
          <p:txBody>
            <a:bodyPr wrap="none" rtlCol="0">
              <a:spAutoFit/>
            </a:bodyPr>
            <a:lstStyle/>
            <a:p>
              <a:r>
                <a:rPr lang="zh-CN" altLang="en-US" sz="1400" dirty="0">
                  <a:latin typeface="楷体" panose="02010609060101010101" pitchFamily="49" charset="-122"/>
                  <a:ea typeface="楷体" panose="02010609060101010101" pitchFamily="49" charset="-122"/>
                </a:rPr>
                <a:t>有</a:t>
              </a:r>
              <a:endParaRPr lang="zh-CN" altLang="en-US" sz="1400" dirty="0">
                <a:latin typeface="楷体" panose="02010609060101010101" pitchFamily="49" charset="-122"/>
                <a:ea typeface="楷体" panose="02010609060101010101" pitchFamily="49" charset="-122"/>
              </a:endParaRPr>
            </a:p>
          </p:txBody>
        </p:sp>
        <p:sp>
          <p:nvSpPr>
            <p:cNvPr id="25" name="TextBox 24"/>
            <p:cNvSpPr txBox="1"/>
            <p:nvPr/>
          </p:nvSpPr>
          <p:spPr>
            <a:xfrm>
              <a:off x="4427984" y="6550223"/>
              <a:ext cx="364202" cy="307777"/>
            </a:xfrm>
            <a:prstGeom prst="rect">
              <a:avLst/>
            </a:prstGeom>
            <a:noFill/>
          </p:spPr>
          <p:txBody>
            <a:bodyPr wrap="none" rtlCol="0">
              <a:spAutoFit/>
            </a:bodyPr>
            <a:lstStyle/>
            <a:p>
              <a:r>
                <a:rPr lang="zh-CN" altLang="en-US" sz="1400" dirty="0">
                  <a:latin typeface="楷体" panose="02010609060101010101" pitchFamily="49" charset="-122"/>
                  <a:ea typeface="楷体" panose="02010609060101010101" pitchFamily="49" charset="-122"/>
                </a:rPr>
                <a:t>无</a:t>
              </a:r>
              <a:endParaRPr lang="zh-CN" altLang="en-US" sz="1400" dirty="0">
                <a:latin typeface="楷体" panose="02010609060101010101" pitchFamily="49" charset="-122"/>
                <a:ea typeface="楷体" panose="02010609060101010101" pitchFamily="49" charset="-122"/>
              </a:endParaRPr>
            </a:p>
          </p:txBody>
        </p:sp>
      </p:grpSp>
      <p:sp>
        <p:nvSpPr>
          <p:cNvPr id="26" name="圆角矩形标注 25"/>
          <p:cNvSpPr/>
          <p:nvPr/>
        </p:nvSpPr>
        <p:spPr bwMode="auto">
          <a:xfrm>
            <a:off x="7392144" y="1"/>
            <a:ext cx="3275840" cy="2838576"/>
          </a:xfrm>
          <a:prstGeom prst="wedgeRoundRectCallout">
            <a:avLst>
              <a:gd name="adj1" fmla="val -63031"/>
              <a:gd name="adj2" fmla="val 29436"/>
              <a:gd name="adj3" fmla="val 16667"/>
            </a:avLst>
          </a:prstGeom>
          <a:solidFill>
            <a:srgbClr val="FFC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用数组构造一个顺序表，表中单词按字典序组织</a:t>
            </a:r>
            <a:r>
              <a:rPr lang="en-US" altLang="zh-CN" dirty="0">
                <a:latin typeface="楷体" panose="02010609060101010101" pitchFamily="49" charset="-122"/>
                <a:ea typeface="楷体" panose="02010609060101010101" pitchFamily="49" charset="-122"/>
              </a:rPr>
              <a:t>*/</a:t>
            </a:r>
            <a:endParaRPr lang="en-US" altLang="zh-CN" dirty="0">
              <a:latin typeface="楷体" panose="02010609060101010101" pitchFamily="49" charset="-122"/>
              <a:ea typeface="楷体" panose="02010609060101010101" pitchFamily="49" charset="-122"/>
            </a:endParaRPr>
          </a:p>
          <a:p>
            <a:r>
              <a:rPr lang="en-US" altLang="zh-CN" dirty="0" err="1"/>
              <a:t>struct</a:t>
            </a:r>
            <a:r>
              <a:rPr lang="en-US" altLang="zh-CN" dirty="0"/>
              <a:t> </a:t>
            </a:r>
            <a:r>
              <a:rPr lang="en-US" altLang="zh-CN" dirty="0" err="1"/>
              <a:t>lnode</a:t>
            </a:r>
            <a:r>
              <a:rPr lang="en-US" altLang="zh-CN" dirty="0"/>
              <a:t> {</a:t>
            </a:r>
            <a:endParaRPr lang="en-US" altLang="zh-CN" dirty="0"/>
          </a:p>
          <a:p>
            <a:r>
              <a:rPr lang="en-US" altLang="zh-CN" dirty="0"/>
              <a:t>    char  word[MAXWORD];</a:t>
            </a:r>
            <a:endParaRPr lang="en-US" altLang="zh-CN" dirty="0"/>
          </a:p>
          <a:p>
            <a:r>
              <a:rPr lang="en-US" altLang="zh-CN" dirty="0"/>
              <a:t>    </a:t>
            </a:r>
            <a:r>
              <a:rPr lang="en-US" altLang="zh-CN" dirty="0" err="1"/>
              <a:t>int</a:t>
            </a:r>
            <a:r>
              <a:rPr lang="en-US" altLang="zh-CN" dirty="0"/>
              <a:t> count;</a:t>
            </a:r>
            <a:endParaRPr lang="en-US" altLang="zh-CN" dirty="0"/>
          </a:p>
          <a:p>
            <a:r>
              <a:rPr lang="en-US" altLang="zh-CN" dirty="0"/>
              <a:t>};</a:t>
            </a:r>
            <a:endParaRPr lang="en-US" altLang="zh-CN" dirty="0"/>
          </a:p>
          <a:p>
            <a:r>
              <a:rPr lang="en-US" altLang="zh-CN" dirty="0"/>
              <a:t> </a:t>
            </a:r>
            <a:r>
              <a:rPr lang="en-US" altLang="zh-CN" dirty="0" err="1"/>
              <a:t>struct</a:t>
            </a:r>
            <a:r>
              <a:rPr lang="en-US" altLang="zh-CN" dirty="0"/>
              <a:t> </a:t>
            </a:r>
            <a:r>
              <a:rPr lang="en-US" altLang="zh-CN" dirty="0" err="1"/>
              <a:t>lnode</a:t>
            </a:r>
            <a:r>
              <a:rPr lang="en-US" altLang="zh-CN" dirty="0"/>
              <a:t> wordlist[MAXSIZE];</a:t>
            </a:r>
            <a:endParaRPr lang="en-US" altLang="zh-CN" dirty="0"/>
          </a:p>
          <a:p>
            <a:r>
              <a:rPr lang="en-US" altLang="zh-CN" dirty="0"/>
              <a:t>Int N=0; //</a:t>
            </a:r>
            <a:r>
              <a:rPr lang="zh-CN" altLang="en-US" dirty="0"/>
              <a:t>全局变量，空表</a:t>
            </a:r>
            <a:endParaRPr lang="en-US" altLang="zh-CN" dirty="0"/>
          </a:p>
        </p:txBody>
      </p:sp>
      <p:sp>
        <p:nvSpPr>
          <p:cNvPr id="27" name="圆角矩形标注 26"/>
          <p:cNvSpPr/>
          <p:nvPr/>
        </p:nvSpPr>
        <p:spPr bwMode="auto">
          <a:xfrm>
            <a:off x="7326829" y="2970419"/>
            <a:ext cx="3275856" cy="715089"/>
          </a:xfrm>
          <a:prstGeom prst="wedgeRoundRectCallout">
            <a:avLst>
              <a:gd name="adj1" fmla="val -61362"/>
              <a:gd name="adj2" fmla="val -33354"/>
              <a:gd name="adj3" fmla="val 16667"/>
            </a:avLst>
          </a:prstGeom>
          <a:solidFill>
            <a:srgbClr val="FFC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r>
              <a:rPr lang="zh-CN" altLang="en-US" dirty="0">
                <a:latin typeface="楷体" panose="02010609060101010101" pitchFamily="49" charset="-122"/>
                <a:ea typeface="楷体" panose="02010609060101010101" pitchFamily="49" charset="-122"/>
              </a:rPr>
              <a:t>用函数</a:t>
            </a:r>
            <a:r>
              <a:rPr lang="en-US" altLang="zh-CN" dirty="0" err="1">
                <a:latin typeface="楷体" panose="02010609060101010101" pitchFamily="49" charset="-122"/>
                <a:ea typeface="楷体" panose="02010609060101010101" pitchFamily="49" charset="-122"/>
              </a:rPr>
              <a:t>getWord</a:t>
            </a:r>
            <a:r>
              <a:rPr lang="zh-CN" altLang="en-US" dirty="0">
                <a:latin typeface="楷体" panose="02010609060101010101" pitchFamily="49" charset="-122"/>
                <a:ea typeface="楷体" panose="02010609060101010101" pitchFamily="49" charset="-122"/>
              </a:rPr>
              <a:t>从文件中每次读入一个单词</a:t>
            </a:r>
            <a:endParaRPr lang="en-US" altLang="zh-CN" dirty="0">
              <a:latin typeface="楷体" panose="02010609060101010101" pitchFamily="49" charset="-122"/>
              <a:ea typeface="楷体" panose="02010609060101010101" pitchFamily="49" charset="-122"/>
            </a:endParaRPr>
          </a:p>
        </p:txBody>
      </p:sp>
      <p:sp>
        <p:nvSpPr>
          <p:cNvPr id="28" name="圆角矩形标注 27"/>
          <p:cNvSpPr/>
          <p:nvPr/>
        </p:nvSpPr>
        <p:spPr bwMode="auto">
          <a:xfrm>
            <a:off x="7392144" y="3817350"/>
            <a:ext cx="3275856" cy="715089"/>
          </a:xfrm>
          <a:prstGeom prst="wedgeRoundRectCallout">
            <a:avLst>
              <a:gd name="adj1" fmla="val -63320"/>
              <a:gd name="adj2" fmla="val -33055"/>
              <a:gd name="adj3" fmla="val 16667"/>
            </a:avLst>
          </a:prstGeom>
          <a:solidFill>
            <a:srgbClr val="FFC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r>
              <a:rPr lang="zh-CN" altLang="en-US" dirty="0">
                <a:latin typeface="楷体" panose="02010609060101010101" pitchFamily="49" charset="-122"/>
                <a:ea typeface="楷体" panose="02010609060101010101" pitchFamily="49" charset="-122"/>
              </a:rPr>
              <a:t>用函数</a:t>
            </a:r>
            <a:r>
              <a:rPr lang="en-US" altLang="zh-CN" dirty="0" err="1">
                <a:latin typeface="楷体" panose="02010609060101010101" pitchFamily="49" charset="-122"/>
                <a:ea typeface="楷体" panose="02010609060101010101" pitchFamily="49" charset="-122"/>
              </a:rPr>
              <a:t>searchWord</a:t>
            </a:r>
            <a:r>
              <a:rPr lang="zh-CN" altLang="en-US" dirty="0">
                <a:latin typeface="楷体" panose="02010609060101010101" pitchFamily="49" charset="-122"/>
                <a:ea typeface="楷体" panose="02010609060101010101" pitchFamily="49" charset="-122"/>
              </a:rPr>
              <a:t>在单词表中查找一个单词</a:t>
            </a:r>
            <a:endParaRPr lang="en-US" altLang="zh-CN" dirty="0">
              <a:latin typeface="楷体" panose="02010609060101010101" pitchFamily="49" charset="-122"/>
              <a:ea typeface="楷体" panose="02010609060101010101" pitchFamily="49" charset="-122"/>
            </a:endParaRPr>
          </a:p>
        </p:txBody>
      </p:sp>
      <p:sp>
        <p:nvSpPr>
          <p:cNvPr id="29" name="圆角矩形标注 28"/>
          <p:cNvSpPr/>
          <p:nvPr/>
        </p:nvSpPr>
        <p:spPr bwMode="auto">
          <a:xfrm>
            <a:off x="7392144" y="5373217"/>
            <a:ext cx="3275856" cy="715089"/>
          </a:xfrm>
          <a:prstGeom prst="wedgeRoundRectCallout">
            <a:avLst>
              <a:gd name="adj1" fmla="val -56008"/>
              <a:gd name="adj2" fmla="val -119450"/>
              <a:gd name="adj3" fmla="val 16667"/>
            </a:avLst>
          </a:prstGeom>
          <a:solidFill>
            <a:srgbClr val="FFC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r>
              <a:rPr lang="zh-CN" altLang="en-US" dirty="0">
                <a:latin typeface="楷体" panose="02010609060101010101" pitchFamily="49" charset="-122"/>
                <a:ea typeface="楷体" panose="02010609060101010101" pitchFamily="49" charset="-122"/>
              </a:rPr>
              <a:t>用函数</a:t>
            </a:r>
            <a:r>
              <a:rPr lang="en-US" altLang="zh-CN" dirty="0" err="1">
                <a:latin typeface="楷体" panose="02010609060101010101" pitchFamily="49" charset="-122"/>
                <a:ea typeface="楷体" panose="02010609060101010101" pitchFamily="49" charset="-122"/>
              </a:rPr>
              <a:t>insertWord</a:t>
            </a:r>
            <a:r>
              <a:rPr lang="zh-CN" altLang="en-US" dirty="0">
                <a:latin typeface="楷体" panose="02010609060101010101" pitchFamily="49" charset="-122"/>
                <a:ea typeface="楷体" panose="02010609060101010101" pitchFamily="49" charset="-122"/>
              </a:rPr>
              <a:t>在单词表中插入一个单词</a:t>
            </a:r>
            <a:endParaRPr lang="en-US" altLang="zh-CN" dirty="0">
              <a:latin typeface="楷体" panose="02010609060101010101" pitchFamily="49" charset="-122"/>
              <a:ea typeface="楷体" panose="02010609060101010101" pitchFamily="49"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6"/>
                                        </p:tgtEl>
                                        <p:attrNameLst>
                                          <p:attrName>style.visibility</p:attrName>
                                        </p:attrNameLst>
                                      </p:cBhvr>
                                      <p:to>
                                        <p:strVal val="visible"/>
                                      </p:to>
                                    </p:set>
                                    <p:anim calcmode="lin" valueType="num">
                                      <p:cBhvr additive="base">
                                        <p:cTn id="13" dur="500" fill="hold"/>
                                        <p:tgtEl>
                                          <p:spTgt spid="26"/>
                                        </p:tgtEl>
                                        <p:attrNameLst>
                                          <p:attrName>ppt_x</p:attrName>
                                        </p:attrNameLst>
                                      </p:cBhvr>
                                      <p:tavLst>
                                        <p:tav tm="0">
                                          <p:val>
                                            <p:strVal val="#ppt_x"/>
                                          </p:val>
                                        </p:tav>
                                        <p:tav tm="100000">
                                          <p:val>
                                            <p:strVal val="#ppt_x"/>
                                          </p:val>
                                        </p:tav>
                                      </p:tavLst>
                                    </p:anim>
                                    <p:anim calcmode="lin" valueType="num">
                                      <p:cBhvr additive="base">
                                        <p:cTn id="14"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7"/>
                                        </p:tgtEl>
                                        <p:attrNameLst>
                                          <p:attrName>style.visibility</p:attrName>
                                        </p:attrNameLst>
                                      </p:cBhvr>
                                      <p:to>
                                        <p:strVal val="visible"/>
                                      </p:to>
                                    </p:set>
                                    <p:anim calcmode="lin" valueType="num">
                                      <p:cBhvr additive="base">
                                        <p:cTn id="19" dur="500" fill="hold"/>
                                        <p:tgtEl>
                                          <p:spTgt spid="27"/>
                                        </p:tgtEl>
                                        <p:attrNameLst>
                                          <p:attrName>ppt_x</p:attrName>
                                        </p:attrNameLst>
                                      </p:cBhvr>
                                      <p:tavLst>
                                        <p:tav tm="0">
                                          <p:val>
                                            <p:strVal val="#ppt_x"/>
                                          </p:val>
                                        </p:tav>
                                        <p:tav tm="100000">
                                          <p:val>
                                            <p:strVal val="#ppt_x"/>
                                          </p:val>
                                        </p:tav>
                                      </p:tavLst>
                                    </p:anim>
                                    <p:anim calcmode="lin" valueType="num">
                                      <p:cBhvr additive="base">
                                        <p:cTn id="20"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8"/>
                                        </p:tgtEl>
                                        <p:attrNameLst>
                                          <p:attrName>style.visibility</p:attrName>
                                        </p:attrNameLst>
                                      </p:cBhvr>
                                      <p:to>
                                        <p:strVal val="visible"/>
                                      </p:to>
                                    </p:set>
                                    <p:anim calcmode="lin" valueType="num">
                                      <p:cBhvr additive="base">
                                        <p:cTn id="25" dur="500" fill="hold"/>
                                        <p:tgtEl>
                                          <p:spTgt spid="28"/>
                                        </p:tgtEl>
                                        <p:attrNameLst>
                                          <p:attrName>ppt_x</p:attrName>
                                        </p:attrNameLst>
                                      </p:cBhvr>
                                      <p:tavLst>
                                        <p:tav tm="0">
                                          <p:val>
                                            <p:strVal val="#ppt_x"/>
                                          </p:val>
                                        </p:tav>
                                        <p:tav tm="100000">
                                          <p:val>
                                            <p:strVal val="#ppt_x"/>
                                          </p:val>
                                        </p:tav>
                                      </p:tavLst>
                                    </p:anim>
                                    <p:anim calcmode="lin" valueType="num">
                                      <p:cBhvr additive="base">
                                        <p:cTn id="26"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9"/>
                                        </p:tgtEl>
                                        <p:attrNameLst>
                                          <p:attrName>style.visibility</p:attrName>
                                        </p:attrNameLst>
                                      </p:cBhvr>
                                      <p:to>
                                        <p:strVal val="visible"/>
                                      </p:to>
                                    </p:set>
                                    <p:anim calcmode="lin" valueType="num">
                                      <p:cBhvr additive="base">
                                        <p:cTn id="31" dur="500" fill="hold"/>
                                        <p:tgtEl>
                                          <p:spTgt spid="29"/>
                                        </p:tgtEl>
                                        <p:attrNameLst>
                                          <p:attrName>ppt_x</p:attrName>
                                        </p:attrNameLst>
                                      </p:cBhvr>
                                      <p:tavLst>
                                        <p:tav tm="0">
                                          <p:val>
                                            <p:strVal val="#ppt_x"/>
                                          </p:val>
                                        </p:tav>
                                        <p:tav tm="100000">
                                          <p:val>
                                            <p:strVal val="#ppt_x"/>
                                          </p:val>
                                        </p:tav>
                                      </p:tavLst>
                                    </p:anim>
                                    <p:anim calcmode="lin" valueType="num">
                                      <p:cBhvr additive="base">
                                        <p:cTn id="32"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Rectangle 2"/>
          <p:cNvSpPr>
            <a:spLocks noGrp="1" noChangeArrowheads="1"/>
          </p:cNvSpPr>
          <p:nvPr>
            <p:ph type="title"/>
          </p:nvPr>
        </p:nvSpPr>
        <p:spPr/>
        <p:txBody>
          <a:bodyPr/>
          <a:lstStyle/>
          <a:p>
            <a:r>
              <a:rPr lang="zh-CN" altLang="en-US" dirty="0">
                <a:ea typeface="宋体" pitchFamily="2" charset="-122"/>
              </a:rPr>
              <a:t>外部（全局）变量</a:t>
            </a:r>
            <a:endParaRPr lang="zh-CN" altLang="en-US" dirty="0">
              <a:ea typeface="宋体" pitchFamily="2" charset="-122"/>
            </a:endParaRPr>
          </a:p>
        </p:txBody>
      </p:sp>
      <p:sp>
        <p:nvSpPr>
          <p:cNvPr id="36869" name="Rectangle 3"/>
          <p:cNvSpPr>
            <a:spLocks noGrp="1" noChangeArrowheads="1"/>
          </p:cNvSpPr>
          <p:nvPr>
            <p:ph idx="1"/>
          </p:nvPr>
        </p:nvSpPr>
        <p:spPr/>
        <p:txBody>
          <a:bodyPr/>
          <a:lstStyle/>
          <a:p>
            <a:r>
              <a:rPr lang="zh-CN" altLang="en-US" dirty="0">
                <a:ea typeface="宋体" pitchFamily="2" charset="-122"/>
              </a:rPr>
              <a:t>外部变量（全局变量，</a:t>
            </a:r>
            <a:r>
              <a:rPr lang="en-US" altLang="zh-CN" dirty="0">
                <a:ea typeface="宋体" pitchFamily="2" charset="-122"/>
              </a:rPr>
              <a:t>global variable </a:t>
            </a:r>
            <a:r>
              <a:rPr lang="zh-CN" altLang="en-US" dirty="0">
                <a:ea typeface="宋体" pitchFamily="2" charset="-122"/>
              </a:rPr>
              <a:t>）：在函数外面定义的变量。</a:t>
            </a:r>
            <a:endParaRPr lang="zh-CN" altLang="en-US" dirty="0">
              <a:ea typeface="宋体" pitchFamily="2" charset="-122"/>
            </a:endParaRPr>
          </a:p>
          <a:p>
            <a:pPr lvl="1"/>
            <a:r>
              <a:rPr lang="zh-CN" altLang="en-US" dirty="0">
                <a:ea typeface="宋体" pitchFamily="2" charset="-122"/>
              </a:rPr>
              <a:t>作用域（</a:t>
            </a:r>
            <a:r>
              <a:rPr lang="en-US" altLang="zh-CN" dirty="0">
                <a:ea typeface="宋体" pitchFamily="2" charset="-122"/>
              </a:rPr>
              <a:t>scope</a:t>
            </a:r>
            <a:r>
              <a:rPr lang="zh-CN" altLang="en-US" dirty="0">
                <a:ea typeface="宋体" pitchFamily="2" charset="-122"/>
              </a:rPr>
              <a:t>）为整个程序，即可在程序的所有函数中使用。</a:t>
            </a:r>
            <a:endParaRPr lang="zh-CN" altLang="en-US" dirty="0">
              <a:ea typeface="宋体" pitchFamily="2" charset="-122"/>
            </a:endParaRPr>
          </a:p>
          <a:p>
            <a:pPr lvl="1"/>
            <a:r>
              <a:rPr lang="zh-CN" altLang="en-US" dirty="0">
                <a:ea typeface="宋体" pitchFamily="2" charset="-122"/>
              </a:rPr>
              <a:t>外部变量有隐含初值</a:t>
            </a:r>
            <a:r>
              <a:rPr lang="en-US" altLang="zh-CN" dirty="0">
                <a:ea typeface="宋体" pitchFamily="2" charset="-122"/>
              </a:rPr>
              <a:t>0</a:t>
            </a:r>
            <a:r>
              <a:rPr lang="zh-CN" altLang="en-US" dirty="0">
                <a:ea typeface="宋体" pitchFamily="2" charset="-122"/>
              </a:rPr>
              <a:t>。</a:t>
            </a:r>
            <a:endParaRPr lang="zh-CN" altLang="en-US" dirty="0">
              <a:ea typeface="宋体" pitchFamily="2" charset="-122"/>
            </a:endParaRPr>
          </a:p>
          <a:p>
            <a:pPr lvl="1"/>
            <a:r>
              <a:rPr lang="zh-CN" altLang="en-US" dirty="0">
                <a:ea typeface="宋体" pitchFamily="2" charset="-122"/>
              </a:rPr>
              <a:t>生存期（</a:t>
            </a:r>
            <a:r>
              <a:rPr lang="en-US" altLang="zh-CN" dirty="0">
                <a:ea typeface="宋体" pitchFamily="2" charset="-122"/>
              </a:rPr>
              <a:t>life cycle</a:t>
            </a:r>
            <a:r>
              <a:rPr lang="zh-CN" altLang="en-US" dirty="0">
                <a:ea typeface="宋体" pitchFamily="2" charset="-122"/>
              </a:rPr>
              <a:t>）：外部变量（存储空间）在程序执行过程中始终存在（静态存储分配）。</a:t>
            </a:r>
            <a:endParaRPr lang="zh-CN" altLang="en-US" dirty="0">
              <a:ea typeface="宋体" pitchFamily="2" charset="-122"/>
            </a:endParaRPr>
          </a:p>
          <a:p>
            <a:pPr lvl="1"/>
            <a:endParaRPr lang="en-US" altLang="zh-CN" dirty="0">
              <a:ea typeface="宋体" pitchFamily="2" charset="-122"/>
            </a:endParaRPr>
          </a:p>
        </p:txBody>
      </p:sp>
      <p:sp>
        <p:nvSpPr>
          <p:cNvPr id="36867" name="灯片编号占位符 4"/>
          <p:cNvSpPr>
            <a:spLocks noGrp="1"/>
          </p:cNvSpPr>
          <p:nvPr>
            <p:ph type="sldNum" sz="quarter" idx="12"/>
          </p:nvPr>
        </p:nvSpPr>
        <p:spPr>
          <a:noFill/>
        </p:spPr>
        <p:txBody>
          <a:bodyPr/>
          <a:lstStyle/>
          <a:p>
            <a:fld id="{C12B67CA-400D-4243-A514-1FAD1632EC45}" type="slidenum">
              <a:rPr lang="en-US" altLang="zh-CN" smtClean="0"/>
            </a:fld>
            <a:endParaRPr lang="en-US" altLang="zh-CN"/>
          </a:p>
        </p:txBody>
      </p:sp>
    </p:spTree>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Rectangle 2"/>
          <p:cNvSpPr>
            <a:spLocks noGrp="1" noChangeArrowheads="1"/>
          </p:cNvSpPr>
          <p:nvPr>
            <p:ph type="title"/>
          </p:nvPr>
        </p:nvSpPr>
        <p:spPr/>
        <p:txBody>
          <a:bodyPr/>
          <a:lstStyle/>
          <a:p>
            <a:r>
              <a:rPr lang="zh-CN" altLang="en-US">
                <a:ea typeface="宋体" pitchFamily="2" charset="-122"/>
              </a:rPr>
              <a:t>外部变量说明（</a:t>
            </a:r>
            <a:r>
              <a:rPr lang="en-US" altLang="zh-CN">
                <a:ea typeface="宋体" pitchFamily="2" charset="-122"/>
              </a:rPr>
              <a:t>extern</a:t>
            </a:r>
            <a:r>
              <a:rPr lang="zh-CN" altLang="en-US">
                <a:ea typeface="宋体" pitchFamily="2" charset="-122"/>
              </a:rPr>
              <a:t>）</a:t>
            </a:r>
            <a:endParaRPr lang="zh-CN" altLang="en-US">
              <a:ea typeface="宋体" pitchFamily="2" charset="-122"/>
            </a:endParaRPr>
          </a:p>
        </p:txBody>
      </p:sp>
      <p:sp>
        <p:nvSpPr>
          <p:cNvPr id="34821" name="Rectangle 3"/>
          <p:cNvSpPr>
            <a:spLocks noGrp="1" noChangeArrowheads="1"/>
          </p:cNvSpPr>
          <p:nvPr>
            <p:ph idx="1"/>
          </p:nvPr>
        </p:nvSpPr>
        <p:spPr/>
        <p:txBody>
          <a:bodyPr/>
          <a:lstStyle/>
          <a:p>
            <a:r>
              <a:rPr lang="en-US" altLang="zh-CN" b="0" dirty="0">
                <a:ea typeface="宋体" pitchFamily="2" charset="-122"/>
              </a:rPr>
              <a:t>C</a:t>
            </a:r>
            <a:r>
              <a:rPr lang="zh-CN" altLang="en-US" b="0" dirty="0">
                <a:ea typeface="宋体" pitchFamily="2" charset="-122"/>
              </a:rPr>
              <a:t>程序可以分别放在几个文件上，每个文件可作为一个编译单位分别编译。外部变量只需在某个文件上定义一次，其它文件若要引用此变量时，应用</a:t>
            </a:r>
            <a:r>
              <a:rPr lang="en-US" altLang="zh-CN" b="0" dirty="0">
                <a:ea typeface="宋体" pitchFamily="2" charset="-122"/>
              </a:rPr>
              <a:t>extern</a:t>
            </a:r>
            <a:r>
              <a:rPr lang="zh-CN" altLang="en-US" b="0" dirty="0">
                <a:ea typeface="宋体" pitchFamily="2" charset="-122"/>
              </a:rPr>
              <a:t>加以说明。（外部变量定义时不必加</a:t>
            </a:r>
            <a:r>
              <a:rPr lang="en-US" altLang="zh-CN" b="0" dirty="0">
                <a:ea typeface="宋体" pitchFamily="2" charset="-122"/>
              </a:rPr>
              <a:t>extern</a:t>
            </a:r>
            <a:r>
              <a:rPr lang="zh-CN" altLang="en-US" b="0" dirty="0">
                <a:ea typeface="宋体" pitchFamily="2" charset="-122"/>
              </a:rPr>
              <a:t>关键字。</a:t>
            </a:r>
            <a:endParaRPr lang="zh-CN" altLang="en-US" b="0" dirty="0">
              <a:ea typeface="宋体" pitchFamily="2" charset="-122"/>
            </a:endParaRPr>
          </a:p>
          <a:p>
            <a:r>
              <a:rPr lang="zh-CN" altLang="en-US" b="0" dirty="0">
                <a:ea typeface="宋体" pitchFamily="2" charset="-122"/>
              </a:rPr>
              <a:t>在同一文件中，若前面的函数要引用后面定义的外部（在函数之外）变量时，也应在函数里加以</a:t>
            </a:r>
            <a:r>
              <a:rPr lang="en-US" altLang="zh-CN" b="0" dirty="0">
                <a:ea typeface="宋体" pitchFamily="2" charset="-122"/>
              </a:rPr>
              <a:t>extern</a:t>
            </a:r>
            <a:r>
              <a:rPr lang="zh-CN" altLang="en-US" b="0" dirty="0">
                <a:ea typeface="宋体" pitchFamily="2" charset="-122"/>
              </a:rPr>
              <a:t>说明。</a:t>
            </a:r>
            <a:endParaRPr lang="zh-CN" altLang="en-US" b="0" dirty="0">
              <a:ea typeface="宋体" pitchFamily="2" charset="-122"/>
            </a:endParaRPr>
          </a:p>
          <a:p>
            <a:pPr>
              <a:buFont typeface="Wingdings" panose="05000000000000000000" pitchFamily="2" charset="2"/>
              <a:buNone/>
            </a:pPr>
            <a:endParaRPr lang="en-US" altLang="zh-CN" dirty="0">
              <a:ea typeface="宋体" pitchFamily="2" charset="-122"/>
            </a:endParaRPr>
          </a:p>
        </p:txBody>
      </p:sp>
      <p:sp>
        <p:nvSpPr>
          <p:cNvPr id="37891" name="灯片编号占位符 4"/>
          <p:cNvSpPr>
            <a:spLocks noGrp="1"/>
          </p:cNvSpPr>
          <p:nvPr>
            <p:ph type="sldNum" sz="quarter" idx="12"/>
          </p:nvPr>
        </p:nvSpPr>
        <p:spPr>
          <a:noFill/>
        </p:spPr>
        <p:txBody>
          <a:bodyPr/>
          <a:lstStyle/>
          <a:p>
            <a:fld id="{D198B2F5-CD42-4E4A-A69C-1E27064D1228}" type="slidenum">
              <a:rPr lang="en-US" altLang="zh-CN" smtClean="0"/>
            </a:fld>
            <a:endParaRPr lang="en-US" altLang="zh-CN"/>
          </a:p>
        </p:txBody>
      </p:sp>
      <p:grpSp>
        <p:nvGrpSpPr>
          <p:cNvPr id="9" name="组合 8"/>
          <p:cNvGrpSpPr/>
          <p:nvPr/>
        </p:nvGrpSpPr>
        <p:grpSpPr>
          <a:xfrm>
            <a:off x="911424" y="4450936"/>
            <a:ext cx="5838158" cy="2336311"/>
            <a:chOff x="2445860" y="3029767"/>
            <a:chExt cx="6397648" cy="2948367"/>
          </a:xfrm>
        </p:grpSpPr>
        <p:sp>
          <p:nvSpPr>
            <p:cNvPr id="6" name="TextBox 5"/>
            <p:cNvSpPr txBox="1">
              <a:spLocks noChangeArrowheads="1"/>
            </p:cNvSpPr>
            <p:nvPr/>
          </p:nvSpPr>
          <p:spPr bwMode="auto">
            <a:xfrm>
              <a:off x="2445860" y="3029767"/>
              <a:ext cx="3714750" cy="2602323"/>
            </a:xfrm>
            <a:prstGeom prst="rect">
              <a:avLst/>
            </a:prstGeom>
            <a:solidFill>
              <a:schemeClr val="accent1"/>
            </a:solidFill>
            <a:ln w="9525">
              <a:noFill/>
              <a:miter lim="800000"/>
            </a:ln>
          </p:spPr>
          <p:txBody>
            <a:bodyPr>
              <a:spAutoFit/>
            </a:bodyPr>
            <a:lstStyle/>
            <a:p>
              <a:r>
                <a:rPr lang="en-US" altLang="zh-CN" sz="1600" dirty="0"/>
                <a:t>/* t1.c */</a:t>
              </a:r>
              <a:endParaRPr lang="en-US" altLang="zh-CN" sz="1600" dirty="0"/>
            </a:p>
            <a:p>
              <a:r>
                <a:rPr lang="en-US" altLang="zh-CN" sz="1600" dirty="0" err="1"/>
                <a:t>int</a:t>
              </a:r>
              <a:r>
                <a:rPr lang="en-US" altLang="zh-CN" sz="1600" dirty="0"/>
                <a:t>  N;</a:t>
              </a:r>
              <a:endParaRPr lang="en-US" altLang="zh-CN" sz="1600" dirty="0"/>
            </a:p>
            <a:p>
              <a:r>
                <a:rPr lang="en-US" altLang="zh-CN" sz="1600" dirty="0"/>
                <a:t>main()</a:t>
              </a:r>
              <a:endParaRPr lang="en-US" altLang="zh-CN" sz="1600" dirty="0"/>
            </a:p>
            <a:p>
              <a:r>
                <a:rPr lang="en-US" altLang="zh-CN" sz="1600" dirty="0"/>
                <a:t>{</a:t>
              </a:r>
              <a:endParaRPr lang="en-US" altLang="zh-CN" sz="1600" dirty="0"/>
            </a:p>
            <a:p>
              <a:r>
                <a:rPr lang="en-US" altLang="zh-CN" sz="1600" dirty="0"/>
                <a:t>       …</a:t>
              </a:r>
              <a:endParaRPr lang="en-US" altLang="zh-CN" sz="1600" dirty="0"/>
            </a:p>
            <a:p>
              <a:r>
                <a:rPr lang="en-US" altLang="zh-CN" sz="1600" dirty="0"/>
                <a:t>       N =  …</a:t>
              </a:r>
              <a:endParaRPr lang="en-US" altLang="zh-CN" sz="1600" dirty="0"/>
            </a:p>
            <a:p>
              <a:r>
                <a:rPr lang="en-US" altLang="zh-CN" sz="1600" dirty="0"/>
                <a:t>       …</a:t>
              </a:r>
              <a:endParaRPr lang="en-US" altLang="zh-CN" sz="1600" dirty="0"/>
            </a:p>
            <a:p>
              <a:r>
                <a:rPr lang="en-US" altLang="zh-CN" sz="1600" dirty="0"/>
                <a:t>}</a:t>
              </a:r>
              <a:endParaRPr lang="zh-CN" altLang="en-US" sz="1600" dirty="0"/>
            </a:p>
          </p:txBody>
        </p:sp>
        <p:sp>
          <p:nvSpPr>
            <p:cNvPr id="7" name="TextBox 6"/>
            <p:cNvSpPr txBox="1">
              <a:spLocks noChangeArrowheads="1"/>
            </p:cNvSpPr>
            <p:nvPr/>
          </p:nvSpPr>
          <p:spPr bwMode="auto">
            <a:xfrm>
              <a:off x="5128758" y="3375811"/>
              <a:ext cx="3714750" cy="2602323"/>
            </a:xfrm>
            <a:prstGeom prst="rect">
              <a:avLst/>
            </a:prstGeom>
            <a:solidFill>
              <a:schemeClr val="bg2"/>
            </a:solidFill>
            <a:ln w="9525">
              <a:noFill/>
              <a:miter lim="800000"/>
            </a:ln>
          </p:spPr>
          <p:txBody>
            <a:bodyPr>
              <a:spAutoFit/>
            </a:bodyPr>
            <a:lstStyle/>
            <a:p>
              <a:r>
                <a:rPr lang="en-US" altLang="zh-CN" sz="1600" dirty="0"/>
                <a:t>/* t2.c */</a:t>
              </a:r>
              <a:endParaRPr lang="en-US" altLang="zh-CN" sz="1600" dirty="0"/>
            </a:p>
            <a:p>
              <a:r>
                <a:rPr lang="en-US" altLang="zh-CN" sz="1600" dirty="0"/>
                <a:t>extern </a:t>
              </a:r>
              <a:r>
                <a:rPr lang="en-US" altLang="zh-CN" sz="1600" dirty="0" err="1"/>
                <a:t>int</a:t>
              </a:r>
              <a:r>
                <a:rPr lang="en-US" altLang="zh-CN" sz="1600" dirty="0"/>
                <a:t>  N;</a:t>
              </a:r>
              <a:endParaRPr lang="en-US" altLang="zh-CN" sz="1600" dirty="0"/>
            </a:p>
            <a:p>
              <a:r>
                <a:rPr lang="en-US" altLang="zh-CN" sz="1600" dirty="0"/>
                <a:t>fun()</a:t>
              </a:r>
              <a:endParaRPr lang="en-US" altLang="zh-CN" sz="1600" dirty="0"/>
            </a:p>
            <a:p>
              <a:r>
                <a:rPr lang="en-US" altLang="zh-CN" sz="1600" dirty="0"/>
                <a:t>{</a:t>
              </a:r>
              <a:endParaRPr lang="en-US" altLang="zh-CN" sz="1600" dirty="0"/>
            </a:p>
            <a:p>
              <a:r>
                <a:rPr lang="en-US" altLang="zh-CN" sz="1600" dirty="0"/>
                <a:t>       …</a:t>
              </a:r>
              <a:endParaRPr lang="en-US" altLang="zh-CN" sz="1600" dirty="0"/>
            </a:p>
            <a:p>
              <a:r>
                <a:rPr lang="en-US" altLang="zh-CN" sz="1600" dirty="0"/>
                <a:t>       N =  …</a:t>
              </a:r>
              <a:endParaRPr lang="en-US" altLang="zh-CN" sz="1600" dirty="0"/>
            </a:p>
            <a:p>
              <a:r>
                <a:rPr lang="en-US" altLang="zh-CN" sz="1600" dirty="0"/>
                <a:t>       …</a:t>
              </a:r>
              <a:endParaRPr lang="en-US" altLang="zh-CN" sz="1600" dirty="0"/>
            </a:p>
            <a:p>
              <a:r>
                <a:rPr lang="en-US" altLang="zh-CN" sz="1600" dirty="0"/>
                <a:t>}</a:t>
              </a:r>
              <a:endParaRPr lang="zh-CN" altLang="en-US" sz="1600" dirty="0"/>
            </a:p>
          </p:txBody>
        </p:sp>
      </p:grpSp>
      <p:sp>
        <p:nvSpPr>
          <p:cNvPr id="8" name="TextBox 7"/>
          <p:cNvSpPr txBox="1">
            <a:spLocks noChangeArrowheads="1"/>
          </p:cNvSpPr>
          <p:nvPr/>
        </p:nvSpPr>
        <p:spPr bwMode="auto">
          <a:xfrm>
            <a:off x="6953250" y="4303714"/>
            <a:ext cx="3714750" cy="2554287"/>
          </a:xfrm>
          <a:prstGeom prst="rect">
            <a:avLst/>
          </a:prstGeom>
          <a:solidFill>
            <a:srgbClr val="92D050"/>
          </a:solidFill>
          <a:ln w="9525">
            <a:noFill/>
            <a:miter lim="800000"/>
          </a:ln>
        </p:spPr>
        <p:txBody>
          <a:bodyPr>
            <a:spAutoFit/>
          </a:bodyPr>
          <a:lstStyle/>
          <a:p>
            <a:r>
              <a:rPr lang="en-US" altLang="zh-CN" sz="1600"/>
              <a:t>extern int  N;</a:t>
            </a:r>
            <a:endParaRPr lang="en-US" altLang="zh-CN" sz="1600"/>
          </a:p>
          <a:p>
            <a:r>
              <a:rPr lang="en-US" altLang="zh-CN" sz="1600"/>
              <a:t>main()</a:t>
            </a:r>
            <a:endParaRPr lang="en-US" altLang="zh-CN" sz="1600"/>
          </a:p>
          <a:p>
            <a:r>
              <a:rPr lang="en-US" altLang="zh-CN" sz="1600"/>
              <a:t>{</a:t>
            </a:r>
            <a:endParaRPr lang="en-US" altLang="zh-CN" sz="1600"/>
          </a:p>
          <a:p>
            <a:r>
              <a:rPr lang="en-US" altLang="zh-CN" sz="1600"/>
              <a:t>       …</a:t>
            </a:r>
            <a:endParaRPr lang="en-US" altLang="zh-CN" sz="1600"/>
          </a:p>
          <a:p>
            <a:r>
              <a:rPr lang="en-US" altLang="zh-CN" sz="1600"/>
              <a:t>       N =  …</a:t>
            </a:r>
            <a:endParaRPr lang="en-US" altLang="zh-CN" sz="1600"/>
          </a:p>
          <a:p>
            <a:r>
              <a:rPr lang="en-US" altLang="zh-CN" sz="1600"/>
              <a:t>       …</a:t>
            </a:r>
            <a:endParaRPr lang="en-US" altLang="zh-CN" sz="1600"/>
          </a:p>
          <a:p>
            <a:r>
              <a:rPr lang="en-US" altLang="zh-CN" sz="1600"/>
              <a:t>}</a:t>
            </a:r>
            <a:endParaRPr lang="en-US" altLang="zh-CN" sz="1600"/>
          </a:p>
          <a:p>
            <a:r>
              <a:rPr lang="en-US" altLang="zh-CN" sz="1600"/>
              <a:t>int N=0;</a:t>
            </a:r>
            <a:endParaRPr lang="en-US" altLang="zh-CN" sz="1600"/>
          </a:p>
          <a:p>
            <a:r>
              <a:rPr lang="en-US" altLang="zh-CN" sz="1600"/>
              <a:t>void fun()</a:t>
            </a:r>
            <a:endParaRPr lang="en-US" altLang="zh-CN" sz="1600"/>
          </a:p>
          <a:p>
            <a:r>
              <a:rPr lang="en-US" altLang="zh-CN" sz="1600"/>
              <a:t>{ … </a:t>
            </a:r>
            <a:endParaRPr lang="zh-CN" altLang="en-US" sz="160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4821">
                                            <p:txEl>
                                              <p:pRg st="0" end="0"/>
                                            </p:txEl>
                                          </p:spTgt>
                                        </p:tgtEl>
                                        <p:attrNameLst>
                                          <p:attrName>style.visibility</p:attrName>
                                        </p:attrNameLst>
                                      </p:cBhvr>
                                      <p:to>
                                        <p:strVal val="visible"/>
                                      </p:to>
                                    </p:set>
                                    <p:animEffect transition="in" filter="blinds(horizontal)">
                                      <p:cBhvr>
                                        <p:cTn id="7" dur="500"/>
                                        <p:tgtEl>
                                          <p:spTgt spid="348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4821">
                                            <p:txEl>
                                              <p:pRg st="1" end="1"/>
                                            </p:txEl>
                                          </p:spTgt>
                                        </p:tgtEl>
                                        <p:attrNameLst>
                                          <p:attrName>style.visibility</p:attrName>
                                        </p:attrNameLst>
                                      </p:cBhvr>
                                      <p:to>
                                        <p:strVal val="visible"/>
                                      </p:to>
                                    </p:set>
                                    <p:animEffect transition="in" filter="blinds(horizontal)">
                                      <p:cBhvr>
                                        <p:cTn id="17" dur="500"/>
                                        <p:tgtEl>
                                          <p:spTgt spid="34821">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additive="base">
                                        <p:cTn id="22" dur="500" fill="hold"/>
                                        <p:tgtEl>
                                          <p:spTgt spid="8"/>
                                        </p:tgtEl>
                                        <p:attrNameLst>
                                          <p:attrName>ppt_x</p:attrName>
                                        </p:attrNameLst>
                                      </p:cBhvr>
                                      <p:tavLst>
                                        <p:tav tm="0">
                                          <p:val>
                                            <p:strVal val="#ppt_x"/>
                                          </p:val>
                                        </p:tav>
                                        <p:tav tm="100000">
                                          <p:val>
                                            <p:strVal val="#ppt_x"/>
                                          </p:val>
                                        </p:tav>
                                      </p:tavLst>
                                    </p:anim>
                                    <p:anim calcmode="lin" valueType="num">
                                      <p:cBhvr additive="base">
                                        <p:cTn id="23"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2"/>
          <p:cNvSpPr>
            <a:spLocks noGrp="1" noChangeArrowheads="1"/>
          </p:cNvSpPr>
          <p:nvPr>
            <p:ph type="title"/>
          </p:nvPr>
        </p:nvSpPr>
        <p:spPr/>
        <p:txBody>
          <a:bodyPr/>
          <a:lstStyle/>
          <a:p>
            <a:r>
              <a:rPr lang="zh-CN" altLang="en-US">
                <a:ea typeface="宋体" pitchFamily="2" charset="-122"/>
              </a:rPr>
              <a:t>外部变量说明（</a:t>
            </a:r>
            <a:r>
              <a:rPr lang="en-US" altLang="zh-CN">
                <a:ea typeface="宋体" pitchFamily="2" charset="-122"/>
              </a:rPr>
              <a:t>extern</a:t>
            </a:r>
            <a:r>
              <a:rPr lang="zh-CN" altLang="en-US">
                <a:ea typeface="宋体" pitchFamily="2" charset="-122"/>
              </a:rPr>
              <a:t>）（续）</a:t>
            </a:r>
            <a:endParaRPr lang="zh-CN" altLang="en-US">
              <a:ea typeface="宋体" pitchFamily="2" charset="-122"/>
            </a:endParaRPr>
          </a:p>
        </p:txBody>
      </p:sp>
      <p:sp>
        <p:nvSpPr>
          <p:cNvPr id="193539" name="Rectangle 3"/>
          <p:cNvSpPr>
            <a:spLocks noGrp="1" noChangeArrowheads="1"/>
          </p:cNvSpPr>
          <p:nvPr>
            <p:ph idx="1"/>
          </p:nvPr>
        </p:nvSpPr>
        <p:spPr/>
        <p:txBody>
          <a:bodyPr/>
          <a:lstStyle/>
          <a:p>
            <a:r>
              <a:rPr lang="zh-CN" altLang="en-US" sz="1800" b="0" dirty="0">
                <a:ea typeface="宋体" pitchFamily="2" charset="-122"/>
              </a:rPr>
              <a:t>例如，对问题</a:t>
            </a:r>
            <a:r>
              <a:rPr lang="en-US" altLang="zh-CN" sz="1800" b="0" dirty="0">
                <a:ea typeface="宋体" pitchFamily="2" charset="-122"/>
              </a:rPr>
              <a:t>4.2</a:t>
            </a:r>
            <a:r>
              <a:rPr lang="zh-CN" altLang="en-US" sz="1800" b="0" dirty="0">
                <a:ea typeface="宋体" pitchFamily="2" charset="-122"/>
              </a:rPr>
              <a:t>的代码实现中，如果外部变量</a:t>
            </a:r>
            <a:r>
              <a:rPr lang="en-US" altLang="zh-CN" sz="1800" b="0" dirty="0">
                <a:ea typeface="宋体" pitchFamily="2" charset="-122"/>
              </a:rPr>
              <a:t>N</a:t>
            </a:r>
            <a:r>
              <a:rPr lang="zh-CN" altLang="en-US" sz="1800" b="0" dirty="0">
                <a:ea typeface="宋体" pitchFamily="2" charset="-122"/>
              </a:rPr>
              <a:t>不在程序头部定义，则需要用</a:t>
            </a:r>
            <a:r>
              <a:rPr lang="en-US" altLang="zh-CN" sz="1800" b="0" dirty="0">
                <a:ea typeface="宋体" pitchFamily="2" charset="-122"/>
              </a:rPr>
              <a:t>extern</a:t>
            </a:r>
            <a:r>
              <a:rPr lang="zh-CN" altLang="en-US" sz="1800" b="0" dirty="0">
                <a:ea typeface="宋体" pitchFamily="2" charset="-122"/>
              </a:rPr>
              <a:t>加以说明。</a:t>
            </a:r>
            <a:endParaRPr lang="zh-CN" altLang="en-US" sz="1800" b="0" dirty="0">
              <a:ea typeface="宋体" pitchFamily="2" charset="-122"/>
            </a:endParaRPr>
          </a:p>
          <a:p>
            <a:pPr lvl="1">
              <a:lnSpc>
                <a:spcPct val="70000"/>
              </a:lnSpc>
              <a:buFont typeface="Wingdings" panose="05000000000000000000" pitchFamily="2" charset="2"/>
              <a:buNone/>
            </a:pPr>
            <a:r>
              <a:rPr lang="en-US" altLang="zh-CN" sz="1800" dirty="0">
                <a:ea typeface="宋体" pitchFamily="2" charset="-122"/>
              </a:rPr>
              <a:t>…</a:t>
            </a:r>
            <a:endParaRPr lang="en-US" altLang="zh-CN" sz="1800" dirty="0">
              <a:ea typeface="宋体" pitchFamily="2" charset="-122"/>
            </a:endParaRPr>
          </a:p>
          <a:p>
            <a:pPr lvl="1">
              <a:lnSpc>
                <a:spcPct val="70000"/>
              </a:lnSpc>
              <a:buFont typeface="Wingdings" panose="05000000000000000000" pitchFamily="2" charset="2"/>
              <a:buNone/>
            </a:pPr>
            <a:r>
              <a:rPr lang="en-US" altLang="zh-CN" sz="1800" dirty="0">
                <a:solidFill>
                  <a:srgbClr val="0000CC"/>
                </a:solidFill>
                <a:ea typeface="宋体" pitchFamily="2" charset="-122"/>
              </a:rPr>
              <a:t>extern int N;</a:t>
            </a:r>
            <a:endParaRPr lang="en-US" altLang="zh-CN" sz="1800" dirty="0">
              <a:solidFill>
                <a:srgbClr val="0000CC"/>
              </a:solidFill>
              <a:ea typeface="宋体" pitchFamily="2" charset="-122"/>
            </a:endParaRPr>
          </a:p>
          <a:p>
            <a:pPr lvl="1">
              <a:lnSpc>
                <a:spcPct val="70000"/>
              </a:lnSpc>
              <a:buFont typeface="Wingdings" panose="05000000000000000000" pitchFamily="2" charset="2"/>
              <a:buNone/>
            </a:pPr>
            <a:r>
              <a:rPr lang="en-US" altLang="zh-CN" sz="1800" dirty="0">
                <a:ea typeface="宋体" pitchFamily="2" charset="-122"/>
              </a:rPr>
              <a:t>int main()</a:t>
            </a:r>
            <a:endParaRPr lang="en-US" altLang="zh-CN" sz="1800" dirty="0">
              <a:ea typeface="宋体" pitchFamily="2" charset="-122"/>
            </a:endParaRPr>
          </a:p>
          <a:p>
            <a:pPr lvl="1">
              <a:lnSpc>
                <a:spcPct val="70000"/>
              </a:lnSpc>
              <a:buFont typeface="Wingdings" panose="05000000000000000000" pitchFamily="2" charset="2"/>
              <a:buNone/>
            </a:pPr>
            <a:r>
              <a:rPr lang="en-US" altLang="zh-CN" sz="1800" dirty="0">
                <a:ea typeface="宋体" pitchFamily="2" charset="-122"/>
              </a:rPr>
              <a:t>{</a:t>
            </a:r>
            <a:endParaRPr lang="en-US" altLang="zh-CN" sz="1800" dirty="0">
              <a:ea typeface="宋体" pitchFamily="2" charset="-122"/>
            </a:endParaRPr>
          </a:p>
          <a:p>
            <a:pPr lvl="1">
              <a:lnSpc>
                <a:spcPct val="70000"/>
              </a:lnSpc>
              <a:buFont typeface="Wingdings" panose="05000000000000000000" pitchFamily="2" charset="2"/>
              <a:buNone/>
            </a:pPr>
            <a:r>
              <a:rPr lang="en-US" altLang="zh-CN" sz="1800" dirty="0">
                <a:ea typeface="宋体" pitchFamily="2" charset="-122"/>
              </a:rPr>
              <a:t>…</a:t>
            </a:r>
            <a:endParaRPr lang="en-US" altLang="zh-CN" sz="1800" dirty="0">
              <a:ea typeface="宋体" pitchFamily="2" charset="-122"/>
            </a:endParaRPr>
          </a:p>
          <a:p>
            <a:pPr lvl="1">
              <a:lnSpc>
                <a:spcPct val="70000"/>
              </a:lnSpc>
              <a:buFont typeface="Wingdings" panose="05000000000000000000" pitchFamily="2" charset="2"/>
              <a:buNone/>
            </a:pPr>
            <a:r>
              <a:rPr lang="en-US" altLang="zh-CN" sz="1800" dirty="0">
                <a:ea typeface="宋体" pitchFamily="2" charset="-122"/>
              </a:rPr>
              <a:t>}</a:t>
            </a:r>
            <a:endParaRPr lang="en-US" altLang="zh-CN" sz="1800" dirty="0">
              <a:ea typeface="宋体" pitchFamily="2" charset="-122"/>
            </a:endParaRPr>
          </a:p>
          <a:p>
            <a:pPr lvl="1">
              <a:lnSpc>
                <a:spcPct val="70000"/>
              </a:lnSpc>
              <a:buFont typeface="Wingdings" panose="05000000000000000000" pitchFamily="2" charset="2"/>
              <a:buNone/>
            </a:pPr>
            <a:r>
              <a:rPr lang="en-US" altLang="zh-CN" sz="1800" dirty="0">
                <a:solidFill>
                  <a:srgbClr val="0000CC"/>
                </a:solidFill>
                <a:ea typeface="宋体" pitchFamily="2" charset="-122"/>
              </a:rPr>
              <a:t>int N = 0;</a:t>
            </a:r>
            <a:endParaRPr lang="en-US" altLang="zh-CN" sz="1800" dirty="0">
              <a:solidFill>
                <a:srgbClr val="0000CC"/>
              </a:solidFill>
              <a:ea typeface="宋体" pitchFamily="2" charset="-122"/>
            </a:endParaRPr>
          </a:p>
          <a:p>
            <a:pPr lvl="1">
              <a:lnSpc>
                <a:spcPct val="70000"/>
              </a:lnSpc>
              <a:buFont typeface="Wingdings" panose="05000000000000000000" pitchFamily="2" charset="2"/>
              <a:buNone/>
            </a:pPr>
            <a:r>
              <a:rPr lang="en-US" altLang="zh-CN" sz="1800" dirty="0">
                <a:ea typeface="宋体" pitchFamily="2" charset="-122"/>
              </a:rPr>
              <a:t>void </a:t>
            </a:r>
            <a:r>
              <a:rPr lang="en-US" altLang="zh-CN" sz="1800" dirty="0" err="1">
                <a:ea typeface="宋体" pitchFamily="2" charset="-122"/>
              </a:rPr>
              <a:t>insertData</a:t>
            </a:r>
            <a:r>
              <a:rPr lang="en-US" altLang="zh-CN" sz="1800" dirty="0">
                <a:ea typeface="宋体" pitchFamily="2" charset="-122"/>
              </a:rPr>
              <a:t>(int array[], int data)</a:t>
            </a:r>
            <a:endParaRPr lang="en-US" altLang="zh-CN" sz="1800" dirty="0">
              <a:ea typeface="宋体" pitchFamily="2" charset="-122"/>
            </a:endParaRPr>
          </a:p>
          <a:p>
            <a:pPr lvl="1">
              <a:lnSpc>
                <a:spcPct val="70000"/>
              </a:lnSpc>
              <a:buFont typeface="Wingdings" panose="05000000000000000000" pitchFamily="2" charset="2"/>
              <a:buNone/>
            </a:pPr>
            <a:r>
              <a:rPr lang="en-US" altLang="zh-CN" sz="1800" dirty="0">
                <a:ea typeface="宋体" pitchFamily="2" charset="-122"/>
              </a:rPr>
              <a:t>{</a:t>
            </a:r>
            <a:endParaRPr lang="en-US" altLang="zh-CN" sz="1800" dirty="0">
              <a:ea typeface="宋体" pitchFamily="2" charset="-122"/>
            </a:endParaRPr>
          </a:p>
          <a:p>
            <a:pPr lvl="1">
              <a:lnSpc>
                <a:spcPct val="70000"/>
              </a:lnSpc>
              <a:buFont typeface="Wingdings" panose="05000000000000000000" pitchFamily="2" charset="2"/>
              <a:buNone/>
            </a:pPr>
            <a:r>
              <a:rPr lang="en-US" altLang="zh-CN" sz="1800" dirty="0">
                <a:ea typeface="宋体" pitchFamily="2" charset="-122"/>
              </a:rPr>
              <a:t>…</a:t>
            </a:r>
            <a:endParaRPr lang="en-US" altLang="zh-CN" sz="1800" dirty="0">
              <a:ea typeface="宋体" pitchFamily="2" charset="-122"/>
            </a:endParaRPr>
          </a:p>
          <a:p>
            <a:pPr lvl="1">
              <a:lnSpc>
                <a:spcPct val="70000"/>
              </a:lnSpc>
              <a:buFont typeface="Wingdings" panose="05000000000000000000" pitchFamily="2" charset="2"/>
              <a:buNone/>
            </a:pPr>
            <a:r>
              <a:rPr lang="en-US" altLang="zh-CN" sz="1800" dirty="0">
                <a:ea typeface="宋体" pitchFamily="2" charset="-122"/>
              </a:rPr>
              <a:t>}</a:t>
            </a:r>
            <a:endParaRPr lang="en-US" altLang="zh-CN" sz="1800" dirty="0">
              <a:ea typeface="宋体" pitchFamily="2" charset="-122"/>
            </a:endParaRPr>
          </a:p>
        </p:txBody>
      </p:sp>
      <p:sp>
        <p:nvSpPr>
          <p:cNvPr id="38915" name="灯片编号占位符 4"/>
          <p:cNvSpPr>
            <a:spLocks noGrp="1"/>
          </p:cNvSpPr>
          <p:nvPr>
            <p:ph type="sldNum" sz="quarter" idx="12"/>
          </p:nvPr>
        </p:nvSpPr>
        <p:spPr>
          <a:noFill/>
        </p:spPr>
        <p:txBody>
          <a:bodyPr/>
          <a:lstStyle/>
          <a:p>
            <a:fld id="{0A81D9BA-325E-413F-884E-970DFDCF6B54}" type="slidenum">
              <a:rPr lang="en-US" altLang="zh-CN" smtClean="0"/>
            </a:fld>
            <a:endParaRPr lang="en-US" altLang="zh-CN"/>
          </a:p>
        </p:txBody>
      </p:sp>
      <p:sp>
        <p:nvSpPr>
          <p:cNvPr id="193540" name="AutoShape 4"/>
          <p:cNvSpPr>
            <a:spLocks noChangeArrowheads="1"/>
          </p:cNvSpPr>
          <p:nvPr/>
        </p:nvSpPr>
        <p:spPr bwMode="auto">
          <a:xfrm>
            <a:off x="5195887" y="2564142"/>
            <a:ext cx="1800225" cy="792162"/>
          </a:xfrm>
          <a:prstGeom prst="wedgeRoundRectCallout">
            <a:avLst>
              <a:gd name="adj1" fmla="val -83641"/>
              <a:gd name="adj2" fmla="val 18648"/>
              <a:gd name="adj3" fmla="val 16667"/>
            </a:avLst>
          </a:prstGeom>
          <a:solidFill>
            <a:schemeClr val="accent1"/>
          </a:solidFill>
          <a:ln w="9525">
            <a:solidFill>
              <a:schemeClr val="tx1"/>
            </a:solidFill>
            <a:miter lim="800000"/>
          </a:ln>
        </p:spPr>
        <p:txBody>
          <a:bodyPr/>
          <a:lstStyle/>
          <a:p>
            <a:r>
              <a:rPr lang="en-US" altLang="zh-CN"/>
              <a:t> </a:t>
            </a:r>
            <a:r>
              <a:rPr lang="zh-CN" altLang="en-US"/>
              <a:t>外部变量定义</a:t>
            </a:r>
            <a:endParaRPr lang="zh-CN" altLang="en-US"/>
          </a:p>
        </p:txBody>
      </p:sp>
      <p:sp>
        <p:nvSpPr>
          <p:cNvPr id="193541" name="AutoShape 5"/>
          <p:cNvSpPr>
            <a:spLocks noChangeArrowheads="1"/>
          </p:cNvSpPr>
          <p:nvPr/>
        </p:nvSpPr>
        <p:spPr bwMode="auto">
          <a:xfrm>
            <a:off x="5195887" y="1538427"/>
            <a:ext cx="1800225" cy="792162"/>
          </a:xfrm>
          <a:prstGeom prst="wedgeRoundRectCallout">
            <a:avLst>
              <a:gd name="adj1" fmla="val -80512"/>
              <a:gd name="adj2" fmla="val 3425"/>
              <a:gd name="adj3" fmla="val 16667"/>
            </a:avLst>
          </a:prstGeom>
          <a:solidFill>
            <a:schemeClr val="accent1"/>
          </a:solidFill>
          <a:ln w="9525">
            <a:solidFill>
              <a:schemeClr val="tx1"/>
            </a:solidFill>
            <a:miter lim="800000"/>
          </a:ln>
        </p:spPr>
        <p:txBody>
          <a:bodyPr/>
          <a:lstStyle/>
          <a:p>
            <a:r>
              <a:rPr lang="en-US" altLang="zh-CN" dirty="0"/>
              <a:t> </a:t>
            </a:r>
            <a:r>
              <a:rPr lang="zh-CN" altLang="en-US" dirty="0"/>
              <a:t>外部变量说明</a:t>
            </a:r>
            <a:endParaRPr lang="zh-CN" altLang="en-US"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3539">
                                            <p:txEl>
                                              <p:pRg st="1" end="1"/>
                                            </p:txEl>
                                          </p:spTgt>
                                        </p:tgtEl>
                                        <p:attrNameLst>
                                          <p:attrName>style.visibility</p:attrName>
                                        </p:attrNameLst>
                                      </p:cBhvr>
                                      <p:to>
                                        <p:strVal val="visible"/>
                                      </p:to>
                                    </p:set>
                                    <p:animEffect transition="in" filter="blinds(horizontal)">
                                      <p:cBhvr>
                                        <p:cTn id="7" dur="1000"/>
                                        <p:tgtEl>
                                          <p:spTgt spid="193539">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93539">
                                            <p:txEl>
                                              <p:pRg st="2" end="2"/>
                                            </p:txEl>
                                          </p:spTgt>
                                        </p:tgtEl>
                                        <p:attrNameLst>
                                          <p:attrName>style.visibility</p:attrName>
                                        </p:attrNameLst>
                                      </p:cBhvr>
                                      <p:to>
                                        <p:strVal val="visible"/>
                                      </p:to>
                                    </p:set>
                                    <p:animEffect transition="in" filter="blinds(horizontal)">
                                      <p:cBhvr>
                                        <p:cTn id="10" dur="1000"/>
                                        <p:tgtEl>
                                          <p:spTgt spid="193539">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93539">
                                            <p:txEl>
                                              <p:pRg st="3" end="3"/>
                                            </p:txEl>
                                          </p:spTgt>
                                        </p:tgtEl>
                                        <p:attrNameLst>
                                          <p:attrName>style.visibility</p:attrName>
                                        </p:attrNameLst>
                                      </p:cBhvr>
                                      <p:to>
                                        <p:strVal val="visible"/>
                                      </p:to>
                                    </p:set>
                                    <p:animEffect transition="in" filter="blinds(horizontal)">
                                      <p:cBhvr>
                                        <p:cTn id="13" dur="1000"/>
                                        <p:tgtEl>
                                          <p:spTgt spid="193539">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193539">
                                            <p:txEl>
                                              <p:pRg st="4" end="4"/>
                                            </p:txEl>
                                          </p:spTgt>
                                        </p:tgtEl>
                                        <p:attrNameLst>
                                          <p:attrName>style.visibility</p:attrName>
                                        </p:attrNameLst>
                                      </p:cBhvr>
                                      <p:to>
                                        <p:strVal val="visible"/>
                                      </p:to>
                                    </p:set>
                                    <p:animEffect transition="in" filter="blinds(horizontal)">
                                      <p:cBhvr>
                                        <p:cTn id="16" dur="1000"/>
                                        <p:tgtEl>
                                          <p:spTgt spid="193539">
                                            <p:txEl>
                                              <p:pRg st="4" end="4"/>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193539">
                                            <p:txEl>
                                              <p:pRg st="5" end="5"/>
                                            </p:txEl>
                                          </p:spTgt>
                                        </p:tgtEl>
                                        <p:attrNameLst>
                                          <p:attrName>style.visibility</p:attrName>
                                        </p:attrNameLst>
                                      </p:cBhvr>
                                      <p:to>
                                        <p:strVal val="visible"/>
                                      </p:to>
                                    </p:set>
                                    <p:animEffect transition="in" filter="blinds(horizontal)">
                                      <p:cBhvr>
                                        <p:cTn id="19" dur="1000"/>
                                        <p:tgtEl>
                                          <p:spTgt spid="193539">
                                            <p:txEl>
                                              <p:pRg st="5" end="5"/>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193539">
                                            <p:txEl>
                                              <p:pRg st="6" end="6"/>
                                            </p:txEl>
                                          </p:spTgt>
                                        </p:tgtEl>
                                        <p:attrNameLst>
                                          <p:attrName>style.visibility</p:attrName>
                                        </p:attrNameLst>
                                      </p:cBhvr>
                                      <p:to>
                                        <p:strVal val="visible"/>
                                      </p:to>
                                    </p:set>
                                    <p:animEffect transition="in" filter="blinds(horizontal)">
                                      <p:cBhvr>
                                        <p:cTn id="22" dur="1000"/>
                                        <p:tgtEl>
                                          <p:spTgt spid="193539">
                                            <p:txEl>
                                              <p:pRg st="6" end="6"/>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193539">
                                            <p:txEl>
                                              <p:pRg st="7" end="7"/>
                                            </p:txEl>
                                          </p:spTgt>
                                        </p:tgtEl>
                                        <p:attrNameLst>
                                          <p:attrName>style.visibility</p:attrName>
                                        </p:attrNameLst>
                                      </p:cBhvr>
                                      <p:to>
                                        <p:strVal val="visible"/>
                                      </p:to>
                                    </p:set>
                                    <p:animEffect transition="in" filter="blinds(horizontal)">
                                      <p:cBhvr>
                                        <p:cTn id="25" dur="1000"/>
                                        <p:tgtEl>
                                          <p:spTgt spid="193539">
                                            <p:txEl>
                                              <p:pRg st="7" end="7"/>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193539">
                                            <p:txEl>
                                              <p:pRg st="8" end="8"/>
                                            </p:txEl>
                                          </p:spTgt>
                                        </p:tgtEl>
                                        <p:attrNameLst>
                                          <p:attrName>style.visibility</p:attrName>
                                        </p:attrNameLst>
                                      </p:cBhvr>
                                      <p:to>
                                        <p:strVal val="visible"/>
                                      </p:to>
                                    </p:set>
                                    <p:animEffect transition="in" filter="blinds(horizontal)">
                                      <p:cBhvr>
                                        <p:cTn id="28" dur="1000"/>
                                        <p:tgtEl>
                                          <p:spTgt spid="193539">
                                            <p:txEl>
                                              <p:pRg st="8" end="8"/>
                                            </p:txEl>
                                          </p:spTgt>
                                        </p:tgtEl>
                                      </p:cBhvr>
                                    </p:animEffect>
                                  </p:childTnLst>
                                </p:cTn>
                              </p:par>
                              <p:par>
                                <p:cTn id="29" presetID="3" presetClass="entr" presetSubtype="10" fill="hold" nodeType="withEffect">
                                  <p:stCondLst>
                                    <p:cond delay="0"/>
                                  </p:stCondLst>
                                  <p:childTnLst>
                                    <p:set>
                                      <p:cBhvr>
                                        <p:cTn id="30" dur="1" fill="hold">
                                          <p:stCondLst>
                                            <p:cond delay="0"/>
                                          </p:stCondLst>
                                        </p:cTn>
                                        <p:tgtEl>
                                          <p:spTgt spid="193539">
                                            <p:txEl>
                                              <p:pRg st="9" end="9"/>
                                            </p:txEl>
                                          </p:spTgt>
                                        </p:tgtEl>
                                        <p:attrNameLst>
                                          <p:attrName>style.visibility</p:attrName>
                                        </p:attrNameLst>
                                      </p:cBhvr>
                                      <p:to>
                                        <p:strVal val="visible"/>
                                      </p:to>
                                    </p:set>
                                    <p:animEffect transition="in" filter="blinds(horizontal)">
                                      <p:cBhvr>
                                        <p:cTn id="31" dur="1000"/>
                                        <p:tgtEl>
                                          <p:spTgt spid="193539">
                                            <p:txEl>
                                              <p:pRg st="9" end="9"/>
                                            </p:txEl>
                                          </p:spTgt>
                                        </p:tgtEl>
                                      </p:cBhvr>
                                    </p:animEffect>
                                  </p:childTnLst>
                                </p:cTn>
                              </p:par>
                              <p:par>
                                <p:cTn id="32" presetID="3" presetClass="entr" presetSubtype="10" fill="hold" nodeType="withEffect">
                                  <p:stCondLst>
                                    <p:cond delay="0"/>
                                  </p:stCondLst>
                                  <p:childTnLst>
                                    <p:set>
                                      <p:cBhvr>
                                        <p:cTn id="33" dur="1" fill="hold">
                                          <p:stCondLst>
                                            <p:cond delay="0"/>
                                          </p:stCondLst>
                                        </p:cTn>
                                        <p:tgtEl>
                                          <p:spTgt spid="193539">
                                            <p:txEl>
                                              <p:pRg st="10" end="10"/>
                                            </p:txEl>
                                          </p:spTgt>
                                        </p:tgtEl>
                                        <p:attrNameLst>
                                          <p:attrName>style.visibility</p:attrName>
                                        </p:attrNameLst>
                                      </p:cBhvr>
                                      <p:to>
                                        <p:strVal val="visible"/>
                                      </p:to>
                                    </p:set>
                                    <p:animEffect transition="in" filter="blinds(horizontal)">
                                      <p:cBhvr>
                                        <p:cTn id="34" dur="1000"/>
                                        <p:tgtEl>
                                          <p:spTgt spid="193539">
                                            <p:txEl>
                                              <p:pRg st="10" end="10"/>
                                            </p:txEl>
                                          </p:spTgt>
                                        </p:tgtEl>
                                      </p:cBhvr>
                                    </p:animEffect>
                                  </p:childTnLst>
                                </p:cTn>
                              </p:par>
                              <p:par>
                                <p:cTn id="35" presetID="3" presetClass="entr" presetSubtype="10" fill="hold" nodeType="withEffect">
                                  <p:stCondLst>
                                    <p:cond delay="0"/>
                                  </p:stCondLst>
                                  <p:childTnLst>
                                    <p:set>
                                      <p:cBhvr>
                                        <p:cTn id="36" dur="1" fill="hold">
                                          <p:stCondLst>
                                            <p:cond delay="0"/>
                                          </p:stCondLst>
                                        </p:cTn>
                                        <p:tgtEl>
                                          <p:spTgt spid="193539">
                                            <p:txEl>
                                              <p:pRg st="11" end="11"/>
                                            </p:txEl>
                                          </p:spTgt>
                                        </p:tgtEl>
                                        <p:attrNameLst>
                                          <p:attrName>style.visibility</p:attrName>
                                        </p:attrNameLst>
                                      </p:cBhvr>
                                      <p:to>
                                        <p:strVal val="visible"/>
                                      </p:to>
                                    </p:set>
                                    <p:animEffect transition="in" filter="blinds(horizontal)">
                                      <p:cBhvr>
                                        <p:cTn id="37" dur="1000"/>
                                        <p:tgtEl>
                                          <p:spTgt spid="193539">
                                            <p:txEl>
                                              <p:pRg st="11" end="1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93540"/>
                                        </p:tgtEl>
                                        <p:attrNameLst>
                                          <p:attrName>style.visibility</p:attrName>
                                        </p:attrNameLst>
                                      </p:cBhvr>
                                      <p:to>
                                        <p:strVal val="visible"/>
                                      </p:to>
                                    </p:set>
                                    <p:animEffect transition="in" filter="blinds(horizontal)">
                                      <p:cBhvr>
                                        <p:cTn id="42" dur="1000"/>
                                        <p:tgtEl>
                                          <p:spTgt spid="193540"/>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93541"/>
                                        </p:tgtEl>
                                        <p:attrNameLst>
                                          <p:attrName>style.visibility</p:attrName>
                                        </p:attrNameLst>
                                      </p:cBhvr>
                                      <p:to>
                                        <p:strVal val="visible"/>
                                      </p:to>
                                    </p:set>
                                    <p:animEffect transition="in" filter="blinds(horizontal)">
                                      <p:cBhvr>
                                        <p:cTn id="47" dur="1000"/>
                                        <p:tgtEl>
                                          <p:spTgt spid="1935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540" grpId="0" animBg="1"/>
      <p:bldP spid="193541"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nvPr>
        </p:nvSpPr>
        <p:spPr/>
        <p:txBody>
          <a:bodyPr/>
          <a:lstStyle/>
          <a:p>
            <a:r>
              <a:rPr lang="zh-CN" altLang="en-US">
                <a:ea typeface="宋体" pitchFamily="2" charset="-122"/>
              </a:rPr>
              <a:t>外部变量说明（</a:t>
            </a:r>
            <a:r>
              <a:rPr lang="en-US" altLang="zh-CN">
                <a:ea typeface="宋体" pitchFamily="2" charset="-122"/>
              </a:rPr>
              <a:t>extern</a:t>
            </a:r>
            <a:r>
              <a:rPr lang="zh-CN" altLang="en-US">
                <a:ea typeface="宋体" pitchFamily="2" charset="-122"/>
              </a:rPr>
              <a:t>）（续）*</a:t>
            </a:r>
            <a:endParaRPr lang="zh-CN" altLang="en-US">
              <a:ea typeface="宋体" pitchFamily="2" charset="-122"/>
            </a:endParaRPr>
          </a:p>
        </p:txBody>
      </p:sp>
      <p:sp>
        <p:nvSpPr>
          <p:cNvPr id="39941" name="Rectangle 3"/>
          <p:cNvSpPr>
            <a:spLocks noGrp="1" noChangeArrowheads="1"/>
          </p:cNvSpPr>
          <p:nvPr>
            <p:ph idx="1"/>
          </p:nvPr>
        </p:nvSpPr>
        <p:spPr/>
        <p:txBody>
          <a:bodyPr/>
          <a:lstStyle/>
          <a:p>
            <a:r>
              <a:rPr lang="zh-CN" altLang="en-US" sz="2000" b="0">
                <a:ea typeface="宋体" pitchFamily="2" charset="-122"/>
              </a:rPr>
              <a:t>使用外部变量的原因：</a:t>
            </a:r>
            <a:endParaRPr lang="zh-CN" altLang="en-US" sz="2000" b="0">
              <a:ea typeface="宋体" pitchFamily="2" charset="-122"/>
            </a:endParaRPr>
          </a:p>
          <a:p>
            <a:pPr lvl="1"/>
            <a:r>
              <a:rPr lang="zh-CN" altLang="en-US" sz="2000">
                <a:ea typeface="宋体" pitchFamily="2" charset="-122"/>
              </a:rPr>
              <a:t> 解决函数单独编译的协调；</a:t>
            </a:r>
            <a:endParaRPr lang="zh-CN" altLang="en-US" sz="2000">
              <a:ea typeface="宋体" pitchFamily="2" charset="-122"/>
            </a:endParaRPr>
          </a:p>
          <a:p>
            <a:pPr lvl="1"/>
            <a:r>
              <a:rPr lang="zh-CN" altLang="en-US" sz="2000">
                <a:ea typeface="宋体" pitchFamily="2" charset="-122"/>
              </a:rPr>
              <a:t> 与变量初始化有关；</a:t>
            </a:r>
            <a:endParaRPr lang="zh-CN" altLang="en-US" sz="2000">
              <a:ea typeface="宋体" pitchFamily="2" charset="-122"/>
            </a:endParaRPr>
          </a:p>
          <a:p>
            <a:pPr lvl="1"/>
            <a:r>
              <a:rPr lang="zh-CN" altLang="en-US" sz="2000">
                <a:ea typeface="宋体" pitchFamily="2" charset="-122"/>
              </a:rPr>
              <a:t> 外部变量的值是永久的；</a:t>
            </a:r>
            <a:endParaRPr lang="zh-CN" altLang="en-US" sz="2000">
              <a:ea typeface="宋体" pitchFamily="2" charset="-122"/>
            </a:endParaRPr>
          </a:p>
          <a:p>
            <a:pPr lvl="1"/>
            <a:r>
              <a:rPr lang="zh-CN" altLang="en-US" sz="2000">
                <a:ea typeface="宋体" pitchFamily="2" charset="-122"/>
              </a:rPr>
              <a:t> 解决数据共享；</a:t>
            </a:r>
            <a:endParaRPr lang="zh-CN" altLang="en-US" sz="2000">
              <a:ea typeface="宋体" pitchFamily="2" charset="-122"/>
            </a:endParaRPr>
          </a:p>
          <a:p>
            <a:r>
              <a:rPr lang="zh-CN" altLang="en-US" sz="2000" b="0">
                <a:ea typeface="宋体" pitchFamily="2" charset="-122"/>
              </a:rPr>
              <a:t>外部变量的副作用：</a:t>
            </a:r>
            <a:endParaRPr lang="zh-CN" altLang="en-US" sz="2000" b="0">
              <a:ea typeface="宋体" pitchFamily="2" charset="-122"/>
            </a:endParaRPr>
          </a:p>
          <a:p>
            <a:pPr lvl="1"/>
            <a:r>
              <a:rPr lang="zh-CN" altLang="en-US" sz="2000" b="1">
                <a:solidFill>
                  <a:srgbClr val="0000CC"/>
                </a:solidFill>
                <a:ea typeface="宋体" pitchFamily="2" charset="-122"/>
              </a:rPr>
              <a:t>使用外部变量的函数独立性差，通常不能单独使用在其他的程序中。而且，如果多个函数都使用到某个外部变量，一旦出现差错，就很难发现问题是由哪个函数引起的。在程序中的某个部分引起外部变量的错误，很容易误以为是由另一部分引起的。</a:t>
            </a:r>
            <a:endParaRPr lang="zh-CN" altLang="en-US" sz="2000" b="1">
              <a:solidFill>
                <a:srgbClr val="0000CC"/>
              </a:solidFill>
              <a:ea typeface="宋体" pitchFamily="2" charset="-122"/>
            </a:endParaRPr>
          </a:p>
        </p:txBody>
      </p:sp>
      <p:sp>
        <p:nvSpPr>
          <p:cNvPr id="39939" name="灯片编号占位符 4"/>
          <p:cNvSpPr>
            <a:spLocks noGrp="1"/>
          </p:cNvSpPr>
          <p:nvPr>
            <p:ph type="sldNum" sz="quarter" idx="12"/>
          </p:nvPr>
        </p:nvSpPr>
        <p:spPr>
          <a:noFill/>
        </p:spPr>
        <p:txBody>
          <a:bodyPr/>
          <a:lstStyle/>
          <a:p>
            <a:fld id="{0EEFDBE1-686E-4DD7-9735-E4D915553D8F}" type="slidenum">
              <a:rPr lang="en-US" altLang="zh-CN" smtClean="0"/>
            </a:fld>
            <a:endParaRPr lang="en-US" altLang="zh-CN"/>
          </a:p>
        </p:txBody>
      </p:sp>
      <p:sp>
        <p:nvSpPr>
          <p:cNvPr id="6" name="TextBox 5"/>
          <p:cNvSpPr txBox="1"/>
          <p:nvPr/>
        </p:nvSpPr>
        <p:spPr>
          <a:xfrm>
            <a:off x="3287688" y="5805264"/>
            <a:ext cx="5976664" cy="369332"/>
          </a:xfrm>
          <a:prstGeom prst="rect">
            <a:avLst/>
          </a:prstGeom>
          <a:solidFill>
            <a:srgbClr val="A6D86E"/>
          </a:solidFill>
        </p:spPr>
        <p:style>
          <a:lnRef idx="0">
            <a:schemeClr val="accent1"/>
          </a:lnRef>
          <a:fillRef idx="3">
            <a:schemeClr val="accent1"/>
          </a:fillRef>
          <a:effectRef idx="3">
            <a:schemeClr val="accent1"/>
          </a:effectRef>
          <a:fontRef idx="minor">
            <a:schemeClr val="lt1"/>
          </a:fontRef>
        </p:style>
        <p:txBody>
          <a:bodyPr>
            <a:spAutoFit/>
          </a:bodyPr>
          <a:lstStyle/>
          <a:p>
            <a:pPr>
              <a:defRPr/>
            </a:pPr>
            <a:r>
              <a:rPr lang="zh-CN" altLang="en-US" dirty="0">
                <a:solidFill>
                  <a:schemeClr val="tx1"/>
                </a:solidFill>
                <a:latin typeface="楷体" panose="02010609060101010101" pitchFamily="49" charset="-122"/>
                <a:ea typeface="楷体" panose="02010609060101010101" pitchFamily="49" charset="-122"/>
              </a:rPr>
              <a:t>风格建议：</a:t>
            </a:r>
            <a:r>
              <a:rPr lang="zh-CN" altLang="en-US" dirty="0">
                <a:solidFill>
                  <a:srgbClr val="FF0000"/>
                </a:solidFill>
                <a:latin typeface="楷体" panose="02010609060101010101" pitchFamily="49" charset="-122"/>
                <a:ea typeface="楷体" panose="02010609060101010101" pitchFamily="49" charset="-122"/>
              </a:rPr>
              <a:t>在程序中应尽量少用或不用外部变量。</a:t>
            </a:r>
            <a:endParaRPr lang="zh-CN" altLang="en-US" dirty="0">
              <a:solidFill>
                <a:srgbClr val="FF0000"/>
              </a:solidFill>
              <a:latin typeface="楷体" panose="02010609060101010101" pitchFamily="49" charset="-122"/>
              <a:ea typeface="楷体" panose="02010609060101010101" pitchFamily="49"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问题</a:t>
            </a:r>
            <a:r>
              <a:rPr lang="en-US" altLang="zh-CN" dirty="0"/>
              <a:t>2.1</a:t>
            </a:r>
            <a:r>
              <a:rPr lang="zh-CN" altLang="en-US" dirty="0"/>
              <a:t>：词频统计 </a:t>
            </a:r>
            <a:r>
              <a:rPr lang="en-US" altLang="zh-CN" dirty="0"/>
              <a:t>– </a:t>
            </a:r>
            <a:r>
              <a:rPr lang="zh-CN" altLang="en-US" dirty="0"/>
              <a:t>代码实现</a:t>
            </a:r>
            <a:endParaRPr lang="zh-CN" altLang="en-US" dirty="0"/>
          </a:p>
        </p:txBody>
      </p:sp>
      <p:sp>
        <p:nvSpPr>
          <p:cNvPr id="4" name="灯片编号占位符 3"/>
          <p:cNvSpPr>
            <a:spLocks noGrp="1"/>
          </p:cNvSpPr>
          <p:nvPr>
            <p:ph type="sldNum" sz="quarter" idx="12"/>
          </p:nvPr>
        </p:nvSpPr>
        <p:spPr/>
        <p:txBody>
          <a:bodyPr/>
          <a:lstStyle/>
          <a:p>
            <a:pPr>
              <a:defRPr/>
            </a:pPr>
            <a:fld id="{116D1347-07F4-4751-9C03-6E7F30E2E01E}" type="slidenum">
              <a:rPr lang="zh-CN" altLang="en-US" smtClean="0"/>
            </a:fld>
            <a:endParaRPr lang="en-US" altLang="zh-CN"/>
          </a:p>
        </p:txBody>
      </p:sp>
      <p:sp>
        <p:nvSpPr>
          <p:cNvPr id="5" name="TextBox 4"/>
          <p:cNvSpPr txBox="1"/>
          <p:nvPr/>
        </p:nvSpPr>
        <p:spPr>
          <a:xfrm>
            <a:off x="1524000" y="1196752"/>
            <a:ext cx="3923928" cy="4248472"/>
          </a:xfrm>
          <a:prstGeom prst="rect">
            <a:avLst/>
          </a:prstGeom>
          <a:solidFill>
            <a:schemeClr val="accent1">
              <a:lumMod val="90000"/>
            </a:schemeClr>
          </a:solidFill>
        </p:spPr>
        <p:txBody>
          <a:bodyPr wrap="square" rtlCol="0">
            <a:spAutoFit/>
          </a:bodyPr>
          <a:lstStyle/>
          <a:p>
            <a:r>
              <a:rPr lang="en-US" altLang="zh-CN" dirty="0"/>
              <a:t>#include &lt;</a:t>
            </a:r>
            <a:r>
              <a:rPr lang="en-US" altLang="zh-CN" dirty="0" err="1"/>
              <a:t>stdio.h</a:t>
            </a:r>
            <a:r>
              <a:rPr lang="en-US" altLang="zh-CN" dirty="0"/>
              <a:t>&gt;</a:t>
            </a:r>
            <a:endParaRPr lang="en-US" altLang="zh-CN" dirty="0"/>
          </a:p>
          <a:p>
            <a:r>
              <a:rPr lang="en-US" altLang="zh-CN" dirty="0"/>
              <a:t>#include &lt;</a:t>
            </a:r>
            <a:r>
              <a:rPr lang="en-US" altLang="zh-CN" dirty="0" err="1"/>
              <a:t>string.h</a:t>
            </a:r>
            <a:r>
              <a:rPr lang="en-US" altLang="zh-CN" dirty="0"/>
              <a:t>&gt;</a:t>
            </a:r>
            <a:endParaRPr lang="en-US" altLang="zh-CN" dirty="0"/>
          </a:p>
          <a:p>
            <a:r>
              <a:rPr lang="en-US" altLang="zh-CN" dirty="0"/>
              <a:t>#include &lt;</a:t>
            </a:r>
            <a:r>
              <a:rPr lang="en-US" altLang="zh-CN" dirty="0" err="1"/>
              <a:t>ctype.h</a:t>
            </a:r>
            <a:r>
              <a:rPr lang="en-US" altLang="zh-CN" dirty="0"/>
              <a:t>&gt;</a:t>
            </a:r>
            <a:endParaRPr lang="en-US" altLang="zh-CN" dirty="0"/>
          </a:p>
          <a:p>
            <a:r>
              <a:rPr lang="en-US" altLang="zh-CN" dirty="0"/>
              <a:t>#define MAXWORD  32</a:t>
            </a:r>
            <a:endParaRPr lang="en-US" altLang="zh-CN" dirty="0"/>
          </a:p>
          <a:p>
            <a:r>
              <a:rPr lang="en-US" altLang="zh-CN" dirty="0"/>
              <a:t>#define MAXSIZE  1024</a:t>
            </a:r>
            <a:endParaRPr lang="en-US" altLang="zh-CN" dirty="0"/>
          </a:p>
          <a:p>
            <a:r>
              <a:rPr lang="en-US" altLang="zh-CN" dirty="0" err="1"/>
              <a:t>struct</a:t>
            </a:r>
            <a:r>
              <a:rPr lang="en-US" altLang="zh-CN" dirty="0"/>
              <a:t> </a:t>
            </a:r>
            <a:r>
              <a:rPr lang="en-US" altLang="zh-CN" dirty="0" err="1"/>
              <a:t>lnode</a:t>
            </a:r>
            <a:r>
              <a:rPr lang="en-US" altLang="zh-CN" dirty="0"/>
              <a:t> {</a:t>
            </a:r>
            <a:endParaRPr lang="en-US" altLang="zh-CN" dirty="0"/>
          </a:p>
          <a:p>
            <a:r>
              <a:rPr lang="en-US" altLang="zh-CN" dirty="0"/>
              <a:t>    char word[MAXWORD];</a:t>
            </a:r>
            <a:endParaRPr lang="en-US" altLang="zh-CN" dirty="0"/>
          </a:p>
          <a:p>
            <a:r>
              <a:rPr lang="en-US" altLang="zh-CN" dirty="0"/>
              <a:t>    </a:t>
            </a:r>
            <a:r>
              <a:rPr lang="en-US" altLang="zh-CN" dirty="0" err="1"/>
              <a:t>int</a:t>
            </a:r>
            <a:r>
              <a:rPr lang="en-US" altLang="zh-CN" dirty="0"/>
              <a:t> count;</a:t>
            </a:r>
            <a:endParaRPr lang="en-US" altLang="zh-CN" dirty="0"/>
          </a:p>
          <a:p>
            <a:r>
              <a:rPr lang="en-US" altLang="zh-CN" dirty="0"/>
              <a:t>};</a:t>
            </a:r>
            <a:endParaRPr lang="en-US" altLang="zh-CN" dirty="0"/>
          </a:p>
          <a:p>
            <a:r>
              <a:rPr lang="en-US" altLang="zh-CN" dirty="0" err="1"/>
              <a:t>int</a:t>
            </a:r>
            <a:r>
              <a:rPr lang="en-US" altLang="zh-CN" dirty="0"/>
              <a:t> </a:t>
            </a:r>
            <a:r>
              <a:rPr lang="en-US" altLang="zh-CN" dirty="0" err="1"/>
              <a:t>getWord</a:t>
            </a:r>
            <a:r>
              <a:rPr lang="en-US" altLang="zh-CN" dirty="0"/>
              <a:t>(FILE *</a:t>
            </a:r>
            <a:r>
              <a:rPr lang="en-US" altLang="zh-CN" dirty="0" err="1"/>
              <a:t>bfp,char</a:t>
            </a:r>
            <a:r>
              <a:rPr lang="en-US" altLang="zh-CN" dirty="0"/>
              <a:t> *w);</a:t>
            </a:r>
            <a:endParaRPr lang="en-US" altLang="zh-CN" dirty="0"/>
          </a:p>
          <a:p>
            <a:r>
              <a:rPr lang="en-US" altLang="zh-CN" dirty="0" err="1"/>
              <a:t>int</a:t>
            </a:r>
            <a:r>
              <a:rPr lang="en-US" altLang="zh-CN" dirty="0"/>
              <a:t> </a:t>
            </a:r>
            <a:r>
              <a:rPr lang="en-US" altLang="zh-CN" dirty="0" err="1"/>
              <a:t>searchWord</a:t>
            </a:r>
            <a:r>
              <a:rPr lang="en-US" altLang="zh-CN" dirty="0"/>
              <a:t>(</a:t>
            </a:r>
            <a:r>
              <a:rPr lang="en-US" altLang="zh-CN" dirty="0" err="1"/>
              <a:t>struct</a:t>
            </a:r>
            <a:r>
              <a:rPr lang="en-US" altLang="zh-CN" dirty="0"/>
              <a:t> </a:t>
            </a:r>
            <a:r>
              <a:rPr lang="en-US" altLang="zh-CN" dirty="0" err="1"/>
              <a:t>lnode</a:t>
            </a:r>
            <a:r>
              <a:rPr lang="en-US" altLang="zh-CN" dirty="0"/>
              <a:t> list[], char *w);</a:t>
            </a:r>
            <a:endParaRPr lang="en-US" altLang="zh-CN" dirty="0"/>
          </a:p>
          <a:p>
            <a:r>
              <a:rPr lang="en-US" altLang="zh-CN" dirty="0" err="1">
                <a:solidFill>
                  <a:srgbClr val="003399"/>
                </a:solidFill>
                <a:ea typeface="宋体" pitchFamily="2" charset="-122"/>
              </a:rPr>
              <a:t>int</a:t>
            </a:r>
            <a:r>
              <a:rPr lang="en-US" altLang="zh-CN" dirty="0">
                <a:solidFill>
                  <a:srgbClr val="003399"/>
                </a:solidFill>
                <a:ea typeface="宋体" pitchFamily="2" charset="-122"/>
              </a:rPr>
              <a:t> </a:t>
            </a:r>
            <a:r>
              <a:rPr lang="en-US" altLang="zh-CN" dirty="0" err="1">
                <a:solidFill>
                  <a:srgbClr val="003399"/>
                </a:solidFill>
                <a:ea typeface="宋体" pitchFamily="2" charset="-122"/>
              </a:rPr>
              <a:t>insertWord</a:t>
            </a:r>
            <a:r>
              <a:rPr lang="en-US" altLang="zh-CN" dirty="0">
                <a:solidFill>
                  <a:srgbClr val="003399"/>
                </a:solidFill>
                <a:ea typeface="宋体" pitchFamily="2" charset="-122"/>
              </a:rPr>
              <a:t>(</a:t>
            </a:r>
            <a:r>
              <a:rPr lang="en-US" altLang="zh-CN" dirty="0" err="1">
                <a:solidFill>
                  <a:srgbClr val="003399"/>
                </a:solidFill>
                <a:ea typeface="宋体" pitchFamily="2" charset="-122"/>
              </a:rPr>
              <a:t>struct</a:t>
            </a:r>
            <a:r>
              <a:rPr lang="en-US" altLang="zh-CN" dirty="0">
                <a:solidFill>
                  <a:srgbClr val="003399"/>
                </a:solidFill>
                <a:ea typeface="宋体" pitchFamily="2" charset="-122"/>
              </a:rPr>
              <a:t> </a:t>
            </a:r>
            <a:r>
              <a:rPr lang="en-US" altLang="zh-CN" dirty="0" err="1">
                <a:solidFill>
                  <a:srgbClr val="003399"/>
                </a:solidFill>
                <a:ea typeface="宋体" pitchFamily="2" charset="-122"/>
              </a:rPr>
              <a:t>lnode</a:t>
            </a:r>
            <a:r>
              <a:rPr lang="en-US" altLang="zh-CN" dirty="0">
                <a:solidFill>
                  <a:srgbClr val="003399"/>
                </a:solidFill>
                <a:ea typeface="宋体" pitchFamily="2" charset="-122"/>
              </a:rPr>
              <a:t> list[ ],  </a:t>
            </a:r>
            <a:r>
              <a:rPr lang="en-US" altLang="zh-CN" dirty="0" err="1">
                <a:solidFill>
                  <a:srgbClr val="003399"/>
                </a:solidFill>
                <a:ea typeface="宋体" pitchFamily="2" charset="-122"/>
              </a:rPr>
              <a:t>int</a:t>
            </a:r>
            <a:r>
              <a:rPr lang="en-US" altLang="zh-CN" dirty="0">
                <a:solidFill>
                  <a:srgbClr val="003399"/>
                </a:solidFill>
                <a:ea typeface="宋体" pitchFamily="2" charset="-122"/>
              </a:rPr>
              <a:t> pos, char *w);</a:t>
            </a:r>
            <a:endParaRPr lang="en-US" altLang="zh-CN" dirty="0">
              <a:solidFill>
                <a:srgbClr val="003399"/>
              </a:solidFill>
              <a:ea typeface="宋体" pitchFamily="2" charset="-122"/>
            </a:endParaRPr>
          </a:p>
          <a:p>
            <a:r>
              <a:rPr lang="en-US" altLang="zh-CN" dirty="0" err="1">
                <a:solidFill>
                  <a:srgbClr val="003399"/>
                </a:solidFill>
                <a:ea typeface="宋体" pitchFamily="2" charset="-122"/>
              </a:rPr>
              <a:t>int</a:t>
            </a:r>
            <a:r>
              <a:rPr lang="en-US" altLang="zh-CN" dirty="0">
                <a:solidFill>
                  <a:srgbClr val="003399"/>
                </a:solidFill>
                <a:ea typeface="宋体" pitchFamily="2" charset="-122"/>
              </a:rPr>
              <a:t> N=0; //</a:t>
            </a:r>
            <a:r>
              <a:rPr lang="zh-CN" altLang="en-US" dirty="0">
                <a:solidFill>
                  <a:srgbClr val="003399"/>
                </a:solidFill>
                <a:ea typeface="宋体" pitchFamily="2" charset="-122"/>
              </a:rPr>
              <a:t>单词表中单词的实际个数</a:t>
            </a:r>
            <a:endParaRPr lang="en-US" altLang="zh-CN" dirty="0">
              <a:solidFill>
                <a:srgbClr val="003399"/>
              </a:solidFill>
              <a:ea typeface="宋体" pitchFamily="2" charset="-122"/>
            </a:endParaRPr>
          </a:p>
        </p:txBody>
      </p:sp>
      <p:sp>
        <p:nvSpPr>
          <p:cNvPr id="6" name="矩形 5"/>
          <p:cNvSpPr/>
          <p:nvPr/>
        </p:nvSpPr>
        <p:spPr>
          <a:xfrm>
            <a:off x="5591944" y="671691"/>
            <a:ext cx="5076056" cy="5909310"/>
          </a:xfrm>
          <a:prstGeom prst="rect">
            <a:avLst/>
          </a:prstGeom>
          <a:solidFill>
            <a:srgbClr val="92D050"/>
          </a:solidFill>
        </p:spPr>
        <p:txBody>
          <a:bodyPr wrap="square">
            <a:spAutoFit/>
          </a:bodyPr>
          <a:lstStyle/>
          <a:p>
            <a:r>
              <a:rPr lang="en-US" altLang="zh-CN" dirty="0" err="1"/>
              <a:t>int</a:t>
            </a:r>
            <a:r>
              <a:rPr lang="en-US" altLang="zh-CN" dirty="0"/>
              <a:t> main()</a:t>
            </a:r>
            <a:endParaRPr lang="en-US" altLang="zh-CN" dirty="0"/>
          </a:p>
          <a:p>
            <a:r>
              <a:rPr lang="en-US" altLang="zh-CN" dirty="0"/>
              <a:t>{</a:t>
            </a:r>
            <a:endParaRPr lang="en-US" altLang="zh-CN" dirty="0"/>
          </a:p>
          <a:p>
            <a:r>
              <a:rPr lang="en-US" altLang="zh-CN" dirty="0"/>
              <a:t>    </a:t>
            </a:r>
            <a:r>
              <a:rPr lang="en-US" altLang="zh-CN" dirty="0" err="1"/>
              <a:t>struct</a:t>
            </a:r>
            <a:r>
              <a:rPr lang="en-US" altLang="zh-CN" dirty="0"/>
              <a:t> </a:t>
            </a:r>
            <a:r>
              <a:rPr lang="en-US" altLang="zh-CN" dirty="0" err="1"/>
              <a:t>lnode</a:t>
            </a:r>
            <a:r>
              <a:rPr lang="en-US" altLang="zh-CN" dirty="0"/>
              <a:t> wordlist[MAXSIZE];	/*</a:t>
            </a:r>
            <a:r>
              <a:rPr lang="zh-CN" altLang="en-US" dirty="0"/>
              <a:t>单词表</a:t>
            </a:r>
            <a:r>
              <a:rPr lang="en-US" altLang="zh-CN" dirty="0"/>
              <a:t>*/</a:t>
            </a:r>
            <a:endParaRPr lang="en-US" altLang="zh-CN" dirty="0"/>
          </a:p>
          <a:p>
            <a:r>
              <a:rPr lang="en-US" altLang="zh-CN" dirty="0"/>
              <a:t>    </a:t>
            </a:r>
            <a:r>
              <a:rPr lang="en-US" altLang="zh-CN" dirty="0" err="1"/>
              <a:t>int</a:t>
            </a:r>
            <a:r>
              <a:rPr lang="en-US" altLang="zh-CN" dirty="0"/>
              <a:t> </a:t>
            </a:r>
            <a:r>
              <a:rPr lang="en-US" altLang="zh-CN" dirty="0" err="1"/>
              <a:t>i</a:t>
            </a:r>
            <a:r>
              <a:rPr lang="en-US" altLang="zh-CN" dirty="0"/>
              <a:t>;	</a:t>
            </a:r>
            <a:endParaRPr lang="en-US" altLang="zh-CN" dirty="0"/>
          </a:p>
          <a:p>
            <a:r>
              <a:rPr lang="en-US" altLang="zh-CN" dirty="0"/>
              <a:t>    char filename[MAXWORD], word[MAXWORD];</a:t>
            </a:r>
            <a:endParaRPr lang="en-US" altLang="zh-CN" dirty="0"/>
          </a:p>
          <a:p>
            <a:r>
              <a:rPr lang="en-US" altLang="zh-CN" dirty="0"/>
              <a:t>    FILE *</a:t>
            </a:r>
            <a:r>
              <a:rPr lang="en-US" altLang="zh-CN" dirty="0" err="1"/>
              <a:t>bfp</a:t>
            </a:r>
            <a:r>
              <a:rPr lang="en-US" altLang="zh-CN" dirty="0"/>
              <a:t>;</a:t>
            </a:r>
            <a:endParaRPr lang="en-US" altLang="zh-CN" dirty="0"/>
          </a:p>
          <a:p>
            <a:endParaRPr lang="en-US" altLang="zh-CN" dirty="0"/>
          </a:p>
          <a:p>
            <a:r>
              <a:rPr lang="en-US" altLang="zh-CN" dirty="0"/>
              <a:t>    </a:t>
            </a:r>
            <a:r>
              <a:rPr lang="en-US" altLang="zh-CN" dirty="0" err="1"/>
              <a:t>scanf</a:t>
            </a:r>
            <a:r>
              <a:rPr lang="en-US" altLang="zh-CN" dirty="0"/>
              <a:t>(“%s”, filename);</a:t>
            </a:r>
            <a:endParaRPr lang="en-US" altLang="zh-CN" dirty="0"/>
          </a:p>
          <a:p>
            <a:r>
              <a:rPr lang="en-US" altLang="zh-CN" dirty="0"/>
              <a:t>    if((</a:t>
            </a:r>
            <a:r>
              <a:rPr lang="en-US" altLang="zh-CN" dirty="0" err="1"/>
              <a:t>bfp</a:t>
            </a:r>
            <a:r>
              <a:rPr lang="en-US" altLang="zh-CN" dirty="0"/>
              <a:t> = </a:t>
            </a:r>
            <a:r>
              <a:rPr lang="en-US" altLang="zh-CN" dirty="0" err="1"/>
              <a:t>fopen</a:t>
            </a:r>
            <a:r>
              <a:rPr lang="en-US" altLang="zh-CN" dirty="0"/>
              <a:t>(</a:t>
            </a:r>
            <a:r>
              <a:rPr lang="en-US" altLang="zh-CN" dirty="0" err="1"/>
              <a:t>bname</a:t>
            </a:r>
            <a:r>
              <a:rPr lang="en-US" altLang="zh-CN" dirty="0"/>
              <a:t>, “r”)) == NULL){</a:t>
            </a:r>
            <a:endParaRPr lang="en-US" altLang="zh-CN" dirty="0"/>
          </a:p>
          <a:p>
            <a:r>
              <a:rPr lang="en-US" altLang="zh-CN" dirty="0"/>
              <a:t>        </a:t>
            </a:r>
            <a:r>
              <a:rPr lang="en-US" altLang="zh-CN" dirty="0" err="1"/>
              <a:t>fprintf</a:t>
            </a:r>
            <a:r>
              <a:rPr lang="en-US" altLang="zh-CN" dirty="0"/>
              <a:t>(</a:t>
            </a:r>
            <a:r>
              <a:rPr lang="en-US" altLang="zh-CN" dirty="0" err="1"/>
              <a:t>stderr</a:t>
            </a:r>
            <a:r>
              <a:rPr lang="en-US" altLang="zh-CN" dirty="0"/>
              <a:t>, “%s  can’t open!\</a:t>
            </a:r>
            <a:r>
              <a:rPr lang="en-US" altLang="zh-CN" dirty="0" err="1"/>
              <a:t>n”,filename</a:t>
            </a:r>
            <a:r>
              <a:rPr lang="en-US" altLang="zh-CN" dirty="0"/>
              <a:t>);</a:t>
            </a:r>
            <a:endParaRPr lang="en-US" altLang="zh-CN" dirty="0"/>
          </a:p>
          <a:p>
            <a:r>
              <a:rPr lang="en-US" altLang="zh-CN" dirty="0"/>
              <a:t>        return -1;</a:t>
            </a:r>
            <a:endParaRPr lang="en-US" altLang="zh-CN" dirty="0"/>
          </a:p>
          <a:p>
            <a:r>
              <a:rPr lang="en-US" altLang="zh-CN" dirty="0"/>
              <a:t>     }</a:t>
            </a:r>
            <a:endParaRPr lang="en-US" altLang="zh-CN" dirty="0"/>
          </a:p>
          <a:p>
            <a:r>
              <a:rPr lang="en-US" altLang="zh-CN" dirty="0"/>
              <a:t>    while( </a:t>
            </a:r>
            <a:r>
              <a:rPr lang="en-US" altLang="zh-CN" dirty="0" err="1"/>
              <a:t>getWord</a:t>
            </a:r>
            <a:r>
              <a:rPr lang="en-US" altLang="zh-CN" dirty="0"/>
              <a:t>(</a:t>
            </a:r>
            <a:r>
              <a:rPr lang="en-US" altLang="zh-CN" dirty="0" err="1"/>
              <a:t>bfp,word</a:t>
            </a:r>
            <a:r>
              <a:rPr lang="en-US" altLang="zh-CN" dirty="0"/>
              <a:t>) != EOF)</a:t>
            </a:r>
            <a:endParaRPr lang="en-US" altLang="zh-CN" dirty="0"/>
          </a:p>
          <a:p>
            <a:r>
              <a:rPr lang="en-US" altLang="zh-CN" dirty="0"/>
              <a:t>        if(</a:t>
            </a:r>
            <a:r>
              <a:rPr lang="en-US" altLang="zh-CN" dirty="0" err="1"/>
              <a:t>searchWord</a:t>
            </a:r>
            <a:r>
              <a:rPr lang="en-US" altLang="zh-CN" dirty="0"/>
              <a:t>(wordlist, word) == -1) {</a:t>
            </a:r>
            <a:endParaRPr lang="en-US" altLang="zh-CN" dirty="0"/>
          </a:p>
          <a:p>
            <a:r>
              <a:rPr lang="en-US" altLang="zh-CN" dirty="0"/>
              <a:t>            </a:t>
            </a:r>
            <a:r>
              <a:rPr lang="en-US" altLang="zh-CN" dirty="0" err="1"/>
              <a:t>fprintf</a:t>
            </a:r>
            <a:r>
              <a:rPr lang="en-US" altLang="zh-CN" dirty="0"/>
              <a:t>(</a:t>
            </a:r>
            <a:r>
              <a:rPr lang="en-US" altLang="zh-CN" dirty="0" err="1"/>
              <a:t>stderr</a:t>
            </a:r>
            <a:r>
              <a:rPr lang="en-US" altLang="zh-CN" dirty="0"/>
              <a:t>, “Wordlist is full!\n”);</a:t>
            </a:r>
            <a:endParaRPr lang="en-US" altLang="zh-CN" dirty="0"/>
          </a:p>
          <a:p>
            <a:r>
              <a:rPr lang="en-US" altLang="zh-CN" dirty="0"/>
              <a:t>            return -1;</a:t>
            </a:r>
            <a:endParaRPr lang="en-US" altLang="zh-CN" dirty="0"/>
          </a:p>
          <a:p>
            <a:r>
              <a:rPr lang="en-US" altLang="zh-CN" dirty="0"/>
              <a:t>        }</a:t>
            </a:r>
            <a:endParaRPr lang="en-US" altLang="zh-CN" dirty="0"/>
          </a:p>
          <a:p>
            <a:r>
              <a:rPr lang="en-US" altLang="zh-CN" dirty="0"/>
              <a:t>    for(</a:t>
            </a:r>
            <a:r>
              <a:rPr lang="en-US" altLang="zh-CN" dirty="0" err="1"/>
              <a:t>i</a:t>
            </a:r>
            <a:r>
              <a:rPr lang="en-US" altLang="zh-CN" dirty="0"/>
              <a:t>=0; </a:t>
            </a:r>
            <a:r>
              <a:rPr lang="en-US" altLang="zh-CN" dirty="0" err="1"/>
              <a:t>i</a:t>
            </a:r>
            <a:r>
              <a:rPr lang="en-US" altLang="zh-CN" dirty="0"/>
              <a:t>&lt;= N-1; </a:t>
            </a:r>
            <a:r>
              <a:rPr lang="en-US" altLang="zh-CN" dirty="0" err="1"/>
              <a:t>i</a:t>
            </a:r>
            <a:r>
              <a:rPr lang="en-US" altLang="zh-CN" dirty="0"/>
              <a:t>++)</a:t>
            </a:r>
            <a:endParaRPr lang="en-US" altLang="zh-CN" dirty="0"/>
          </a:p>
          <a:p>
            <a:r>
              <a:rPr lang="en-US" altLang="zh-CN" dirty="0"/>
              <a:t>        </a:t>
            </a:r>
            <a:r>
              <a:rPr lang="en-US" altLang="zh-CN" dirty="0" err="1"/>
              <a:t>printf</a:t>
            </a:r>
            <a:r>
              <a:rPr lang="en-US" altLang="zh-CN" dirty="0"/>
              <a:t>(“%s  %d\n”, wordlist[</a:t>
            </a:r>
            <a:r>
              <a:rPr lang="en-US" altLang="zh-CN" dirty="0" err="1"/>
              <a:t>i</a:t>
            </a:r>
            <a:r>
              <a:rPr lang="en-US" altLang="zh-CN" dirty="0"/>
              <a:t>].word, wordlist[</a:t>
            </a:r>
            <a:r>
              <a:rPr lang="en-US" altLang="zh-CN" dirty="0" err="1"/>
              <a:t>i</a:t>
            </a:r>
            <a:r>
              <a:rPr lang="en-US" altLang="zh-CN" dirty="0"/>
              <a:t>].count);</a:t>
            </a:r>
            <a:endParaRPr lang="en-US" altLang="zh-CN" dirty="0"/>
          </a:p>
          <a:p>
            <a:r>
              <a:rPr lang="en-US" altLang="zh-CN" dirty="0"/>
              <a:t>    return 0;</a:t>
            </a:r>
            <a:endParaRPr lang="en-US" altLang="zh-CN" dirty="0"/>
          </a:p>
          <a:p>
            <a:r>
              <a:rPr lang="en-US" altLang="zh-CN" dirty="0"/>
              <a:t>} </a:t>
            </a:r>
            <a:endParaRPr lang="zh-CN" altLang="en-US" dirty="0"/>
          </a:p>
        </p:txBody>
      </p:sp>
      <p:sp>
        <p:nvSpPr>
          <p:cNvPr id="10" name="圆角矩形标注 9"/>
          <p:cNvSpPr/>
          <p:nvPr/>
        </p:nvSpPr>
        <p:spPr bwMode="auto">
          <a:xfrm>
            <a:off x="2557467" y="5805264"/>
            <a:ext cx="1728192" cy="1021556"/>
          </a:xfrm>
          <a:prstGeom prst="wedgeRoundRectCallout">
            <a:avLst>
              <a:gd name="adj1" fmla="val -23729"/>
              <a:gd name="adj2" fmla="val -83741"/>
              <a:gd name="adj3" fmla="val 16667"/>
            </a:avLst>
          </a:prstGeom>
          <a:solidFill>
            <a:srgbClr val="00B0F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eaLnBrk="0" fontAlgn="base" hangingPunct="0">
              <a:spcBef>
                <a:spcPct val="0"/>
              </a:spcBef>
              <a:spcAft>
                <a:spcPct val="0"/>
              </a:spcAft>
            </a:pPr>
            <a:r>
              <a:rPr lang="zh-CN" altLang="en-US" b="1" dirty="0">
                <a:latin typeface="Arial" panose="020B0604020202090204" pitchFamily="34" charset="0"/>
                <a:ea typeface="宋体" pitchFamily="2" charset="-122"/>
              </a:rPr>
              <a:t>为什么要将</a:t>
            </a:r>
            <a:r>
              <a:rPr lang="en-US" altLang="zh-CN" b="1" dirty="0">
                <a:latin typeface="Arial" panose="020B0604020202090204" pitchFamily="34" charset="0"/>
                <a:ea typeface="宋体" pitchFamily="2" charset="-122"/>
              </a:rPr>
              <a:t>N</a:t>
            </a:r>
            <a:r>
              <a:rPr lang="zh-CN" altLang="en-US" b="1" dirty="0">
                <a:latin typeface="Arial" panose="020B0604020202090204" pitchFamily="34" charset="0"/>
                <a:ea typeface="宋体" pitchFamily="2" charset="-122"/>
              </a:rPr>
              <a:t>定义为一个</a:t>
            </a:r>
            <a:r>
              <a:rPr lang="zh-CN" altLang="en-US" b="1" dirty="0">
                <a:solidFill>
                  <a:srgbClr val="FF0000"/>
                </a:solidFill>
                <a:latin typeface="Arial" panose="020B0604020202090204" pitchFamily="34" charset="0"/>
                <a:ea typeface="宋体" pitchFamily="2" charset="-122"/>
              </a:rPr>
              <a:t>全局变量</a:t>
            </a:r>
            <a:r>
              <a:rPr lang="zh-CN" altLang="en-US" b="1" dirty="0">
                <a:latin typeface="Arial" panose="020B0604020202090204" pitchFamily="34" charset="0"/>
                <a:ea typeface="宋体" pitchFamily="2" charset="-122"/>
              </a:rPr>
              <a:t>！</a:t>
            </a:r>
            <a:endParaRPr lang="zh-CN" altLang="en-US" b="1" dirty="0">
              <a:latin typeface="Arial" panose="020B0604020202090204" pitchFamily="34" charset="0"/>
              <a:ea typeface="宋体"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问题</a:t>
            </a:r>
            <a:r>
              <a:rPr lang="en-US" altLang="zh-CN" dirty="0"/>
              <a:t>2.1</a:t>
            </a:r>
            <a:r>
              <a:rPr lang="zh-CN" altLang="en-US" dirty="0"/>
              <a:t>：词频统计</a:t>
            </a:r>
            <a:endParaRPr lang="zh-CN" altLang="en-US" dirty="0"/>
          </a:p>
        </p:txBody>
      </p:sp>
      <p:sp>
        <p:nvSpPr>
          <p:cNvPr id="3" name="内容占位符 2"/>
          <p:cNvSpPr>
            <a:spLocks noGrp="1"/>
          </p:cNvSpPr>
          <p:nvPr>
            <p:ph idx="1"/>
          </p:nvPr>
        </p:nvSpPr>
        <p:spPr>
          <a:xfrm>
            <a:off x="910208" y="1152784"/>
            <a:ext cx="7416824" cy="613048"/>
          </a:xfrm>
        </p:spPr>
        <p:txBody>
          <a:bodyPr>
            <a:normAutofit fontScale="92500" lnSpcReduction="10000"/>
          </a:bodyPr>
          <a:lstStyle/>
          <a:p>
            <a:r>
              <a:rPr lang="zh-CN" altLang="en-US" sz="2000" dirty="0"/>
              <a:t>由于顺序表（数组）的大小需要事先确定，用顺序表作为单词表会有什么问题？</a:t>
            </a:r>
            <a:endParaRPr lang="zh-CN" altLang="en-US" sz="2000" dirty="0"/>
          </a:p>
        </p:txBody>
      </p:sp>
      <p:sp>
        <p:nvSpPr>
          <p:cNvPr id="4" name="灯片编号占位符 3"/>
          <p:cNvSpPr>
            <a:spLocks noGrp="1"/>
          </p:cNvSpPr>
          <p:nvPr>
            <p:ph type="sldNum" sz="quarter" idx="12"/>
          </p:nvPr>
        </p:nvSpPr>
        <p:spPr/>
        <p:txBody>
          <a:bodyPr/>
          <a:lstStyle/>
          <a:p>
            <a:pPr>
              <a:defRPr/>
            </a:pPr>
            <a:fld id="{116D1347-07F4-4751-9C03-6E7F30E2E01E}" type="slidenum">
              <a:rPr lang="zh-CN" altLang="en-US" smtClean="0"/>
            </a:fld>
            <a:endParaRPr lang="en-US" altLang="zh-CN"/>
          </a:p>
        </p:txBody>
      </p:sp>
      <p:grpSp>
        <p:nvGrpSpPr>
          <p:cNvPr id="5" name="Group 49"/>
          <p:cNvGrpSpPr/>
          <p:nvPr/>
        </p:nvGrpSpPr>
        <p:grpSpPr bwMode="auto">
          <a:xfrm>
            <a:off x="7816850" y="1"/>
            <a:ext cx="2851150" cy="1033463"/>
            <a:chOff x="404" y="73"/>
            <a:chExt cx="1161" cy="651"/>
          </a:xfrm>
        </p:grpSpPr>
        <p:sp>
          <p:nvSpPr>
            <p:cNvPr id="6" name="AutoShape 50"/>
            <p:cNvSpPr>
              <a:spLocks noChangeArrowheads="1"/>
            </p:cNvSpPr>
            <p:nvPr/>
          </p:nvSpPr>
          <p:spPr bwMode="auto">
            <a:xfrm>
              <a:off x="404" y="132"/>
              <a:ext cx="922" cy="592"/>
            </a:xfrm>
            <a:prstGeom prst="irregularSeal2">
              <a:avLst/>
            </a:prstGeom>
            <a:solidFill>
              <a:srgbClr val="CCFFFF"/>
            </a:solidFill>
            <a:ln w="69850" cap="sq">
              <a:solidFill>
                <a:srgbClr val="FFCC00"/>
              </a:solidFill>
              <a:miter lim="800000"/>
            </a:ln>
            <a:effectLst>
              <a:outerShdw dist="137372" dir="2021404" algn="ctr" rotWithShape="0">
                <a:srgbClr val="B9B9B9"/>
              </a:outerShdw>
            </a:effectLst>
          </p:spPr>
          <p:txBody>
            <a:bodyPr wrap="none" anchor="ctr"/>
            <a:lstStyle/>
            <a:p>
              <a:endParaRPr lang="zh-CN" altLang="en-US"/>
            </a:p>
          </p:txBody>
        </p:sp>
        <p:sp>
          <p:nvSpPr>
            <p:cNvPr id="7" name="Rectangle 51"/>
            <p:cNvSpPr>
              <a:spLocks noChangeArrowheads="1"/>
            </p:cNvSpPr>
            <p:nvPr/>
          </p:nvSpPr>
          <p:spPr bwMode="auto">
            <a:xfrm rot="-63299">
              <a:off x="509" y="73"/>
              <a:ext cx="1056" cy="634"/>
            </a:xfrm>
            <a:prstGeom prst="rect">
              <a:avLst/>
            </a:prstGeom>
            <a:noFill/>
            <a:ln w="9525">
              <a:noFill/>
              <a:miter lim="800000"/>
            </a:ln>
            <a:effectLst>
              <a:outerShdw dist="35921" dir="2700000" algn="ctr" rotWithShape="0">
                <a:schemeClr val="bg1"/>
              </a:outerShdw>
            </a:effectLst>
          </p:spPr>
          <p:txBody>
            <a:bodyPr>
              <a:spAutoFit/>
            </a:bodyPr>
            <a:lstStyle/>
            <a:p>
              <a:r>
                <a:rPr kumimoji="1" lang="zh-CN" altLang="en-US" sz="6000" dirty="0">
                  <a:solidFill>
                    <a:srgbClr val="FF3300"/>
                  </a:solidFill>
                  <a:latin typeface="方正舒体" pitchFamily="2" charset="-122"/>
                  <a:ea typeface="华文新魏" pitchFamily="2" charset="-122"/>
                </a:rPr>
                <a:t>思考</a:t>
              </a:r>
              <a:r>
                <a:rPr kumimoji="1" lang="en-US" altLang="zh-CN" sz="6000" dirty="0">
                  <a:solidFill>
                    <a:srgbClr val="FF3300"/>
                  </a:solidFill>
                  <a:latin typeface="方正舒体" pitchFamily="2" charset="-122"/>
                  <a:ea typeface="华文新魏" pitchFamily="2" charset="-122"/>
                </a:rPr>
                <a:t>1</a:t>
              </a:r>
              <a:endParaRPr kumimoji="1" lang="zh-CN" altLang="en-US" sz="6000" dirty="0">
                <a:solidFill>
                  <a:srgbClr val="FF3300"/>
                </a:solidFill>
                <a:latin typeface="黑体" panose="02010609060101010101" pitchFamily="2" charset="-122"/>
                <a:ea typeface="华文新魏" pitchFamily="2" charset="-122"/>
              </a:endParaRPr>
            </a:p>
          </p:txBody>
        </p:sp>
      </p:grpSp>
      <p:sp>
        <p:nvSpPr>
          <p:cNvPr id="8" name="圆角矩形标注 7"/>
          <p:cNvSpPr/>
          <p:nvPr/>
        </p:nvSpPr>
        <p:spPr bwMode="auto">
          <a:xfrm>
            <a:off x="1126232" y="1872865"/>
            <a:ext cx="8642176" cy="1021556"/>
          </a:xfrm>
          <a:prstGeom prst="wedgeRoundRectCallout">
            <a:avLst>
              <a:gd name="adj1" fmla="val 1741"/>
              <a:gd name="adj2" fmla="val -77623"/>
              <a:gd name="adj3" fmla="val 16667"/>
            </a:avLst>
          </a:prstGeom>
          <a:solidFill>
            <a:srgbClr val="FFC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eaLnBrk="0" fontAlgn="base" hangingPunct="0">
              <a:spcBef>
                <a:spcPct val="0"/>
              </a:spcBef>
              <a:spcAft>
                <a:spcPct val="0"/>
              </a:spcAft>
            </a:pPr>
            <a:r>
              <a:rPr lang="zh-CN" altLang="en-US" dirty="0">
                <a:solidFill>
                  <a:srgbClr val="7030A0"/>
                </a:solidFill>
                <a:latin typeface="楷体" panose="02010609060101010101" pitchFamily="49" charset="-122"/>
                <a:ea typeface="楷体" panose="02010609060101010101" pitchFamily="49" charset="-122"/>
              </a:rPr>
              <a:t>由于事先不知道被统计的文件大小（可能是本很厚的书），单词表的大小如何定：</a:t>
            </a:r>
            <a:endParaRPr lang="en-US" altLang="zh-CN" dirty="0">
              <a:solidFill>
                <a:srgbClr val="7030A0"/>
              </a:solidFill>
              <a:latin typeface="楷体" panose="02010609060101010101" pitchFamily="49" charset="-122"/>
              <a:ea typeface="楷体" panose="02010609060101010101" pitchFamily="49" charset="-122"/>
            </a:endParaRPr>
          </a:p>
          <a:p>
            <a:pPr eaLnBrk="0" fontAlgn="base" hangingPunct="0">
              <a:spcBef>
                <a:spcPct val="0"/>
              </a:spcBef>
              <a:spcAft>
                <a:spcPct val="0"/>
              </a:spcAft>
            </a:pPr>
            <a:r>
              <a:rPr lang="en-US" altLang="zh-CN" b="1" dirty="0">
                <a:solidFill>
                  <a:srgbClr val="7030A0"/>
                </a:solidFill>
                <a:latin typeface="楷体" panose="02010609060101010101" pitchFamily="49" charset="-122"/>
                <a:ea typeface="楷体" panose="02010609060101010101" pitchFamily="49" charset="-122"/>
              </a:rPr>
              <a:t>1</a:t>
            </a:r>
            <a:r>
              <a:rPr lang="zh-CN" altLang="en-US" b="1" dirty="0">
                <a:solidFill>
                  <a:srgbClr val="7030A0"/>
                </a:solidFill>
                <a:latin typeface="楷体" panose="02010609060101010101" pitchFamily="49" charset="-122"/>
                <a:ea typeface="楷体" panose="02010609060101010101" pitchFamily="49" charset="-122"/>
              </a:rPr>
              <a:t>）太小，对于大文件会造成单词表溢出；</a:t>
            </a:r>
            <a:endParaRPr lang="en-US" altLang="zh-CN" b="1" dirty="0">
              <a:solidFill>
                <a:srgbClr val="7030A0"/>
              </a:solidFill>
              <a:latin typeface="楷体" panose="02010609060101010101" pitchFamily="49" charset="-122"/>
              <a:ea typeface="楷体" panose="02010609060101010101" pitchFamily="49" charset="-122"/>
            </a:endParaRPr>
          </a:p>
          <a:p>
            <a:pPr eaLnBrk="0" fontAlgn="base" hangingPunct="0">
              <a:spcBef>
                <a:spcPct val="0"/>
              </a:spcBef>
              <a:spcAft>
                <a:spcPct val="0"/>
              </a:spcAft>
            </a:pPr>
            <a:r>
              <a:rPr lang="en-US" altLang="zh-CN" b="1" dirty="0">
                <a:solidFill>
                  <a:srgbClr val="7030A0"/>
                </a:solidFill>
                <a:latin typeface="楷体" panose="02010609060101010101" pitchFamily="49" charset="-122"/>
                <a:ea typeface="楷体" panose="02010609060101010101" pitchFamily="49" charset="-122"/>
              </a:rPr>
              <a:t>2</a:t>
            </a:r>
            <a:r>
              <a:rPr lang="zh-CN" altLang="en-US" b="1" dirty="0">
                <a:solidFill>
                  <a:srgbClr val="7030A0"/>
                </a:solidFill>
                <a:latin typeface="楷体" panose="02010609060101010101" pitchFamily="49" charset="-122"/>
                <a:ea typeface="楷体" panose="02010609060101010101" pitchFamily="49" charset="-122"/>
              </a:rPr>
              <a:t>）太大，对一般文件处理会造成很大的空间浪费。</a:t>
            </a:r>
            <a:endParaRPr lang="zh-CN" altLang="en-US" b="1" dirty="0">
              <a:solidFill>
                <a:srgbClr val="7030A0"/>
              </a:solidFill>
              <a:latin typeface="楷体" panose="02010609060101010101" pitchFamily="49" charset="-122"/>
              <a:ea typeface="楷体" panose="02010609060101010101" pitchFamily="49" charset="-122"/>
            </a:endParaRPr>
          </a:p>
        </p:txBody>
      </p:sp>
      <p:sp>
        <p:nvSpPr>
          <p:cNvPr id="9" name="内容占位符 2"/>
          <p:cNvSpPr txBox="1"/>
          <p:nvPr/>
        </p:nvSpPr>
        <p:spPr bwMode="auto">
          <a:xfrm>
            <a:off x="838200" y="3313024"/>
            <a:ext cx="7488832" cy="613048"/>
          </a:xfrm>
          <a:prstGeom prst="rect">
            <a:avLst/>
          </a:prstGeom>
          <a:noFill/>
          <a:ln w="9525">
            <a:noFill/>
            <a:miter lim="800000"/>
          </a:ln>
          <a:effectLst/>
        </p:spPr>
        <p:txBody>
          <a:bodyPr vert="horz" wrap="square" lIns="91440" tIns="45720" rIns="91440" bIns="45720" numCol="1" anchor="t" anchorCtr="0" compatLnSpc="1"/>
          <a:lstStyle/>
          <a:p>
            <a:pPr marL="279400" indent="-279400" fontAlgn="base">
              <a:lnSpc>
                <a:spcPct val="90000"/>
              </a:lnSpc>
              <a:spcBef>
                <a:spcPct val="60000"/>
              </a:spcBef>
              <a:spcAft>
                <a:spcPct val="0"/>
              </a:spcAft>
              <a:buClr>
                <a:srgbClr val="D60093"/>
              </a:buClr>
              <a:buSzPct val="70000"/>
              <a:buFont typeface="Wingdings" panose="05000000000000000000" pitchFamily="2" charset="2"/>
              <a:buChar char="n"/>
              <a:defRPr/>
            </a:pPr>
            <a:r>
              <a:rPr lang="zh-CN" altLang="en-US" sz="2000" b="1" kern="0" dirty="0"/>
              <a:t>词频统计需要在单词表中频繁的查找和插入单词，</a:t>
            </a:r>
            <a:r>
              <a:rPr lang="zh-CN" altLang="en-US" sz="2000" b="1" kern="0" dirty="0">
                <a:solidFill>
                  <a:srgbClr val="7030A0"/>
                </a:solidFill>
              </a:rPr>
              <a:t>有序</a:t>
            </a:r>
            <a:r>
              <a:rPr lang="zh-CN" altLang="en-US" sz="2000" b="1" kern="0" dirty="0"/>
              <a:t>顺序表结构的单词表有什么特点？</a:t>
            </a:r>
            <a:endParaRPr lang="zh-CN" altLang="en-US" sz="2000" b="1" kern="0" dirty="0"/>
          </a:p>
        </p:txBody>
      </p:sp>
      <p:sp>
        <p:nvSpPr>
          <p:cNvPr id="10" name="圆角矩形标注 9"/>
          <p:cNvSpPr/>
          <p:nvPr/>
        </p:nvSpPr>
        <p:spPr bwMode="auto">
          <a:xfrm>
            <a:off x="1126232" y="3961096"/>
            <a:ext cx="8642176" cy="1089660"/>
          </a:xfrm>
          <a:prstGeom prst="wedgeRoundRectCallout">
            <a:avLst>
              <a:gd name="adj1" fmla="val 6119"/>
              <a:gd name="adj2" fmla="val -80157"/>
              <a:gd name="adj3" fmla="val 16667"/>
            </a:avLst>
          </a:prstGeom>
          <a:solidFill>
            <a:srgbClr val="FFC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eaLnBrk="0" fontAlgn="base" hangingPunct="0">
              <a:spcBef>
                <a:spcPct val="0"/>
              </a:spcBef>
              <a:spcAft>
                <a:spcPct val="0"/>
              </a:spcAft>
            </a:pPr>
            <a:r>
              <a:rPr lang="en-US" altLang="zh-CN" b="1" dirty="0">
                <a:solidFill>
                  <a:srgbClr val="7030A0"/>
                </a:solidFill>
                <a:latin typeface="楷体" panose="02010609060101010101" pitchFamily="49" charset="-122"/>
                <a:ea typeface="楷体" panose="02010609060101010101" pitchFamily="49" charset="-122"/>
              </a:rPr>
              <a:t>1</a:t>
            </a:r>
            <a:r>
              <a:rPr lang="zh-CN" altLang="en-US" b="1" dirty="0">
                <a:solidFill>
                  <a:srgbClr val="7030A0"/>
                </a:solidFill>
                <a:latin typeface="楷体" panose="02010609060101010101" pitchFamily="49" charset="-122"/>
                <a:ea typeface="楷体" panose="02010609060101010101" pitchFamily="49" charset="-122"/>
              </a:rPr>
              <a:t>）单词查找效率很高（可用折半查算法，一次查找算法复杂度为</a:t>
            </a:r>
            <a:r>
              <a:rPr lang="en-US" altLang="zh-CN" sz="2000" b="1" dirty="0">
                <a:solidFill>
                  <a:srgbClr val="FF3300"/>
                </a:solidFill>
              </a:rPr>
              <a:t>O</a:t>
            </a:r>
            <a:r>
              <a:rPr lang="en-US" altLang="zh-CN" b="1" dirty="0">
                <a:solidFill>
                  <a:srgbClr val="FF3300"/>
                </a:solidFill>
              </a:rPr>
              <a:t>(log</a:t>
            </a:r>
            <a:r>
              <a:rPr lang="en-US" altLang="zh-CN" b="1" baseline="-25000" dirty="0">
                <a:solidFill>
                  <a:srgbClr val="FF3300"/>
                </a:solidFill>
              </a:rPr>
              <a:t>2</a:t>
            </a:r>
            <a:r>
              <a:rPr lang="en-US" altLang="zh-CN" b="1" dirty="0">
                <a:solidFill>
                  <a:srgbClr val="FF3300"/>
                </a:solidFill>
              </a:rPr>
              <a:t>n) </a:t>
            </a:r>
            <a:r>
              <a:rPr lang="en-US" altLang="zh-CN" b="1" dirty="0">
                <a:solidFill>
                  <a:srgbClr val="7030A0"/>
                </a:solidFill>
                <a:latin typeface="楷体" panose="02010609060101010101" pitchFamily="49" charset="-122"/>
                <a:ea typeface="楷体" panose="02010609060101010101" pitchFamily="49" charset="-122"/>
              </a:rPr>
              <a:t>);</a:t>
            </a:r>
            <a:endParaRPr lang="en-US" altLang="zh-CN" b="1" dirty="0">
              <a:solidFill>
                <a:srgbClr val="7030A0"/>
              </a:solidFill>
              <a:latin typeface="楷体" panose="02010609060101010101" pitchFamily="49" charset="-122"/>
              <a:ea typeface="楷体" panose="02010609060101010101" pitchFamily="49" charset="-122"/>
            </a:endParaRPr>
          </a:p>
          <a:p>
            <a:pPr eaLnBrk="0" fontAlgn="base" hangingPunct="0">
              <a:spcBef>
                <a:spcPct val="0"/>
              </a:spcBef>
              <a:spcAft>
                <a:spcPct val="0"/>
              </a:spcAft>
            </a:pPr>
            <a:r>
              <a:rPr lang="en-US" altLang="zh-CN" b="1" dirty="0">
                <a:solidFill>
                  <a:srgbClr val="7030A0"/>
                </a:solidFill>
                <a:latin typeface="楷体" panose="02010609060101010101" pitchFamily="49" charset="-122"/>
                <a:ea typeface="楷体" panose="02010609060101010101" pitchFamily="49" charset="-122"/>
              </a:rPr>
              <a:t>2</a:t>
            </a:r>
            <a:r>
              <a:rPr lang="zh-CN" altLang="en-US" b="1" dirty="0">
                <a:solidFill>
                  <a:srgbClr val="7030A0"/>
                </a:solidFill>
                <a:latin typeface="楷体" panose="02010609060101010101" pitchFamily="49" charset="-122"/>
                <a:ea typeface="楷体" panose="02010609060101010101" pitchFamily="49" charset="-122"/>
              </a:rPr>
              <a:t>）单词表中单词需要频繁移动（对于一般的英文材料来说，插入操作较多，一次插入算法的复杂度为</a:t>
            </a:r>
            <a:r>
              <a:rPr lang="en-US" altLang="zh-CN" sz="2000" b="1" dirty="0">
                <a:solidFill>
                  <a:srgbClr val="FF3300"/>
                </a:solidFill>
              </a:rPr>
              <a:t>O(n)</a:t>
            </a:r>
            <a:r>
              <a:rPr lang="en-US" altLang="zh-CN" b="1" dirty="0">
                <a:solidFill>
                  <a:srgbClr val="7030A0"/>
                </a:solidFill>
                <a:latin typeface="楷体" panose="02010609060101010101" pitchFamily="49" charset="-122"/>
                <a:ea typeface="楷体" panose="02010609060101010101" pitchFamily="49" charset="-122"/>
              </a:rPr>
              <a:t>;</a:t>
            </a:r>
            <a:endParaRPr lang="zh-CN" altLang="en-US" b="1" dirty="0">
              <a:solidFill>
                <a:srgbClr val="7030A0"/>
              </a:solidFill>
              <a:latin typeface="楷体" panose="02010609060101010101" pitchFamily="49" charset="-122"/>
              <a:ea typeface="楷体" panose="02010609060101010101" pitchFamily="49" charset="-122"/>
            </a:endParaRPr>
          </a:p>
        </p:txBody>
      </p:sp>
      <p:sp>
        <p:nvSpPr>
          <p:cNvPr id="11" name="内容占位符 2"/>
          <p:cNvSpPr txBox="1"/>
          <p:nvPr/>
        </p:nvSpPr>
        <p:spPr bwMode="auto">
          <a:xfrm>
            <a:off x="838200" y="5113224"/>
            <a:ext cx="7488832" cy="613048"/>
          </a:xfrm>
          <a:prstGeom prst="rect">
            <a:avLst/>
          </a:prstGeom>
          <a:noFill/>
          <a:ln w="9525">
            <a:noFill/>
            <a:miter lim="800000"/>
          </a:ln>
          <a:effectLst/>
        </p:spPr>
        <p:txBody>
          <a:bodyPr vert="horz" wrap="square" lIns="91440" tIns="45720" rIns="91440" bIns="45720" numCol="1" anchor="t" anchorCtr="0" compatLnSpc="1"/>
          <a:lstStyle/>
          <a:p>
            <a:pPr marL="279400" indent="-279400" fontAlgn="base">
              <a:lnSpc>
                <a:spcPct val="90000"/>
              </a:lnSpc>
              <a:spcBef>
                <a:spcPct val="60000"/>
              </a:spcBef>
              <a:spcAft>
                <a:spcPct val="0"/>
              </a:spcAft>
              <a:buClr>
                <a:srgbClr val="D60093"/>
              </a:buClr>
              <a:buSzPct val="70000"/>
              <a:buFont typeface="Wingdings" panose="05000000000000000000" pitchFamily="2" charset="2"/>
              <a:buChar char="n"/>
              <a:defRPr/>
            </a:pPr>
            <a:r>
              <a:rPr lang="zh-CN" altLang="en-US" sz="2000" b="1" kern="0" dirty="0">
                <a:solidFill>
                  <a:srgbClr val="7030A0"/>
                </a:solidFill>
              </a:rPr>
              <a:t>无序（输入序）</a:t>
            </a:r>
            <a:r>
              <a:rPr lang="zh-CN" altLang="en-US" sz="2000" b="1" kern="0" dirty="0"/>
              <a:t>顺序表结构构造的单词表</a:t>
            </a:r>
            <a:r>
              <a:rPr lang="zh-CN" altLang="en-US" sz="2000" b="1" kern="0" dirty="0">
                <a:solidFill>
                  <a:srgbClr val="7030A0"/>
                </a:solidFill>
              </a:rPr>
              <a:t>又</a:t>
            </a:r>
            <a:r>
              <a:rPr lang="zh-CN" altLang="en-US" sz="2000" b="1" kern="0" dirty="0"/>
              <a:t>有什么特点？</a:t>
            </a:r>
            <a:endParaRPr lang="zh-CN" altLang="en-US" sz="2000" b="1" kern="0" dirty="0"/>
          </a:p>
        </p:txBody>
      </p:sp>
      <p:sp>
        <p:nvSpPr>
          <p:cNvPr id="12" name="圆角矩形标注 11"/>
          <p:cNvSpPr/>
          <p:nvPr/>
        </p:nvSpPr>
        <p:spPr bwMode="auto">
          <a:xfrm>
            <a:off x="1126232" y="5652364"/>
            <a:ext cx="8642176" cy="1089660"/>
          </a:xfrm>
          <a:prstGeom prst="wedgeRoundRectCallout">
            <a:avLst>
              <a:gd name="adj1" fmla="val 7395"/>
              <a:gd name="adj2" fmla="val -68169"/>
              <a:gd name="adj3" fmla="val 16667"/>
            </a:avLst>
          </a:prstGeom>
          <a:solidFill>
            <a:srgbClr val="FFC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eaLnBrk="0" fontAlgn="base" hangingPunct="0">
              <a:spcBef>
                <a:spcPct val="0"/>
              </a:spcBef>
              <a:spcAft>
                <a:spcPct val="0"/>
              </a:spcAft>
            </a:pPr>
            <a:r>
              <a:rPr lang="en-US" altLang="zh-CN" b="1" dirty="0">
                <a:solidFill>
                  <a:srgbClr val="7030A0"/>
                </a:solidFill>
                <a:latin typeface="楷体" panose="02010609060101010101" pitchFamily="49" charset="-122"/>
                <a:ea typeface="楷体" panose="02010609060101010101" pitchFamily="49" charset="-122"/>
              </a:rPr>
              <a:t>1</a:t>
            </a:r>
            <a:r>
              <a:rPr lang="zh-CN" altLang="en-US" b="1" dirty="0">
                <a:solidFill>
                  <a:srgbClr val="7030A0"/>
                </a:solidFill>
                <a:latin typeface="楷体" panose="02010609060101010101" pitchFamily="49" charset="-122"/>
                <a:ea typeface="楷体" panose="02010609060101010101" pitchFamily="49" charset="-122"/>
              </a:rPr>
              <a:t>）单词查找效率低（顺序查找算法，一次查找算法复杂度为</a:t>
            </a:r>
            <a:r>
              <a:rPr lang="en-US" altLang="zh-CN" sz="2000" b="1" dirty="0">
                <a:solidFill>
                  <a:srgbClr val="FF3300"/>
                </a:solidFill>
              </a:rPr>
              <a:t>O</a:t>
            </a:r>
            <a:r>
              <a:rPr lang="en-US" altLang="zh-CN" b="1" dirty="0">
                <a:solidFill>
                  <a:srgbClr val="FF3300"/>
                </a:solidFill>
              </a:rPr>
              <a:t>(n) </a:t>
            </a:r>
            <a:r>
              <a:rPr lang="en-US" altLang="zh-CN" b="1" dirty="0">
                <a:solidFill>
                  <a:srgbClr val="7030A0"/>
                </a:solidFill>
                <a:latin typeface="楷体" panose="02010609060101010101" pitchFamily="49" charset="-122"/>
                <a:ea typeface="楷体" panose="02010609060101010101" pitchFamily="49" charset="-122"/>
              </a:rPr>
              <a:t>);</a:t>
            </a:r>
            <a:endParaRPr lang="en-US" altLang="zh-CN" b="1" dirty="0">
              <a:solidFill>
                <a:srgbClr val="7030A0"/>
              </a:solidFill>
              <a:latin typeface="楷体" panose="02010609060101010101" pitchFamily="49" charset="-122"/>
              <a:ea typeface="楷体" panose="02010609060101010101" pitchFamily="49" charset="-122"/>
            </a:endParaRPr>
          </a:p>
          <a:p>
            <a:pPr eaLnBrk="0" fontAlgn="base" hangingPunct="0">
              <a:spcBef>
                <a:spcPct val="0"/>
              </a:spcBef>
              <a:spcAft>
                <a:spcPct val="0"/>
              </a:spcAft>
            </a:pPr>
            <a:r>
              <a:rPr lang="en-US" altLang="zh-CN" b="1" dirty="0">
                <a:solidFill>
                  <a:srgbClr val="7030A0"/>
                </a:solidFill>
                <a:latin typeface="楷体" panose="02010609060101010101" pitchFamily="49" charset="-122"/>
                <a:ea typeface="楷体" panose="02010609060101010101" pitchFamily="49" charset="-122"/>
              </a:rPr>
              <a:t>2</a:t>
            </a:r>
            <a:r>
              <a:rPr lang="zh-CN" altLang="en-US" b="1" dirty="0">
                <a:solidFill>
                  <a:srgbClr val="7030A0"/>
                </a:solidFill>
                <a:latin typeface="楷体" panose="02010609060101010101" pitchFamily="49" charset="-122"/>
                <a:ea typeface="楷体" panose="02010609060101010101" pitchFamily="49" charset="-122"/>
              </a:rPr>
              <a:t>）单词</a:t>
            </a:r>
            <a:r>
              <a:rPr lang="zh-CN" altLang="en-US" b="1" dirty="0">
                <a:solidFill>
                  <a:srgbClr val="FF0000"/>
                </a:solidFill>
                <a:latin typeface="楷体" panose="02010609060101010101" pitchFamily="49" charset="-122"/>
                <a:ea typeface="楷体" panose="02010609060101010101" pitchFamily="49" charset="-122"/>
              </a:rPr>
              <a:t>不需要</a:t>
            </a:r>
            <a:r>
              <a:rPr lang="zh-CN" altLang="en-US" b="1" dirty="0">
                <a:solidFill>
                  <a:srgbClr val="7030A0"/>
                </a:solidFill>
                <a:latin typeface="楷体" panose="02010609060101010101" pitchFamily="49" charset="-122"/>
                <a:ea typeface="楷体" panose="02010609060101010101" pitchFamily="49" charset="-122"/>
              </a:rPr>
              <a:t>移动（新单词总是放在表尾），但需要对最终的总表要进行</a:t>
            </a:r>
            <a:r>
              <a:rPr lang="zh-CN" altLang="en-US" b="1" dirty="0">
                <a:solidFill>
                  <a:srgbClr val="FF0000"/>
                </a:solidFill>
                <a:latin typeface="楷体" panose="02010609060101010101" pitchFamily="49" charset="-122"/>
                <a:ea typeface="楷体" panose="02010609060101010101" pitchFamily="49" charset="-122"/>
              </a:rPr>
              <a:t>排序</a:t>
            </a:r>
            <a:r>
              <a:rPr lang="zh-CN" altLang="en-US" b="1" dirty="0">
                <a:solidFill>
                  <a:srgbClr val="7030A0"/>
                </a:solidFill>
                <a:latin typeface="楷体" panose="02010609060101010101" pitchFamily="49" charset="-122"/>
                <a:ea typeface="楷体" panose="02010609060101010101" pitchFamily="49" charset="-122"/>
              </a:rPr>
              <a:t>，简单排序算法的复杂度为</a:t>
            </a:r>
            <a:r>
              <a:rPr lang="en-US" altLang="zh-CN" sz="2000" b="1" dirty="0">
                <a:solidFill>
                  <a:srgbClr val="FF3300"/>
                </a:solidFill>
              </a:rPr>
              <a:t>O(N</a:t>
            </a:r>
            <a:r>
              <a:rPr lang="en-US" altLang="zh-CN" sz="2000" b="1" baseline="30000" dirty="0">
                <a:solidFill>
                  <a:srgbClr val="FF3300"/>
                </a:solidFill>
              </a:rPr>
              <a:t>2</a:t>
            </a:r>
            <a:r>
              <a:rPr lang="en-US" altLang="zh-CN" sz="2000" b="1" dirty="0">
                <a:solidFill>
                  <a:srgbClr val="FF3300"/>
                </a:solidFill>
              </a:rPr>
              <a:t>)</a:t>
            </a:r>
            <a:r>
              <a:rPr lang="en-US" altLang="zh-CN" b="1" dirty="0">
                <a:solidFill>
                  <a:srgbClr val="7030A0"/>
                </a:solidFill>
                <a:latin typeface="楷体" panose="02010609060101010101" pitchFamily="49" charset="-122"/>
                <a:ea typeface="楷体" panose="02010609060101010101" pitchFamily="49" charset="-122"/>
              </a:rPr>
              <a:t>;</a:t>
            </a:r>
            <a:endParaRPr lang="zh-CN" altLang="en-US" b="1" dirty="0">
              <a:solidFill>
                <a:srgbClr val="7030A0"/>
              </a:solidFill>
              <a:latin typeface="楷体" panose="02010609060101010101" pitchFamily="49" charset="-122"/>
              <a:ea typeface="楷体" panose="02010609060101010101" pitchFamily="49"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
                                            <p:txEl>
                                              <p:pRg st="0" end="0"/>
                                            </p:txEl>
                                          </p:spTgt>
                                        </p:tgtEl>
                                        <p:attrNameLst>
                                          <p:attrName>style.visibility</p:attrName>
                                        </p:attrNameLst>
                                      </p:cBhvr>
                                      <p:to>
                                        <p:strVal val="visible"/>
                                      </p:to>
                                    </p:set>
                                    <p:animEffect transition="in" filter="blinds(horizontal)">
                                      <p:cBhvr>
                                        <p:cTn id="17" dur="500"/>
                                        <p:tgtEl>
                                          <p:spTgt spid="9">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blinds(horizontal)">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1">
                                            <p:txEl>
                                              <p:pRg st="0" end="0"/>
                                            </p:txEl>
                                          </p:spTgt>
                                        </p:tgtEl>
                                        <p:attrNameLst>
                                          <p:attrName>style.visibility</p:attrName>
                                        </p:attrNameLst>
                                      </p:cBhvr>
                                      <p:to>
                                        <p:strVal val="visible"/>
                                      </p:to>
                                    </p:set>
                                    <p:animEffect transition="in" filter="blinds(horizontal)">
                                      <p:cBhvr>
                                        <p:cTn id="27" dur="500"/>
                                        <p:tgtEl>
                                          <p:spTgt spid="11">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blinds(horizontal)">
                                      <p:cBhvr>
                                        <p:cTn id="3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animBg="1"/>
      <p:bldP spid="9" grpId="0" build="p"/>
      <p:bldP spid="10" grpId="0" animBg="1"/>
      <p:bldP spid="11" grpId="0" build="p"/>
      <p:bldP spid="12"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问题</a:t>
            </a:r>
            <a:r>
              <a:rPr lang="en-US" altLang="zh-CN" dirty="0"/>
              <a:t>2.1</a:t>
            </a:r>
            <a:r>
              <a:rPr lang="zh-CN" altLang="en-US" dirty="0"/>
              <a:t>：词频统计</a:t>
            </a:r>
            <a:endParaRPr lang="zh-CN" altLang="en-US" dirty="0"/>
          </a:p>
        </p:txBody>
      </p:sp>
      <p:sp>
        <p:nvSpPr>
          <p:cNvPr id="3" name="内容占位符 2"/>
          <p:cNvSpPr>
            <a:spLocks noGrp="1"/>
          </p:cNvSpPr>
          <p:nvPr>
            <p:ph idx="1"/>
          </p:nvPr>
        </p:nvSpPr>
        <p:spPr/>
        <p:txBody>
          <a:bodyPr/>
          <a:lstStyle/>
          <a:p>
            <a:r>
              <a:rPr lang="zh-CN" altLang="en-US" dirty="0"/>
              <a:t>请用</a:t>
            </a:r>
            <a:r>
              <a:rPr lang="zh-CN" altLang="en-US" dirty="0">
                <a:solidFill>
                  <a:srgbClr val="7030A0"/>
                </a:solidFill>
              </a:rPr>
              <a:t>无序（输入序）</a:t>
            </a:r>
            <a:r>
              <a:rPr lang="zh-CN" altLang="en-US" dirty="0"/>
              <a:t>顺序表来重新实现问题</a:t>
            </a:r>
            <a:r>
              <a:rPr lang="en-US" altLang="zh-CN" dirty="0"/>
              <a:t>2.1</a:t>
            </a:r>
            <a:r>
              <a:rPr lang="zh-CN" altLang="en-US" dirty="0"/>
              <a:t>，并比较一下两个程序的实际性能。</a:t>
            </a:r>
            <a:endParaRPr lang="en-US" altLang="zh-CN" dirty="0"/>
          </a:p>
          <a:p>
            <a:pPr marL="363855" lvl="1" indent="0">
              <a:buNone/>
            </a:pPr>
            <a:r>
              <a:rPr lang="zh-CN" altLang="en-US" sz="2000" dirty="0">
                <a:latin typeface="楷体" panose="02010609060101010101" pitchFamily="49" charset="-122"/>
                <a:ea typeface="楷体" panose="02010609060101010101" pitchFamily="49" charset="-122"/>
              </a:rPr>
              <a:t>即单词表中的单词按其读入顺序排放，新加入的单词总是放在表的末尾。</a:t>
            </a:r>
            <a:endParaRPr lang="zh-CN" altLang="en-US" sz="2000" dirty="0">
              <a:latin typeface="楷体" panose="02010609060101010101" pitchFamily="49" charset="-122"/>
              <a:ea typeface="楷体" panose="02010609060101010101" pitchFamily="49" charset="-122"/>
            </a:endParaRPr>
          </a:p>
        </p:txBody>
      </p:sp>
      <p:sp>
        <p:nvSpPr>
          <p:cNvPr id="4" name="灯片编号占位符 3"/>
          <p:cNvSpPr>
            <a:spLocks noGrp="1"/>
          </p:cNvSpPr>
          <p:nvPr>
            <p:ph type="sldNum" sz="quarter" idx="12"/>
          </p:nvPr>
        </p:nvSpPr>
        <p:spPr/>
        <p:txBody>
          <a:bodyPr/>
          <a:lstStyle/>
          <a:p>
            <a:pPr>
              <a:defRPr/>
            </a:pPr>
            <a:fld id="{116D1347-07F4-4751-9C03-6E7F30E2E01E}" type="slidenum">
              <a:rPr lang="zh-CN" altLang="en-US" smtClean="0"/>
            </a:fld>
            <a:endParaRPr lang="en-US" altLang="zh-CN"/>
          </a:p>
        </p:txBody>
      </p:sp>
      <p:grpSp>
        <p:nvGrpSpPr>
          <p:cNvPr id="5" name="Group 49"/>
          <p:cNvGrpSpPr/>
          <p:nvPr/>
        </p:nvGrpSpPr>
        <p:grpSpPr bwMode="auto">
          <a:xfrm>
            <a:off x="7805510" y="121425"/>
            <a:ext cx="2851150" cy="1033463"/>
            <a:chOff x="404" y="73"/>
            <a:chExt cx="1161" cy="651"/>
          </a:xfrm>
        </p:grpSpPr>
        <p:sp>
          <p:nvSpPr>
            <p:cNvPr id="6" name="AutoShape 50"/>
            <p:cNvSpPr>
              <a:spLocks noChangeArrowheads="1"/>
            </p:cNvSpPr>
            <p:nvPr/>
          </p:nvSpPr>
          <p:spPr bwMode="auto">
            <a:xfrm>
              <a:off x="404" y="132"/>
              <a:ext cx="922" cy="592"/>
            </a:xfrm>
            <a:prstGeom prst="irregularSeal2">
              <a:avLst/>
            </a:prstGeom>
            <a:solidFill>
              <a:srgbClr val="CCFFFF"/>
            </a:solidFill>
            <a:ln w="69850" cap="sq">
              <a:solidFill>
                <a:srgbClr val="FFCC00"/>
              </a:solidFill>
              <a:miter lim="800000"/>
            </a:ln>
            <a:effectLst>
              <a:outerShdw dist="137372" dir="2021404" algn="ctr" rotWithShape="0">
                <a:srgbClr val="B9B9B9"/>
              </a:outerShdw>
            </a:effectLst>
          </p:spPr>
          <p:txBody>
            <a:bodyPr wrap="none" anchor="ctr"/>
            <a:lstStyle/>
            <a:p>
              <a:endParaRPr lang="zh-CN" altLang="en-US"/>
            </a:p>
          </p:txBody>
        </p:sp>
        <p:sp>
          <p:nvSpPr>
            <p:cNvPr id="7" name="Rectangle 51"/>
            <p:cNvSpPr>
              <a:spLocks noChangeArrowheads="1"/>
            </p:cNvSpPr>
            <p:nvPr/>
          </p:nvSpPr>
          <p:spPr bwMode="auto">
            <a:xfrm rot="-63299">
              <a:off x="509" y="73"/>
              <a:ext cx="1056" cy="634"/>
            </a:xfrm>
            <a:prstGeom prst="rect">
              <a:avLst/>
            </a:prstGeom>
            <a:noFill/>
            <a:ln w="9525">
              <a:noFill/>
              <a:miter lim="800000"/>
            </a:ln>
            <a:effectLst>
              <a:outerShdw dist="35921" dir="2700000" algn="ctr" rotWithShape="0">
                <a:schemeClr val="bg1"/>
              </a:outerShdw>
            </a:effectLst>
          </p:spPr>
          <p:txBody>
            <a:bodyPr>
              <a:spAutoFit/>
            </a:bodyPr>
            <a:lstStyle/>
            <a:p>
              <a:r>
                <a:rPr kumimoji="1" lang="zh-CN" altLang="en-US" sz="6000" dirty="0">
                  <a:solidFill>
                    <a:srgbClr val="FF3300"/>
                  </a:solidFill>
                  <a:latin typeface="方正舒体" pitchFamily="2" charset="-122"/>
                  <a:ea typeface="华文新魏" pitchFamily="2" charset="-122"/>
                </a:rPr>
                <a:t>思考</a:t>
              </a:r>
              <a:r>
                <a:rPr kumimoji="1" lang="en-US" altLang="zh-CN" sz="6000" dirty="0">
                  <a:solidFill>
                    <a:srgbClr val="FF3300"/>
                  </a:solidFill>
                  <a:latin typeface="方正舒体" pitchFamily="2" charset="-122"/>
                  <a:ea typeface="华文新魏" pitchFamily="2" charset="-122"/>
                </a:rPr>
                <a:t>2</a:t>
              </a:r>
              <a:endParaRPr kumimoji="1" lang="zh-CN" altLang="en-US" sz="6000" dirty="0">
                <a:solidFill>
                  <a:srgbClr val="FF3300"/>
                </a:solidFill>
                <a:latin typeface="黑体" panose="02010609060101010101" pitchFamily="2" charset="-122"/>
                <a:ea typeface="华文新魏" pitchFamily="2" charset="-122"/>
              </a:endParaRPr>
            </a:p>
          </p:txBody>
        </p:sp>
      </p:grpSp>
      <p:sp>
        <p:nvSpPr>
          <p:cNvPr id="8" name="云形 7"/>
          <p:cNvSpPr/>
          <p:nvPr/>
        </p:nvSpPr>
        <p:spPr bwMode="auto">
          <a:xfrm>
            <a:off x="6888088" y="3501009"/>
            <a:ext cx="3240360" cy="1077575"/>
          </a:xfrm>
          <a:prstGeom prst="cloud">
            <a:avLst/>
          </a:prstGeom>
          <a:solidFill>
            <a:srgbClr val="00B0F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eaLnBrk="0" fontAlgn="base" hangingPunct="0">
              <a:spcBef>
                <a:spcPct val="0"/>
              </a:spcBef>
              <a:spcAft>
                <a:spcPct val="0"/>
              </a:spcAft>
            </a:pPr>
            <a:r>
              <a:rPr lang="zh-CN" altLang="en-US" sz="2000" b="1" dirty="0">
                <a:solidFill>
                  <a:srgbClr val="C00000"/>
                </a:solidFill>
                <a:latin typeface="Arial" panose="020B0604020202090204" pitchFamily="34" charset="0"/>
                <a:ea typeface="宋体" pitchFamily="2" charset="-122"/>
              </a:rPr>
              <a:t>如何获取程序的实际运行时间？</a:t>
            </a:r>
            <a:endParaRPr lang="zh-CN" altLang="en-US" sz="2000" b="1" dirty="0">
              <a:solidFill>
                <a:srgbClr val="C00000"/>
              </a:solidFill>
              <a:latin typeface="Arial" panose="020B0604020202090204" pitchFamily="34" charset="0"/>
              <a:ea typeface="宋体"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0"/>
          <p:cNvGrpSpPr/>
          <p:nvPr/>
        </p:nvGrpSpPr>
        <p:grpSpPr bwMode="auto">
          <a:xfrm>
            <a:off x="2249487" y="2060848"/>
            <a:ext cx="7693025" cy="1981200"/>
            <a:chOff x="624" y="240"/>
            <a:chExt cx="4800" cy="1248"/>
          </a:xfrm>
        </p:grpSpPr>
        <p:sp>
          <p:nvSpPr>
            <p:cNvPr id="76807" name="Rectangle 41"/>
            <p:cNvSpPr>
              <a:spLocks noChangeArrowheads="1"/>
            </p:cNvSpPr>
            <p:nvPr/>
          </p:nvSpPr>
          <p:spPr bwMode="auto">
            <a:xfrm>
              <a:off x="624" y="240"/>
              <a:ext cx="4800" cy="1248"/>
            </a:xfrm>
            <a:prstGeom prst="rect">
              <a:avLst/>
            </a:prstGeom>
            <a:solidFill>
              <a:srgbClr val="D5EAFF"/>
            </a:solidFill>
            <a:ln w="12700" cap="sq">
              <a:noFill/>
              <a:miter lim="800000"/>
            </a:ln>
            <a:effectLst>
              <a:outerShdw dist="188799" dir="2536421" algn="ctr" rotWithShape="0">
                <a:srgbClr val="B9B9B9"/>
              </a:outerShdw>
            </a:effectLst>
          </p:spPr>
          <p:txBody>
            <a:bodyPr wrap="none" anchor="ctr"/>
            <a:lstStyle/>
            <a:p>
              <a:endParaRPr lang="zh-CN" altLang="en-US"/>
            </a:p>
          </p:txBody>
        </p:sp>
        <p:sp>
          <p:nvSpPr>
            <p:cNvPr id="76808" name="Text Box 42"/>
            <p:cNvSpPr txBox="1">
              <a:spLocks noChangeArrowheads="1"/>
            </p:cNvSpPr>
            <p:nvPr/>
          </p:nvSpPr>
          <p:spPr bwMode="auto">
            <a:xfrm>
              <a:off x="965" y="404"/>
              <a:ext cx="4375" cy="965"/>
            </a:xfrm>
            <a:prstGeom prst="rect">
              <a:avLst/>
            </a:prstGeom>
            <a:noFill/>
            <a:ln w="12700" cap="sq">
              <a:noFill/>
              <a:miter lim="800000"/>
            </a:ln>
          </p:spPr>
          <p:txBody>
            <a:bodyPr>
              <a:spAutoFit/>
            </a:bodyPr>
            <a:lstStyle/>
            <a:p>
              <a:pPr fontAlgn="base">
                <a:lnSpc>
                  <a:spcPct val="90000"/>
                </a:lnSpc>
                <a:spcBef>
                  <a:spcPct val="0"/>
                </a:spcBef>
              </a:pPr>
              <a:r>
                <a:rPr lang="zh-CN" altLang="en-US" sz="2600">
                  <a:solidFill>
                    <a:srgbClr val="003399"/>
                  </a:solidFill>
                  <a:latin typeface="幼圆" pitchFamily="49" charset="-122"/>
                  <a:ea typeface="幼圆" pitchFamily="49" charset="-122"/>
                </a:rPr>
                <a:t>    已知顺序表中的每个数据元素为互不相等的整数。设计算法将其调整为两部分，使得左边所有元素为奇数，右边为偶数。分析算法的时间复杂度。</a:t>
              </a:r>
              <a:endParaRPr lang="en-US" altLang="zh-CN" sz="2600">
                <a:solidFill>
                  <a:srgbClr val="003399"/>
                </a:solidFill>
                <a:latin typeface="幼圆" pitchFamily="49" charset="-122"/>
                <a:ea typeface="幼圆" pitchFamily="49" charset="-122"/>
              </a:endParaRPr>
            </a:p>
          </p:txBody>
        </p:sp>
      </p:grpSp>
      <p:grpSp>
        <p:nvGrpSpPr>
          <p:cNvPr id="3" name="Group 49"/>
          <p:cNvGrpSpPr/>
          <p:nvPr/>
        </p:nvGrpSpPr>
        <p:grpSpPr bwMode="auto">
          <a:xfrm>
            <a:off x="1330323" y="1724299"/>
            <a:ext cx="2851150" cy="1033463"/>
            <a:chOff x="404" y="73"/>
            <a:chExt cx="1161" cy="651"/>
          </a:xfrm>
        </p:grpSpPr>
        <p:sp>
          <p:nvSpPr>
            <p:cNvPr id="76805" name="AutoShape 50"/>
            <p:cNvSpPr>
              <a:spLocks noChangeArrowheads="1"/>
            </p:cNvSpPr>
            <p:nvPr/>
          </p:nvSpPr>
          <p:spPr bwMode="auto">
            <a:xfrm>
              <a:off x="404" y="132"/>
              <a:ext cx="922" cy="592"/>
            </a:xfrm>
            <a:prstGeom prst="irregularSeal2">
              <a:avLst/>
            </a:prstGeom>
            <a:solidFill>
              <a:srgbClr val="CCFFFF"/>
            </a:solidFill>
            <a:ln w="69850" cap="sq">
              <a:solidFill>
                <a:srgbClr val="FFCC00"/>
              </a:solidFill>
              <a:miter lim="800000"/>
            </a:ln>
            <a:effectLst>
              <a:outerShdw dist="137372" dir="2021404" algn="ctr" rotWithShape="0">
                <a:srgbClr val="B9B9B9"/>
              </a:outerShdw>
            </a:effectLst>
          </p:spPr>
          <p:txBody>
            <a:bodyPr wrap="none" anchor="ctr"/>
            <a:lstStyle/>
            <a:p>
              <a:endParaRPr lang="zh-CN" altLang="en-US"/>
            </a:p>
          </p:txBody>
        </p:sp>
        <p:sp>
          <p:nvSpPr>
            <p:cNvPr id="76806" name="Rectangle 51"/>
            <p:cNvSpPr>
              <a:spLocks noChangeArrowheads="1"/>
            </p:cNvSpPr>
            <p:nvPr/>
          </p:nvSpPr>
          <p:spPr bwMode="auto">
            <a:xfrm rot="-63299">
              <a:off x="509" y="73"/>
              <a:ext cx="1056" cy="634"/>
            </a:xfrm>
            <a:prstGeom prst="rect">
              <a:avLst/>
            </a:prstGeom>
            <a:noFill/>
            <a:ln w="9525">
              <a:noFill/>
              <a:miter lim="800000"/>
            </a:ln>
            <a:effectLst>
              <a:outerShdw dist="35921" dir="2700000" algn="ctr" rotWithShape="0">
                <a:schemeClr val="bg1"/>
              </a:outerShdw>
            </a:effectLst>
          </p:spPr>
          <p:txBody>
            <a:bodyPr>
              <a:spAutoFit/>
            </a:bodyPr>
            <a:lstStyle/>
            <a:p>
              <a:r>
                <a:rPr kumimoji="1" lang="zh-CN" altLang="en-US" sz="6000" dirty="0">
                  <a:solidFill>
                    <a:srgbClr val="FF3300"/>
                  </a:solidFill>
                  <a:latin typeface="方正舒体" pitchFamily="2" charset="-122"/>
                  <a:ea typeface="华文新魏" pitchFamily="2" charset="-122"/>
                </a:rPr>
                <a:t>思考</a:t>
              </a:r>
              <a:endParaRPr kumimoji="1" lang="zh-CN" altLang="en-US" sz="6000" dirty="0">
                <a:solidFill>
                  <a:srgbClr val="FF3300"/>
                </a:solidFill>
                <a:latin typeface="黑体" panose="02010609060101010101" pitchFamily="2" charset="-122"/>
                <a:ea typeface="华文新魏"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ou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线性表顺序存储结构的优缺点</a:t>
            </a:r>
            <a:endParaRPr lang="zh-CN" altLang="en-US" dirty="0"/>
          </a:p>
        </p:txBody>
      </p:sp>
      <p:sp>
        <p:nvSpPr>
          <p:cNvPr id="3" name="内容占位符 2"/>
          <p:cNvSpPr>
            <a:spLocks noGrp="1"/>
          </p:cNvSpPr>
          <p:nvPr>
            <p:ph idx="1"/>
          </p:nvPr>
        </p:nvSpPr>
        <p:spPr>
          <a:xfrm>
            <a:off x="1277764" y="1519808"/>
            <a:ext cx="3954140" cy="4556125"/>
          </a:xfrm>
          <a:solidFill>
            <a:srgbClr val="92D050"/>
          </a:solidFill>
          <a:effectLst>
            <a:outerShdw blurRad="50800" dist="38100" dir="2700000" algn="tl" rotWithShape="0">
              <a:prstClr val="black">
                <a:alpha val="40000"/>
              </a:prstClr>
            </a:outerShdw>
          </a:effectLst>
        </p:spPr>
        <p:txBody>
          <a:bodyPr/>
          <a:lstStyle/>
          <a:p>
            <a:r>
              <a:rPr lang="zh-CN" altLang="en-US" dirty="0">
                <a:solidFill>
                  <a:srgbClr val="C00000"/>
                </a:solidFill>
              </a:rPr>
              <a:t>优点</a:t>
            </a:r>
            <a:endParaRPr lang="en-US" altLang="zh-CN" dirty="0">
              <a:solidFill>
                <a:srgbClr val="C00000"/>
              </a:solidFill>
            </a:endParaRPr>
          </a:p>
          <a:p>
            <a:pPr lvl="1"/>
            <a:r>
              <a:rPr lang="zh-CN" altLang="en-US" sz="2000" dirty="0">
                <a:solidFill>
                  <a:srgbClr val="C00000"/>
                </a:solidFill>
                <a:latin typeface="楷体" panose="02010609060101010101" pitchFamily="49" charset="-122"/>
                <a:ea typeface="楷体" panose="02010609060101010101" pitchFamily="49" charset="-122"/>
              </a:rPr>
              <a:t>构造原理简单（如用数组）</a:t>
            </a:r>
            <a:endParaRPr lang="en-US" altLang="zh-CN" sz="2000" dirty="0">
              <a:solidFill>
                <a:srgbClr val="C00000"/>
              </a:solidFill>
              <a:latin typeface="楷体" panose="02010609060101010101" pitchFamily="49" charset="-122"/>
              <a:ea typeface="楷体" panose="02010609060101010101" pitchFamily="49" charset="-122"/>
            </a:endParaRPr>
          </a:p>
          <a:p>
            <a:pPr lvl="1"/>
            <a:r>
              <a:rPr lang="zh-CN" altLang="en-US" sz="2000" dirty="0">
                <a:solidFill>
                  <a:srgbClr val="C00000"/>
                </a:solidFill>
                <a:latin typeface="楷体" panose="02010609060101010101" pitchFamily="49" charset="-122"/>
                <a:ea typeface="楷体" panose="02010609060101010101" pitchFamily="49" charset="-122"/>
              </a:rPr>
              <a:t>无须为表中元素之间的逻辑关系而增加额外的存储空间</a:t>
            </a:r>
            <a:endParaRPr lang="en-US" altLang="zh-CN" sz="2000" dirty="0">
              <a:solidFill>
                <a:srgbClr val="C00000"/>
              </a:solidFill>
              <a:latin typeface="楷体" panose="02010609060101010101" pitchFamily="49" charset="-122"/>
              <a:ea typeface="楷体" panose="02010609060101010101" pitchFamily="49" charset="-122"/>
            </a:endParaRPr>
          </a:p>
          <a:p>
            <a:pPr lvl="1"/>
            <a:r>
              <a:rPr lang="zh-CN" altLang="en-US" sz="2000" dirty="0">
                <a:solidFill>
                  <a:srgbClr val="C00000"/>
                </a:solidFill>
                <a:latin typeface="楷体" panose="02010609060101010101" pitchFamily="49" charset="-122"/>
                <a:ea typeface="楷体" panose="02010609060101010101" pitchFamily="49" charset="-122"/>
              </a:rPr>
              <a:t>可以快速地存取表中任一位置的元素。</a:t>
            </a:r>
            <a:endParaRPr lang="en-US" altLang="zh-CN" sz="2000" dirty="0">
              <a:solidFill>
                <a:srgbClr val="C00000"/>
              </a:solidFill>
              <a:latin typeface="楷体" panose="02010609060101010101" pitchFamily="49" charset="-122"/>
              <a:ea typeface="楷体" panose="02010609060101010101" pitchFamily="49" charset="-122"/>
            </a:endParaRPr>
          </a:p>
          <a:p>
            <a:pPr lvl="1"/>
            <a:r>
              <a:rPr lang="zh-CN" altLang="en-US" sz="2000" dirty="0">
                <a:solidFill>
                  <a:srgbClr val="C00000"/>
                </a:solidFill>
                <a:latin typeface="楷体" panose="02010609060101010101" pitchFamily="49" charset="-122"/>
                <a:ea typeface="楷体" panose="02010609060101010101" pitchFamily="49" charset="-122"/>
              </a:rPr>
              <a:t>可将数据组织成</a:t>
            </a:r>
            <a:r>
              <a:rPr lang="zh-CN" altLang="en-US" sz="2000" b="1" dirty="0">
                <a:solidFill>
                  <a:srgbClr val="C00000"/>
                </a:solidFill>
                <a:latin typeface="楷体" panose="02010609060101010101" pitchFamily="49" charset="-122"/>
                <a:ea typeface="楷体" panose="02010609060101010101" pitchFamily="49" charset="-122"/>
              </a:rPr>
              <a:t>有序表，</a:t>
            </a:r>
            <a:r>
              <a:rPr lang="zh-CN" altLang="en-US" sz="2000" dirty="0">
                <a:solidFill>
                  <a:srgbClr val="C00000"/>
                </a:solidFill>
                <a:latin typeface="楷体" panose="02010609060101010101" pitchFamily="49" charset="-122"/>
                <a:ea typeface="楷体" panose="02010609060101010101" pitchFamily="49" charset="-122"/>
              </a:rPr>
              <a:t>可用折半查找算法查找元素，</a:t>
            </a:r>
            <a:r>
              <a:rPr lang="zh-CN" altLang="en-US" sz="2000" b="1" dirty="0">
                <a:solidFill>
                  <a:srgbClr val="C00000"/>
                </a:solidFill>
                <a:latin typeface="楷体" panose="02010609060101010101" pitchFamily="49" charset="-122"/>
                <a:ea typeface="楷体" panose="02010609060101010101" pitchFamily="49" charset="-122"/>
              </a:rPr>
              <a:t>查找效率高</a:t>
            </a:r>
            <a:r>
              <a:rPr lang="zh-CN" altLang="en-US" sz="2000" dirty="0">
                <a:solidFill>
                  <a:srgbClr val="C00000"/>
                </a:solidFill>
                <a:latin typeface="楷体" panose="02010609060101010101" pitchFamily="49" charset="-122"/>
                <a:ea typeface="楷体" panose="02010609060101010101" pitchFamily="49" charset="-122"/>
              </a:rPr>
              <a:t>。</a:t>
            </a:r>
            <a:endParaRPr lang="zh-CN" altLang="en-US" sz="2000" dirty="0">
              <a:solidFill>
                <a:srgbClr val="C00000"/>
              </a:solidFill>
              <a:latin typeface="楷体" panose="02010609060101010101" pitchFamily="49" charset="-122"/>
              <a:ea typeface="楷体" panose="02010609060101010101" pitchFamily="49" charset="-122"/>
            </a:endParaRPr>
          </a:p>
        </p:txBody>
      </p:sp>
      <p:sp>
        <p:nvSpPr>
          <p:cNvPr id="4" name="灯片编号占位符 3"/>
          <p:cNvSpPr>
            <a:spLocks noGrp="1"/>
          </p:cNvSpPr>
          <p:nvPr>
            <p:ph type="sldNum" sz="quarter" idx="12"/>
          </p:nvPr>
        </p:nvSpPr>
        <p:spPr/>
        <p:txBody>
          <a:bodyPr/>
          <a:lstStyle/>
          <a:p>
            <a:pPr>
              <a:defRPr/>
            </a:pPr>
            <a:fld id="{116D1347-07F4-4751-9C03-6E7F30E2E01E}" type="slidenum">
              <a:rPr lang="zh-CN" altLang="en-US" smtClean="0"/>
            </a:fld>
            <a:endParaRPr lang="en-US" altLang="zh-CN"/>
          </a:p>
        </p:txBody>
      </p:sp>
      <p:sp>
        <p:nvSpPr>
          <p:cNvPr id="5" name="内容占位符 2"/>
          <p:cNvSpPr txBox="1"/>
          <p:nvPr/>
        </p:nvSpPr>
        <p:spPr bwMode="auto">
          <a:xfrm>
            <a:off x="5735960" y="1515616"/>
            <a:ext cx="3816424" cy="4556125"/>
          </a:xfrm>
          <a:prstGeom prst="rect">
            <a:avLst/>
          </a:prstGeom>
          <a:solidFill>
            <a:srgbClr val="FFC000"/>
          </a:solidFill>
          <a:ln w="9525">
            <a:noFill/>
            <a:miter lim="800000"/>
          </a:ln>
          <a:effectLst>
            <a:outerShdw blurRad="50800" dist="38100" dir="2700000" algn="tl" rotWithShape="0">
              <a:prstClr val="black">
                <a:alpha val="40000"/>
              </a:prstClr>
            </a:outerShdw>
          </a:effectLst>
        </p:spPr>
        <p:txBody>
          <a:bodyPr vert="horz" wrap="square" lIns="91440" tIns="45720" rIns="91440" bIns="45720" numCol="1" anchor="t" anchorCtr="0" compatLnSpc="1"/>
          <a:lstStyle/>
          <a:p>
            <a:pPr marL="279400" indent="-279400" fontAlgn="base">
              <a:lnSpc>
                <a:spcPct val="90000"/>
              </a:lnSpc>
              <a:spcBef>
                <a:spcPct val="60000"/>
              </a:spcBef>
              <a:spcAft>
                <a:spcPct val="0"/>
              </a:spcAft>
              <a:buClr>
                <a:srgbClr val="D60093"/>
              </a:buClr>
              <a:buSzPct val="70000"/>
              <a:buFont typeface="Wingdings" panose="05000000000000000000" pitchFamily="2" charset="2"/>
              <a:buChar char="n"/>
              <a:defRPr/>
            </a:pPr>
            <a:r>
              <a:rPr lang="zh-CN" altLang="en-US" sz="2400" b="1" kern="0" dirty="0"/>
              <a:t>缺点</a:t>
            </a:r>
            <a:endParaRPr lang="en-US" altLang="zh-CN" sz="2400" b="1" kern="0" dirty="0"/>
          </a:p>
          <a:p>
            <a:pPr marL="690880" lvl="1" indent="-297180" fontAlgn="base">
              <a:lnSpc>
                <a:spcPct val="90000"/>
              </a:lnSpc>
              <a:spcBef>
                <a:spcPct val="60000"/>
              </a:spcBef>
              <a:spcAft>
                <a:spcPct val="0"/>
              </a:spcAft>
              <a:buClr>
                <a:srgbClr val="D60093"/>
              </a:buClr>
              <a:buSzPct val="65000"/>
              <a:buFont typeface="Wingdings" panose="05000000000000000000" pitchFamily="2" charset="2"/>
              <a:buChar char="l"/>
            </a:pPr>
            <a:r>
              <a:rPr lang="zh-CN" altLang="en-US" sz="2000" kern="0" dirty="0">
                <a:latin typeface="楷体" panose="02010609060101010101" pitchFamily="49" charset="-122"/>
                <a:ea typeface="楷体" panose="02010609060101010101" pitchFamily="49" charset="-122"/>
              </a:rPr>
              <a:t>存储空间需要事先分配（容易造成表空间不够或浪费）</a:t>
            </a:r>
            <a:endParaRPr lang="en-US" altLang="zh-CN" sz="2000" kern="0" dirty="0">
              <a:latin typeface="楷体" panose="02010609060101010101" pitchFamily="49" charset="-122"/>
              <a:ea typeface="楷体" panose="02010609060101010101" pitchFamily="49" charset="-122"/>
            </a:endParaRPr>
          </a:p>
          <a:p>
            <a:pPr marL="690880" lvl="1" indent="-297180" fontAlgn="base">
              <a:lnSpc>
                <a:spcPct val="90000"/>
              </a:lnSpc>
              <a:spcBef>
                <a:spcPct val="60000"/>
              </a:spcBef>
              <a:spcAft>
                <a:spcPct val="0"/>
              </a:spcAft>
              <a:buClr>
                <a:srgbClr val="D60093"/>
              </a:buClr>
              <a:buSzPct val="65000"/>
              <a:buFont typeface="Wingdings" panose="05000000000000000000" pitchFamily="2" charset="2"/>
              <a:buChar char="l"/>
            </a:pPr>
            <a:r>
              <a:rPr lang="zh-CN" altLang="en-US" sz="2000" kern="0" dirty="0">
                <a:latin typeface="楷体" panose="02010609060101010101" pitchFamily="49" charset="-122"/>
                <a:ea typeface="楷体" panose="02010609060101010101" pitchFamily="49" charset="-122"/>
              </a:rPr>
              <a:t>需要一块地址连续的存储空间</a:t>
            </a:r>
            <a:endParaRPr lang="en-US" altLang="zh-CN" sz="2000" kern="0" dirty="0">
              <a:latin typeface="楷体" panose="02010609060101010101" pitchFamily="49" charset="-122"/>
              <a:ea typeface="楷体" panose="02010609060101010101" pitchFamily="49" charset="-122"/>
            </a:endParaRPr>
          </a:p>
          <a:p>
            <a:pPr marL="690880" lvl="1" indent="-297180" fontAlgn="base">
              <a:lnSpc>
                <a:spcPct val="90000"/>
              </a:lnSpc>
              <a:spcBef>
                <a:spcPct val="60000"/>
              </a:spcBef>
              <a:spcAft>
                <a:spcPct val="0"/>
              </a:spcAft>
              <a:buClr>
                <a:srgbClr val="D60093"/>
              </a:buClr>
              <a:buSzPct val="65000"/>
              <a:buFont typeface="Wingdings" panose="05000000000000000000" pitchFamily="2" charset="2"/>
              <a:buChar char="l"/>
            </a:pPr>
            <a:r>
              <a:rPr lang="zh-CN" altLang="en-US" sz="2000" b="1" kern="0" dirty="0">
                <a:latin typeface="楷体" panose="02010609060101010101" pitchFamily="49" charset="-122"/>
                <a:ea typeface="楷体" panose="02010609060101010101" pitchFamily="49" charset="-122"/>
              </a:rPr>
              <a:t>插入和删除操作需要移动大量元素</a:t>
            </a:r>
            <a:r>
              <a:rPr lang="zh-CN" altLang="en-US" sz="2000" kern="0" dirty="0">
                <a:latin typeface="楷体" panose="02010609060101010101" pitchFamily="49" charset="-122"/>
                <a:ea typeface="楷体" panose="02010609060101010101" pitchFamily="49" charset="-122"/>
              </a:rPr>
              <a:t>，效率低。</a:t>
            </a:r>
            <a:endParaRPr lang="en-US" altLang="zh-CN" sz="2000" kern="0" dirty="0">
              <a:latin typeface="楷体" panose="02010609060101010101" pitchFamily="49" charset="-122"/>
              <a:ea typeface="楷体" panose="02010609060101010101" pitchFamily="49" charset="-122"/>
            </a:endParaRPr>
          </a:p>
          <a:p>
            <a:pPr marL="690880" lvl="1" indent="-297180" fontAlgn="base">
              <a:lnSpc>
                <a:spcPct val="90000"/>
              </a:lnSpc>
              <a:spcBef>
                <a:spcPct val="60000"/>
              </a:spcBef>
              <a:spcAft>
                <a:spcPct val="0"/>
              </a:spcAft>
              <a:buClr>
                <a:srgbClr val="D60093"/>
              </a:buClr>
              <a:buSzPct val="65000"/>
              <a:buFont typeface="Wingdings" panose="05000000000000000000" pitchFamily="2" charset="2"/>
              <a:buChar char="l"/>
              <a:defRPr/>
            </a:pPr>
            <a:endParaRPr lang="zh-CN" altLang="en-US" sz="2000" kern="0" dirty="0">
              <a:solidFill>
                <a:srgbClr val="C00000"/>
              </a:solidFill>
              <a:latin typeface="楷体" panose="02010609060101010101" pitchFamily="49" charset="-122"/>
              <a:ea typeface="楷体" panose="02010609060101010101" pitchFamily="49" charset="-122"/>
            </a:endParaRPr>
          </a:p>
        </p:txBody>
      </p:sp>
    </p:spTree>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10"/>
          <p:cNvGrpSpPr/>
          <p:nvPr/>
        </p:nvGrpSpPr>
        <p:grpSpPr bwMode="auto">
          <a:xfrm>
            <a:off x="2135560" y="1101980"/>
            <a:ext cx="6705600" cy="3048000"/>
            <a:chOff x="864" y="1344"/>
            <a:chExt cx="4224" cy="1920"/>
          </a:xfrm>
        </p:grpSpPr>
        <p:sp>
          <p:nvSpPr>
            <p:cNvPr id="77867" name="Oval 2"/>
            <p:cNvSpPr>
              <a:spLocks noChangeArrowheads="1"/>
            </p:cNvSpPr>
            <p:nvPr/>
          </p:nvSpPr>
          <p:spPr bwMode="auto">
            <a:xfrm>
              <a:off x="864" y="1536"/>
              <a:ext cx="4224" cy="1728"/>
            </a:xfrm>
            <a:prstGeom prst="ellipse">
              <a:avLst/>
            </a:prstGeom>
            <a:solidFill>
              <a:srgbClr val="CCFFFF"/>
            </a:solidFill>
            <a:ln w="9525">
              <a:noFill/>
              <a:round/>
            </a:ln>
            <a:effectLst>
              <a:outerShdw dist="170861" dir="2880767" algn="ctr" rotWithShape="0">
                <a:srgbClr val="B2B2B2"/>
              </a:outerShdw>
            </a:effectLst>
          </p:spPr>
          <p:txBody>
            <a:bodyPr wrap="none" anchor="ctr"/>
            <a:lstStyle/>
            <a:p>
              <a:endParaRPr lang="zh-CN" altLang="en-US"/>
            </a:p>
          </p:txBody>
        </p:sp>
        <p:sp>
          <p:nvSpPr>
            <p:cNvPr id="77868" name="Rectangle 3"/>
            <p:cNvSpPr>
              <a:spLocks noChangeArrowheads="1"/>
            </p:cNvSpPr>
            <p:nvPr/>
          </p:nvSpPr>
          <p:spPr bwMode="auto">
            <a:xfrm>
              <a:off x="1296" y="1920"/>
              <a:ext cx="3456" cy="1056"/>
            </a:xfrm>
            <a:prstGeom prst="rect">
              <a:avLst/>
            </a:prstGeom>
            <a:noFill/>
            <a:ln w="9525">
              <a:noFill/>
              <a:miter lim="800000"/>
            </a:ln>
          </p:spPr>
          <p:txBody>
            <a:bodyPr lIns="92075" tIns="46038" rIns="92075" bIns="46038"/>
            <a:lstStyle/>
            <a:p>
              <a:pPr marL="342900" indent="-342900" fontAlgn="base">
                <a:spcBef>
                  <a:spcPct val="0"/>
                </a:spcBef>
                <a:buClr>
                  <a:schemeClr val="tx2"/>
                </a:buClr>
              </a:pPr>
              <a:r>
                <a:rPr kumimoji="1" lang="zh-CN" altLang="en-US" sz="3000">
                  <a:solidFill>
                    <a:srgbClr val="003399"/>
                  </a:solidFill>
                </a:rPr>
                <a:t>1.  </a:t>
              </a:r>
              <a:r>
                <a:rPr kumimoji="1" lang="zh-CN" altLang="en-US" sz="3000">
                  <a:solidFill>
                    <a:srgbClr val="003399"/>
                  </a:solidFill>
                  <a:ea typeface="幼圆" pitchFamily="49" charset="-122"/>
                </a:rPr>
                <a:t>线性链表的构造原理</a:t>
              </a:r>
              <a:endParaRPr kumimoji="1" lang="zh-CN" altLang="en-US" sz="3000">
                <a:solidFill>
                  <a:srgbClr val="003399"/>
                </a:solidFill>
                <a:ea typeface="幼圆" pitchFamily="49" charset="-122"/>
              </a:endParaRPr>
            </a:p>
            <a:p>
              <a:pPr marL="342900" indent="-342900" fontAlgn="base">
                <a:spcBef>
                  <a:spcPct val="0"/>
                </a:spcBef>
                <a:buClr>
                  <a:schemeClr val="tx2"/>
                </a:buClr>
              </a:pPr>
              <a:r>
                <a:rPr kumimoji="1" lang="zh-CN" altLang="en-US" sz="3000">
                  <a:solidFill>
                    <a:srgbClr val="003399"/>
                  </a:solidFill>
                </a:rPr>
                <a:t>2.  </a:t>
              </a:r>
              <a:r>
                <a:rPr kumimoji="1" lang="zh-CN" altLang="en-US" sz="3000">
                  <a:solidFill>
                    <a:srgbClr val="003399"/>
                  </a:solidFill>
                  <a:ea typeface="幼圆" pitchFamily="49" charset="-122"/>
                </a:rPr>
                <a:t>几个常用符号的说明</a:t>
              </a:r>
              <a:endParaRPr kumimoji="1" lang="zh-CN" altLang="en-US" sz="3000">
                <a:solidFill>
                  <a:srgbClr val="003399"/>
                </a:solidFill>
                <a:ea typeface="幼圆" pitchFamily="49" charset="-122"/>
              </a:endParaRPr>
            </a:p>
            <a:p>
              <a:pPr marL="342900" indent="-342900" fontAlgn="base">
                <a:spcBef>
                  <a:spcPct val="0"/>
                </a:spcBef>
                <a:buClr>
                  <a:schemeClr val="tx2"/>
                </a:buClr>
              </a:pPr>
              <a:r>
                <a:rPr kumimoji="1" lang="zh-CN" altLang="en-US" sz="3000">
                  <a:solidFill>
                    <a:srgbClr val="003399"/>
                  </a:solidFill>
                </a:rPr>
                <a:t>3.  </a:t>
              </a:r>
              <a:r>
                <a:rPr kumimoji="1" lang="zh-CN" altLang="en-US" sz="3000">
                  <a:solidFill>
                    <a:srgbClr val="003399"/>
                  </a:solidFill>
                  <a:latin typeface="幼圆" pitchFamily="49" charset="-122"/>
                  <a:ea typeface="幼圆" pitchFamily="49" charset="-122"/>
                </a:rPr>
                <a:t>线性链表的有关(操作)算法</a:t>
              </a:r>
              <a:endParaRPr kumimoji="1" lang="zh-CN" altLang="en-US" sz="3000">
                <a:solidFill>
                  <a:srgbClr val="003399"/>
                </a:solidFill>
                <a:latin typeface="幼圆" pitchFamily="49" charset="-122"/>
                <a:ea typeface="幼圆" pitchFamily="49" charset="-122"/>
              </a:endParaRPr>
            </a:p>
          </p:txBody>
        </p:sp>
        <p:sp>
          <p:nvSpPr>
            <p:cNvPr id="77869" name="AutoShape 52"/>
            <p:cNvSpPr>
              <a:spLocks noChangeArrowheads="1"/>
            </p:cNvSpPr>
            <p:nvPr/>
          </p:nvSpPr>
          <p:spPr bwMode="auto">
            <a:xfrm>
              <a:off x="912" y="1344"/>
              <a:ext cx="2496" cy="432"/>
            </a:xfrm>
            <a:prstGeom prst="cloudCallout">
              <a:avLst>
                <a:gd name="adj1" fmla="val 25639"/>
                <a:gd name="adj2" fmla="val 68519"/>
              </a:avLst>
            </a:prstGeom>
            <a:solidFill>
              <a:srgbClr val="FFFFFF"/>
            </a:solidFill>
            <a:ln w="25400" cap="sq">
              <a:solidFill>
                <a:srgbClr val="C0C0C0"/>
              </a:solidFill>
              <a:round/>
            </a:ln>
            <a:effectLst>
              <a:outerShdw dist="104727" dir="842175" algn="ctr" rotWithShape="0">
                <a:srgbClr val="B2B2B2"/>
              </a:outerShdw>
            </a:effectLst>
          </p:spPr>
          <p:txBody>
            <a:bodyPr anchor="ctr"/>
            <a:lstStyle/>
            <a:p>
              <a:pPr algn="ctr"/>
              <a:endParaRPr lang="zh-CN" altLang="en-US" sz="2600" i="1"/>
            </a:p>
          </p:txBody>
        </p:sp>
        <p:sp>
          <p:nvSpPr>
            <p:cNvPr id="77870" name="Text Box 53"/>
            <p:cNvSpPr txBox="1">
              <a:spLocks noChangeArrowheads="1"/>
            </p:cNvSpPr>
            <p:nvPr/>
          </p:nvSpPr>
          <p:spPr bwMode="auto">
            <a:xfrm>
              <a:off x="1176" y="1354"/>
              <a:ext cx="2124" cy="356"/>
            </a:xfrm>
            <a:prstGeom prst="rect">
              <a:avLst/>
            </a:prstGeom>
            <a:noFill/>
            <a:ln w="12700" cap="sq">
              <a:noFill/>
              <a:miter lim="800000"/>
            </a:ln>
          </p:spPr>
          <p:txBody>
            <a:bodyPr>
              <a:spAutoFit/>
            </a:bodyPr>
            <a:lstStyle/>
            <a:p>
              <a:r>
                <a:rPr kumimoji="1" lang="zh-CN" altLang="en-US" sz="3100" i="1">
                  <a:solidFill>
                    <a:srgbClr val="003399"/>
                  </a:solidFill>
                  <a:ea typeface="黑体" panose="02010609060101010101" pitchFamily="2" charset="-122"/>
                </a:rPr>
                <a:t>将要讨论的内容</a:t>
              </a:r>
              <a:endParaRPr lang="zh-CN" altLang="en-US" sz="3100" i="1">
                <a:solidFill>
                  <a:srgbClr val="003399"/>
                </a:solidFill>
                <a:ea typeface="黑体" panose="02010609060101010101" pitchFamily="2" charset="-122"/>
              </a:endParaRPr>
            </a:p>
          </p:txBody>
        </p:sp>
      </p:grpSp>
      <p:grpSp>
        <p:nvGrpSpPr>
          <p:cNvPr id="3" name="Group 109"/>
          <p:cNvGrpSpPr/>
          <p:nvPr/>
        </p:nvGrpSpPr>
        <p:grpSpPr bwMode="auto">
          <a:xfrm>
            <a:off x="910010" y="20892"/>
            <a:ext cx="6697439" cy="762000"/>
            <a:chOff x="336" y="480"/>
            <a:chExt cx="3348" cy="480"/>
          </a:xfrm>
        </p:grpSpPr>
        <p:sp>
          <p:nvSpPr>
            <p:cNvPr id="77865" name="Rectangle 57"/>
            <p:cNvSpPr>
              <a:spLocks noChangeArrowheads="1"/>
            </p:cNvSpPr>
            <p:nvPr/>
          </p:nvSpPr>
          <p:spPr bwMode="auto">
            <a:xfrm>
              <a:off x="336" y="480"/>
              <a:ext cx="3216" cy="480"/>
            </a:xfrm>
            <a:prstGeom prst="rect">
              <a:avLst/>
            </a:prstGeom>
            <a:solidFill>
              <a:srgbClr val="9BECFF"/>
            </a:solidFill>
            <a:ln w="12700" cap="sq">
              <a:noFill/>
              <a:miter lim="800000"/>
            </a:ln>
            <a:effectLst>
              <a:outerShdw dist="152928" dir="2498012" algn="ctr" rotWithShape="0">
                <a:srgbClr val="B2B2B2"/>
              </a:outerShdw>
            </a:effectLst>
          </p:spPr>
          <p:txBody>
            <a:bodyPr wrap="none" anchor="ctr"/>
            <a:lstStyle/>
            <a:p>
              <a:endParaRPr lang="zh-CN" altLang="en-US"/>
            </a:p>
          </p:txBody>
        </p:sp>
        <p:sp>
          <p:nvSpPr>
            <p:cNvPr id="77866" name="Rectangle 58"/>
            <p:cNvSpPr>
              <a:spLocks noChangeArrowheads="1"/>
            </p:cNvSpPr>
            <p:nvPr/>
          </p:nvSpPr>
          <p:spPr bwMode="auto">
            <a:xfrm>
              <a:off x="390" y="538"/>
              <a:ext cx="3294" cy="407"/>
            </a:xfrm>
            <a:prstGeom prst="rect">
              <a:avLst/>
            </a:prstGeom>
            <a:noFill/>
            <a:ln w="12700" cap="sq">
              <a:noFill/>
              <a:miter lim="800000"/>
            </a:ln>
            <a:effectLst>
              <a:outerShdw dist="17961" dir="2700000" algn="ctr" rotWithShape="0">
                <a:schemeClr val="bg1"/>
              </a:outerShdw>
            </a:effectLst>
          </p:spPr>
          <p:txBody>
            <a:bodyPr>
              <a:spAutoFit/>
            </a:bodyPr>
            <a:lstStyle/>
            <a:p>
              <a:r>
                <a:rPr kumimoji="1" lang="zh-CN" altLang="en-US" sz="3600" dirty="0">
                  <a:solidFill>
                    <a:srgbClr val="FF3300"/>
                  </a:solidFill>
                </a:rPr>
                <a:t> </a:t>
              </a:r>
              <a:r>
                <a:rPr kumimoji="1" lang="zh-CN" altLang="en-US" sz="3600" b="1" dirty="0">
                  <a:solidFill>
                    <a:srgbClr val="FF3300"/>
                  </a:solidFill>
                </a:rPr>
                <a:t>2.3  线性表的链式存储结构</a:t>
              </a:r>
              <a:endParaRPr kumimoji="1" lang="zh-CN" altLang="en-US" sz="3600" b="1" dirty="0">
                <a:solidFill>
                  <a:srgbClr val="FF3300"/>
                </a:solidFill>
              </a:endParaRPr>
            </a:p>
          </p:txBody>
        </p:sp>
      </p:grpSp>
      <p:grpSp>
        <p:nvGrpSpPr>
          <p:cNvPr id="4" name="Group 147"/>
          <p:cNvGrpSpPr/>
          <p:nvPr/>
        </p:nvGrpSpPr>
        <p:grpSpPr bwMode="auto">
          <a:xfrm>
            <a:off x="2105398" y="3924555"/>
            <a:ext cx="7302500" cy="2578100"/>
            <a:chOff x="911" y="2623"/>
            <a:chExt cx="4600" cy="1624"/>
          </a:xfrm>
        </p:grpSpPr>
        <p:grpSp>
          <p:nvGrpSpPr>
            <p:cNvPr id="5" name="Group 111"/>
            <p:cNvGrpSpPr/>
            <p:nvPr/>
          </p:nvGrpSpPr>
          <p:grpSpPr bwMode="auto">
            <a:xfrm>
              <a:off x="965" y="2936"/>
              <a:ext cx="4546" cy="575"/>
              <a:chOff x="912" y="2409"/>
              <a:chExt cx="4546" cy="575"/>
            </a:xfrm>
          </p:grpSpPr>
          <p:sp>
            <p:nvSpPr>
              <p:cNvPr id="77849" name="Text Box 112"/>
              <p:cNvSpPr txBox="1">
                <a:spLocks noChangeArrowheads="1"/>
              </p:cNvSpPr>
              <p:nvPr/>
            </p:nvSpPr>
            <p:spPr bwMode="auto">
              <a:xfrm>
                <a:off x="965" y="2753"/>
                <a:ext cx="4493" cy="231"/>
              </a:xfrm>
              <a:prstGeom prst="rect">
                <a:avLst/>
              </a:prstGeom>
              <a:noFill/>
              <a:ln w="9525">
                <a:noFill/>
                <a:miter lim="800000"/>
              </a:ln>
            </p:spPr>
            <p:txBody>
              <a:bodyPr>
                <a:spAutoFit/>
              </a:bodyPr>
              <a:lstStyle/>
              <a:p>
                <a:r>
                  <a:rPr lang="en-US" altLang="zh-CN">
                    <a:solidFill>
                      <a:srgbClr val="000000"/>
                    </a:solidFill>
                    <a:ea typeface="宋体" pitchFamily="2" charset="-122"/>
                  </a:rPr>
                  <a:t>0       1      2      3     </a:t>
                </a:r>
                <a:r>
                  <a:rPr lang="en-US" altLang="zh-CN">
                    <a:solidFill>
                      <a:srgbClr val="000000"/>
                    </a:solidFill>
                    <a:ea typeface="宋体" pitchFamily="2" charset="-122"/>
                    <a:cs typeface="Times New Roman" panose="02020503050405090304" pitchFamily="18" charset="0"/>
                  </a:rPr>
                  <a:t>…</a:t>
                </a:r>
                <a:r>
                  <a:rPr lang="en-US" altLang="zh-CN">
                    <a:solidFill>
                      <a:srgbClr val="000000"/>
                    </a:solidFill>
                    <a:ea typeface="宋体" pitchFamily="2" charset="-122"/>
                  </a:rPr>
                  <a:t>      n-2    n-1    n    n+1      …   MaxSize-1</a:t>
                </a:r>
                <a:endParaRPr lang="en-US" altLang="zh-CN" baseline="-44000">
                  <a:solidFill>
                    <a:srgbClr val="000000"/>
                  </a:solidFill>
                  <a:ea typeface="宋体" pitchFamily="2" charset="-122"/>
                </a:endParaRPr>
              </a:p>
            </p:txBody>
          </p:sp>
          <p:sp>
            <p:nvSpPr>
              <p:cNvPr id="77850" name="Line 113"/>
              <p:cNvSpPr>
                <a:spLocks noChangeShapeType="1"/>
              </p:cNvSpPr>
              <p:nvPr/>
            </p:nvSpPr>
            <p:spPr bwMode="auto">
              <a:xfrm flipV="1">
                <a:off x="4279" y="2439"/>
                <a:ext cx="544" cy="0"/>
              </a:xfrm>
              <a:prstGeom prst="line">
                <a:avLst/>
              </a:prstGeom>
              <a:noFill/>
              <a:ln w="28575" cap="sq">
                <a:solidFill>
                  <a:srgbClr val="333399"/>
                </a:solidFill>
                <a:round/>
              </a:ln>
            </p:spPr>
            <p:txBody>
              <a:bodyPr wrap="none" anchor="ctr"/>
              <a:lstStyle/>
              <a:p>
                <a:endParaRPr lang="zh-CN" altLang="en-US"/>
              </a:p>
            </p:txBody>
          </p:sp>
          <p:sp>
            <p:nvSpPr>
              <p:cNvPr id="77851" name="Line 114"/>
              <p:cNvSpPr>
                <a:spLocks noChangeShapeType="1"/>
              </p:cNvSpPr>
              <p:nvPr/>
            </p:nvSpPr>
            <p:spPr bwMode="auto">
              <a:xfrm>
                <a:off x="4202" y="2774"/>
                <a:ext cx="726" cy="0"/>
              </a:xfrm>
              <a:prstGeom prst="line">
                <a:avLst/>
              </a:prstGeom>
              <a:noFill/>
              <a:ln w="28575" cap="sq">
                <a:solidFill>
                  <a:srgbClr val="333399"/>
                </a:solidFill>
                <a:round/>
              </a:ln>
            </p:spPr>
            <p:txBody>
              <a:bodyPr wrap="none" anchor="ctr"/>
              <a:lstStyle/>
              <a:p>
                <a:endParaRPr lang="zh-CN" altLang="en-US"/>
              </a:p>
            </p:txBody>
          </p:sp>
          <p:sp>
            <p:nvSpPr>
              <p:cNvPr id="77852" name="Rectangle 115"/>
              <p:cNvSpPr>
                <a:spLocks noChangeArrowheads="1"/>
              </p:cNvSpPr>
              <p:nvPr/>
            </p:nvSpPr>
            <p:spPr bwMode="auto">
              <a:xfrm>
                <a:off x="912" y="2441"/>
                <a:ext cx="2208" cy="336"/>
              </a:xfrm>
              <a:prstGeom prst="rect">
                <a:avLst/>
              </a:prstGeom>
              <a:solidFill>
                <a:srgbClr val="FFFFFF"/>
              </a:solidFill>
              <a:ln w="28575" cap="sq">
                <a:solidFill>
                  <a:srgbClr val="000080"/>
                </a:solidFill>
                <a:miter lim="800000"/>
              </a:ln>
            </p:spPr>
            <p:txBody>
              <a:bodyPr wrap="none" anchor="ctr"/>
              <a:lstStyle/>
              <a:p>
                <a:endParaRPr lang="zh-CN" altLang="en-US"/>
              </a:p>
            </p:txBody>
          </p:sp>
          <p:sp>
            <p:nvSpPr>
              <p:cNvPr id="77853" name="Line 116"/>
              <p:cNvSpPr>
                <a:spLocks noChangeShapeType="1"/>
              </p:cNvSpPr>
              <p:nvPr/>
            </p:nvSpPr>
            <p:spPr bwMode="auto">
              <a:xfrm>
                <a:off x="1224" y="2441"/>
                <a:ext cx="0" cy="336"/>
              </a:xfrm>
              <a:prstGeom prst="line">
                <a:avLst/>
              </a:prstGeom>
              <a:noFill/>
              <a:ln w="25400" cap="sq">
                <a:solidFill>
                  <a:srgbClr val="333399"/>
                </a:solidFill>
                <a:round/>
              </a:ln>
            </p:spPr>
            <p:txBody>
              <a:bodyPr wrap="none" anchor="ctr"/>
              <a:lstStyle/>
              <a:p>
                <a:endParaRPr lang="zh-CN" altLang="en-US"/>
              </a:p>
            </p:txBody>
          </p:sp>
          <p:sp>
            <p:nvSpPr>
              <p:cNvPr id="77854" name="Line 117"/>
              <p:cNvSpPr>
                <a:spLocks noChangeShapeType="1"/>
              </p:cNvSpPr>
              <p:nvPr/>
            </p:nvSpPr>
            <p:spPr bwMode="auto">
              <a:xfrm>
                <a:off x="1524" y="2441"/>
                <a:ext cx="0" cy="336"/>
              </a:xfrm>
              <a:prstGeom prst="line">
                <a:avLst/>
              </a:prstGeom>
              <a:noFill/>
              <a:ln w="25400" cap="sq">
                <a:solidFill>
                  <a:srgbClr val="333399"/>
                </a:solidFill>
                <a:round/>
              </a:ln>
            </p:spPr>
            <p:txBody>
              <a:bodyPr wrap="none" anchor="ctr"/>
              <a:lstStyle/>
              <a:p>
                <a:endParaRPr lang="zh-CN" altLang="en-US"/>
              </a:p>
            </p:txBody>
          </p:sp>
          <p:sp>
            <p:nvSpPr>
              <p:cNvPr id="77855" name="Line 118"/>
              <p:cNvSpPr>
                <a:spLocks noChangeShapeType="1"/>
              </p:cNvSpPr>
              <p:nvPr/>
            </p:nvSpPr>
            <p:spPr bwMode="auto">
              <a:xfrm>
                <a:off x="1836" y="2441"/>
                <a:ext cx="0" cy="336"/>
              </a:xfrm>
              <a:prstGeom prst="line">
                <a:avLst/>
              </a:prstGeom>
              <a:noFill/>
              <a:ln w="25400" cap="sq">
                <a:solidFill>
                  <a:srgbClr val="333399"/>
                </a:solidFill>
                <a:round/>
              </a:ln>
            </p:spPr>
            <p:txBody>
              <a:bodyPr wrap="none" anchor="ctr"/>
              <a:lstStyle/>
              <a:p>
                <a:endParaRPr lang="zh-CN" altLang="en-US"/>
              </a:p>
            </p:txBody>
          </p:sp>
          <p:sp>
            <p:nvSpPr>
              <p:cNvPr id="77856" name="Line 119"/>
              <p:cNvSpPr>
                <a:spLocks noChangeShapeType="1"/>
              </p:cNvSpPr>
              <p:nvPr/>
            </p:nvSpPr>
            <p:spPr bwMode="auto">
              <a:xfrm>
                <a:off x="2808" y="2441"/>
                <a:ext cx="0" cy="336"/>
              </a:xfrm>
              <a:prstGeom prst="line">
                <a:avLst/>
              </a:prstGeom>
              <a:noFill/>
              <a:ln w="25400" cap="sq">
                <a:solidFill>
                  <a:srgbClr val="333399"/>
                </a:solidFill>
                <a:round/>
              </a:ln>
            </p:spPr>
            <p:txBody>
              <a:bodyPr wrap="none" anchor="ctr"/>
              <a:lstStyle/>
              <a:p>
                <a:endParaRPr lang="zh-CN" altLang="en-US"/>
              </a:p>
            </p:txBody>
          </p:sp>
          <p:sp>
            <p:nvSpPr>
              <p:cNvPr id="77857" name="Line 120"/>
              <p:cNvSpPr>
                <a:spLocks noChangeShapeType="1"/>
              </p:cNvSpPr>
              <p:nvPr/>
            </p:nvSpPr>
            <p:spPr bwMode="auto">
              <a:xfrm>
                <a:off x="2496" y="2441"/>
                <a:ext cx="0" cy="336"/>
              </a:xfrm>
              <a:prstGeom prst="line">
                <a:avLst/>
              </a:prstGeom>
              <a:noFill/>
              <a:ln w="25400" cap="sq">
                <a:solidFill>
                  <a:srgbClr val="333399"/>
                </a:solidFill>
                <a:round/>
              </a:ln>
            </p:spPr>
            <p:txBody>
              <a:bodyPr wrap="none" anchor="ctr"/>
              <a:lstStyle/>
              <a:p>
                <a:endParaRPr lang="zh-CN" altLang="en-US"/>
              </a:p>
            </p:txBody>
          </p:sp>
          <p:sp>
            <p:nvSpPr>
              <p:cNvPr id="77858" name="Rectangle 121"/>
              <p:cNvSpPr>
                <a:spLocks noChangeArrowheads="1"/>
              </p:cNvSpPr>
              <p:nvPr/>
            </p:nvSpPr>
            <p:spPr bwMode="auto">
              <a:xfrm>
                <a:off x="1921" y="2409"/>
                <a:ext cx="509" cy="310"/>
              </a:xfrm>
              <a:prstGeom prst="rect">
                <a:avLst/>
              </a:prstGeom>
              <a:noFill/>
              <a:ln w="12700" cap="sq">
                <a:noFill/>
                <a:miter lim="800000"/>
              </a:ln>
            </p:spPr>
            <p:txBody>
              <a:bodyPr wrap="none">
                <a:spAutoFit/>
              </a:bodyPr>
              <a:lstStyle/>
              <a:p>
                <a:pPr algn="ctr"/>
                <a:r>
                  <a:rPr kumimoji="1" lang="zh-CN" altLang="en-US" sz="2600">
                    <a:solidFill>
                      <a:srgbClr val="000099"/>
                    </a:solidFill>
                    <a:ea typeface="宋体" pitchFamily="2" charset="-122"/>
                  </a:rPr>
                  <a:t>… …</a:t>
                </a:r>
                <a:endParaRPr kumimoji="1" lang="zh-CN" altLang="en-US" sz="2600">
                  <a:solidFill>
                    <a:srgbClr val="000099"/>
                  </a:solidFill>
                  <a:ea typeface="宋体" pitchFamily="2" charset="-122"/>
                </a:endParaRPr>
              </a:p>
            </p:txBody>
          </p:sp>
          <p:sp>
            <p:nvSpPr>
              <p:cNvPr id="77859" name="Rectangle 122"/>
              <p:cNvSpPr>
                <a:spLocks noChangeArrowheads="1"/>
              </p:cNvSpPr>
              <p:nvPr/>
            </p:nvSpPr>
            <p:spPr bwMode="auto">
              <a:xfrm>
                <a:off x="3120" y="2441"/>
                <a:ext cx="1152" cy="336"/>
              </a:xfrm>
              <a:prstGeom prst="rect">
                <a:avLst/>
              </a:prstGeom>
              <a:solidFill>
                <a:srgbClr val="FFFFFF"/>
              </a:solidFill>
              <a:ln w="28575" cap="sq">
                <a:solidFill>
                  <a:srgbClr val="000080"/>
                </a:solidFill>
                <a:miter lim="800000"/>
              </a:ln>
            </p:spPr>
            <p:txBody>
              <a:bodyPr wrap="none" anchor="ctr"/>
              <a:lstStyle/>
              <a:p>
                <a:endParaRPr lang="zh-CN" altLang="en-US"/>
              </a:p>
            </p:txBody>
          </p:sp>
          <p:sp>
            <p:nvSpPr>
              <p:cNvPr id="77860" name="Line 123"/>
              <p:cNvSpPr>
                <a:spLocks noChangeShapeType="1"/>
              </p:cNvSpPr>
              <p:nvPr/>
            </p:nvSpPr>
            <p:spPr bwMode="auto">
              <a:xfrm>
                <a:off x="3420" y="2441"/>
                <a:ext cx="0" cy="336"/>
              </a:xfrm>
              <a:prstGeom prst="line">
                <a:avLst/>
              </a:prstGeom>
              <a:noFill/>
              <a:ln w="25400" cap="sq">
                <a:solidFill>
                  <a:srgbClr val="333399"/>
                </a:solidFill>
                <a:round/>
              </a:ln>
            </p:spPr>
            <p:txBody>
              <a:bodyPr wrap="none" anchor="ctr"/>
              <a:lstStyle/>
              <a:p>
                <a:endParaRPr lang="zh-CN" altLang="en-US"/>
              </a:p>
            </p:txBody>
          </p:sp>
          <p:sp>
            <p:nvSpPr>
              <p:cNvPr id="77861" name="Line 124"/>
              <p:cNvSpPr>
                <a:spLocks noChangeShapeType="1"/>
              </p:cNvSpPr>
              <p:nvPr/>
            </p:nvSpPr>
            <p:spPr bwMode="auto">
              <a:xfrm>
                <a:off x="3720" y="2441"/>
                <a:ext cx="0" cy="336"/>
              </a:xfrm>
              <a:prstGeom prst="line">
                <a:avLst/>
              </a:prstGeom>
              <a:noFill/>
              <a:ln w="25400" cap="sq">
                <a:solidFill>
                  <a:srgbClr val="333399"/>
                </a:solidFill>
                <a:round/>
              </a:ln>
            </p:spPr>
            <p:txBody>
              <a:bodyPr wrap="none" anchor="ctr"/>
              <a:lstStyle/>
              <a:p>
                <a:endParaRPr lang="zh-CN" altLang="en-US"/>
              </a:p>
            </p:txBody>
          </p:sp>
          <p:sp>
            <p:nvSpPr>
              <p:cNvPr id="77862" name="Rectangle 125"/>
              <p:cNvSpPr>
                <a:spLocks noChangeArrowheads="1"/>
              </p:cNvSpPr>
              <p:nvPr/>
            </p:nvSpPr>
            <p:spPr bwMode="auto">
              <a:xfrm>
                <a:off x="3780" y="2421"/>
                <a:ext cx="372" cy="308"/>
              </a:xfrm>
              <a:prstGeom prst="rect">
                <a:avLst/>
              </a:prstGeom>
              <a:noFill/>
              <a:ln w="12700" cap="sq">
                <a:noFill/>
                <a:miter lim="800000"/>
              </a:ln>
            </p:spPr>
            <p:txBody>
              <a:bodyPr>
                <a:spAutoFit/>
              </a:bodyPr>
              <a:lstStyle/>
              <a:p>
                <a:r>
                  <a:rPr kumimoji="1" lang="zh-CN" altLang="en-US" sz="2600">
                    <a:solidFill>
                      <a:srgbClr val="000099"/>
                    </a:solidFill>
                    <a:ea typeface="宋体" pitchFamily="2" charset="-122"/>
                  </a:rPr>
                  <a:t>…</a:t>
                </a:r>
                <a:endParaRPr kumimoji="1" lang="zh-CN" altLang="en-US" sz="2600">
                  <a:solidFill>
                    <a:srgbClr val="000099"/>
                  </a:solidFill>
                  <a:ea typeface="宋体" pitchFamily="2" charset="-122"/>
                </a:endParaRPr>
              </a:p>
            </p:txBody>
          </p:sp>
          <p:sp>
            <p:nvSpPr>
              <p:cNvPr id="77863" name="Line 126"/>
              <p:cNvSpPr>
                <a:spLocks noChangeShapeType="1"/>
              </p:cNvSpPr>
              <p:nvPr/>
            </p:nvSpPr>
            <p:spPr bwMode="auto">
              <a:xfrm>
                <a:off x="4548" y="2441"/>
                <a:ext cx="0" cy="336"/>
              </a:xfrm>
              <a:prstGeom prst="line">
                <a:avLst/>
              </a:prstGeom>
              <a:noFill/>
              <a:ln w="25400" cap="sq">
                <a:solidFill>
                  <a:srgbClr val="333399"/>
                </a:solidFill>
                <a:round/>
              </a:ln>
            </p:spPr>
            <p:txBody>
              <a:bodyPr wrap="none" anchor="ctr"/>
              <a:lstStyle/>
              <a:p>
                <a:endParaRPr lang="zh-CN" altLang="en-US"/>
              </a:p>
            </p:txBody>
          </p:sp>
          <p:sp>
            <p:nvSpPr>
              <p:cNvPr id="77864" name="Freeform 127"/>
              <p:cNvSpPr/>
              <p:nvPr/>
            </p:nvSpPr>
            <p:spPr bwMode="auto">
              <a:xfrm rot="-284740">
                <a:off x="4830" y="2443"/>
                <a:ext cx="91" cy="317"/>
              </a:xfrm>
              <a:custGeom>
                <a:avLst/>
                <a:gdLst>
                  <a:gd name="T0" fmla="*/ 3 w 106"/>
                  <a:gd name="T1" fmla="*/ 0 h 363"/>
                  <a:gd name="T2" fmla="*/ 3 w 106"/>
                  <a:gd name="T3" fmla="*/ 17 h 363"/>
                  <a:gd name="T4" fmla="*/ 3 w 106"/>
                  <a:gd name="T5" fmla="*/ 26 h 363"/>
                  <a:gd name="T6" fmla="*/ 8 w 106"/>
                  <a:gd name="T7" fmla="*/ 36 h 363"/>
                  <a:gd name="T8" fmla="*/ 8 w 106"/>
                  <a:gd name="T9" fmla="*/ 45 h 363"/>
                  <a:gd name="T10" fmla="*/ 15 w 106"/>
                  <a:gd name="T11" fmla="*/ 54 h 363"/>
                  <a:gd name="T12" fmla="*/ 15 w 106"/>
                  <a:gd name="T13" fmla="*/ 71 h 363"/>
                  <a:gd name="T14" fmla="*/ 0 60000 65536"/>
                  <a:gd name="T15" fmla="*/ 0 60000 65536"/>
                  <a:gd name="T16" fmla="*/ 0 60000 65536"/>
                  <a:gd name="T17" fmla="*/ 0 60000 65536"/>
                  <a:gd name="T18" fmla="*/ 0 60000 65536"/>
                  <a:gd name="T19" fmla="*/ 0 60000 65536"/>
                  <a:gd name="T20" fmla="*/ 0 60000 65536"/>
                  <a:gd name="T21" fmla="*/ 0 w 106"/>
                  <a:gd name="T22" fmla="*/ 0 h 363"/>
                  <a:gd name="T23" fmla="*/ 106 w 106"/>
                  <a:gd name="T24" fmla="*/ 363 h 3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6" h="363">
                    <a:moveTo>
                      <a:pt x="8" y="0"/>
                    </a:moveTo>
                    <a:cubicBezTo>
                      <a:pt x="8" y="34"/>
                      <a:pt x="8" y="68"/>
                      <a:pt x="8" y="91"/>
                    </a:cubicBezTo>
                    <a:cubicBezTo>
                      <a:pt x="8" y="114"/>
                      <a:pt x="0" y="121"/>
                      <a:pt x="8" y="136"/>
                    </a:cubicBezTo>
                    <a:cubicBezTo>
                      <a:pt x="16" y="151"/>
                      <a:pt x="46" y="167"/>
                      <a:pt x="54" y="182"/>
                    </a:cubicBezTo>
                    <a:cubicBezTo>
                      <a:pt x="62" y="197"/>
                      <a:pt x="47" y="212"/>
                      <a:pt x="54" y="227"/>
                    </a:cubicBezTo>
                    <a:cubicBezTo>
                      <a:pt x="61" y="242"/>
                      <a:pt x="92" y="249"/>
                      <a:pt x="99" y="272"/>
                    </a:cubicBezTo>
                    <a:cubicBezTo>
                      <a:pt x="106" y="295"/>
                      <a:pt x="99" y="348"/>
                      <a:pt x="99" y="363"/>
                    </a:cubicBezTo>
                  </a:path>
                </a:pathLst>
              </a:custGeom>
              <a:noFill/>
              <a:ln w="28575" cap="sq" cmpd="sng">
                <a:solidFill>
                  <a:srgbClr val="1D53FF"/>
                </a:solidFill>
                <a:prstDash val="solid"/>
                <a:round/>
              </a:ln>
            </p:spPr>
            <p:txBody>
              <a:bodyPr wrap="none" anchor="ctr"/>
              <a:lstStyle/>
              <a:p>
                <a:endParaRPr lang="zh-CN" altLang="en-US"/>
              </a:p>
            </p:txBody>
          </p:sp>
        </p:grpSp>
        <p:grpSp>
          <p:nvGrpSpPr>
            <p:cNvPr id="6" name="Group 128"/>
            <p:cNvGrpSpPr/>
            <p:nvPr/>
          </p:nvGrpSpPr>
          <p:grpSpPr bwMode="auto">
            <a:xfrm>
              <a:off x="954" y="2931"/>
              <a:ext cx="2220" cy="375"/>
              <a:chOff x="996" y="3513"/>
              <a:chExt cx="2220" cy="375"/>
            </a:xfrm>
          </p:grpSpPr>
          <p:grpSp>
            <p:nvGrpSpPr>
              <p:cNvPr id="7" name="Group 129"/>
              <p:cNvGrpSpPr/>
              <p:nvPr/>
            </p:nvGrpSpPr>
            <p:grpSpPr bwMode="auto">
              <a:xfrm>
                <a:off x="1008" y="3545"/>
                <a:ext cx="2208" cy="343"/>
                <a:chOff x="912" y="2345"/>
                <a:chExt cx="2208" cy="343"/>
              </a:xfrm>
            </p:grpSpPr>
            <p:sp>
              <p:nvSpPr>
                <p:cNvPr id="77843" name="Rectangle 130"/>
                <p:cNvSpPr>
                  <a:spLocks noChangeArrowheads="1"/>
                </p:cNvSpPr>
                <p:nvPr/>
              </p:nvSpPr>
              <p:spPr bwMode="auto">
                <a:xfrm>
                  <a:off x="912" y="2352"/>
                  <a:ext cx="2208" cy="336"/>
                </a:xfrm>
                <a:prstGeom prst="rect">
                  <a:avLst/>
                </a:prstGeom>
                <a:solidFill>
                  <a:srgbClr val="DDDDDD"/>
                </a:solidFill>
                <a:ln w="28575" cap="sq">
                  <a:solidFill>
                    <a:srgbClr val="000080"/>
                  </a:solidFill>
                  <a:miter lim="800000"/>
                </a:ln>
              </p:spPr>
              <p:txBody>
                <a:bodyPr wrap="none" anchor="ctr"/>
                <a:lstStyle/>
                <a:p>
                  <a:endParaRPr lang="zh-CN" altLang="en-US"/>
                </a:p>
              </p:txBody>
            </p:sp>
            <p:sp>
              <p:nvSpPr>
                <p:cNvPr id="77844" name="Line 131"/>
                <p:cNvSpPr>
                  <a:spLocks noChangeShapeType="1"/>
                </p:cNvSpPr>
                <p:nvPr/>
              </p:nvSpPr>
              <p:spPr bwMode="auto">
                <a:xfrm>
                  <a:off x="1224" y="2345"/>
                  <a:ext cx="0" cy="336"/>
                </a:xfrm>
                <a:prstGeom prst="line">
                  <a:avLst/>
                </a:prstGeom>
                <a:noFill/>
                <a:ln w="25400" cap="sq">
                  <a:solidFill>
                    <a:srgbClr val="333399"/>
                  </a:solidFill>
                  <a:round/>
                </a:ln>
              </p:spPr>
              <p:txBody>
                <a:bodyPr wrap="none" anchor="ctr"/>
                <a:lstStyle/>
                <a:p>
                  <a:endParaRPr lang="zh-CN" altLang="en-US"/>
                </a:p>
              </p:txBody>
            </p:sp>
            <p:sp>
              <p:nvSpPr>
                <p:cNvPr id="77845" name="Line 132"/>
                <p:cNvSpPr>
                  <a:spLocks noChangeShapeType="1"/>
                </p:cNvSpPr>
                <p:nvPr/>
              </p:nvSpPr>
              <p:spPr bwMode="auto">
                <a:xfrm>
                  <a:off x="1524" y="2345"/>
                  <a:ext cx="0" cy="336"/>
                </a:xfrm>
                <a:prstGeom prst="line">
                  <a:avLst/>
                </a:prstGeom>
                <a:noFill/>
                <a:ln w="25400" cap="sq">
                  <a:solidFill>
                    <a:srgbClr val="333399"/>
                  </a:solidFill>
                  <a:round/>
                </a:ln>
              </p:spPr>
              <p:txBody>
                <a:bodyPr wrap="none" anchor="ctr"/>
                <a:lstStyle/>
                <a:p>
                  <a:endParaRPr lang="zh-CN" altLang="en-US"/>
                </a:p>
              </p:txBody>
            </p:sp>
            <p:sp>
              <p:nvSpPr>
                <p:cNvPr id="77846" name="Line 133"/>
                <p:cNvSpPr>
                  <a:spLocks noChangeShapeType="1"/>
                </p:cNvSpPr>
                <p:nvPr/>
              </p:nvSpPr>
              <p:spPr bwMode="auto">
                <a:xfrm>
                  <a:off x="1836" y="2345"/>
                  <a:ext cx="0" cy="336"/>
                </a:xfrm>
                <a:prstGeom prst="line">
                  <a:avLst/>
                </a:prstGeom>
                <a:noFill/>
                <a:ln w="25400" cap="sq">
                  <a:solidFill>
                    <a:srgbClr val="333399"/>
                  </a:solidFill>
                  <a:round/>
                </a:ln>
              </p:spPr>
              <p:txBody>
                <a:bodyPr wrap="none" anchor="ctr"/>
                <a:lstStyle/>
                <a:p>
                  <a:endParaRPr lang="zh-CN" altLang="en-US"/>
                </a:p>
              </p:txBody>
            </p:sp>
            <p:sp>
              <p:nvSpPr>
                <p:cNvPr id="77847" name="Line 134"/>
                <p:cNvSpPr>
                  <a:spLocks noChangeShapeType="1"/>
                </p:cNvSpPr>
                <p:nvPr/>
              </p:nvSpPr>
              <p:spPr bwMode="auto">
                <a:xfrm>
                  <a:off x="2808" y="2345"/>
                  <a:ext cx="0" cy="336"/>
                </a:xfrm>
                <a:prstGeom prst="line">
                  <a:avLst/>
                </a:prstGeom>
                <a:noFill/>
                <a:ln w="25400" cap="sq">
                  <a:solidFill>
                    <a:srgbClr val="333399"/>
                  </a:solidFill>
                  <a:round/>
                </a:ln>
              </p:spPr>
              <p:txBody>
                <a:bodyPr wrap="none" anchor="ctr"/>
                <a:lstStyle/>
                <a:p>
                  <a:endParaRPr lang="zh-CN" altLang="en-US"/>
                </a:p>
              </p:txBody>
            </p:sp>
            <p:sp>
              <p:nvSpPr>
                <p:cNvPr id="77848" name="Line 135"/>
                <p:cNvSpPr>
                  <a:spLocks noChangeShapeType="1"/>
                </p:cNvSpPr>
                <p:nvPr/>
              </p:nvSpPr>
              <p:spPr bwMode="auto">
                <a:xfrm>
                  <a:off x="2496" y="2345"/>
                  <a:ext cx="0" cy="336"/>
                </a:xfrm>
                <a:prstGeom prst="line">
                  <a:avLst/>
                </a:prstGeom>
                <a:noFill/>
                <a:ln w="25400" cap="sq">
                  <a:solidFill>
                    <a:srgbClr val="333399"/>
                  </a:solidFill>
                  <a:round/>
                </a:ln>
              </p:spPr>
              <p:txBody>
                <a:bodyPr wrap="none" anchor="ctr"/>
                <a:lstStyle/>
                <a:p>
                  <a:endParaRPr lang="zh-CN" altLang="en-US"/>
                </a:p>
              </p:txBody>
            </p:sp>
          </p:grpSp>
          <p:grpSp>
            <p:nvGrpSpPr>
              <p:cNvPr id="8" name="Group 136"/>
              <p:cNvGrpSpPr/>
              <p:nvPr/>
            </p:nvGrpSpPr>
            <p:grpSpPr bwMode="auto">
              <a:xfrm>
                <a:off x="996" y="3513"/>
                <a:ext cx="2183" cy="342"/>
                <a:chOff x="924" y="1680"/>
                <a:chExt cx="2183" cy="342"/>
              </a:xfrm>
            </p:grpSpPr>
            <p:sp>
              <p:nvSpPr>
                <p:cNvPr id="77837" name="Rectangle 137"/>
                <p:cNvSpPr>
                  <a:spLocks noChangeArrowheads="1"/>
                </p:cNvSpPr>
                <p:nvPr/>
              </p:nvSpPr>
              <p:spPr bwMode="auto">
                <a:xfrm>
                  <a:off x="1921" y="1696"/>
                  <a:ext cx="509" cy="310"/>
                </a:xfrm>
                <a:prstGeom prst="rect">
                  <a:avLst/>
                </a:prstGeom>
                <a:noFill/>
                <a:ln w="12700" cap="sq">
                  <a:noFill/>
                  <a:miter lim="800000"/>
                </a:ln>
              </p:spPr>
              <p:txBody>
                <a:bodyPr wrap="none">
                  <a:spAutoFit/>
                </a:bodyPr>
                <a:lstStyle/>
                <a:p>
                  <a:pPr algn="ctr"/>
                  <a:r>
                    <a:rPr kumimoji="1" lang="zh-CN" altLang="en-US" sz="2600">
                      <a:solidFill>
                        <a:srgbClr val="000099"/>
                      </a:solidFill>
                      <a:ea typeface="宋体" pitchFamily="2" charset="-122"/>
                    </a:rPr>
                    <a:t>… …</a:t>
                  </a:r>
                  <a:endParaRPr kumimoji="1" lang="zh-CN" altLang="en-US" sz="2600">
                    <a:solidFill>
                      <a:srgbClr val="000099"/>
                    </a:solidFill>
                    <a:ea typeface="宋体" pitchFamily="2" charset="-122"/>
                  </a:endParaRPr>
                </a:p>
              </p:txBody>
            </p:sp>
            <p:sp>
              <p:nvSpPr>
                <p:cNvPr id="77838" name="Rectangle 138"/>
                <p:cNvSpPr>
                  <a:spLocks noChangeArrowheads="1"/>
                </p:cNvSpPr>
                <p:nvPr/>
              </p:nvSpPr>
              <p:spPr bwMode="auto">
                <a:xfrm>
                  <a:off x="1224" y="1692"/>
                  <a:ext cx="288" cy="330"/>
                </a:xfrm>
                <a:prstGeom prst="rect">
                  <a:avLst/>
                </a:prstGeom>
                <a:noFill/>
                <a:ln w="12700" cap="sq">
                  <a:noFill/>
                  <a:miter lim="800000"/>
                </a:ln>
              </p:spPr>
              <p:txBody>
                <a:bodyPr wrap="none">
                  <a:spAutoFit/>
                </a:bodyPr>
                <a:lstStyle/>
                <a:p>
                  <a:r>
                    <a:rPr kumimoji="1" lang="en-US" altLang="zh-CN" sz="2800">
                      <a:solidFill>
                        <a:srgbClr val="000099"/>
                      </a:solidFill>
                      <a:ea typeface="宋体" pitchFamily="2" charset="-122"/>
                    </a:rPr>
                    <a:t>a</a:t>
                  </a:r>
                  <a:r>
                    <a:rPr kumimoji="1" lang="en-US" altLang="zh-CN" sz="2800" baseline="-52000">
                      <a:solidFill>
                        <a:srgbClr val="000099"/>
                      </a:solidFill>
                      <a:ea typeface="宋体" pitchFamily="2" charset="-122"/>
                    </a:rPr>
                    <a:t>2</a:t>
                  </a:r>
                  <a:endParaRPr kumimoji="1" lang="en-US" altLang="zh-CN" sz="2800" baseline="-52000">
                    <a:solidFill>
                      <a:srgbClr val="000099"/>
                    </a:solidFill>
                    <a:ea typeface="宋体" pitchFamily="2" charset="-122"/>
                  </a:endParaRPr>
                </a:p>
              </p:txBody>
            </p:sp>
            <p:sp>
              <p:nvSpPr>
                <p:cNvPr id="77839" name="Rectangle 139"/>
                <p:cNvSpPr>
                  <a:spLocks noChangeArrowheads="1"/>
                </p:cNvSpPr>
                <p:nvPr/>
              </p:nvSpPr>
              <p:spPr bwMode="auto">
                <a:xfrm>
                  <a:off x="924" y="1692"/>
                  <a:ext cx="288" cy="330"/>
                </a:xfrm>
                <a:prstGeom prst="rect">
                  <a:avLst/>
                </a:prstGeom>
                <a:noFill/>
                <a:ln w="12700" cap="sq">
                  <a:noFill/>
                  <a:miter lim="800000"/>
                </a:ln>
              </p:spPr>
              <p:txBody>
                <a:bodyPr wrap="none">
                  <a:spAutoFit/>
                </a:bodyPr>
                <a:lstStyle/>
                <a:p>
                  <a:r>
                    <a:rPr kumimoji="1" lang="en-US" altLang="zh-CN" sz="2800">
                      <a:solidFill>
                        <a:srgbClr val="000099"/>
                      </a:solidFill>
                      <a:ea typeface="宋体" pitchFamily="2" charset="-122"/>
                    </a:rPr>
                    <a:t>a</a:t>
                  </a:r>
                  <a:r>
                    <a:rPr kumimoji="1" lang="en-US" altLang="zh-CN" sz="2800" baseline="-52000">
                      <a:solidFill>
                        <a:srgbClr val="000099"/>
                      </a:solidFill>
                      <a:ea typeface="宋体" pitchFamily="2" charset="-122"/>
                    </a:rPr>
                    <a:t>1</a:t>
                  </a:r>
                  <a:endParaRPr kumimoji="1" lang="en-US" altLang="zh-CN" sz="2800" baseline="-52000">
                    <a:solidFill>
                      <a:srgbClr val="000099"/>
                    </a:solidFill>
                    <a:ea typeface="宋体" pitchFamily="2" charset="-122"/>
                  </a:endParaRPr>
                </a:p>
              </p:txBody>
            </p:sp>
            <p:sp>
              <p:nvSpPr>
                <p:cNvPr id="77840" name="Rectangle 140"/>
                <p:cNvSpPr>
                  <a:spLocks noChangeArrowheads="1"/>
                </p:cNvSpPr>
                <p:nvPr/>
              </p:nvSpPr>
              <p:spPr bwMode="auto">
                <a:xfrm>
                  <a:off x="1524" y="1692"/>
                  <a:ext cx="288" cy="330"/>
                </a:xfrm>
                <a:prstGeom prst="rect">
                  <a:avLst/>
                </a:prstGeom>
                <a:noFill/>
                <a:ln w="12700" cap="sq">
                  <a:noFill/>
                  <a:miter lim="800000"/>
                </a:ln>
              </p:spPr>
              <p:txBody>
                <a:bodyPr wrap="none">
                  <a:spAutoFit/>
                </a:bodyPr>
                <a:lstStyle/>
                <a:p>
                  <a:r>
                    <a:rPr kumimoji="1" lang="en-US" altLang="zh-CN" sz="2800">
                      <a:solidFill>
                        <a:srgbClr val="000099"/>
                      </a:solidFill>
                      <a:ea typeface="宋体" pitchFamily="2" charset="-122"/>
                    </a:rPr>
                    <a:t>a</a:t>
                  </a:r>
                  <a:r>
                    <a:rPr kumimoji="1" lang="en-US" altLang="zh-CN" sz="2800" baseline="-52000">
                      <a:solidFill>
                        <a:srgbClr val="000099"/>
                      </a:solidFill>
                      <a:ea typeface="宋体" pitchFamily="2" charset="-122"/>
                    </a:rPr>
                    <a:t>3</a:t>
                  </a:r>
                  <a:endParaRPr kumimoji="1" lang="en-US" altLang="zh-CN" sz="2800" baseline="-52000">
                    <a:solidFill>
                      <a:srgbClr val="000099"/>
                    </a:solidFill>
                    <a:ea typeface="宋体" pitchFamily="2" charset="-122"/>
                  </a:endParaRPr>
                </a:p>
              </p:txBody>
            </p:sp>
            <p:sp>
              <p:nvSpPr>
                <p:cNvPr id="77841" name="Rectangle 141"/>
                <p:cNvSpPr>
                  <a:spLocks noChangeArrowheads="1"/>
                </p:cNvSpPr>
                <p:nvPr/>
              </p:nvSpPr>
              <p:spPr bwMode="auto">
                <a:xfrm>
                  <a:off x="2469" y="1680"/>
                  <a:ext cx="398" cy="330"/>
                </a:xfrm>
                <a:prstGeom prst="rect">
                  <a:avLst/>
                </a:prstGeom>
                <a:noFill/>
                <a:ln w="12700" cap="sq">
                  <a:noFill/>
                  <a:miter lim="800000"/>
                </a:ln>
              </p:spPr>
              <p:txBody>
                <a:bodyPr wrap="none">
                  <a:spAutoFit/>
                </a:bodyPr>
                <a:lstStyle/>
                <a:p>
                  <a:pPr algn="ctr"/>
                  <a:r>
                    <a:rPr kumimoji="1" lang="en-US" altLang="zh-CN" sz="2800">
                      <a:solidFill>
                        <a:srgbClr val="000099"/>
                      </a:solidFill>
                      <a:ea typeface="宋体" pitchFamily="2" charset="-122"/>
                    </a:rPr>
                    <a:t>a</a:t>
                  </a:r>
                  <a:r>
                    <a:rPr kumimoji="1" lang="en-US" altLang="zh-CN" sz="2800" baseline="-52000">
                      <a:solidFill>
                        <a:srgbClr val="000099"/>
                      </a:solidFill>
                      <a:ea typeface="宋体" pitchFamily="2" charset="-122"/>
                    </a:rPr>
                    <a:t>n-1</a:t>
                  </a:r>
                  <a:endParaRPr kumimoji="1" lang="en-US" altLang="zh-CN" sz="2800" baseline="-52000">
                    <a:solidFill>
                      <a:srgbClr val="000099"/>
                    </a:solidFill>
                    <a:ea typeface="宋体" pitchFamily="2" charset="-122"/>
                  </a:endParaRPr>
                </a:p>
              </p:txBody>
            </p:sp>
            <p:sp>
              <p:nvSpPr>
                <p:cNvPr id="77842" name="Rectangle 142"/>
                <p:cNvSpPr>
                  <a:spLocks noChangeArrowheads="1"/>
                </p:cNvSpPr>
                <p:nvPr/>
              </p:nvSpPr>
              <p:spPr bwMode="auto">
                <a:xfrm>
                  <a:off x="2819" y="1692"/>
                  <a:ext cx="288" cy="330"/>
                </a:xfrm>
                <a:prstGeom prst="rect">
                  <a:avLst/>
                </a:prstGeom>
                <a:noFill/>
                <a:ln w="12700" cap="sq">
                  <a:noFill/>
                  <a:miter lim="800000"/>
                </a:ln>
              </p:spPr>
              <p:txBody>
                <a:bodyPr wrap="none">
                  <a:spAutoFit/>
                </a:bodyPr>
                <a:lstStyle/>
                <a:p>
                  <a:r>
                    <a:rPr kumimoji="1" lang="en-US" altLang="zh-CN" sz="2800">
                      <a:solidFill>
                        <a:srgbClr val="000099"/>
                      </a:solidFill>
                      <a:ea typeface="宋体" pitchFamily="2" charset="-122"/>
                    </a:rPr>
                    <a:t>a</a:t>
                  </a:r>
                  <a:r>
                    <a:rPr kumimoji="1" lang="en-US" altLang="zh-CN" sz="2800" baseline="-52000">
                      <a:solidFill>
                        <a:srgbClr val="000099"/>
                      </a:solidFill>
                      <a:ea typeface="宋体" pitchFamily="2" charset="-122"/>
                    </a:rPr>
                    <a:t>n</a:t>
                  </a:r>
                  <a:endParaRPr kumimoji="1" lang="en-US" altLang="zh-CN" sz="2800" baseline="-52000">
                    <a:solidFill>
                      <a:srgbClr val="000099"/>
                    </a:solidFill>
                    <a:ea typeface="宋体" pitchFamily="2" charset="-122"/>
                  </a:endParaRPr>
                </a:p>
              </p:txBody>
            </p:sp>
          </p:grpSp>
        </p:grpSp>
        <p:sp>
          <p:nvSpPr>
            <p:cNvPr id="77831" name="Text Box 143"/>
            <p:cNvSpPr txBox="1">
              <a:spLocks noChangeArrowheads="1"/>
            </p:cNvSpPr>
            <p:nvPr/>
          </p:nvSpPr>
          <p:spPr bwMode="auto">
            <a:xfrm>
              <a:off x="975" y="3475"/>
              <a:ext cx="1878" cy="298"/>
            </a:xfrm>
            <a:prstGeom prst="rect">
              <a:avLst/>
            </a:prstGeom>
            <a:noFill/>
            <a:ln w="9525">
              <a:noFill/>
              <a:miter lim="800000"/>
            </a:ln>
          </p:spPr>
          <p:txBody>
            <a:bodyPr>
              <a:spAutoFit/>
            </a:bodyPr>
            <a:lstStyle/>
            <a:p>
              <a:pPr fontAlgn="base">
                <a:spcBef>
                  <a:spcPct val="0"/>
                </a:spcBef>
              </a:pPr>
              <a:r>
                <a:rPr lang="zh-CN" altLang="en-US" sz="2500" dirty="0">
                  <a:solidFill>
                    <a:srgbClr val="000099"/>
                  </a:solidFill>
                  <a:ea typeface="幼圆" pitchFamily="49" charset="-122"/>
                </a:rPr>
                <a:t>(1)</a:t>
              </a:r>
              <a:r>
                <a:rPr lang="zh-CN" altLang="en-US" sz="2500" dirty="0">
                  <a:solidFill>
                    <a:srgbClr val="000099"/>
                  </a:solidFill>
                  <a:latin typeface="幼圆" pitchFamily="49" charset="-122"/>
                  <a:ea typeface="幼圆" pitchFamily="49" charset="-122"/>
                </a:rPr>
                <a:t>  一次分配内存</a:t>
              </a:r>
              <a:endParaRPr lang="zh-CN" altLang="en-US" sz="2500" dirty="0">
                <a:solidFill>
                  <a:srgbClr val="000099"/>
                </a:solidFill>
                <a:latin typeface="幼圆" pitchFamily="49" charset="-122"/>
                <a:ea typeface="幼圆" pitchFamily="49" charset="-122"/>
              </a:endParaRPr>
            </a:p>
          </p:txBody>
        </p:sp>
        <p:sp>
          <p:nvSpPr>
            <p:cNvPr id="77832" name="Text Box 144"/>
            <p:cNvSpPr txBox="1">
              <a:spLocks noChangeArrowheads="1"/>
            </p:cNvSpPr>
            <p:nvPr/>
          </p:nvSpPr>
          <p:spPr bwMode="auto">
            <a:xfrm>
              <a:off x="975" y="3719"/>
              <a:ext cx="1788" cy="298"/>
            </a:xfrm>
            <a:prstGeom prst="rect">
              <a:avLst/>
            </a:prstGeom>
            <a:noFill/>
            <a:ln w="9525">
              <a:noFill/>
              <a:miter lim="800000"/>
            </a:ln>
          </p:spPr>
          <p:txBody>
            <a:bodyPr>
              <a:spAutoFit/>
            </a:bodyPr>
            <a:lstStyle/>
            <a:p>
              <a:pPr fontAlgn="base">
                <a:spcBef>
                  <a:spcPct val="0"/>
                </a:spcBef>
              </a:pPr>
              <a:r>
                <a:rPr lang="zh-CN" altLang="en-US" sz="2500">
                  <a:solidFill>
                    <a:srgbClr val="000099"/>
                  </a:solidFill>
                  <a:ea typeface="幼圆" pitchFamily="49" charset="-122"/>
                </a:rPr>
                <a:t>(2)</a:t>
              </a:r>
              <a:r>
                <a:rPr lang="zh-CN" altLang="en-US" sz="2500">
                  <a:solidFill>
                    <a:srgbClr val="000099"/>
                  </a:solidFill>
                  <a:latin typeface="幼圆" pitchFamily="49" charset="-122"/>
                  <a:ea typeface="幼圆" pitchFamily="49" charset="-122"/>
                </a:rPr>
                <a:t>  需要连续空间</a:t>
              </a:r>
              <a:endParaRPr lang="zh-CN" altLang="en-US" sz="2500">
                <a:solidFill>
                  <a:srgbClr val="000099"/>
                </a:solidFill>
                <a:latin typeface="幼圆" pitchFamily="49" charset="-122"/>
                <a:ea typeface="幼圆" pitchFamily="49" charset="-122"/>
              </a:endParaRPr>
            </a:p>
          </p:txBody>
        </p:sp>
        <p:sp>
          <p:nvSpPr>
            <p:cNvPr id="77833" name="Text Box 145"/>
            <p:cNvSpPr txBox="1">
              <a:spLocks noChangeArrowheads="1"/>
            </p:cNvSpPr>
            <p:nvPr/>
          </p:nvSpPr>
          <p:spPr bwMode="auto">
            <a:xfrm>
              <a:off x="975" y="3971"/>
              <a:ext cx="2948" cy="276"/>
            </a:xfrm>
            <a:prstGeom prst="rect">
              <a:avLst/>
            </a:prstGeom>
            <a:noFill/>
            <a:ln w="9525">
              <a:noFill/>
              <a:miter lim="800000"/>
            </a:ln>
          </p:spPr>
          <p:txBody>
            <a:bodyPr wrap="square">
              <a:spAutoFit/>
            </a:bodyPr>
            <a:lstStyle/>
            <a:p>
              <a:pPr fontAlgn="base">
                <a:lnSpc>
                  <a:spcPct val="90000"/>
                </a:lnSpc>
                <a:spcBef>
                  <a:spcPct val="0"/>
                </a:spcBef>
              </a:pPr>
              <a:r>
                <a:rPr lang="zh-CN" altLang="en-US" sz="2500" dirty="0">
                  <a:solidFill>
                    <a:srgbClr val="000099"/>
                  </a:solidFill>
                  <a:ea typeface="幼圆" pitchFamily="49" charset="-122"/>
                </a:rPr>
                <a:t>(3)</a:t>
              </a:r>
              <a:r>
                <a:rPr lang="zh-CN" altLang="en-US" sz="2500" dirty="0">
                  <a:solidFill>
                    <a:srgbClr val="000099"/>
                  </a:solidFill>
                  <a:latin typeface="幼圆" pitchFamily="49" charset="-122"/>
                  <a:ea typeface="幼圆" pitchFamily="49" charset="-122"/>
                </a:rPr>
                <a:t>  插入和删除操作时效较低</a:t>
              </a:r>
              <a:endParaRPr lang="zh-CN" altLang="en-US" sz="2500" dirty="0">
                <a:solidFill>
                  <a:srgbClr val="000099"/>
                </a:solidFill>
                <a:latin typeface="幼圆" pitchFamily="49" charset="-122"/>
                <a:ea typeface="幼圆" pitchFamily="49" charset="-122"/>
              </a:endParaRPr>
            </a:p>
          </p:txBody>
        </p:sp>
        <p:sp>
          <p:nvSpPr>
            <p:cNvPr id="77834" name="Text Box 146"/>
            <p:cNvSpPr txBox="1">
              <a:spLocks noChangeArrowheads="1"/>
            </p:cNvSpPr>
            <p:nvPr/>
          </p:nvSpPr>
          <p:spPr bwMode="auto">
            <a:xfrm>
              <a:off x="911" y="2623"/>
              <a:ext cx="1969" cy="291"/>
            </a:xfrm>
            <a:prstGeom prst="rect">
              <a:avLst/>
            </a:prstGeom>
            <a:noFill/>
            <a:ln w="9525">
              <a:noFill/>
              <a:miter lim="800000"/>
            </a:ln>
          </p:spPr>
          <p:txBody>
            <a:bodyPr wrap="square">
              <a:spAutoFit/>
            </a:bodyPr>
            <a:lstStyle/>
            <a:p>
              <a:r>
                <a:rPr lang="zh-CN" altLang="en-US" sz="2400" dirty="0">
                  <a:solidFill>
                    <a:srgbClr val="000099"/>
                  </a:solidFill>
                  <a:ea typeface="微软雅黑" panose="020B0503020204020204" pitchFamily="34" charset="-122"/>
                </a:rPr>
                <a:t>顺序表</a:t>
              </a:r>
              <a:endParaRPr lang="zh-CN" altLang="en-US" sz="2400" dirty="0">
                <a:solidFill>
                  <a:srgbClr val="000099"/>
                </a:solidFill>
                <a:ea typeface="微软雅黑" panose="020B0503020204020204" pitchFamily="34"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20"/>
          <p:cNvGrpSpPr/>
          <p:nvPr/>
        </p:nvGrpSpPr>
        <p:grpSpPr bwMode="auto">
          <a:xfrm>
            <a:off x="1487488" y="908720"/>
            <a:ext cx="8104187" cy="1676400"/>
            <a:chOff x="451" y="605"/>
            <a:chExt cx="5105" cy="1056"/>
          </a:xfrm>
        </p:grpSpPr>
        <p:sp>
          <p:nvSpPr>
            <p:cNvPr id="78965" name="Rectangle 3"/>
            <p:cNvSpPr>
              <a:spLocks noChangeArrowheads="1"/>
            </p:cNvSpPr>
            <p:nvPr/>
          </p:nvSpPr>
          <p:spPr bwMode="auto">
            <a:xfrm>
              <a:off x="451" y="605"/>
              <a:ext cx="4932" cy="1056"/>
            </a:xfrm>
            <a:prstGeom prst="rect">
              <a:avLst/>
            </a:prstGeom>
            <a:solidFill>
              <a:srgbClr val="C1F3FF"/>
            </a:solidFill>
            <a:ln w="9525">
              <a:noFill/>
              <a:miter lim="800000"/>
            </a:ln>
            <a:effectLst>
              <a:outerShdw dist="179605" dir="2700000" algn="ctr" rotWithShape="0">
                <a:srgbClr val="999999"/>
              </a:outerShdw>
            </a:effectLst>
          </p:spPr>
          <p:txBody>
            <a:bodyPr wrap="none" anchor="ctr"/>
            <a:lstStyle/>
            <a:p>
              <a:pPr algn="ctr"/>
              <a:endParaRPr lang="zh-CN" altLang="en-US" sz="2600">
                <a:solidFill>
                  <a:srgbClr val="003399"/>
                </a:solidFill>
              </a:endParaRPr>
            </a:p>
          </p:txBody>
        </p:sp>
        <p:sp>
          <p:nvSpPr>
            <p:cNvPr id="78966" name="Text Box 4"/>
            <p:cNvSpPr txBox="1">
              <a:spLocks noChangeArrowheads="1"/>
            </p:cNvSpPr>
            <p:nvPr/>
          </p:nvSpPr>
          <p:spPr bwMode="auto">
            <a:xfrm>
              <a:off x="612" y="707"/>
              <a:ext cx="4944" cy="804"/>
            </a:xfrm>
            <a:prstGeom prst="rect">
              <a:avLst/>
            </a:prstGeom>
            <a:noFill/>
            <a:ln w="9525">
              <a:noFill/>
              <a:miter lim="800000"/>
            </a:ln>
          </p:spPr>
          <p:txBody>
            <a:bodyPr>
              <a:spAutoFit/>
            </a:bodyPr>
            <a:lstStyle/>
            <a:p>
              <a:pPr algn="just" fontAlgn="base">
                <a:lnSpc>
                  <a:spcPct val="95000"/>
                </a:lnSpc>
                <a:spcBef>
                  <a:spcPct val="0"/>
                </a:spcBef>
              </a:pPr>
              <a:r>
                <a:rPr lang="zh-CN" altLang="en-US" sz="2700">
                  <a:solidFill>
                    <a:srgbClr val="003399"/>
                  </a:solidFill>
                  <a:latin typeface="幼圆" pitchFamily="49" charset="-122"/>
                  <a:ea typeface="幼圆" pitchFamily="49" charset="-122"/>
                </a:rPr>
                <a:t>    用一组地址任意的存储单元(连续的或不连</a:t>
              </a:r>
              <a:endParaRPr lang="zh-CN" altLang="en-US" sz="2700">
                <a:solidFill>
                  <a:srgbClr val="003399"/>
                </a:solidFill>
                <a:latin typeface="幼圆" pitchFamily="49" charset="-122"/>
                <a:ea typeface="幼圆" pitchFamily="49" charset="-122"/>
              </a:endParaRPr>
            </a:p>
            <a:p>
              <a:pPr algn="just" fontAlgn="base">
                <a:lnSpc>
                  <a:spcPct val="95000"/>
                </a:lnSpc>
                <a:spcBef>
                  <a:spcPct val="0"/>
                </a:spcBef>
              </a:pPr>
              <a:r>
                <a:rPr lang="zh-CN" altLang="en-US" sz="2700">
                  <a:solidFill>
                    <a:srgbClr val="003399"/>
                  </a:solidFill>
                  <a:latin typeface="幼圆" pitchFamily="49" charset="-122"/>
                  <a:ea typeface="幼圆" pitchFamily="49" charset="-122"/>
                </a:rPr>
                <a:t>续的)依次存储表中各个数据元素, 数据元素之</a:t>
              </a:r>
              <a:endParaRPr lang="zh-CN" altLang="en-US" sz="2700">
                <a:solidFill>
                  <a:srgbClr val="003399"/>
                </a:solidFill>
                <a:latin typeface="幼圆" pitchFamily="49" charset="-122"/>
                <a:ea typeface="幼圆" pitchFamily="49" charset="-122"/>
              </a:endParaRPr>
            </a:p>
            <a:p>
              <a:pPr algn="just" fontAlgn="base">
                <a:lnSpc>
                  <a:spcPct val="95000"/>
                </a:lnSpc>
                <a:spcBef>
                  <a:spcPct val="0"/>
                </a:spcBef>
              </a:pPr>
              <a:r>
                <a:rPr lang="zh-CN" altLang="en-US" sz="2700">
                  <a:solidFill>
                    <a:srgbClr val="003399"/>
                  </a:solidFill>
                  <a:latin typeface="幼圆" pitchFamily="49" charset="-122"/>
                  <a:ea typeface="幼圆" pitchFamily="49" charset="-122"/>
                </a:rPr>
                <a:t>间的逻辑关系通过     间接地反映出来。</a:t>
              </a:r>
              <a:endParaRPr kumimoji="1" lang="zh-CN" altLang="en-US" sz="2700">
                <a:solidFill>
                  <a:srgbClr val="003399"/>
                </a:solidFill>
                <a:latin typeface="幼圆" pitchFamily="49" charset="-122"/>
                <a:ea typeface="幼圆" pitchFamily="49" charset="-122"/>
              </a:endParaRPr>
            </a:p>
          </p:txBody>
        </p:sp>
        <p:sp>
          <p:nvSpPr>
            <p:cNvPr id="78967" name="Text Box 5"/>
            <p:cNvSpPr txBox="1">
              <a:spLocks noChangeArrowheads="1"/>
            </p:cNvSpPr>
            <p:nvPr/>
          </p:nvSpPr>
          <p:spPr bwMode="auto">
            <a:xfrm>
              <a:off x="2337" y="1144"/>
              <a:ext cx="818" cy="384"/>
            </a:xfrm>
            <a:prstGeom prst="rect">
              <a:avLst/>
            </a:prstGeom>
            <a:noFill/>
            <a:ln w="12700" cap="sq">
              <a:noFill/>
              <a:miter lim="800000"/>
            </a:ln>
            <a:effectLst>
              <a:outerShdw dist="17961" dir="2700000" algn="ctr" rotWithShape="0">
                <a:schemeClr val="bg1"/>
              </a:outerShdw>
            </a:effectLst>
          </p:spPr>
          <p:txBody>
            <a:bodyPr>
              <a:spAutoFit/>
            </a:bodyPr>
            <a:lstStyle/>
            <a:p>
              <a:pPr fontAlgn="base">
                <a:spcBef>
                  <a:spcPct val="0"/>
                </a:spcBef>
              </a:pPr>
              <a:r>
                <a:rPr lang="zh-CN" altLang="en-US" sz="3400">
                  <a:solidFill>
                    <a:srgbClr val="FF3300"/>
                  </a:solidFill>
                  <a:ea typeface="黑体" panose="02010609060101010101" pitchFamily="2" charset="-122"/>
                </a:rPr>
                <a:t>指针</a:t>
              </a:r>
              <a:endParaRPr lang="zh-CN" altLang="en-US" sz="3400">
                <a:solidFill>
                  <a:srgbClr val="FF3300"/>
                </a:solidFill>
                <a:ea typeface="黑体" panose="02010609060101010101" pitchFamily="2" charset="-122"/>
              </a:endParaRPr>
            </a:p>
          </p:txBody>
        </p:sp>
      </p:grpSp>
      <p:sp>
        <p:nvSpPr>
          <p:cNvPr id="509958" name="Text Box 6"/>
          <p:cNvSpPr txBox="1">
            <a:spLocks noChangeArrowheads="1"/>
          </p:cNvSpPr>
          <p:nvPr/>
        </p:nvSpPr>
        <p:spPr bwMode="auto">
          <a:xfrm>
            <a:off x="2925762" y="2683546"/>
            <a:ext cx="5657850" cy="549275"/>
          </a:xfrm>
          <a:prstGeom prst="rect">
            <a:avLst/>
          </a:prstGeom>
          <a:noFill/>
          <a:ln w="9525">
            <a:noFill/>
            <a:miter lim="800000"/>
          </a:ln>
        </p:spPr>
        <p:txBody>
          <a:bodyPr>
            <a:spAutoFit/>
          </a:bodyPr>
          <a:lstStyle/>
          <a:p>
            <a:r>
              <a:rPr lang="zh-CN" altLang="en-US" sz="3000">
                <a:solidFill>
                  <a:srgbClr val="003399"/>
                </a:solidFill>
                <a:ea typeface="宋体" pitchFamily="2" charset="-122"/>
              </a:rPr>
              <a:t>( </a:t>
            </a:r>
            <a:r>
              <a:rPr lang="en-US" altLang="zh-CN" sz="3000">
                <a:solidFill>
                  <a:srgbClr val="003399"/>
                </a:solidFill>
                <a:ea typeface="宋体" pitchFamily="2" charset="-122"/>
              </a:rPr>
              <a:t>a</a:t>
            </a:r>
            <a:r>
              <a:rPr lang="en-US" altLang="zh-CN" sz="3000" baseline="-46000">
                <a:solidFill>
                  <a:srgbClr val="003399"/>
                </a:solidFill>
                <a:ea typeface="宋体" pitchFamily="2" charset="-122"/>
              </a:rPr>
              <a:t>1</a:t>
            </a:r>
            <a:r>
              <a:rPr lang="en-US" altLang="zh-CN" sz="3000">
                <a:solidFill>
                  <a:srgbClr val="003399"/>
                </a:solidFill>
                <a:ea typeface="宋体" pitchFamily="2" charset="-122"/>
              </a:rPr>
              <a:t>,  a</a:t>
            </a:r>
            <a:r>
              <a:rPr lang="en-US" altLang="zh-CN" sz="3000" baseline="-46000">
                <a:solidFill>
                  <a:srgbClr val="003399"/>
                </a:solidFill>
                <a:ea typeface="宋体" pitchFamily="2" charset="-122"/>
              </a:rPr>
              <a:t>2</a:t>
            </a:r>
            <a:r>
              <a:rPr lang="en-US" altLang="zh-CN" sz="3000">
                <a:solidFill>
                  <a:srgbClr val="003399"/>
                </a:solidFill>
                <a:ea typeface="宋体" pitchFamily="2" charset="-122"/>
              </a:rPr>
              <a:t>,  a</a:t>
            </a:r>
            <a:r>
              <a:rPr lang="en-US" altLang="zh-CN" sz="3000" baseline="-46000">
                <a:solidFill>
                  <a:srgbClr val="003399"/>
                </a:solidFill>
                <a:ea typeface="宋体" pitchFamily="2" charset="-122"/>
              </a:rPr>
              <a:t>3</a:t>
            </a:r>
            <a:r>
              <a:rPr lang="en-US" altLang="zh-CN" sz="3000">
                <a:solidFill>
                  <a:srgbClr val="003399"/>
                </a:solidFill>
                <a:ea typeface="宋体" pitchFamily="2" charset="-122"/>
              </a:rPr>
              <a:t>,  a</a:t>
            </a:r>
            <a:r>
              <a:rPr lang="en-US" altLang="zh-CN" sz="3000" baseline="-46000">
                <a:solidFill>
                  <a:srgbClr val="003399"/>
                </a:solidFill>
                <a:ea typeface="宋体" pitchFamily="2" charset="-122"/>
              </a:rPr>
              <a:t>4</a:t>
            </a:r>
            <a:r>
              <a:rPr lang="en-US" altLang="zh-CN" sz="3000">
                <a:solidFill>
                  <a:srgbClr val="003399"/>
                </a:solidFill>
                <a:ea typeface="宋体" pitchFamily="2" charset="-122"/>
              </a:rPr>
              <a:t>,  </a:t>
            </a:r>
            <a:r>
              <a:rPr lang="en-US" altLang="zh-CN" sz="3000">
                <a:solidFill>
                  <a:srgbClr val="003399"/>
                </a:solidFill>
                <a:ea typeface="宋体" pitchFamily="2" charset="-122"/>
                <a:cs typeface="Times New Roman" panose="02020503050405090304" pitchFamily="18" charset="0"/>
              </a:rPr>
              <a:t>… , </a:t>
            </a:r>
            <a:r>
              <a:rPr lang="en-US" altLang="zh-CN" sz="3000">
                <a:solidFill>
                  <a:srgbClr val="003399"/>
                </a:solidFill>
                <a:ea typeface="宋体" pitchFamily="2" charset="-122"/>
              </a:rPr>
              <a:t>a</a:t>
            </a:r>
            <a:r>
              <a:rPr lang="en-US" altLang="zh-CN" sz="3000" baseline="-46000">
                <a:solidFill>
                  <a:srgbClr val="003399"/>
                </a:solidFill>
                <a:ea typeface="宋体" pitchFamily="2" charset="-122"/>
              </a:rPr>
              <a:t>n-1</a:t>
            </a:r>
            <a:r>
              <a:rPr lang="en-US" altLang="zh-CN" sz="3000">
                <a:solidFill>
                  <a:srgbClr val="003399"/>
                </a:solidFill>
                <a:ea typeface="宋体" pitchFamily="2" charset="-122"/>
              </a:rPr>
              <a:t>,  a</a:t>
            </a:r>
            <a:r>
              <a:rPr lang="en-US" altLang="zh-CN" sz="3000" baseline="-46000">
                <a:solidFill>
                  <a:srgbClr val="003399"/>
                </a:solidFill>
                <a:ea typeface="宋体" pitchFamily="2" charset="-122"/>
              </a:rPr>
              <a:t>n </a:t>
            </a:r>
            <a:r>
              <a:rPr lang="en-US" altLang="zh-CN" sz="3000">
                <a:solidFill>
                  <a:srgbClr val="003399"/>
                </a:solidFill>
                <a:ea typeface="宋体" pitchFamily="2" charset="-122"/>
              </a:rPr>
              <a:t>)</a:t>
            </a:r>
            <a:endParaRPr lang="en-US" altLang="zh-CN" sz="3000">
              <a:solidFill>
                <a:srgbClr val="003399"/>
              </a:solidFill>
              <a:ea typeface="宋体" pitchFamily="2" charset="-122"/>
            </a:endParaRPr>
          </a:p>
        </p:txBody>
      </p:sp>
      <p:grpSp>
        <p:nvGrpSpPr>
          <p:cNvPr id="3" name="Group 7"/>
          <p:cNvGrpSpPr/>
          <p:nvPr/>
        </p:nvGrpSpPr>
        <p:grpSpPr bwMode="auto">
          <a:xfrm>
            <a:off x="1381124" y="3978945"/>
            <a:ext cx="8077200" cy="533400"/>
            <a:chOff x="384" y="2688"/>
            <a:chExt cx="5088" cy="336"/>
          </a:xfrm>
        </p:grpSpPr>
        <p:sp>
          <p:nvSpPr>
            <p:cNvPr id="78932" name="Line 8"/>
            <p:cNvSpPr>
              <a:spLocks noChangeShapeType="1"/>
            </p:cNvSpPr>
            <p:nvPr/>
          </p:nvSpPr>
          <p:spPr bwMode="auto">
            <a:xfrm>
              <a:off x="384" y="2736"/>
              <a:ext cx="5088" cy="0"/>
            </a:xfrm>
            <a:prstGeom prst="line">
              <a:avLst/>
            </a:prstGeom>
            <a:noFill/>
            <a:ln w="25400" cap="sq">
              <a:solidFill>
                <a:srgbClr val="008000"/>
              </a:solidFill>
              <a:round/>
            </a:ln>
          </p:spPr>
          <p:txBody>
            <a:bodyPr wrap="none" anchor="ctr"/>
            <a:lstStyle/>
            <a:p>
              <a:endParaRPr lang="zh-CN" altLang="en-US"/>
            </a:p>
          </p:txBody>
        </p:sp>
        <p:sp>
          <p:nvSpPr>
            <p:cNvPr id="78933" name="Line 9"/>
            <p:cNvSpPr>
              <a:spLocks noChangeShapeType="1"/>
            </p:cNvSpPr>
            <p:nvPr/>
          </p:nvSpPr>
          <p:spPr bwMode="auto">
            <a:xfrm>
              <a:off x="392" y="3024"/>
              <a:ext cx="4984" cy="0"/>
            </a:xfrm>
            <a:prstGeom prst="line">
              <a:avLst/>
            </a:prstGeom>
            <a:noFill/>
            <a:ln w="25400" cap="sq">
              <a:solidFill>
                <a:srgbClr val="008000"/>
              </a:solidFill>
              <a:round/>
            </a:ln>
          </p:spPr>
          <p:txBody>
            <a:bodyPr wrap="none" anchor="ctr"/>
            <a:lstStyle/>
            <a:p>
              <a:endParaRPr lang="zh-CN" altLang="en-US"/>
            </a:p>
          </p:txBody>
        </p:sp>
        <p:sp>
          <p:nvSpPr>
            <p:cNvPr id="78934" name="Line 10"/>
            <p:cNvSpPr>
              <a:spLocks noChangeShapeType="1"/>
            </p:cNvSpPr>
            <p:nvPr/>
          </p:nvSpPr>
          <p:spPr bwMode="auto">
            <a:xfrm>
              <a:off x="384" y="2736"/>
              <a:ext cx="0" cy="288"/>
            </a:xfrm>
            <a:prstGeom prst="line">
              <a:avLst/>
            </a:prstGeom>
            <a:noFill/>
            <a:ln w="25400" cap="sq">
              <a:solidFill>
                <a:srgbClr val="008000"/>
              </a:solidFill>
              <a:round/>
            </a:ln>
          </p:spPr>
          <p:txBody>
            <a:bodyPr wrap="none" anchor="ctr"/>
            <a:lstStyle/>
            <a:p>
              <a:endParaRPr lang="zh-CN" altLang="en-US"/>
            </a:p>
          </p:txBody>
        </p:sp>
        <p:sp>
          <p:nvSpPr>
            <p:cNvPr id="78935" name="Line 11"/>
            <p:cNvSpPr>
              <a:spLocks noChangeShapeType="1"/>
            </p:cNvSpPr>
            <p:nvPr/>
          </p:nvSpPr>
          <p:spPr bwMode="auto">
            <a:xfrm>
              <a:off x="543" y="2736"/>
              <a:ext cx="0" cy="288"/>
            </a:xfrm>
            <a:prstGeom prst="line">
              <a:avLst/>
            </a:prstGeom>
            <a:noFill/>
            <a:ln w="25400" cap="sq">
              <a:solidFill>
                <a:srgbClr val="008000"/>
              </a:solidFill>
              <a:round/>
            </a:ln>
          </p:spPr>
          <p:txBody>
            <a:bodyPr wrap="none" anchor="ctr"/>
            <a:lstStyle/>
            <a:p>
              <a:endParaRPr lang="zh-CN" altLang="en-US"/>
            </a:p>
          </p:txBody>
        </p:sp>
        <p:sp>
          <p:nvSpPr>
            <p:cNvPr id="78936" name="Line 12"/>
            <p:cNvSpPr>
              <a:spLocks noChangeShapeType="1"/>
            </p:cNvSpPr>
            <p:nvPr/>
          </p:nvSpPr>
          <p:spPr bwMode="auto">
            <a:xfrm>
              <a:off x="701" y="2736"/>
              <a:ext cx="0" cy="288"/>
            </a:xfrm>
            <a:prstGeom prst="line">
              <a:avLst/>
            </a:prstGeom>
            <a:noFill/>
            <a:ln w="25400" cap="sq">
              <a:solidFill>
                <a:srgbClr val="008000"/>
              </a:solidFill>
              <a:round/>
            </a:ln>
          </p:spPr>
          <p:txBody>
            <a:bodyPr wrap="none" anchor="ctr"/>
            <a:lstStyle/>
            <a:p>
              <a:endParaRPr lang="zh-CN" altLang="en-US"/>
            </a:p>
          </p:txBody>
        </p:sp>
        <p:sp>
          <p:nvSpPr>
            <p:cNvPr id="78937" name="Line 13"/>
            <p:cNvSpPr>
              <a:spLocks noChangeShapeType="1"/>
            </p:cNvSpPr>
            <p:nvPr/>
          </p:nvSpPr>
          <p:spPr bwMode="auto">
            <a:xfrm>
              <a:off x="867" y="2736"/>
              <a:ext cx="0" cy="288"/>
            </a:xfrm>
            <a:prstGeom prst="line">
              <a:avLst/>
            </a:prstGeom>
            <a:noFill/>
            <a:ln w="25400" cap="sq">
              <a:solidFill>
                <a:srgbClr val="008000"/>
              </a:solidFill>
              <a:round/>
            </a:ln>
          </p:spPr>
          <p:txBody>
            <a:bodyPr wrap="none" anchor="ctr"/>
            <a:lstStyle/>
            <a:p>
              <a:endParaRPr lang="zh-CN" altLang="en-US"/>
            </a:p>
          </p:txBody>
        </p:sp>
        <p:sp>
          <p:nvSpPr>
            <p:cNvPr id="78938" name="Line 14"/>
            <p:cNvSpPr>
              <a:spLocks noChangeShapeType="1"/>
            </p:cNvSpPr>
            <p:nvPr/>
          </p:nvSpPr>
          <p:spPr bwMode="auto">
            <a:xfrm>
              <a:off x="1023" y="2736"/>
              <a:ext cx="0" cy="288"/>
            </a:xfrm>
            <a:prstGeom prst="line">
              <a:avLst/>
            </a:prstGeom>
            <a:noFill/>
            <a:ln w="25400" cap="sq">
              <a:solidFill>
                <a:srgbClr val="008000"/>
              </a:solidFill>
              <a:round/>
            </a:ln>
          </p:spPr>
          <p:txBody>
            <a:bodyPr wrap="none" anchor="ctr"/>
            <a:lstStyle/>
            <a:p>
              <a:endParaRPr lang="zh-CN" altLang="en-US"/>
            </a:p>
          </p:txBody>
        </p:sp>
        <p:sp>
          <p:nvSpPr>
            <p:cNvPr id="78939" name="Line 15"/>
            <p:cNvSpPr>
              <a:spLocks noChangeShapeType="1"/>
            </p:cNvSpPr>
            <p:nvPr/>
          </p:nvSpPr>
          <p:spPr bwMode="auto">
            <a:xfrm>
              <a:off x="1184" y="2736"/>
              <a:ext cx="0" cy="288"/>
            </a:xfrm>
            <a:prstGeom prst="line">
              <a:avLst/>
            </a:prstGeom>
            <a:noFill/>
            <a:ln w="25400" cap="sq">
              <a:solidFill>
                <a:srgbClr val="008000"/>
              </a:solidFill>
              <a:round/>
            </a:ln>
          </p:spPr>
          <p:txBody>
            <a:bodyPr wrap="none" anchor="ctr"/>
            <a:lstStyle/>
            <a:p>
              <a:endParaRPr lang="zh-CN" altLang="en-US"/>
            </a:p>
          </p:txBody>
        </p:sp>
        <p:sp>
          <p:nvSpPr>
            <p:cNvPr id="78940" name="Line 16"/>
            <p:cNvSpPr>
              <a:spLocks noChangeShapeType="1"/>
            </p:cNvSpPr>
            <p:nvPr/>
          </p:nvSpPr>
          <p:spPr bwMode="auto">
            <a:xfrm>
              <a:off x="1336" y="2736"/>
              <a:ext cx="0" cy="288"/>
            </a:xfrm>
            <a:prstGeom prst="line">
              <a:avLst/>
            </a:prstGeom>
            <a:noFill/>
            <a:ln w="25400" cap="sq">
              <a:solidFill>
                <a:srgbClr val="008000"/>
              </a:solidFill>
              <a:round/>
            </a:ln>
          </p:spPr>
          <p:txBody>
            <a:bodyPr wrap="none" anchor="ctr"/>
            <a:lstStyle/>
            <a:p>
              <a:endParaRPr lang="zh-CN" altLang="en-US"/>
            </a:p>
          </p:txBody>
        </p:sp>
        <p:sp>
          <p:nvSpPr>
            <p:cNvPr id="78941" name="Line 17"/>
            <p:cNvSpPr>
              <a:spLocks noChangeShapeType="1"/>
            </p:cNvSpPr>
            <p:nvPr/>
          </p:nvSpPr>
          <p:spPr bwMode="auto">
            <a:xfrm>
              <a:off x="1488" y="2736"/>
              <a:ext cx="0" cy="288"/>
            </a:xfrm>
            <a:prstGeom prst="line">
              <a:avLst/>
            </a:prstGeom>
            <a:noFill/>
            <a:ln w="25400" cap="sq">
              <a:solidFill>
                <a:srgbClr val="008000"/>
              </a:solidFill>
              <a:round/>
            </a:ln>
          </p:spPr>
          <p:txBody>
            <a:bodyPr wrap="none" anchor="ctr"/>
            <a:lstStyle/>
            <a:p>
              <a:endParaRPr lang="zh-CN" altLang="en-US"/>
            </a:p>
          </p:txBody>
        </p:sp>
        <p:sp>
          <p:nvSpPr>
            <p:cNvPr id="78942" name="Line 18"/>
            <p:cNvSpPr>
              <a:spLocks noChangeShapeType="1"/>
            </p:cNvSpPr>
            <p:nvPr/>
          </p:nvSpPr>
          <p:spPr bwMode="auto">
            <a:xfrm>
              <a:off x="1640" y="2736"/>
              <a:ext cx="0" cy="288"/>
            </a:xfrm>
            <a:prstGeom prst="line">
              <a:avLst/>
            </a:prstGeom>
            <a:noFill/>
            <a:ln w="25400" cap="sq">
              <a:solidFill>
                <a:srgbClr val="008000"/>
              </a:solidFill>
              <a:round/>
            </a:ln>
          </p:spPr>
          <p:txBody>
            <a:bodyPr wrap="none" anchor="ctr"/>
            <a:lstStyle/>
            <a:p>
              <a:endParaRPr lang="zh-CN" altLang="en-US"/>
            </a:p>
          </p:txBody>
        </p:sp>
        <p:sp>
          <p:nvSpPr>
            <p:cNvPr id="78943" name="Line 19"/>
            <p:cNvSpPr>
              <a:spLocks noChangeShapeType="1"/>
            </p:cNvSpPr>
            <p:nvPr/>
          </p:nvSpPr>
          <p:spPr bwMode="auto">
            <a:xfrm>
              <a:off x="1792" y="2736"/>
              <a:ext cx="0" cy="288"/>
            </a:xfrm>
            <a:prstGeom prst="line">
              <a:avLst/>
            </a:prstGeom>
            <a:noFill/>
            <a:ln w="25400" cap="sq">
              <a:solidFill>
                <a:srgbClr val="008000"/>
              </a:solidFill>
              <a:round/>
            </a:ln>
          </p:spPr>
          <p:txBody>
            <a:bodyPr wrap="none" anchor="ctr"/>
            <a:lstStyle/>
            <a:p>
              <a:endParaRPr lang="zh-CN" altLang="en-US"/>
            </a:p>
          </p:txBody>
        </p:sp>
        <p:sp>
          <p:nvSpPr>
            <p:cNvPr id="78944" name="Line 20"/>
            <p:cNvSpPr>
              <a:spLocks noChangeShapeType="1"/>
            </p:cNvSpPr>
            <p:nvPr/>
          </p:nvSpPr>
          <p:spPr bwMode="auto">
            <a:xfrm>
              <a:off x="1952" y="2736"/>
              <a:ext cx="0" cy="288"/>
            </a:xfrm>
            <a:prstGeom prst="line">
              <a:avLst/>
            </a:prstGeom>
            <a:noFill/>
            <a:ln w="25400" cap="sq">
              <a:solidFill>
                <a:srgbClr val="008000"/>
              </a:solidFill>
              <a:round/>
            </a:ln>
          </p:spPr>
          <p:txBody>
            <a:bodyPr wrap="none" anchor="ctr"/>
            <a:lstStyle/>
            <a:p>
              <a:endParaRPr lang="zh-CN" altLang="en-US"/>
            </a:p>
          </p:txBody>
        </p:sp>
        <p:sp>
          <p:nvSpPr>
            <p:cNvPr id="78945" name="Line 21"/>
            <p:cNvSpPr>
              <a:spLocks noChangeShapeType="1"/>
            </p:cNvSpPr>
            <p:nvPr/>
          </p:nvSpPr>
          <p:spPr bwMode="auto">
            <a:xfrm>
              <a:off x="2112" y="2736"/>
              <a:ext cx="0" cy="288"/>
            </a:xfrm>
            <a:prstGeom prst="line">
              <a:avLst/>
            </a:prstGeom>
            <a:noFill/>
            <a:ln w="25400" cap="sq">
              <a:solidFill>
                <a:srgbClr val="008000"/>
              </a:solidFill>
              <a:round/>
            </a:ln>
          </p:spPr>
          <p:txBody>
            <a:bodyPr wrap="none" anchor="ctr"/>
            <a:lstStyle/>
            <a:p>
              <a:endParaRPr lang="zh-CN" altLang="en-US"/>
            </a:p>
          </p:txBody>
        </p:sp>
        <p:sp>
          <p:nvSpPr>
            <p:cNvPr id="78946" name="Line 22"/>
            <p:cNvSpPr>
              <a:spLocks noChangeShapeType="1"/>
            </p:cNvSpPr>
            <p:nvPr/>
          </p:nvSpPr>
          <p:spPr bwMode="auto">
            <a:xfrm>
              <a:off x="2280" y="2736"/>
              <a:ext cx="0" cy="288"/>
            </a:xfrm>
            <a:prstGeom prst="line">
              <a:avLst/>
            </a:prstGeom>
            <a:noFill/>
            <a:ln w="25400" cap="sq">
              <a:solidFill>
                <a:srgbClr val="008000"/>
              </a:solidFill>
              <a:round/>
            </a:ln>
          </p:spPr>
          <p:txBody>
            <a:bodyPr wrap="none" anchor="ctr"/>
            <a:lstStyle/>
            <a:p>
              <a:endParaRPr lang="zh-CN" altLang="en-US"/>
            </a:p>
          </p:txBody>
        </p:sp>
        <p:sp>
          <p:nvSpPr>
            <p:cNvPr id="78947" name="Line 23"/>
            <p:cNvSpPr>
              <a:spLocks noChangeShapeType="1"/>
            </p:cNvSpPr>
            <p:nvPr/>
          </p:nvSpPr>
          <p:spPr bwMode="auto">
            <a:xfrm>
              <a:off x="2448" y="2736"/>
              <a:ext cx="0" cy="288"/>
            </a:xfrm>
            <a:prstGeom prst="line">
              <a:avLst/>
            </a:prstGeom>
            <a:noFill/>
            <a:ln w="25400" cap="sq">
              <a:solidFill>
                <a:srgbClr val="008000"/>
              </a:solidFill>
              <a:round/>
            </a:ln>
          </p:spPr>
          <p:txBody>
            <a:bodyPr wrap="none" anchor="ctr"/>
            <a:lstStyle/>
            <a:p>
              <a:endParaRPr lang="zh-CN" altLang="en-US"/>
            </a:p>
          </p:txBody>
        </p:sp>
        <p:sp>
          <p:nvSpPr>
            <p:cNvPr id="78948" name="Line 24"/>
            <p:cNvSpPr>
              <a:spLocks noChangeShapeType="1"/>
            </p:cNvSpPr>
            <p:nvPr/>
          </p:nvSpPr>
          <p:spPr bwMode="auto">
            <a:xfrm>
              <a:off x="2616" y="2736"/>
              <a:ext cx="0" cy="288"/>
            </a:xfrm>
            <a:prstGeom prst="line">
              <a:avLst/>
            </a:prstGeom>
            <a:noFill/>
            <a:ln w="25400" cap="sq">
              <a:solidFill>
                <a:srgbClr val="008000"/>
              </a:solidFill>
              <a:round/>
            </a:ln>
          </p:spPr>
          <p:txBody>
            <a:bodyPr wrap="none" anchor="ctr"/>
            <a:lstStyle/>
            <a:p>
              <a:endParaRPr lang="zh-CN" altLang="en-US"/>
            </a:p>
          </p:txBody>
        </p:sp>
        <p:sp>
          <p:nvSpPr>
            <p:cNvPr id="78949" name="Line 25"/>
            <p:cNvSpPr>
              <a:spLocks noChangeShapeType="1"/>
            </p:cNvSpPr>
            <p:nvPr/>
          </p:nvSpPr>
          <p:spPr bwMode="auto">
            <a:xfrm>
              <a:off x="2784" y="2736"/>
              <a:ext cx="0" cy="288"/>
            </a:xfrm>
            <a:prstGeom prst="line">
              <a:avLst/>
            </a:prstGeom>
            <a:noFill/>
            <a:ln w="25400" cap="sq">
              <a:solidFill>
                <a:srgbClr val="008000"/>
              </a:solidFill>
              <a:round/>
            </a:ln>
          </p:spPr>
          <p:txBody>
            <a:bodyPr wrap="none" anchor="ctr"/>
            <a:lstStyle/>
            <a:p>
              <a:endParaRPr lang="zh-CN" altLang="en-US"/>
            </a:p>
          </p:txBody>
        </p:sp>
        <p:sp>
          <p:nvSpPr>
            <p:cNvPr id="78950" name="Line 26"/>
            <p:cNvSpPr>
              <a:spLocks noChangeShapeType="1"/>
            </p:cNvSpPr>
            <p:nvPr/>
          </p:nvSpPr>
          <p:spPr bwMode="auto">
            <a:xfrm>
              <a:off x="2952" y="2736"/>
              <a:ext cx="0" cy="288"/>
            </a:xfrm>
            <a:prstGeom prst="line">
              <a:avLst/>
            </a:prstGeom>
            <a:noFill/>
            <a:ln w="25400" cap="sq">
              <a:solidFill>
                <a:srgbClr val="008000"/>
              </a:solidFill>
              <a:round/>
            </a:ln>
          </p:spPr>
          <p:txBody>
            <a:bodyPr wrap="none" anchor="ctr"/>
            <a:lstStyle/>
            <a:p>
              <a:endParaRPr lang="zh-CN" altLang="en-US"/>
            </a:p>
          </p:txBody>
        </p:sp>
        <p:sp>
          <p:nvSpPr>
            <p:cNvPr id="78951" name="Line 27"/>
            <p:cNvSpPr>
              <a:spLocks noChangeShapeType="1"/>
            </p:cNvSpPr>
            <p:nvPr/>
          </p:nvSpPr>
          <p:spPr bwMode="auto">
            <a:xfrm>
              <a:off x="3120" y="2736"/>
              <a:ext cx="0" cy="288"/>
            </a:xfrm>
            <a:prstGeom prst="line">
              <a:avLst/>
            </a:prstGeom>
            <a:noFill/>
            <a:ln w="25400" cap="sq">
              <a:solidFill>
                <a:srgbClr val="008000"/>
              </a:solidFill>
              <a:round/>
            </a:ln>
          </p:spPr>
          <p:txBody>
            <a:bodyPr wrap="none" anchor="ctr"/>
            <a:lstStyle/>
            <a:p>
              <a:endParaRPr lang="zh-CN" altLang="en-US"/>
            </a:p>
          </p:txBody>
        </p:sp>
        <p:sp>
          <p:nvSpPr>
            <p:cNvPr id="78952" name="Line 28"/>
            <p:cNvSpPr>
              <a:spLocks noChangeShapeType="1"/>
            </p:cNvSpPr>
            <p:nvPr/>
          </p:nvSpPr>
          <p:spPr bwMode="auto">
            <a:xfrm>
              <a:off x="3288" y="2736"/>
              <a:ext cx="0" cy="288"/>
            </a:xfrm>
            <a:prstGeom prst="line">
              <a:avLst/>
            </a:prstGeom>
            <a:noFill/>
            <a:ln w="25400" cap="sq">
              <a:solidFill>
                <a:srgbClr val="008000"/>
              </a:solidFill>
              <a:round/>
            </a:ln>
          </p:spPr>
          <p:txBody>
            <a:bodyPr wrap="none" anchor="ctr"/>
            <a:lstStyle/>
            <a:p>
              <a:endParaRPr lang="zh-CN" altLang="en-US"/>
            </a:p>
          </p:txBody>
        </p:sp>
        <p:sp>
          <p:nvSpPr>
            <p:cNvPr id="78953" name="Line 29"/>
            <p:cNvSpPr>
              <a:spLocks noChangeShapeType="1"/>
            </p:cNvSpPr>
            <p:nvPr/>
          </p:nvSpPr>
          <p:spPr bwMode="auto">
            <a:xfrm>
              <a:off x="3456" y="2736"/>
              <a:ext cx="0" cy="288"/>
            </a:xfrm>
            <a:prstGeom prst="line">
              <a:avLst/>
            </a:prstGeom>
            <a:noFill/>
            <a:ln w="25400" cap="sq">
              <a:solidFill>
                <a:srgbClr val="008000"/>
              </a:solidFill>
              <a:round/>
            </a:ln>
          </p:spPr>
          <p:txBody>
            <a:bodyPr wrap="none" anchor="ctr"/>
            <a:lstStyle/>
            <a:p>
              <a:endParaRPr lang="zh-CN" altLang="en-US"/>
            </a:p>
          </p:txBody>
        </p:sp>
        <p:sp>
          <p:nvSpPr>
            <p:cNvPr id="78954" name="Line 30"/>
            <p:cNvSpPr>
              <a:spLocks noChangeShapeType="1"/>
            </p:cNvSpPr>
            <p:nvPr/>
          </p:nvSpPr>
          <p:spPr bwMode="auto">
            <a:xfrm>
              <a:off x="3624" y="2736"/>
              <a:ext cx="0" cy="288"/>
            </a:xfrm>
            <a:prstGeom prst="line">
              <a:avLst/>
            </a:prstGeom>
            <a:noFill/>
            <a:ln w="25400" cap="sq">
              <a:solidFill>
                <a:srgbClr val="008000"/>
              </a:solidFill>
              <a:round/>
            </a:ln>
          </p:spPr>
          <p:txBody>
            <a:bodyPr wrap="none" anchor="ctr"/>
            <a:lstStyle/>
            <a:p>
              <a:endParaRPr lang="zh-CN" altLang="en-US"/>
            </a:p>
          </p:txBody>
        </p:sp>
        <p:sp>
          <p:nvSpPr>
            <p:cNvPr id="78955" name="Line 31"/>
            <p:cNvSpPr>
              <a:spLocks noChangeShapeType="1"/>
            </p:cNvSpPr>
            <p:nvPr/>
          </p:nvSpPr>
          <p:spPr bwMode="auto">
            <a:xfrm>
              <a:off x="3792" y="2736"/>
              <a:ext cx="0" cy="288"/>
            </a:xfrm>
            <a:prstGeom prst="line">
              <a:avLst/>
            </a:prstGeom>
            <a:noFill/>
            <a:ln w="25400" cap="sq">
              <a:solidFill>
                <a:srgbClr val="008000"/>
              </a:solidFill>
              <a:round/>
            </a:ln>
          </p:spPr>
          <p:txBody>
            <a:bodyPr wrap="none" anchor="ctr"/>
            <a:lstStyle/>
            <a:p>
              <a:endParaRPr lang="zh-CN" altLang="en-US"/>
            </a:p>
          </p:txBody>
        </p:sp>
        <p:sp>
          <p:nvSpPr>
            <p:cNvPr id="78956" name="Line 32"/>
            <p:cNvSpPr>
              <a:spLocks noChangeShapeType="1"/>
            </p:cNvSpPr>
            <p:nvPr/>
          </p:nvSpPr>
          <p:spPr bwMode="auto">
            <a:xfrm>
              <a:off x="3960" y="2736"/>
              <a:ext cx="0" cy="288"/>
            </a:xfrm>
            <a:prstGeom prst="line">
              <a:avLst/>
            </a:prstGeom>
            <a:noFill/>
            <a:ln w="25400" cap="sq">
              <a:solidFill>
                <a:srgbClr val="008000"/>
              </a:solidFill>
              <a:round/>
            </a:ln>
          </p:spPr>
          <p:txBody>
            <a:bodyPr wrap="none" anchor="ctr"/>
            <a:lstStyle/>
            <a:p>
              <a:endParaRPr lang="zh-CN" altLang="en-US"/>
            </a:p>
          </p:txBody>
        </p:sp>
        <p:sp>
          <p:nvSpPr>
            <p:cNvPr id="78957" name="Line 33"/>
            <p:cNvSpPr>
              <a:spLocks noChangeShapeType="1"/>
            </p:cNvSpPr>
            <p:nvPr/>
          </p:nvSpPr>
          <p:spPr bwMode="auto">
            <a:xfrm>
              <a:off x="4128" y="2736"/>
              <a:ext cx="0" cy="288"/>
            </a:xfrm>
            <a:prstGeom prst="line">
              <a:avLst/>
            </a:prstGeom>
            <a:noFill/>
            <a:ln w="25400" cap="sq">
              <a:solidFill>
                <a:srgbClr val="008000"/>
              </a:solidFill>
              <a:round/>
            </a:ln>
          </p:spPr>
          <p:txBody>
            <a:bodyPr wrap="none" anchor="ctr"/>
            <a:lstStyle/>
            <a:p>
              <a:endParaRPr lang="zh-CN" altLang="en-US"/>
            </a:p>
          </p:txBody>
        </p:sp>
        <p:sp>
          <p:nvSpPr>
            <p:cNvPr id="78958" name="Line 34"/>
            <p:cNvSpPr>
              <a:spLocks noChangeShapeType="1"/>
            </p:cNvSpPr>
            <p:nvPr/>
          </p:nvSpPr>
          <p:spPr bwMode="auto">
            <a:xfrm>
              <a:off x="4304" y="2736"/>
              <a:ext cx="0" cy="288"/>
            </a:xfrm>
            <a:prstGeom prst="line">
              <a:avLst/>
            </a:prstGeom>
            <a:noFill/>
            <a:ln w="25400" cap="sq">
              <a:solidFill>
                <a:srgbClr val="008000"/>
              </a:solidFill>
              <a:round/>
            </a:ln>
          </p:spPr>
          <p:txBody>
            <a:bodyPr wrap="none" anchor="ctr"/>
            <a:lstStyle/>
            <a:p>
              <a:endParaRPr lang="zh-CN" altLang="en-US"/>
            </a:p>
          </p:txBody>
        </p:sp>
        <p:sp>
          <p:nvSpPr>
            <p:cNvPr id="78959" name="Line 35"/>
            <p:cNvSpPr>
              <a:spLocks noChangeShapeType="1"/>
            </p:cNvSpPr>
            <p:nvPr/>
          </p:nvSpPr>
          <p:spPr bwMode="auto">
            <a:xfrm>
              <a:off x="4472" y="2736"/>
              <a:ext cx="0" cy="288"/>
            </a:xfrm>
            <a:prstGeom prst="line">
              <a:avLst/>
            </a:prstGeom>
            <a:noFill/>
            <a:ln w="25400" cap="sq">
              <a:solidFill>
                <a:srgbClr val="008000"/>
              </a:solidFill>
              <a:round/>
            </a:ln>
          </p:spPr>
          <p:txBody>
            <a:bodyPr wrap="none" anchor="ctr"/>
            <a:lstStyle/>
            <a:p>
              <a:endParaRPr lang="zh-CN" altLang="en-US"/>
            </a:p>
          </p:txBody>
        </p:sp>
        <p:sp>
          <p:nvSpPr>
            <p:cNvPr id="78960" name="Line 36"/>
            <p:cNvSpPr>
              <a:spLocks noChangeShapeType="1"/>
            </p:cNvSpPr>
            <p:nvPr/>
          </p:nvSpPr>
          <p:spPr bwMode="auto">
            <a:xfrm>
              <a:off x="4640" y="2736"/>
              <a:ext cx="0" cy="288"/>
            </a:xfrm>
            <a:prstGeom prst="line">
              <a:avLst/>
            </a:prstGeom>
            <a:noFill/>
            <a:ln w="25400" cap="sq">
              <a:solidFill>
                <a:srgbClr val="008000"/>
              </a:solidFill>
              <a:round/>
            </a:ln>
          </p:spPr>
          <p:txBody>
            <a:bodyPr wrap="none" anchor="ctr"/>
            <a:lstStyle/>
            <a:p>
              <a:endParaRPr lang="zh-CN" altLang="en-US"/>
            </a:p>
          </p:txBody>
        </p:sp>
        <p:sp>
          <p:nvSpPr>
            <p:cNvPr id="78961" name="Line 37"/>
            <p:cNvSpPr>
              <a:spLocks noChangeShapeType="1"/>
            </p:cNvSpPr>
            <p:nvPr/>
          </p:nvSpPr>
          <p:spPr bwMode="auto">
            <a:xfrm>
              <a:off x="4808" y="2736"/>
              <a:ext cx="0" cy="288"/>
            </a:xfrm>
            <a:prstGeom prst="line">
              <a:avLst/>
            </a:prstGeom>
            <a:noFill/>
            <a:ln w="25400" cap="sq">
              <a:solidFill>
                <a:srgbClr val="008000"/>
              </a:solidFill>
              <a:round/>
            </a:ln>
          </p:spPr>
          <p:txBody>
            <a:bodyPr wrap="none" anchor="ctr"/>
            <a:lstStyle/>
            <a:p>
              <a:endParaRPr lang="zh-CN" altLang="en-US"/>
            </a:p>
          </p:txBody>
        </p:sp>
        <p:sp>
          <p:nvSpPr>
            <p:cNvPr id="78962" name="Line 38"/>
            <p:cNvSpPr>
              <a:spLocks noChangeShapeType="1"/>
            </p:cNvSpPr>
            <p:nvPr/>
          </p:nvSpPr>
          <p:spPr bwMode="auto">
            <a:xfrm>
              <a:off x="4976" y="2736"/>
              <a:ext cx="0" cy="288"/>
            </a:xfrm>
            <a:prstGeom prst="line">
              <a:avLst/>
            </a:prstGeom>
            <a:noFill/>
            <a:ln w="25400" cap="sq">
              <a:solidFill>
                <a:srgbClr val="008000"/>
              </a:solidFill>
              <a:round/>
            </a:ln>
          </p:spPr>
          <p:txBody>
            <a:bodyPr wrap="none" anchor="ctr"/>
            <a:lstStyle/>
            <a:p>
              <a:endParaRPr lang="zh-CN" altLang="en-US"/>
            </a:p>
          </p:txBody>
        </p:sp>
        <p:sp>
          <p:nvSpPr>
            <p:cNvPr id="78963" name="Line 39"/>
            <p:cNvSpPr>
              <a:spLocks noChangeShapeType="1"/>
            </p:cNvSpPr>
            <p:nvPr/>
          </p:nvSpPr>
          <p:spPr bwMode="auto">
            <a:xfrm>
              <a:off x="5144" y="2736"/>
              <a:ext cx="0" cy="288"/>
            </a:xfrm>
            <a:prstGeom prst="line">
              <a:avLst/>
            </a:prstGeom>
            <a:noFill/>
            <a:ln w="25400" cap="sq">
              <a:solidFill>
                <a:srgbClr val="008000"/>
              </a:solidFill>
              <a:round/>
            </a:ln>
          </p:spPr>
          <p:txBody>
            <a:bodyPr wrap="none" anchor="ctr"/>
            <a:lstStyle/>
            <a:p>
              <a:endParaRPr lang="zh-CN" altLang="en-US"/>
            </a:p>
          </p:txBody>
        </p:sp>
        <p:sp>
          <p:nvSpPr>
            <p:cNvPr id="78964" name="Rectangle 40"/>
            <p:cNvSpPr>
              <a:spLocks noChangeArrowheads="1"/>
            </p:cNvSpPr>
            <p:nvPr/>
          </p:nvSpPr>
          <p:spPr bwMode="auto">
            <a:xfrm>
              <a:off x="5193" y="2688"/>
              <a:ext cx="275" cy="291"/>
            </a:xfrm>
            <a:prstGeom prst="rect">
              <a:avLst/>
            </a:prstGeom>
            <a:noFill/>
            <a:ln w="12700" cap="sq">
              <a:noFill/>
              <a:miter lim="800000"/>
            </a:ln>
          </p:spPr>
          <p:txBody>
            <a:bodyPr wrap="none">
              <a:spAutoFit/>
            </a:bodyPr>
            <a:lstStyle/>
            <a:p>
              <a:pPr algn="ctr" fontAlgn="base">
                <a:spcBef>
                  <a:spcPct val="0"/>
                </a:spcBef>
              </a:pPr>
              <a:r>
                <a:rPr lang="zh-CN" altLang="en-US" sz="2400">
                  <a:solidFill>
                    <a:srgbClr val="008000"/>
                  </a:solidFill>
                  <a:ea typeface="宋体" pitchFamily="2" charset="-122"/>
                  <a:cs typeface="Times New Roman" panose="02020503050405090304" pitchFamily="18" charset="0"/>
                </a:rPr>
                <a:t>…</a:t>
              </a:r>
              <a:endParaRPr lang="zh-CN" altLang="en-US" sz="2400">
                <a:solidFill>
                  <a:srgbClr val="008000"/>
                </a:solidFill>
                <a:ea typeface="宋体" pitchFamily="2" charset="-122"/>
                <a:cs typeface="Times New Roman" panose="02020503050405090304" pitchFamily="18" charset="0"/>
              </a:endParaRPr>
            </a:p>
          </p:txBody>
        </p:sp>
      </p:grpSp>
      <p:grpSp>
        <p:nvGrpSpPr>
          <p:cNvPr id="4" name="Group 41"/>
          <p:cNvGrpSpPr/>
          <p:nvPr/>
        </p:nvGrpSpPr>
        <p:grpSpPr bwMode="auto">
          <a:xfrm>
            <a:off x="1562100" y="3883696"/>
            <a:ext cx="1079500" cy="966787"/>
            <a:chOff x="484" y="2631"/>
            <a:chExt cx="680" cy="609"/>
          </a:xfrm>
        </p:grpSpPr>
        <p:grpSp>
          <p:nvGrpSpPr>
            <p:cNvPr id="5" name="Group 42"/>
            <p:cNvGrpSpPr/>
            <p:nvPr/>
          </p:nvGrpSpPr>
          <p:grpSpPr bwMode="auto">
            <a:xfrm>
              <a:off x="540" y="2631"/>
              <a:ext cx="624" cy="393"/>
              <a:chOff x="540" y="2631"/>
              <a:chExt cx="624" cy="393"/>
            </a:xfrm>
          </p:grpSpPr>
          <p:sp>
            <p:nvSpPr>
              <p:cNvPr id="78930" name="Rectangle 43"/>
              <p:cNvSpPr>
                <a:spLocks noChangeArrowheads="1"/>
              </p:cNvSpPr>
              <p:nvPr/>
            </p:nvSpPr>
            <p:spPr bwMode="auto">
              <a:xfrm>
                <a:off x="540" y="2736"/>
                <a:ext cx="624" cy="288"/>
              </a:xfrm>
              <a:prstGeom prst="rect">
                <a:avLst/>
              </a:prstGeom>
              <a:noFill/>
              <a:ln w="31750" cap="sq">
                <a:solidFill>
                  <a:srgbClr val="FF3300"/>
                </a:solidFill>
                <a:miter lim="800000"/>
              </a:ln>
            </p:spPr>
            <p:txBody>
              <a:bodyPr wrap="none" anchor="ctr"/>
              <a:lstStyle/>
              <a:p>
                <a:endParaRPr lang="zh-CN" altLang="en-US"/>
              </a:p>
            </p:txBody>
          </p:sp>
          <p:sp>
            <p:nvSpPr>
              <p:cNvPr id="78931" name="Rectangle 44"/>
              <p:cNvSpPr>
                <a:spLocks noChangeArrowheads="1"/>
              </p:cNvSpPr>
              <p:nvPr/>
            </p:nvSpPr>
            <p:spPr bwMode="auto">
              <a:xfrm>
                <a:off x="686" y="2631"/>
                <a:ext cx="300" cy="349"/>
              </a:xfrm>
              <a:prstGeom prst="rect">
                <a:avLst/>
              </a:prstGeom>
              <a:noFill/>
              <a:ln w="12700" cap="sq">
                <a:noFill/>
                <a:miter lim="800000"/>
              </a:ln>
            </p:spPr>
            <p:txBody>
              <a:bodyPr wrap="none">
                <a:spAutoFit/>
              </a:bodyPr>
              <a:lstStyle/>
              <a:p>
                <a:pPr algn="ctr" fontAlgn="base">
                  <a:spcBef>
                    <a:spcPct val="0"/>
                  </a:spcBef>
                </a:pPr>
                <a:r>
                  <a:rPr lang="en-US" altLang="zh-CN" sz="3000" dirty="0">
                    <a:ea typeface="宋体" pitchFamily="2" charset="-122"/>
                  </a:rPr>
                  <a:t>a</a:t>
                </a:r>
                <a:r>
                  <a:rPr lang="en-US" altLang="zh-CN" sz="3000" baseline="-46000" dirty="0">
                    <a:ea typeface="宋体" pitchFamily="2" charset="-122"/>
                  </a:rPr>
                  <a:t>2</a:t>
                </a:r>
                <a:endParaRPr lang="en-US" altLang="zh-CN" sz="3000" baseline="-46000" dirty="0">
                  <a:ea typeface="宋体" pitchFamily="2" charset="-122"/>
                </a:endParaRPr>
              </a:p>
            </p:txBody>
          </p:sp>
        </p:grpSp>
        <p:sp>
          <p:nvSpPr>
            <p:cNvPr id="78929" name="Text Box 45"/>
            <p:cNvSpPr txBox="1">
              <a:spLocks noChangeArrowheads="1"/>
            </p:cNvSpPr>
            <p:nvPr/>
          </p:nvSpPr>
          <p:spPr bwMode="auto">
            <a:xfrm>
              <a:off x="484" y="2988"/>
              <a:ext cx="240" cy="252"/>
            </a:xfrm>
            <a:prstGeom prst="rect">
              <a:avLst/>
            </a:prstGeom>
            <a:noFill/>
            <a:ln w="12700" cap="sq">
              <a:noFill/>
              <a:miter lim="800000"/>
            </a:ln>
          </p:spPr>
          <p:txBody>
            <a:bodyPr wrap="none">
              <a:spAutoFit/>
            </a:bodyPr>
            <a:lstStyle/>
            <a:p>
              <a:pPr algn="ctr" fontAlgn="base">
                <a:spcBef>
                  <a:spcPct val="0"/>
                </a:spcBef>
              </a:pPr>
              <a:r>
                <a:rPr lang="en-US" altLang="zh-CN" sz="2000">
                  <a:solidFill>
                    <a:srgbClr val="800000"/>
                  </a:solidFill>
                  <a:ea typeface="宋体" pitchFamily="2" charset="-122"/>
                </a:rPr>
                <a:t>d</a:t>
              </a:r>
              <a:r>
                <a:rPr lang="en-US" altLang="zh-CN" sz="2000" baseline="-25000">
                  <a:solidFill>
                    <a:srgbClr val="800000"/>
                  </a:solidFill>
                  <a:ea typeface="宋体" pitchFamily="2" charset="-122"/>
                </a:rPr>
                <a:t>2</a:t>
              </a:r>
              <a:endParaRPr lang="en-US" altLang="zh-CN" sz="2000" baseline="-25000">
                <a:solidFill>
                  <a:srgbClr val="800000"/>
                </a:solidFill>
                <a:ea typeface="宋体" pitchFamily="2" charset="-122"/>
              </a:endParaRPr>
            </a:p>
          </p:txBody>
        </p:sp>
      </p:grpSp>
      <p:grpSp>
        <p:nvGrpSpPr>
          <p:cNvPr id="6" name="Group 46"/>
          <p:cNvGrpSpPr/>
          <p:nvPr/>
        </p:nvGrpSpPr>
        <p:grpSpPr bwMode="auto">
          <a:xfrm>
            <a:off x="3540126" y="3883695"/>
            <a:ext cx="1117600" cy="971550"/>
            <a:chOff x="1744" y="2628"/>
            <a:chExt cx="704" cy="612"/>
          </a:xfrm>
        </p:grpSpPr>
        <p:sp>
          <p:nvSpPr>
            <p:cNvPr id="78925" name="Rectangle 47"/>
            <p:cNvSpPr>
              <a:spLocks noChangeArrowheads="1"/>
            </p:cNvSpPr>
            <p:nvPr/>
          </p:nvSpPr>
          <p:spPr bwMode="auto">
            <a:xfrm>
              <a:off x="1800" y="2733"/>
              <a:ext cx="648" cy="288"/>
            </a:xfrm>
            <a:prstGeom prst="rect">
              <a:avLst/>
            </a:prstGeom>
            <a:noFill/>
            <a:ln w="31750" cap="sq">
              <a:solidFill>
                <a:srgbClr val="FF3300"/>
              </a:solidFill>
              <a:miter lim="800000"/>
            </a:ln>
          </p:spPr>
          <p:txBody>
            <a:bodyPr wrap="none" anchor="ctr"/>
            <a:lstStyle/>
            <a:p>
              <a:endParaRPr lang="zh-CN" altLang="en-US"/>
            </a:p>
          </p:txBody>
        </p:sp>
        <p:sp>
          <p:nvSpPr>
            <p:cNvPr id="78926" name="Rectangle 48"/>
            <p:cNvSpPr>
              <a:spLocks noChangeArrowheads="1"/>
            </p:cNvSpPr>
            <p:nvPr/>
          </p:nvSpPr>
          <p:spPr bwMode="auto">
            <a:xfrm>
              <a:off x="1946" y="2628"/>
              <a:ext cx="300" cy="349"/>
            </a:xfrm>
            <a:prstGeom prst="rect">
              <a:avLst/>
            </a:prstGeom>
            <a:noFill/>
            <a:ln w="12700" cap="sq">
              <a:noFill/>
              <a:miter lim="800000"/>
            </a:ln>
          </p:spPr>
          <p:txBody>
            <a:bodyPr wrap="none">
              <a:spAutoFit/>
            </a:bodyPr>
            <a:lstStyle/>
            <a:p>
              <a:pPr algn="ctr" fontAlgn="base">
                <a:spcBef>
                  <a:spcPct val="0"/>
                </a:spcBef>
              </a:pPr>
              <a:r>
                <a:rPr lang="en-US" altLang="zh-CN" sz="3000" dirty="0">
                  <a:ea typeface="宋体" pitchFamily="2" charset="-122"/>
                </a:rPr>
                <a:t>a</a:t>
              </a:r>
              <a:r>
                <a:rPr lang="en-US" altLang="zh-CN" sz="3000" baseline="-46000" dirty="0">
                  <a:ea typeface="宋体" pitchFamily="2" charset="-122"/>
                </a:rPr>
                <a:t>1</a:t>
              </a:r>
              <a:endParaRPr lang="en-US" altLang="zh-CN" sz="3000" baseline="-46000" dirty="0">
                <a:ea typeface="宋体" pitchFamily="2" charset="-122"/>
              </a:endParaRPr>
            </a:p>
          </p:txBody>
        </p:sp>
        <p:sp>
          <p:nvSpPr>
            <p:cNvPr id="78927" name="Text Box 49"/>
            <p:cNvSpPr txBox="1">
              <a:spLocks noChangeArrowheads="1"/>
            </p:cNvSpPr>
            <p:nvPr/>
          </p:nvSpPr>
          <p:spPr bwMode="auto">
            <a:xfrm>
              <a:off x="1744" y="2988"/>
              <a:ext cx="240" cy="252"/>
            </a:xfrm>
            <a:prstGeom prst="rect">
              <a:avLst/>
            </a:prstGeom>
            <a:noFill/>
            <a:ln w="12700" cap="sq">
              <a:noFill/>
              <a:miter lim="800000"/>
            </a:ln>
          </p:spPr>
          <p:txBody>
            <a:bodyPr wrap="none">
              <a:spAutoFit/>
            </a:bodyPr>
            <a:lstStyle/>
            <a:p>
              <a:pPr algn="ctr" fontAlgn="base">
                <a:spcBef>
                  <a:spcPct val="0"/>
                </a:spcBef>
              </a:pPr>
              <a:r>
                <a:rPr lang="en-US" altLang="zh-CN" sz="2000">
                  <a:solidFill>
                    <a:srgbClr val="800000"/>
                  </a:solidFill>
                  <a:ea typeface="宋体" pitchFamily="2" charset="-122"/>
                </a:rPr>
                <a:t>d</a:t>
              </a:r>
              <a:r>
                <a:rPr lang="en-US" altLang="zh-CN" sz="2000" baseline="-25000">
                  <a:solidFill>
                    <a:srgbClr val="800000"/>
                  </a:solidFill>
                  <a:ea typeface="宋体" pitchFamily="2" charset="-122"/>
                </a:rPr>
                <a:t>1</a:t>
              </a:r>
              <a:endParaRPr lang="en-US" altLang="zh-CN" sz="2000" baseline="-25000">
                <a:solidFill>
                  <a:srgbClr val="800000"/>
                </a:solidFill>
                <a:ea typeface="宋体" pitchFamily="2" charset="-122"/>
              </a:endParaRPr>
            </a:p>
          </p:txBody>
        </p:sp>
      </p:grpSp>
      <p:grpSp>
        <p:nvGrpSpPr>
          <p:cNvPr id="7" name="Group 50"/>
          <p:cNvGrpSpPr/>
          <p:nvPr/>
        </p:nvGrpSpPr>
        <p:grpSpPr bwMode="auto">
          <a:xfrm>
            <a:off x="5387977" y="3883695"/>
            <a:ext cx="1136650" cy="990600"/>
            <a:chOff x="2920" y="2628"/>
            <a:chExt cx="716" cy="624"/>
          </a:xfrm>
        </p:grpSpPr>
        <p:grpSp>
          <p:nvGrpSpPr>
            <p:cNvPr id="8" name="Group 51"/>
            <p:cNvGrpSpPr/>
            <p:nvPr/>
          </p:nvGrpSpPr>
          <p:grpSpPr bwMode="auto">
            <a:xfrm>
              <a:off x="2964" y="2628"/>
              <a:ext cx="672" cy="393"/>
              <a:chOff x="2964" y="2640"/>
              <a:chExt cx="672" cy="393"/>
            </a:xfrm>
          </p:grpSpPr>
          <p:sp>
            <p:nvSpPr>
              <p:cNvPr id="78923" name="Rectangle 52"/>
              <p:cNvSpPr>
                <a:spLocks noChangeArrowheads="1"/>
              </p:cNvSpPr>
              <p:nvPr/>
            </p:nvSpPr>
            <p:spPr bwMode="auto">
              <a:xfrm>
                <a:off x="2964" y="2745"/>
                <a:ext cx="672" cy="288"/>
              </a:xfrm>
              <a:prstGeom prst="rect">
                <a:avLst/>
              </a:prstGeom>
              <a:noFill/>
              <a:ln w="31750" cap="sq">
                <a:solidFill>
                  <a:srgbClr val="FF3300"/>
                </a:solidFill>
                <a:miter lim="800000"/>
              </a:ln>
            </p:spPr>
            <p:txBody>
              <a:bodyPr wrap="none" anchor="ctr"/>
              <a:lstStyle/>
              <a:p>
                <a:endParaRPr lang="zh-CN" altLang="en-US"/>
              </a:p>
            </p:txBody>
          </p:sp>
          <p:sp>
            <p:nvSpPr>
              <p:cNvPr id="78924" name="Rectangle 53"/>
              <p:cNvSpPr>
                <a:spLocks noChangeArrowheads="1"/>
              </p:cNvSpPr>
              <p:nvPr/>
            </p:nvSpPr>
            <p:spPr bwMode="auto">
              <a:xfrm>
                <a:off x="3122" y="2640"/>
                <a:ext cx="300" cy="349"/>
              </a:xfrm>
              <a:prstGeom prst="rect">
                <a:avLst/>
              </a:prstGeom>
              <a:noFill/>
              <a:ln w="12700" cap="sq">
                <a:noFill/>
                <a:miter lim="800000"/>
              </a:ln>
            </p:spPr>
            <p:txBody>
              <a:bodyPr wrap="none">
                <a:spAutoFit/>
              </a:bodyPr>
              <a:lstStyle/>
              <a:p>
                <a:pPr algn="ctr" fontAlgn="base">
                  <a:spcBef>
                    <a:spcPct val="0"/>
                  </a:spcBef>
                </a:pPr>
                <a:r>
                  <a:rPr lang="en-US" altLang="zh-CN" sz="3000" dirty="0">
                    <a:ea typeface="宋体" pitchFamily="2" charset="-122"/>
                  </a:rPr>
                  <a:t>a</a:t>
                </a:r>
                <a:r>
                  <a:rPr lang="en-US" altLang="zh-CN" sz="3000" baseline="-46000" dirty="0">
                    <a:ea typeface="宋体" pitchFamily="2" charset="-122"/>
                  </a:rPr>
                  <a:t>4</a:t>
                </a:r>
                <a:endParaRPr lang="en-US" altLang="zh-CN" sz="3000" baseline="-46000" dirty="0">
                  <a:ea typeface="宋体" pitchFamily="2" charset="-122"/>
                </a:endParaRPr>
              </a:p>
            </p:txBody>
          </p:sp>
        </p:grpSp>
        <p:sp>
          <p:nvSpPr>
            <p:cNvPr id="78922" name="Text Box 54"/>
            <p:cNvSpPr txBox="1">
              <a:spLocks noChangeArrowheads="1"/>
            </p:cNvSpPr>
            <p:nvPr/>
          </p:nvSpPr>
          <p:spPr bwMode="auto">
            <a:xfrm>
              <a:off x="2920" y="3000"/>
              <a:ext cx="240" cy="252"/>
            </a:xfrm>
            <a:prstGeom prst="rect">
              <a:avLst/>
            </a:prstGeom>
            <a:noFill/>
            <a:ln w="12700" cap="sq">
              <a:noFill/>
              <a:miter lim="800000"/>
            </a:ln>
          </p:spPr>
          <p:txBody>
            <a:bodyPr wrap="none">
              <a:spAutoFit/>
            </a:bodyPr>
            <a:lstStyle/>
            <a:p>
              <a:pPr algn="ctr" fontAlgn="base">
                <a:spcBef>
                  <a:spcPct val="0"/>
                </a:spcBef>
              </a:pPr>
              <a:r>
                <a:rPr lang="en-US" altLang="zh-CN" sz="2000">
                  <a:solidFill>
                    <a:srgbClr val="800000"/>
                  </a:solidFill>
                  <a:ea typeface="宋体" pitchFamily="2" charset="-122"/>
                </a:rPr>
                <a:t>d</a:t>
              </a:r>
              <a:r>
                <a:rPr lang="en-US" altLang="zh-CN" sz="2000" baseline="-25000">
                  <a:solidFill>
                    <a:srgbClr val="800000"/>
                  </a:solidFill>
                  <a:ea typeface="宋体" pitchFamily="2" charset="-122"/>
                </a:rPr>
                <a:t>4</a:t>
              </a:r>
              <a:endParaRPr lang="en-US" altLang="zh-CN" sz="2000" baseline="-25000">
                <a:solidFill>
                  <a:srgbClr val="800000"/>
                </a:solidFill>
                <a:ea typeface="宋体" pitchFamily="2" charset="-122"/>
              </a:endParaRPr>
            </a:p>
          </p:txBody>
        </p:sp>
      </p:grpSp>
      <p:grpSp>
        <p:nvGrpSpPr>
          <p:cNvPr id="9" name="Group 55"/>
          <p:cNvGrpSpPr/>
          <p:nvPr/>
        </p:nvGrpSpPr>
        <p:grpSpPr bwMode="auto">
          <a:xfrm>
            <a:off x="7605716" y="3883695"/>
            <a:ext cx="1071563" cy="971550"/>
            <a:chOff x="4305" y="2628"/>
            <a:chExt cx="675" cy="612"/>
          </a:xfrm>
        </p:grpSpPr>
        <p:grpSp>
          <p:nvGrpSpPr>
            <p:cNvPr id="10" name="Group 56"/>
            <p:cNvGrpSpPr/>
            <p:nvPr/>
          </p:nvGrpSpPr>
          <p:grpSpPr bwMode="auto">
            <a:xfrm>
              <a:off x="4320" y="2628"/>
              <a:ext cx="660" cy="393"/>
              <a:chOff x="4320" y="2628"/>
              <a:chExt cx="660" cy="393"/>
            </a:xfrm>
          </p:grpSpPr>
          <p:sp>
            <p:nvSpPr>
              <p:cNvPr id="78919" name="Rectangle 57"/>
              <p:cNvSpPr>
                <a:spLocks noChangeArrowheads="1"/>
              </p:cNvSpPr>
              <p:nvPr/>
            </p:nvSpPr>
            <p:spPr bwMode="auto">
              <a:xfrm>
                <a:off x="4320" y="2733"/>
                <a:ext cx="660" cy="288"/>
              </a:xfrm>
              <a:prstGeom prst="rect">
                <a:avLst/>
              </a:prstGeom>
              <a:noFill/>
              <a:ln w="31750" cap="sq">
                <a:solidFill>
                  <a:srgbClr val="FF3300"/>
                </a:solidFill>
                <a:miter lim="800000"/>
              </a:ln>
            </p:spPr>
            <p:txBody>
              <a:bodyPr wrap="none" anchor="ctr"/>
              <a:lstStyle/>
              <a:p>
                <a:endParaRPr lang="zh-CN" altLang="en-US"/>
              </a:p>
            </p:txBody>
          </p:sp>
          <p:sp>
            <p:nvSpPr>
              <p:cNvPr id="78920" name="Rectangle 58"/>
              <p:cNvSpPr>
                <a:spLocks noChangeArrowheads="1"/>
              </p:cNvSpPr>
              <p:nvPr/>
            </p:nvSpPr>
            <p:spPr bwMode="auto">
              <a:xfrm>
                <a:off x="4490" y="2628"/>
                <a:ext cx="300" cy="349"/>
              </a:xfrm>
              <a:prstGeom prst="rect">
                <a:avLst/>
              </a:prstGeom>
              <a:noFill/>
              <a:ln w="12700" cap="sq">
                <a:noFill/>
                <a:miter lim="800000"/>
              </a:ln>
            </p:spPr>
            <p:txBody>
              <a:bodyPr wrap="none">
                <a:spAutoFit/>
              </a:bodyPr>
              <a:lstStyle/>
              <a:p>
                <a:pPr algn="ctr" fontAlgn="base">
                  <a:spcBef>
                    <a:spcPct val="0"/>
                  </a:spcBef>
                </a:pPr>
                <a:r>
                  <a:rPr lang="en-US" altLang="zh-CN" sz="3000" dirty="0">
                    <a:ea typeface="宋体" pitchFamily="2" charset="-122"/>
                  </a:rPr>
                  <a:t>a</a:t>
                </a:r>
                <a:r>
                  <a:rPr lang="en-US" altLang="zh-CN" sz="3000" baseline="-46000" dirty="0">
                    <a:ea typeface="宋体" pitchFamily="2" charset="-122"/>
                  </a:rPr>
                  <a:t>3</a:t>
                </a:r>
                <a:endParaRPr lang="en-US" altLang="zh-CN" sz="3000" baseline="-46000" dirty="0">
                  <a:ea typeface="宋体" pitchFamily="2" charset="-122"/>
                </a:endParaRPr>
              </a:p>
            </p:txBody>
          </p:sp>
        </p:grpSp>
        <p:sp>
          <p:nvSpPr>
            <p:cNvPr id="78918" name="Text Box 59"/>
            <p:cNvSpPr txBox="1">
              <a:spLocks noChangeArrowheads="1"/>
            </p:cNvSpPr>
            <p:nvPr/>
          </p:nvSpPr>
          <p:spPr bwMode="auto">
            <a:xfrm>
              <a:off x="4305" y="2988"/>
              <a:ext cx="240" cy="252"/>
            </a:xfrm>
            <a:prstGeom prst="rect">
              <a:avLst/>
            </a:prstGeom>
            <a:noFill/>
            <a:ln w="12700" cap="sq">
              <a:noFill/>
              <a:miter lim="800000"/>
            </a:ln>
          </p:spPr>
          <p:txBody>
            <a:bodyPr wrap="none">
              <a:spAutoFit/>
            </a:bodyPr>
            <a:lstStyle/>
            <a:p>
              <a:pPr algn="ctr" fontAlgn="base">
                <a:spcBef>
                  <a:spcPct val="0"/>
                </a:spcBef>
              </a:pPr>
              <a:r>
                <a:rPr lang="en-US" altLang="zh-CN" sz="2000">
                  <a:solidFill>
                    <a:srgbClr val="800000"/>
                  </a:solidFill>
                  <a:ea typeface="宋体" pitchFamily="2" charset="-122"/>
                </a:rPr>
                <a:t>d</a:t>
              </a:r>
              <a:r>
                <a:rPr lang="en-US" altLang="zh-CN" sz="2000" baseline="-25000">
                  <a:solidFill>
                    <a:srgbClr val="800000"/>
                  </a:solidFill>
                  <a:ea typeface="宋体" pitchFamily="2" charset="-122"/>
                </a:rPr>
                <a:t>3</a:t>
              </a:r>
              <a:endParaRPr lang="en-US" altLang="zh-CN" sz="2000" baseline="-25000">
                <a:solidFill>
                  <a:srgbClr val="800000"/>
                </a:solidFill>
                <a:ea typeface="宋体" pitchFamily="2" charset="-122"/>
              </a:endParaRPr>
            </a:p>
          </p:txBody>
        </p:sp>
      </p:grpSp>
      <p:grpSp>
        <p:nvGrpSpPr>
          <p:cNvPr id="11" name="Group 60"/>
          <p:cNvGrpSpPr/>
          <p:nvPr/>
        </p:nvGrpSpPr>
        <p:grpSpPr bwMode="auto">
          <a:xfrm>
            <a:off x="4589462" y="4017046"/>
            <a:ext cx="400050" cy="490537"/>
            <a:chOff x="2405" y="2715"/>
            <a:chExt cx="252" cy="309"/>
          </a:xfrm>
        </p:grpSpPr>
        <p:sp>
          <p:nvSpPr>
            <p:cNvPr id="78915" name="Rectangle 61"/>
            <p:cNvSpPr>
              <a:spLocks noChangeArrowheads="1"/>
            </p:cNvSpPr>
            <p:nvPr/>
          </p:nvSpPr>
          <p:spPr bwMode="auto">
            <a:xfrm>
              <a:off x="2405" y="2715"/>
              <a:ext cx="252" cy="271"/>
            </a:xfrm>
            <a:prstGeom prst="rect">
              <a:avLst/>
            </a:prstGeom>
            <a:noFill/>
            <a:ln w="12700" cap="sq">
              <a:noFill/>
              <a:miter lim="800000"/>
            </a:ln>
          </p:spPr>
          <p:txBody>
            <a:bodyPr wrap="none">
              <a:spAutoFit/>
            </a:bodyPr>
            <a:lstStyle/>
            <a:p>
              <a:pPr algn="ctr" fontAlgn="base">
                <a:spcBef>
                  <a:spcPct val="0"/>
                </a:spcBef>
              </a:pPr>
              <a:r>
                <a:rPr lang="en-US" altLang="zh-CN" sz="2200">
                  <a:solidFill>
                    <a:srgbClr val="800000"/>
                  </a:solidFill>
                  <a:ea typeface="宋体" pitchFamily="2" charset="-122"/>
                </a:rPr>
                <a:t>d</a:t>
              </a:r>
              <a:r>
                <a:rPr lang="en-US" altLang="zh-CN" sz="2200" baseline="-25000">
                  <a:solidFill>
                    <a:srgbClr val="800000"/>
                  </a:solidFill>
                  <a:ea typeface="宋体" pitchFamily="2" charset="-122"/>
                </a:rPr>
                <a:t>2</a:t>
              </a:r>
              <a:endParaRPr lang="en-US" altLang="zh-CN" sz="2200" baseline="-25000">
                <a:solidFill>
                  <a:srgbClr val="800000"/>
                </a:solidFill>
                <a:ea typeface="宋体" pitchFamily="2" charset="-122"/>
              </a:endParaRPr>
            </a:p>
          </p:txBody>
        </p:sp>
        <p:sp>
          <p:nvSpPr>
            <p:cNvPr id="78916" name="Rectangle 62"/>
            <p:cNvSpPr>
              <a:spLocks noChangeArrowheads="1"/>
            </p:cNvSpPr>
            <p:nvPr/>
          </p:nvSpPr>
          <p:spPr bwMode="auto">
            <a:xfrm>
              <a:off x="2448" y="2736"/>
              <a:ext cx="159" cy="288"/>
            </a:xfrm>
            <a:prstGeom prst="rect">
              <a:avLst/>
            </a:prstGeom>
            <a:noFill/>
            <a:ln w="31750" cap="sq">
              <a:solidFill>
                <a:srgbClr val="FF0000"/>
              </a:solidFill>
              <a:miter lim="800000"/>
            </a:ln>
          </p:spPr>
          <p:txBody>
            <a:bodyPr wrap="none" anchor="ctr"/>
            <a:lstStyle/>
            <a:p>
              <a:endParaRPr lang="zh-CN" altLang="en-US"/>
            </a:p>
          </p:txBody>
        </p:sp>
      </p:grpSp>
      <p:grpSp>
        <p:nvGrpSpPr>
          <p:cNvPr id="12" name="Group 63"/>
          <p:cNvGrpSpPr/>
          <p:nvPr/>
        </p:nvGrpSpPr>
        <p:grpSpPr bwMode="auto">
          <a:xfrm>
            <a:off x="2571750" y="4047207"/>
            <a:ext cx="400050" cy="457200"/>
            <a:chOff x="1127" y="2736"/>
            <a:chExt cx="252" cy="288"/>
          </a:xfrm>
        </p:grpSpPr>
        <p:sp>
          <p:nvSpPr>
            <p:cNvPr id="78913" name="Rectangle 64"/>
            <p:cNvSpPr>
              <a:spLocks noChangeArrowheads="1"/>
            </p:cNvSpPr>
            <p:nvPr/>
          </p:nvSpPr>
          <p:spPr bwMode="auto">
            <a:xfrm>
              <a:off x="1176" y="2736"/>
              <a:ext cx="159" cy="288"/>
            </a:xfrm>
            <a:prstGeom prst="rect">
              <a:avLst/>
            </a:prstGeom>
            <a:noFill/>
            <a:ln w="31750" cap="sq">
              <a:solidFill>
                <a:srgbClr val="FF0000"/>
              </a:solidFill>
              <a:miter lim="800000"/>
            </a:ln>
          </p:spPr>
          <p:txBody>
            <a:bodyPr wrap="none" anchor="ctr"/>
            <a:lstStyle/>
            <a:p>
              <a:endParaRPr lang="zh-CN" altLang="en-US"/>
            </a:p>
          </p:txBody>
        </p:sp>
        <p:sp>
          <p:nvSpPr>
            <p:cNvPr id="78914" name="Rectangle 65"/>
            <p:cNvSpPr>
              <a:spLocks noChangeArrowheads="1"/>
            </p:cNvSpPr>
            <p:nvPr/>
          </p:nvSpPr>
          <p:spPr bwMode="auto">
            <a:xfrm>
              <a:off x="1127" y="2736"/>
              <a:ext cx="252" cy="271"/>
            </a:xfrm>
            <a:prstGeom prst="rect">
              <a:avLst/>
            </a:prstGeom>
            <a:noFill/>
            <a:ln w="12700" cap="sq">
              <a:noFill/>
              <a:miter lim="800000"/>
            </a:ln>
          </p:spPr>
          <p:txBody>
            <a:bodyPr wrap="none">
              <a:spAutoFit/>
            </a:bodyPr>
            <a:lstStyle/>
            <a:p>
              <a:pPr algn="ctr" fontAlgn="base">
                <a:spcBef>
                  <a:spcPct val="0"/>
                </a:spcBef>
              </a:pPr>
              <a:r>
                <a:rPr lang="en-US" altLang="zh-CN" sz="2200">
                  <a:solidFill>
                    <a:srgbClr val="800000"/>
                  </a:solidFill>
                  <a:ea typeface="宋体" pitchFamily="2" charset="-122"/>
                </a:rPr>
                <a:t>d</a:t>
              </a:r>
              <a:r>
                <a:rPr lang="en-US" altLang="zh-CN" sz="2200" baseline="-25000">
                  <a:solidFill>
                    <a:srgbClr val="800000"/>
                  </a:solidFill>
                  <a:ea typeface="宋体" pitchFamily="2" charset="-122"/>
                </a:rPr>
                <a:t>3</a:t>
              </a:r>
              <a:endParaRPr lang="en-US" altLang="zh-CN" sz="2200" baseline="-25000">
                <a:solidFill>
                  <a:srgbClr val="800000"/>
                </a:solidFill>
                <a:ea typeface="宋体" pitchFamily="2" charset="-122"/>
              </a:endParaRPr>
            </a:p>
          </p:txBody>
        </p:sp>
      </p:grpSp>
      <p:grpSp>
        <p:nvGrpSpPr>
          <p:cNvPr id="13" name="Group 66"/>
          <p:cNvGrpSpPr/>
          <p:nvPr/>
        </p:nvGrpSpPr>
        <p:grpSpPr bwMode="auto">
          <a:xfrm>
            <a:off x="8580437" y="4055145"/>
            <a:ext cx="400050" cy="457200"/>
            <a:chOff x="4931" y="2736"/>
            <a:chExt cx="252" cy="288"/>
          </a:xfrm>
        </p:grpSpPr>
        <p:sp>
          <p:nvSpPr>
            <p:cNvPr id="78911" name="Rectangle 67"/>
            <p:cNvSpPr>
              <a:spLocks noChangeArrowheads="1"/>
            </p:cNvSpPr>
            <p:nvPr/>
          </p:nvSpPr>
          <p:spPr bwMode="auto">
            <a:xfrm>
              <a:off x="4992" y="2736"/>
              <a:ext cx="159" cy="288"/>
            </a:xfrm>
            <a:prstGeom prst="rect">
              <a:avLst/>
            </a:prstGeom>
            <a:noFill/>
            <a:ln w="31750" cap="sq">
              <a:solidFill>
                <a:srgbClr val="FF0000"/>
              </a:solidFill>
              <a:miter lim="800000"/>
            </a:ln>
          </p:spPr>
          <p:txBody>
            <a:bodyPr wrap="none" anchor="ctr"/>
            <a:lstStyle/>
            <a:p>
              <a:endParaRPr lang="zh-CN" altLang="en-US"/>
            </a:p>
          </p:txBody>
        </p:sp>
        <p:sp>
          <p:nvSpPr>
            <p:cNvPr id="78912" name="Rectangle 68"/>
            <p:cNvSpPr>
              <a:spLocks noChangeArrowheads="1"/>
            </p:cNvSpPr>
            <p:nvPr/>
          </p:nvSpPr>
          <p:spPr bwMode="auto">
            <a:xfrm>
              <a:off x="4931" y="2736"/>
              <a:ext cx="252" cy="271"/>
            </a:xfrm>
            <a:prstGeom prst="rect">
              <a:avLst/>
            </a:prstGeom>
            <a:noFill/>
            <a:ln w="12700" cap="sq">
              <a:noFill/>
              <a:miter lim="800000"/>
            </a:ln>
          </p:spPr>
          <p:txBody>
            <a:bodyPr wrap="none">
              <a:spAutoFit/>
            </a:bodyPr>
            <a:lstStyle/>
            <a:p>
              <a:pPr algn="ctr" fontAlgn="base">
                <a:spcBef>
                  <a:spcPct val="0"/>
                </a:spcBef>
              </a:pPr>
              <a:r>
                <a:rPr lang="en-US" altLang="zh-CN" sz="2200">
                  <a:solidFill>
                    <a:srgbClr val="800000"/>
                  </a:solidFill>
                  <a:ea typeface="宋体" pitchFamily="2" charset="-122"/>
                </a:rPr>
                <a:t>d</a:t>
              </a:r>
              <a:r>
                <a:rPr lang="en-US" altLang="zh-CN" sz="2200" baseline="-25000">
                  <a:solidFill>
                    <a:srgbClr val="800000"/>
                  </a:solidFill>
                  <a:ea typeface="宋体" pitchFamily="2" charset="-122"/>
                </a:rPr>
                <a:t>4</a:t>
              </a:r>
              <a:endParaRPr lang="en-US" altLang="zh-CN" sz="2200" baseline="-25000">
                <a:solidFill>
                  <a:srgbClr val="800000"/>
                </a:solidFill>
                <a:ea typeface="宋体" pitchFamily="2" charset="-122"/>
              </a:endParaRPr>
            </a:p>
          </p:txBody>
        </p:sp>
      </p:grpSp>
      <p:grpSp>
        <p:nvGrpSpPr>
          <p:cNvPr id="14" name="Group 69"/>
          <p:cNvGrpSpPr/>
          <p:nvPr/>
        </p:nvGrpSpPr>
        <p:grpSpPr bwMode="auto">
          <a:xfrm>
            <a:off x="6492881" y="4055145"/>
            <a:ext cx="381000" cy="457200"/>
            <a:chOff x="3604" y="2736"/>
            <a:chExt cx="240" cy="288"/>
          </a:xfrm>
        </p:grpSpPr>
        <p:sp>
          <p:nvSpPr>
            <p:cNvPr id="78909" name="Rectangle 70"/>
            <p:cNvSpPr>
              <a:spLocks noChangeArrowheads="1"/>
            </p:cNvSpPr>
            <p:nvPr/>
          </p:nvSpPr>
          <p:spPr bwMode="auto">
            <a:xfrm>
              <a:off x="3624" y="2736"/>
              <a:ext cx="159" cy="288"/>
            </a:xfrm>
            <a:prstGeom prst="rect">
              <a:avLst/>
            </a:prstGeom>
            <a:noFill/>
            <a:ln w="31750" cap="sq">
              <a:solidFill>
                <a:srgbClr val="FF0000"/>
              </a:solidFill>
              <a:miter lim="800000"/>
            </a:ln>
          </p:spPr>
          <p:txBody>
            <a:bodyPr wrap="none" anchor="ctr"/>
            <a:lstStyle/>
            <a:p>
              <a:endParaRPr lang="zh-CN" altLang="en-US"/>
            </a:p>
          </p:txBody>
        </p:sp>
        <p:sp>
          <p:nvSpPr>
            <p:cNvPr id="78910" name="Rectangle 71"/>
            <p:cNvSpPr>
              <a:spLocks noChangeArrowheads="1"/>
            </p:cNvSpPr>
            <p:nvPr/>
          </p:nvSpPr>
          <p:spPr bwMode="auto">
            <a:xfrm>
              <a:off x="3604" y="2760"/>
              <a:ext cx="240" cy="252"/>
            </a:xfrm>
            <a:prstGeom prst="rect">
              <a:avLst/>
            </a:prstGeom>
            <a:noFill/>
            <a:ln w="12700" cap="sq">
              <a:noFill/>
              <a:miter lim="800000"/>
            </a:ln>
          </p:spPr>
          <p:txBody>
            <a:bodyPr wrap="none">
              <a:spAutoFit/>
            </a:bodyPr>
            <a:lstStyle/>
            <a:p>
              <a:pPr algn="ctr" fontAlgn="base">
                <a:spcBef>
                  <a:spcPct val="0"/>
                </a:spcBef>
              </a:pPr>
              <a:r>
                <a:rPr lang="en-US" altLang="zh-CN" sz="2000">
                  <a:solidFill>
                    <a:srgbClr val="800000"/>
                  </a:solidFill>
                  <a:ea typeface="宋体" pitchFamily="2" charset="-122"/>
                </a:rPr>
                <a:t>d</a:t>
              </a:r>
              <a:r>
                <a:rPr lang="en-US" altLang="zh-CN" sz="2000" baseline="-25000">
                  <a:solidFill>
                    <a:srgbClr val="800000"/>
                  </a:solidFill>
                  <a:ea typeface="宋体" pitchFamily="2" charset="-122"/>
                </a:rPr>
                <a:t>5</a:t>
              </a:r>
              <a:endParaRPr lang="en-US" altLang="zh-CN" sz="2000" baseline="-25000">
                <a:solidFill>
                  <a:srgbClr val="800000"/>
                </a:solidFill>
                <a:ea typeface="宋体" pitchFamily="2" charset="-122"/>
              </a:endParaRPr>
            </a:p>
          </p:txBody>
        </p:sp>
      </p:grpSp>
      <p:sp>
        <p:nvSpPr>
          <p:cNvPr id="510024" name="Freeform 72"/>
          <p:cNvSpPr/>
          <p:nvPr/>
        </p:nvSpPr>
        <p:spPr bwMode="auto">
          <a:xfrm rot="514381">
            <a:off x="1817687" y="3597945"/>
            <a:ext cx="3067050" cy="641350"/>
          </a:xfrm>
          <a:custGeom>
            <a:avLst/>
            <a:gdLst>
              <a:gd name="T0" fmla="*/ 2147483647 w 1296"/>
              <a:gd name="T1" fmla="*/ 2147483647 h 256"/>
              <a:gd name="T2" fmla="*/ 2147483647 w 1296"/>
              <a:gd name="T3" fmla="*/ 2147483647 h 256"/>
              <a:gd name="T4" fmla="*/ 0 w 1296"/>
              <a:gd name="T5" fmla="*/ 2147483647 h 256"/>
              <a:gd name="T6" fmla="*/ 0 60000 65536"/>
              <a:gd name="T7" fmla="*/ 0 60000 65536"/>
              <a:gd name="T8" fmla="*/ 0 60000 65536"/>
              <a:gd name="T9" fmla="*/ 0 w 1296"/>
              <a:gd name="T10" fmla="*/ 0 h 256"/>
              <a:gd name="T11" fmla="*/ 1296 w 1296"/>
              <a:gd name="T12" fmla="*/ 256 h 256"/>
            </a:gdLst>
            <a:ahLst/>
            <a:cxnLst>
              <a:cxn ang="T6">
                <a:pos x="T0" y="T1"/>
              </a:cxn>
              <a:cxn ang="T7">
                <a:pos x="T2" y="T3"/>
              </a:cxn>
              <a:cxn ang="T8">
                <a:pos x="T4" y="T5"/>
              </a:cxn>
            </a:cxnLst>
            <a:rect l="T9" t="T10" r="T11" b="T12"/>
            <a:pathLst>
              <a:path w="1296" h="256">
                <a:moveTo>
                  <a:pt x="1296" y="160"/>
                </a:moveTo>
                <a:cubicBezTo>
                  <a:pt x="1020" y="80"/>
                  <a:pt x="744" y="0"/>
                  <a:pt x="528" y="16"/>
                </a:cubicBezTo>
                <a:cubicBezTo>
                  <a:pt x="312" y="32"/>
                  <a:pt x="88" y="216"/>
                  <a:pt x="0" y="256"/>
                </a:cubicBezTo>
              </a:path>
            </a:pathLst>
          </a:custGeom>
          <a:noFill/>
          <a:ln w="38100" cap="sq" cmpd="sng">
            <a:solidFill>
              <a:schemeClr val="accent2"/>
            </a:solidFill>
            <a:prstDash val="solid"/>
            <a:round/>
            <a:tailEnd type="stealth" w="med" len="lg"/>
          </a:ln>
        </p:spPr>
        <p:txBody>
          <a:bodyPr wrap="none" anchor="ctr"/>
          <a:lstStyle/>
          <a:p>
            <a:endParaRPr lang="zh-CN" altLang="en-US"/>
          </a:p>
        </p:txBody>
      </p:sp>
      <p:sp>
        <p:nvSpPr>
          <p:cNvPr id="510025" name="Freeform 73"/>
          <p:cNvSpPr/>
          <p:nvPr/>
        </p:nvSpPr>
        <p:spPr bwMode="auto">
          <a:xfrm>
            <a:off x="2752724" y="4512345"/>
            <a:ext cx="4953000" cy="685800"/>
          </a:xfrm>
          <a:custGeom>
            <a:avLst/>
            <a:gdLst>
              <a:gd name="T0" fmla="*/ 0 w 3120"/>
              <a:gd name="T1" fmla="*/ 0 h 536"/>
              <a:gd name="T2" fmla="*/ 2147483647 w 3120"/>
              <a:gd name="T3" fmla="*/ 2147483647 h 536"/>
              <a:gd name="T4" fmla="*/ 2147483647 w 3120"/>
              <a:gd name="T5" fmla="*/ 2147483647 h 536"/>
              <a:gd name="T6" fmla="*/ 0 60000 65536"/>
              <a:gd name="T7" fmla="*/ 0 60000 65536"/>
              <a:gd name="T8" fmla="*/ 0 60000 65536"/>
              <a:gd name="T9" fmla="*/ 0 w 3120"/>
              <a:gd name="T10" fmla="*/ 0 h 536"/>
              <a:gd name="T11" fmla="*/ 3120 w 3120"/>
              <a:gd name="T12" fmla="*/ 536 h 536"/>
            </a:gdLst>
            <a:ahLst/>
            <a:cxnLst>
              <a:cxn ang="T6">
                <a:pos x="T0" y="T1"/>
              </a:cxn>
              <a:cxn ang="T7">
                <a:pos x="T2" y="T3"/>
              </a:cxn>
              <a:cxn ang="T8">
                <a:pos x="T4" y="T5"/>
              </a:cxn>
            </a:cxnLst>
            <a:rect l="T9" t="T10" r="T11" b="T12"/>
            <a:pathLst>
              <a:path w="3120" h="536">
                <a:moveTo>
                  <a:pt x="0" y="0"/>
                </a:moveTo>
                <a:cubicBezTo>
                  <a:pt x="604" y="260"/>
                  <a:pt x="1208" y="520"/>
                  <a:pt x="1728" y="528"/>
                </a:cubicBezTo>
                <a:cubicBezTo>
                  <a:pt x="2248" y="536"/>
                  <a:pt x="2888" y="128"/>
                  <a:pt x="3120" y="48"/>
                </a:cubicBezTo>
              </a:path>
            </a:pathLst>
          </a:custGeom>
          <a:noFill/>
          <a:ln w="38100" cap="sq" cmpd="sng">
            <a:solidFill>
              <a:schemeClr val="accent2"/>
            </a:solidFill>
            <a:prstDash val="solid"/>
            <a:round/>
            <a:tailEnd type="stealth" w="med" len="med"/>
          </a:ln>
        </p:spPr>
        <p:txBody>
          <a:bodyPr wrap="none" anchor="ctr"/>
          <a:lstStyle/>
          <a:p>
            <a:endParaRPr lang="zh-CN" altLang="en-US"/>
          </a:p>
        </p:txBody>
      </p:sp>
      <p:sp>
        <p:nvSpPr>
          <p:cNvPr id="510026" name="Freeform 74"/>
          <p:cNvSpPr/>
          <p:nvPr/>
        </p:nvSpPr>
        <p:spPr bwMode="auto">
          <a:xfrm>
            <a:off x="5280024" y="3597945"/>
            <a:ext cx="3568700" cy="558800"/>
          </a:xfrm>
          <a:custGeom>
            <a:avLst/>
            <a:gdLst>
              <a:gd name="T0" fmla="*/ 2147483647 w 2248"/>
              <a:gd name="T1" fmla="*/ 2147483647 h 352"/>
              <a:gd name="T2" fmla="*/ 2147483647 w 2248"/>
              <a:gd name="T3" fmla="*/ 2147483647 h 352"/>
              <a:gd name="T4" fmla="*/ 2147483647 w 2248"/>
              <a:gd name="T5" fmla="*/ 2147483647 h 352"/>
              <a:gd name="T6" fmla="*/ 2147483647 w 2248"/>
              <a:gd name="T7" fmla="*/ 2147483647 h 352"/>
              <a:gd name="T8" fmla="*/ 0 60000 65536"/>
              <a:gd name="T9" fmla="*/ 0 60000 65536"/>
              <a:gd name="T10" fmla="*/ 0 60000 65536"/>
              <a:gd name="T11" fmla="*/ 0 60000 65536"/>
              <a:gd name="T12" fmla="*/ 0 w 2248"/>
              <a:gd name="T13" fmla="*/ 0 h 352"/>
              <a:gd name="T14" fmla="*/ 2248 w 2248"/>
              <a:gd name="T15" fmla="*/ 352 h 352"/>
            </a:gdLst>
            <a:ahLst/>
            <a:cxnLst>
              <a:cxn ang="T8">
                <a:pos x="T0" y="T1"/>
              </a:cxn>
              <a:cxn ang="T9">
                <a:pos x="T2" y="T3"/>
              </a:cxn>
              <a:cxn ang="T10">
                <a:pos x="T4" y="T5"/>
              </a:cxn>
              <a:cxn ang="T11">
                <a:pos x="T6" y="T7"/>
              </a:cxn>
            </a:cxnLst>
            <a:rect l="T12" t="T13" r="T14" b="T15"/>
            <a:pathLst>
              <a:path w="2248" h="352">
                <a:moveTo>
                  <a:pt x="2248" y="352"/>
                </a:moveTo>
                <a:cubicBezTo>
                  <a:pt x="1892" y="192"/>
                  <a:pt x="1536" y="32"/>
                  <a:pt x="1192" y="16"/>
                </a:cubicBezTo>
                <a:cubicBezTo>
                  <a:pt x="848" y="0"/>
                  <a:pt x="368" y="208"/>
                  <a:pt x="184" y="256"/>
                </a:cubicBezTo>
                <a:cubicBezTo>
                  <a:pt x="0" y="304"/>
                  <a:pt x="44" y="304"/>
                  <a:pt x="88" y="304"/>
                </a:cubicBezTo>
              </a:path>
            </a:pathLst>
          </a:custGeom>
          <a:noFill/>
          <a:ln w="38100" cap="sq" cmpd="sng">
            <a:solidFill>
              <a:schemeClr val="accent2"/>
            </a:solidFill>
            <a:prstDash val="solid"/>
            <a:round/>
            <a:tailEnd type="stealth" w="med" len="med"/>
          </a:ln>
        </p:spPr>
        <p:txBody>
          <a:bodyPr wrap="none" anchor="ctr"/>
          <a:lstStyle/>
          <a:p>
            <a:endParaRPr lang="zh-CN" altLang="en-US"/>
          </a:p>
        </p:txBody>
      </p:sp>
      <p:sp>
        <p:nvSpPr>
          <p:cNvPr id="510027" name="Text Box 75"/>
          <p:cNvSpPr txBox="1">
            <a:spLocks noChangeArrowheads="1"/>
          </p:cNvSpPr>
          <p:nvPr/>
        </p:nvSpPr>
        <p:spPr bwMode="auto">
          <a:xfrm>
            <a:off x="8842290" y="5790283"/>
            <a:ext cx="312906" cy="492443"/>
          </a:xfrm>
          <a:prstGeom prst="rect">
            <a:avLst/>
          </a:prstGeom>
          <a:noFill/>
          <a:ln w="12700" cap="sq">
            <a:noFill/>
            <a:miter lim="800000"/>
          </a:ln>
        </p:spPr>
        <p:txBody>
          <a:bodyPr wrap="none">
            <a:spAutoFit/>
          </a:bodyPr>
          <a:lstStyle/>
          <a:p>
            <a:pPr algn="ctr" fontAlgn="base">
              <a:spcBef>
                <a:spcPct val="0"/>
              </a:spcBef>
            </a:pPr>
            <a:r>
              <a:rPr lang="zh-CN" altLang="en-US" sz="2600" dirty="0">
                <a:ea typeface="宋体" pitchFamily="2" charset="-122"/>
              </a:rPr>
              <a:t>^</a:t>
            </a:r>
            <a:endParaRPr lang="zh-CN" altLang="en-US" sz="2600" dirty="0">
              <a:ea typeface="宋体" pitchFamily="2" charset="-122"/>
            </a:endParaRPr>
          </a:p>
        </p:txBody>
      </p:sp>
      <p:grpSp>
        <p:nvGrpSpPr>
          <p:cNvPr id="15" name="Group 76"/>
          <p:cNvGrpSpPr/>
          <p:nvPr/>
        </p:nvGrpSpPr>
        <p:grpSpPr bwMode="auto">
          <a:xfrm>
            <a:off x="1860550" y="5479137"/>
            <a:ext cx="7292975" cy="747713"/>
            <a:chOff x="686" y="3372"/>
            <a:chExt cx="4594" cy="471"/>
          </a:xfrm>
        </p:grpSpPr>
        <p:grpSp>
          <p:nvGrpSpPr>
            <p:cNvPr id="16" name="Group 77"/>
            <p:cNvGrpSpPr/>
            <p:nvPr/>
          </p:nvGrpSpPr>
          <p:grpSpPr bwMode="auto">
            <a:xfrm>
              <a:off x="686" y="3372"/>
              <a:ext cx="4594" cy="471"/>
              <a:chOff x="494" y="3528"/>
              <a:chExt cx="4594" cy="471"/>
            </a:xfrm>
          </p:grpSpPr>
          <p:grpSp>
            <p:nvGrpSpPr>
              <p:cNvPr id="17" name="Group 78"/>
              <p:cNvGrpSpPr/>
              <p:nvPr/>
            </p:nvGrpSpPr>
            <p:grpSpPr bwMode="auto">
              <a:xfrm>
                <a:off x="494" y="3537"/>
                <a:ext cx="610" cy="462"/>
                <a:chOff x="254" y="3533"/>
                <a:chExt cx="610" cy="462"/>
              </a:xfrm>
            </p:grpSpPr>
            <p:sp>
              <p:nvSpPr>
                <p:cNvPr id="78905" name="Rectangle 79"/>
                <p:cNvSpPr>
                  <a:spLocks noChangeArrowheads="1"/>
                </p:cNvSpPr>
                <p:nvPr/>
              </p:nvSpPr>
              <p:spPr bwMode="auto">
                <a:xfrm>
                  <a:off x="288" y="3744"/>
                  <a:ext cx="384" cy="240"/>
                </a:xfrm>
                <a:prstGeom prst="rect">
                  <a:avLst/>
                </a:prstGeom>
                <a:noFill/>
                <a:ln w="28575" cap="sq">
                  <a:solidFill>
                    <a:schemeClr val="accent2"/>
                  </a:solidFill>
                  <a:miter lim="800000"/>
                </a:ln>
              </p:spPr>
              <p:txBody>
                <a:bodyPr wrap="none" anchor="ctr"/>
                <a:lstStyle/>
                <a:p>
                  <a:endParaRPr lang="zh-CN" altLang="en-US"/>
                </a:p>
              </p:txBody>
            </p:sp>
            <p:sp>
              <p:nvSpPr>
                <p:cNvPr id="78906" name="Rectangle 80"/>
                <p:cNvSpPr>
                  <a:spLocks noChangeArrowheads="1"/>
                </p:cNvSpPr>
                <p:nvPr/>
              </p:nvSpPr>
              <p:spPr bwMode="auto">
                <a:xfrm>
                  <a:off x="672" y="3744"/>
                  <a:ext cx="192" cy="240"/>
                </a:xfrm>
                <a:prstGeom prst="rect">
                  <a:avLst/>
                </a:prstGeom>
                <a:noFill/>
                <a:ln w="28575" cap="sq">
                  <a:solidFill>
                    <a:schemeClr val="accent2"/>
                  </a:solidFill>
                  <a:miter lim="800000"/>
                </a:ln>
              </p:spPr>
              <p:txBody>
                <a:bodyPr wrap="none" anchor="ctr"/>
                <a:lstStyle/>
                <a:p>
                  <a:endParaRPr lang="zh-CN" altLang="en-US"/>
                </a:p>
              </p:txBody>
            </p:sp>
            <p:sp>
              <p:nvSpPr>
                <p:cNvPr id="78907" name="Rectangle 81"/>
                <p:cNvSpPr>
                  <a:spLocks noChangeArrowheads="1"/>
                </p:cNvSpPr>
                <p:nvPr/>
              </p:nvSpPr>
              <p:spPr bwMode="auto">
                <a:xfrm>
                  <a:off x="358" y="3646"/>
                  <a:ext cx="300" cy="349"/>
                </a:xfrm>
                <a:prstGeom prst="rect">
                  <a:avLst/>
                </a:prstGeom>
                <a:noFill/>
                <a:ln w="12700" cap="sq">
                  <a:noFill/>
                  <a:miter lim="800000"/>
                </a:ln>
              </p:spPr>
              <p:txBody>
                <a:bodyPr wrap="none">
                  <a:spAutoFit/>
                </a:bodyPr>
                <a:lstStyle/>
                <a:p>
                  <a:pPr algn="ctr" fontAlgn="base">
                    <a:spcBef>
                      <a:spcPct val="0"/>
                    </a:spcBef>
                  </a:pPr>
                  <a:r>
                    <a:rPr lang="en-US" altLang="zh-CN" sz="3000" b="1" dirty="0">
                      <a:ea typeface="宋体" pitchFamily="2" charset="-122"/>
                    </a:rPr>
                    <a:t>a</a:t>
                  </a:r>
                  <a:r>
                    <a:rPr lang="en-US" altLang="zh-CN" sz="3000" b="1" baseline="-28000" dirty="0">
                      <a:ea typeface="宋体" pitchFamily="2" charset="-122"/>
                    </a:rPr>
                    <a:t>1</a:t>
                  </a:r>
                  <a:endParaRPr lang="en-US" altLang="zh-CN" sz="3000" b="1" baseline="-28000" dirty="0">
                    <a:ea typeface="宋体" pitchFamily="2" charset="-122"/>
                  </a:endParaRPr>
                </a:p>
              </p:txBody>
            </p:sp>
            <p:sp>
              <p:nvSpPr>
                <p:cNvPr id="78908" name="Rectangle 82"/>
                <p:cNvSpPr>
                  <a:spLocks noChangeArrowheads="1"/>
                </p:cNvSpPr>
                <p:nvPr/>
              </p:nvSpPr>
              <p:spPr bwMode="auto">
                <a:xfrm>
                  <a:off x="254" y="3533"/>
                  <a:ext cx="227" cy="233"/>
                </a:xfrm>
                <a:prstGeom prst="rect">
                  <a:avLst/>
                </a:prstGeom>
                <a:noFill/>
                <a:ln w="12700" cap="sq">
                  <a:noFill/>
                  <a:miter lim="800000"/>
                </a:ln>
              </p:spPr>
              <p:txBody>
                <a:bodyPr wrap="none">
                  <a:spAutoFit/>
                </a:bodyPr>
                <a:lstStyle/>
                <a:p>
                  <a:pPr algn="ctr" fontAlgn="base">
                    <a:spcBef>
                      <a:spcPct val="0"/>
                    </a:spcBef>
                  </a:pPr>
                  <a:r>
                    <a:rPr lang="en-US" altLang="zh-CN">
                      <a:solidFill>
                        <a:srgbClr val="800000"/>
                      </a:solidFill>
                      <a:ea typeface="宋体" pitchFamily="2" charset="-122"/>
                    </a:rPr>
                    <a:t>d</a:t>
                  </a:r>
                  <a:r>
                    <a:rPr lang="en-US" altLang="zh-CN" baseline="-25000">
                      <a:solidFill>
                        <a:srgbClr val="800000"/>
                      </a:solidFill>
                      <a:ea typeface="宋体" pitchFamily="2" charset="-122"/>
                    </a:rPr>
                    <a:t>1</a:t>
                  </a:r>
                  <a:endParaRPr lang="en-US" altLang="zh-CN" baseline="-25000">
                    <a:solidFill>
                      <a:srgbClr val="800000"/>
                    </a:solidFill>
                    <a:ea typeface="宋体" pitchFamily="2" charset="-122"/>
                  </a:endParaRPr>
                </a:p>
              </p:txBody>
            </p:sp>
          </p:grpSp>
          <p:grpSp>
            <p:nvGrpSpPr>
              <p:cNvPr id="18" name="Group 83"/>
              <p:cNvGrpSpPr/>
              <p:nvPr/>
            </p:nvGrpSpPr>
            <p:grpSpPr bwMode="auto">
              <a:xfrm>
                <a:off x="1304" y="3528"/>
                <a:ext cx="610" cy="462"/>
                <a:chOff x="254" y="3533"/>
                <a:chExt cx="610" cy="462"/>
              </a:xfrm>
            </p:grpSpPr>
            <p:sp>
              <p:nvSpPr>
                <p:cNvPr id="78901" name="Rectangle 84"/>
                <p:cNvSpPr>
                  <a:spLocks noChangeArrowheads="1"/>
                </p:cNvSpPr>
                <p:nvPr/>
              </p:nvSpPr>
              <p:spPr bwMode="auto">
                <a:xfrm>
                  <a:off x="288" y="3744"/>
                  <a:ext cx="384" cy="240"/>
                </a:xfrm>
                <a:prstGeom prst="rect">
                  <a:avLst/>
                </a:prstGeom>
                <a:noFill/>
                <a:ln w="28575" cap="sq">
                  <a:solidFill>
                    <a:schemeClr val="accent2"/>
                  </a:solidFill>
                  <a:miter lim="800000"/>
                </a:ln>
              </p:spPr>
              <p:txBody>
                <a:bodyPr wrap="none" anchor="ctr"/>
                <a:lstStyle/>
                <a:p>
                  <a:endParaRPr lang="zh-CN" altLang="en-US"/>
                </a:p>
              </p:txBody>
            </p:sp>
            <p:sp>
              <p:nvSpPr>
                <p:cNvPr id="78902" name="Rectangle 85"/>
                <p:cNvSpPr>
                  <a:spLocks noChangeArrowheads="1"/>
                </p:cNvSpPr>
                <p:nvPr/>
              </p:nvSpPr>
              <p:spPr bwMode="auto">
                <a:xfrm>
                  <a:off x="672" y="3744"/>
                  <a:ext cx="192" cy="240"/>
                </a:xfrm>
                <a:prstGeom prst="rect">
                  <a:avLst/>
                </a:prstGeom>
                <a:noFill/>
                <a:ln w="28575" cap="sq">
                  <a:solidFill>
                    <a:schemeClr val="accent2"/>
                  </a:solidFill>
                  <a:miter lim="800000"/>
                </a:ln>
              </p:spPr>
              <p:txBody>
                <a:bodyPr wrap="none" anchor="ctr"/>
                <a:lstStyle/>
                <a:p>
                  <a:endParaRPr lang="zh-CN" altLang="en-US"/>
                </a:p>
              </p:txBody>
            </p:sp>
            <p:sp>
              <p:nvSpPr>
                <p:cNvPr id="78903" name="Rectangle 86"/>
                <p:cNvSpPr>
                  <a:spLocks noChangeArrowheads="1"/>
                </p:cNvSpPr>
                <p:nvPr/>
              </p:nvSpPr>
              <p:spPr bwMode="auto">
                <a:xfrm>
                  <a:off x="358" y="3646"/>
                  <a:ext cx="300" cy="349"/>
                </a:xfrm>
                <a:prstGeom prst="rect">
                  <a:avLst/>
                </a:prstGeom>
                <a:noFill/>
                <a:ln w="12700" cap="sq">
                  <a:noFill/>
                  <a:miter lim="800000"/>
                </a:ln>
              </p:spPr>
              <p:txBody>
                <a:bodyPr wrap="none">
                  <a:spAutoFit/>
                </a:bodyPr>
                <a:lstStyle/>
                <a:p>
                  <a:pPr algn="ctr" fontAlgn="base">
                    <a:spcBef>
                      <a:spcPct val="0"/>
                    </a:spcBef>
                  </a:pPr>
                  <a:r>
                    <a:rPr lang="en-US" altLang="zh-CN" sz="3000" b="1" dirty="0">
                      <a:ea typeface="宋体" pitchFamily="2" charset="-122"/>
                    </a:rPr>
                    <a:t>a</a:t>
                  </a:r>
                  <a:r>
                    <a:rPr lang="en-US" altLang="zh-CN" sz="3000" b="1" baseline="-28000" dirty="0">
                      <a:ea typeface="宋体" pitchFamily="2" charset="-122"/>
                    </a:rPr>
                    <a:t>2</a:t>
                  </a:r>
                  <a:endParaRPr lang="en-US" altLang="zh-CN" sz="3000" b="1" baseline="-28000" dirty="0">
                    <a:ea typeface="宋体" pitchFamily="2" charset="-122"/>
                  </a:endParaRPr>
                </a:p>
              </p:txBody>
            </p:sp>
            <p:sp>
              <p:nvSpPr>
                <p:cNvPr id="78904" name="Rectangle 87"/>
                <p:cNvSpPr>
                  <a:spLocks noChangeArrowheads="1"/>
                </p:cNvSpPr>
                <p:nvPr/>
              </p:nvSpPr>
              <p:spPr bwMode="auto">
                <a:xfrm>
                  <a:off x="254" y="3533"/>
                  <a:ext cx="227" cy="233"/>
                </a:xfrm>
                <a:prstGeom prst="rect">
                  <a:avLst/>
                </a:prstGeom>
                <a:noFill/>
                <a:ln w="12700" cap="sq">
                  <a:noFill/>
                  <a:miter lim="800000"/>
                </a:ln>
              </p:spPr>
              <p:txBody>
                <a:bodyPr wrap="none">
                  <a:spAutoFit/>
                </a:bodyPr>
                <a:lstStyle/>
                <a:p>
                  <a:pPr algn="ctr" fontAlgn="base">
                    <a:spcBef>
                      <a:spcPct val="0"/>
                    </a:spcBef>
                  </a:pPr>
                  <a:r>
                    <a:rPr lang="en-US" altLang="zh-CN">
                      <a:solidFill>
                        <a:srgbClr val="800000"/>
                      </a:solidFill>
                      <a:ea typeface="宋体" pitchFamily="2" charset="-122"/>
                    </a:rPr>
                    <a:t>d</a:t>
                  </a:r>
                  <a:r>
                    <a:rPr lang="en-US" altLang="zh-CN" baseline="-25000">
                      <a:solidFill>
                        <a:srgbClr val="800000"/>
                      </a:solidFill>
                      <a:ea typeface="宋体" pitchFamily="2" charset="-122"/>
                    </a:rPr>
                    <a:t>2</a:t>
                  </a:r>
                  <a:endParaRPr lang="en-US" altLang="zh-CN" baseline="-25000">
                    <a:solidFill>
                      <a:srgbClr val="800000"/>
                    </a:solidFill>
                    <a:ea typeface="宋体" pitchFamily="2" charset="-122"/>
                  </a:endParaRPr>
                </a:p>
              </p:txBody>
            </p:sp>
          </p:grpSp>
          <p:grpSp>
            <p:nvGrpSpPr>
              <p:cNvPr id="19" name="Group 88"/>
              <p:cNvGrpSpPr/>
              <p:nvPr/>
            </p:nvGrpSpPr>
            <p:grpSpPr bwMode="auto">
              <a:xfrm>
                <a:off x="2120" y="3528"/>
                <a:ext cx="610" cy="462"/>
                <a:chOff x="254" y="3533"/>
                <a:chExt cx="610" cy="462"/>
              </a:xfrm>
            </p:grpSpPr>
            <p:sp>
              <p:nvSpPr>
                <p:cNvPr id="78897" name="Rectangle 89"/>
                <p:cNvSpPr>
                  <a:spLocks noChangeArrowheads="1"/>
                </p:cNvSpPr>
                <p:nvPr/>
              </p:nvSpPr>
              <p:spPr bwMode="auto">
                <a:xfrm>
                  <a:off x="288" y="3744"/>
                  <a:ext cx="384" cy="240"/>
                </a:xfrm>
                <a:prstGeom prst="rect">
                  <a:avLst/>
                </a:prstGeom>
                <a:noFill/>
                <a:ln w="28575" cap="sq">
                  <a:solidFill>
                    <a:schemeClr val="accent2"/>
                  </a:solidFill>
                  <a:miter lim="800000"/>
                </a:ln>
              </p:spPr>
              <p:txBody>
                <a:bodyPr wrap="none" anchor="ctr"/>
                <a:lstStyle/>
                <a:p>
                  <a:endParaRPr lang="zh-CN" altLang="en-US"/>
                </a:p>
              </p:txBody>
            </p:sp>
            <p:sp>
              <p:nvSpPr>
                <p:cNvPr id="78898" name="Rectangle 90"/>
                <p:cNvSpPr>
                  <a:spLocks noChangeArrowheads="1"/>
                </p:cNvSpPr>
                <p:nvPr/>
              </p:nvSpPr>
              <p:spPr bwMode="auto">
                <a:xfrm>
                  <a:off x="672" y="3744"/>
                  <a:ext cx="192" cy="240"/>
                </a:xfrm>
                <a:prstGeom prst="rect">
                  <a:avLst/>
                </a:prstGeom>
                <a:noFill/>
                <a:ln w="28575" cap="sq">
                  <a:solidFill>
                    <a:schemeClr val="accent2"/>
                  </a:solidFill>
                  <a:miter lim="800000"/>
                </a:ln>
              </p:spPr>
              <p:txBody>
                <a:bodyPr wrap="none" anchor="ctr"/>
                <a:lstStyle/>
                <a:p>
                  <a:endParaRPr lang="zh-CN" altLang="en-US"/>
                </a:p>
              </p:txBody>
            </p:sp>
            <p:sp>
              <p:nvSpPr>
                <p:cNvPr id="78899" name="Rectangle 91"/>
                <p:cNvSpPr>
                  <a:spLocks noChangeArrowheads="1"/>
                </p:cNvSpPr>
                <p:nvPr/>
              </p:nvSpPr>
              <p:spPr bwMode="auto">
                <a:xfrm>
                  <a:off x="358" y="3646"/>
                  <a:ext cx="300" cy="349"/>
                </a:xfrm>
                <a:prstGeom prst="rect">
                  <a:avLst/>
                </a:prstGeom>
                <a:noFill/>
                <a:ln w="12700" cap="sq">
                  <a:noFill/>
                  <a:miter lim="800000"/>
                </a:ln>
              </p:spPr>
              <p:txBody>
                <a:bodyPr wrap="none">
                  <a:spAutoFit/>
                </a:bodyPr>
                <a:lstStyle/>
                <a:p>
                  <a:pPr algn="ctr" fontAlgn="base">
                    <a:spcBef>
                      <a:spcPct val="0"/>
                    </a:spcBef>
                  </a:pPr>
                  <a:r>
                    <a:rPr lang="en-US" altLang="zh-CN" sz="3000" b="1" dirty="0">
                      <a:ea typeface="宋体" pitchFamily="2" charset="-122"/>
                    </a:rPr>
                    <a:t>a</a:t>
                  </a:r>
                  <a:r>
                    <a:rPr lang="en-US" altLang="zh-CN" sz="3000" b="1" baseline="-28000" dirty="0">
                      <a:ea typeface="宋体" pitchFamily="2" charset="-122"/>
                    </a:rPr>
                    <a:t>3</a:t>
                  </a:r>
                  <a:endParaRPr lang="en-US" altLang="zh-CN" sz="3000" b="1" baseline="-28000" dirty="0">
                    <a:ea typeface="宋体" pitchFamily="2" charset="-122"/>
                  </a:endParaRPr>
                </a:p>
              </p:txBody>
            </p:sp>
            <p:sp>
              <p:nvSpPr>
                <p:cNvPr id="78900" name="Rectangle 92"/>
                <p:cNvSpPr>
                  <a:spLocks noChangeArrowheads="1"/>
                </p:cNvSpPr>
                <p:nvPr/>
              </p:nvSpPr>
              <p:spPr bwMode="auto">
                <a:xfrm>
                  <a:off x="254" y="3533"/>
                  <a:ext cx="227" cy="233"/>
                </a:xfrm>
                <a:prstGeom prst="rect">
                  <a:avLst/>
                </a:prstGeom>
                <a:noFill/>
                <a:ln w="12700" cap="sq">
                  <a:noFill/>
                  <a:miter lim="800000"/>
                </a:ln>
              </p:spPr>
              <p:txBody>
                <a:bodyPr wrap="none">
                  <a:spAutoFit/>
                </a:bodyPr>
                <a:lstStyle/>
                <a:p>
                  <a:pPr algn="ctr" fontAlgn="base">
                    <a:spcBef>
                      <a:spcPct val="0"/>
                    </a:spcBef>
                  </a:pPr>
                  <a:r>
                    <a:rPr lang="en-US" altLang="zh-CN">
                      <a:solidFill>
                        <a:srgbClr val="800000"/>
                      </a:solidFill>
                      <a:ea typeface="宋体" pitchFamily="2" charset="-122"/>
                    </a:rPr>
                    <a:t>d</a:t>
                  </a:r>
                  <a:r>
                    <a:rPr lang="en-US" altLang="zh-CN" baseline="-25000">
                      <a:solidFill>
                        <a:srgbClr val="800000"/>
                      </a:solidFill>
                      <a:ea typeface="宋体" pitchFamily="2" charset="-122"/>
                    </a:rPr>
                    <a:t>3</a:t>
                  </a:r>
                  <a:endParaRPr lang="en-US" altLang="zh-CN" baseline="-25000">
                    <a:solidFill>
                      <a:srgbClr val="800000"/>
                    </a:solidFill>
                    <a:ea typeface="宋体" pitchFamily="2" charset="-122"/>
                  </a:endParaRPr>
                </a:p>
              </p:txBody>
            </p:sp>
          </p:grpSp>
          <p:grpSp>
            <p:nvGrpSpPr>
              <p:cNvPr id="20" name="Group 93"/>
              <p:cNvGrpSpPr/>
              <p:nvPr/>
            </p:nvGrpSpPr>
            <p:grpSpPr bwMode="auto">
              <a:xfrm>
                <a:off x="2942" y="3528"/>
                <a:ext cx="610" cy="462"/>
                <a:chOff x="254" y="3533"/>
                <a:chExt cx="610" cy="462"/>
              </a:xfrm>
            </p:grpSpPr>
            <p:sp>
              <p:nvSpPr>
                <p:cNvPr id="78893" name="Rectangle 94"/>
                <p:cNvSpPr>
                  <a:spLocks noChangeArrowheads="1"/>
                </p:cNvSpPr>
                <p:nvPr/>
              </p:nvSpPr>
              <p:spPr bwMode="auto">
                <a:xfrm>
                  <a:off x="288" y="3744"/>
                  <a:ext cx="384" cy="240"/>
                </a:xfrm>
                <a:prstGeom prst="rect">
                  <a:avLst/>
                </a:prstGeom>
                <a:noFill/>
                <a:ln w="28575" cap="sq">
                  <a:solidFill>
                    <a:schemeClr val="accent2"/>
                  </a:solidFill>
                  <a:miter lim="800000"/>
                </a:ln>
              </p:spPr>
              <p:txBody>
                <a:bodyPr wrap="none" anchor="ctr"/>
                <a:lstStyle/>
                <a:p>
                  <a:endParaRPr lang="zh-CN" altLang="en-US"/>
                </a:p>
              </p:txBody>
            </p:sp>
            <p:sp>
              <p:nvSpPr>
                <p:cNvPr id="78894" name="Rectangle 95"/>
                <p:cNvSpPr>
                  <a:spLocks noChangeArrowheads="1"/>
                </p:cNvSpPr>
                <p:nvPr/>
              </p:nvSpPr>
              <p:spPr bwMode="auto">
                <a:xfrm>
                  <a:off x="672" y="3744"/>
                  <a:ext cx="192" cy="240"/>
                </a:xfrm>
                <a:prstGeom prst="rect">
                  <a:avLst/>
                </a:prstGeom>
                <a:noFill/>
                <a:ln w="28575" cap="sq">
                  <a:solidFill>
                    <a:schemeClr val="accent2"/>
                  </a:solidFill>
                  <a:miter lim="800000"/>
                </a:ln>
              </p:spPr>
              <p:txBody>
                <a:bodyPr wrap="none" anchor="ctr"/>
                <a:lstStyle/>
                <a:p>
                  <a:endParaRPr lang="zh-CN" altLang="en-US"/>
                </a:p>
              </p:txBody>
            </p:sp>
            <p:sp>
              <p:nvSpPr>
                <p:cNvPr id="78895" name="Rectangle 96"/>
                <p:cNvSpPr>
                  <a:spLocks noChangeArrowheads="1"/>
                </p:cNvSpPr>
                <p:nvPr/>
              </p:nvSpPr>
              <p:spPr bwMode="auto">
                <a:xfrm>
                  <a:off x="358" y="3646"/>
                  <a:ext cx="300" cy="349"/>
                </a:xfrm>
                <a:prstGeom prst="rect">
                  <a:avLst/>
                </a:prstGeom>
                <a:noFill/>
                <a:ln w="12700" cap="sq">
                  <a:noFill/>
                  <a:miter lim="800000"/>
                </a:ln>
              </p:spPr>
              <p:txBody>
                <a:bodyPr wrap="none">
                  <a:spAutoFit/>
                </a:bodyPr>
                <a:lstStyle/>
                <a:p>
                  <a:pPr algn="ctr" fontAlgn="base">
                    <a:spcBef>
                      <a:spcPct val="0"/>
                    </a:spcBef>
                  </a:pPr>
                  <a:r>
                    <a:rPr lang="en-US" altLang="zh-CN" sz="3000" dirty="0">
                      <a:ea typeface="宋体" pitchFamily="2" charset="-122"/>
                    </a:rPr>
                    <a:t>a</a:t>
                  </a:r>
                  <a:r>
                    <a:rPr lang="en-US" altLang="zh-CN" sz="3000" baseline="-28000" dirty="0">
                      <a:ea typeface="宋体" pitchFamily="2" charset="-122"/>
                    </a:rPr>
                    <a:t>4</a:t>
                  </a:r>
                  <a:endParaRPr lang="en-US" altLang="zh-CN" sz="3000" baseline="-28000" dirty="0">
                    <a:ea typeface="宋体" pitchFamily="2" charset="-122"/>
                  </a:endParaRPr>
                </a:p>
              </p:txBody>
            </p:sp>
            <p:sp>
              <p:nvSpPr>
                <p:cNvPr id="78896" name="Rectangle 97"/>
                <p:cNvSpPr>
                  <a:spLocks noChangeArrowheads="1"/>
                </p:cNvSpPr>
                <p:nvPr/>
              </p:nvSpPr>
              <p:spPr bwMode="auto">
                <a:xfrm>
                  <a:off x="254" y="3533"/>
                  <a:ext cx="227" cy="233"/>
                </a:xfrm>
                <a:prstGeom prst="rect">
                  <a:avLst/>
                </a:prstGeom>
                <a:noFill/>
                <a:ln w="12700" cap="sq">
                  <a:noFill/>
                  <a:miter lim="800000"/>
                </a:ln>
              </p:spPr>
              <p:txBody>
                <a:bodyPr wrap="none">
                  <a:spAutoFit/>
                </a:bodyPr>
                <a:lstStyle/>
                <a:p>
                  <a:pPr algn="ctr" fontAlgn="base">
                    <a:spcBef>
                      <a:spcPct val="0"/>
                    </a:spcBef>
                  </a:pPr>
                  <a:r>
                    <a:rPr lang="en-US" altLang="zh-CN">
                      <a:solidFill>
                        <a:srgbClr val="800000"/>
                      </a:solidFill>
                      <a:ea typeface="宋体" pitchFamily="2" charset="-122"/>
                    </a:rPr>
                    <a:t>d</a:t>
                  </a:r>
                  <a:r>
                    <a:rPr lang="en-US" altLang="zh-CN" baseline="-25000">
                      <a:solidFill>
                        <a:srgbClr val="800000"/>
                      </a:solidFill>
                      <a:ea typeface="宋体" pitchFamily="2" charset="-122"/>
                    </a:rPr>
                    <a:t>4</a:t>
                  </a:r>
                  <a:endParaRPr lang="en-US" altLang="zh-CN" baseline="-25000">
                    <a:solidFill>
                      <a:srgbClr val="800000"/>
                    </a:solidFill>
                    <a:ea typeface="宋体" pitchFamily="2" charset="-122"/>
                  </a:endParaRPr>
                </a:p>
              </p:txBody>
            </p:sp>
          </p:grpSp>
          <p:grpSp>
            <p:nvGrpSpPr>
              <p:cNvPr id="21" name="Group 98"/>
              <p:cNvGrpSpPr/>
              <p:nvPr/>
            </p:nvGrpSpPr>
            <p:grpSpPr bwMode="auto">
              <a:xfrm>
                <a:off x="4479" y="3537"/>
                <a:ext cx="609" cy="462"/>
                <a:chOff x="255" y="3533"/>
                <a:chExt cx="609" cy="462"/>
              </a:xfrm>
            </p:grpSpPr>
            <p:sp>
              <p:nvSpPr>
                <p:cNvPr id="78889" name="Rectangle 99"/>
                <p:cNvSpPr>
                  <a:spLocks noChangeArrowheads="1"/>
                </p:cNvSpPr>
                <p:nvPr/>
              </p:nvSpPr>
              <p:spPr bwMode="auto">
                <a:xfrm>
                  <a:off x="288" y="3744"/>
                  <a:ext cx="384" cy="240"/>
                </a:xfrm>
                <a:prstGeom prst="rect">
                  <a:avLst/>
                </a:prstGeom>
                <a:noFill/>
                <a:ln w="28575" cap="sq">
                  <a:solidFill>
                    <a:schemeClr val="accent2"/>
                  </a:solidFill>
                  <a:miter lim="800000"/>
                </a:ln>
              </p:spPr>
              <p:txBody>
                <a:bodyPr wrap="none" anchor="ctr"/>
                <a:lstStyle/>
                <a:p>
                  <a:endParaRPr lang="zh-CN" altLang="en-US"/>
                </a:p>
              </p:txBody>
            </p:sp>
            <p:sp>
              <p:nvSpPr>
                <p:cNvPr id="78890" name="Rectangle 100"/>
                <p:cNvSpPr>
                  <a:spLocks noChangeArrowheads="1"/>
                </p:cNvSpPr>
                <p:nvPr/>
              </p:nvSpPr>
              <p:spPr bwMode="auto">
                <a:xfrm>
                  <a:off x="672" y="3744"/>
                  <a:ext cx="192" cy="240"/>
                </a:xfrm>
                <a:prstGeom prst="rect">
                  <a:avLst/>
                </a:prstGeom>
                <a:noFill/>
                <a:ln w="28575" cap="sq">
                  <a:solidFill>
                    <a:schemeClr val="accent2"/>
                  </a:solidFill>
                  <a:miter lim="800000"/>
                </a:ln>
              </p:spPr>
              <p:txBody>
                <a:bodyPr wrap="none" anchor="ctr"/>
                <a:lstStyle/>
                <a:p>
                  <a:endParaRPr lang="zh-CN" altLang="en-US"/>
                </a:p>
              </p:txBody>
            </p:sp>
            <p:sp>
              <p:nvSpPr>
                <p:cNvPr id="78891" name="Rectangle 101"/>
                <p:cNvSpPr>
                  <a:spLocks noChangeArrowheads="1"/>
                </p:cNvSpPr>
                <p:nvPr/>
              </p:nvSpPr>
              <p:spPr bwMode="auto">
                <a:xfrm>
                  <a:off x="358" y="3646"/>
                  <a:ext cx="300" cy="349"/>
                </a:xfrm>
                <a:prstGeom prst="rect">
                  <a:avLst/>
                </a:prstGeom>
                <a:noFill/>
                <a:ln w="12700" cap="sq">
                  <a:noFill/>
                  <a:miter lim="800000"/>
                </a:ln>
              </p:spPr>
              <p:txBody>
                <a:bodyPr wrap="none">
                  <a:spAutoFit/>
                </a:bodyPr>
                <a:lstStyle/>
                <a:p>
                  <a:pPr algn="ctr" fontAlgn="base">
                    <a:spcBef>
                      <a:spcPct val="0"/>
                    </a:spcBef>
                  </a:pPr>
                  <a:r>
                    <a:rPr lang="en-US" altLang="zh-CN" sz="3000" dirty="0">
                      <a:ea typeface="宋体" pitchFamily="2" charset="-122"/>
                    </a:rPr>
                    <a:t>a</a:t>
                  </a:r>
                  <a:r>
                    <a:rPr lang="en-US" altLang="zh-CN" sz="3000" baseline="-28000" dirty="0">
                      <a:ea typeface="宋体" pitchFamily="2" charset="-122"/>
                    </a:rPr>
                    <a:t>n</a:t>
                  </a:r>
                  <a:endParaRPr lang="en-US" altLang="zh-CN" sz="3000" baseline="-28000" dirty="0">
                    <a:ea typeface="宋体" pitchFamily="2" charset="-122"/>
                  </a:endParaRPr>
                </a:p>
              </p:txBody>
            </p:sp>
            <p:sp>
              <p:nvSpPr>
                <p:cNvPr id="78892" name="Rectangle 102"/>
                <p:cNvSpPr>
                  <a:spLocks noChangeArrowheads="1"/>
                </p:cNvSpPr>
                <p:nvPr/>
              </p:nvSpPr>
              <p:spPr bwMode="auto">
                <a:xfrm>
                  <a:off x="255" y="3533"/>
                  <a:ext cx="227" cy="233"/>
                </a:xfrm>
                <a:prstGeom prst="rect">
                  <a:avLst/>
                </a:prstGeom>
                <a:noFill/>
                <a:ln w="12700" cap="sq">
                  <a:noFill/>
                  <a:miter lim="800000"/>
                </a:ln>
              </p:spPr>
              <p:txBody>
                <a:bodyPr wrap="none">
                  <a:spAutoFit/>
                </a:bodyPr>
                <a:lstStyle/>
                <a:p>
                  <a:pPr algn="ctr" fontAlgn="base">
                    <a:spcBef>
                      <a:spcPct val="0"/>
                    </a:spcBef>
                  </a:pPr>
                  <a:r>
                    <a:rPr lang="en-US" altLang="zh-CN">
                      <a:solidFill>
                        <a:srgbClr val="800000"/>
                      </a:solidFill>
                      <a:ea typeface="宋体" pitchFamily="2" charset="-122"/>
                    </a:rPr>
                    <a:t>d</a:t>
                  </a:r>
                  <a:r>
                    <a:rPr lang="en-US" altLang="zh-CN" baseline="-25000">
                      <a:solidFill>
                        <a:srgbClr val="800000"/>
                      </a:solidFill>
                      <a:ea typeface="宋体" pitchFamily="2" charset="-122"/>
                    </a:rPr>
                    <a:t>n</a:t>
                  </a:r>
                  <a:endParaRPr lang="en-US" altLang="zh-CN" baseline="-25000">
                    <a:solidFill>
                      <a:srgbClr val="800000"/>
                    </a:solidFill>
                    <a:ea typeface="宋体" pitchFamily="2" charset="-122"/>
                  </a:endParaRPr>
                </a:p>
              </p:txBody>
            </p:sp>
          </p:grpSp>
        </p:grpSp>
        <p:sp>
          <p:nvSpPr>
            <p:cNvPr id="78878" name="Line 103"/>
            <p:cNvSpPr>
              <a:spLocks noChangeShapeType="1"/>
            </p:cNvSpPr>
            <p:nvPr/>
          </p:nvSpPr>
          <p:spPr bwMode="auto">
            <a:xfrm>
              <a:off x="1200" y="3692"/>
              <a:ext cx="336" cy="0"/>
            </a:xfrm>
            <a:prstGeom prst="line">
              <a:avLst/>
            </a:prstGeom>
            <a:noFill/>
            <a:ln w="25400" cap="sq">
              <a:solidFill>
                <a:schemeClr val="accent2"/>
              </a:solidFill>
              <a:round/>
              <a:tailEnd type="triangle" w="med" len="lg"/>
            </a:ln>
          </p:spPr>
          <p:txBody>
            <a:bodyPr wrap="none" anchor="ctr"/>
            <a:lstStyle/>
            <a:p>
              <a:endParaRPr lang="zh-CN" altLang="en-US"/>
            </a:p>
          </p:txBody>
        </p:sp>
        <p:sp>
          <p:nvSpPr>
            <p:cNvPr id="78879" name="Line 104"/>
            <p:cNvSpPr>
              <a:spLocks noChangeShapeType="1"/>
            </p:cNvSpPr>
            <p:nvPr/>
          </p:nvSpPr>
          <p:spPr bwMode="auto">
            <a:xfrm>
              <a:off x="2028" y="3692"/>
              <a:ext cx="336" cy="0"/>
            </a:xfrm>
            <a:prstGeom prst="line">
              <a:avLst/>
            </a:prstGeom>
            <a:noFill/>
            <a:ln w="25400" cap="sq">
              <a:solidFill>
                <a:schemeClr val="accent2"/>
              </a:solidFill>
              <a:round/>
              <a:tailEnd type="triangle" w="med" len="lg"/>
            </a:ln>
          </p:spPr>
          <p:txBody>
            <a:bodyPr wrap="none" anchor="ctr"/>
            <a:lstStyle/>
            <a:p>
              <a:endParaRPr lang="zh-CN" altLang="en-US"/>
            </a:p>
          </p:txBody>
        </p:sp>
        <p:sp>
          <p:nvSpPr>
            <p:cNvPr id="78880" name="Line 105"/>
            <p:cNvSpPr>
              <a:spLocks noChangeShapeType="1"/>
            </p:cNvSpPr>
            <p:nvPr/>
          </p:nvSpPr>
          <p:spPr bwMode="auto">
            <a:xfrm>
              <a:off x="2844" y="3692"/>
              <a:ext cx="336" cy="0"/>
            </a:xfrm>
            <a:prstGeom prst="line">
              <a:avLst/>
            </a:prstGeom>
            <a:noFill/>
            <a:ln w="25400" cap="sq">
              <a:solidFill>
                <a:schemeClr val="accent2"/>
              </a:solidFill>
              <a:round/>
              <a:tailEnd type="triangle" w="med" len="lg"/>
            </a:ln>
          </p:spPr>
          <p:txBody>
            <a:bodyPr wrap="none" anchor="ctr"/>
            <a:lstStyle/>
            <a:p>
              <a:endParaRPr lang="zh-CN" altLang="en-US"/>
            </a:p>
          </p:txBody>
        </p:sp>
        <p:sp>
          <p:nvSpPr>
            <p:cNvPr id="78881" name="Line 106"/>
            <p:cNvSpPr>
              <a:spLocks noChangeShapeType="1"/>
            </p:cNvSpPr>
            <p:nvPr/>
          </p:nvSpPr>
          <p:spPr bwMode="auto">
            <a:xfrm>
              <a:off x="3648" y="3692"/>
              <a:ext cx="336" cy="0"/>
            </a:xfrm>
            <a:prstGeom prst="line">
              <a:avLst/>
            </a:prstGeom>
            <a:noFill/>
            <a:ln w="25400" cap="sq">
              <a:solidFill>
                <a:schemeClr val="accent2"/>
              </a:solidFill>
              <a:round/>
              <a:tailEnd type="triangle" w="med" len="lg"/>
            </a:ln>
          </p:spPr>
          <p:txBody>
            <a:bodyPr wrap="none" anchor="ctr"/>
            <a:lstStyle/>
            <a:p>
              <a:endParaRPr lang="zh-CN" altLang="en-US"/>
            </a:p>
          </p:txBody>
        </p:sp>
        <p:sp>
          <p:nvSpPr>
            <p:cNvPr id="78882" name="Line 107"/>
            <p:cNvSpPr>
              <a:spLocks noChangeShapeType="1"/>
            </p:cNvSpPr>
            <p:nvPr/>
          </p:nvSpPr>
          <p:spPr bwMode="auto">
            <a:xfrm>
              <a:off x="4368" y="3692"/>
              <a:ext cx="336" cy="0"/>
            </a:xfrm>
            <a:prstGeom prst="line">
              <a:avLst/>
            </a:prstGeom>
            <a:noFill/>
            <a:ln w="25400" cap="sq">
              <a:solidFill>
                <a:schemeClr val="accent2"/>
              </a:solidFill>
              <a:round/>
              <a:tailEnd type="triangle" w="med" len="lg"/>
            </a:ln>
          </p:spPr>
          <p:txBody>
            <a:bodyPr wrap="none" anchor="ctr"/>
            <a:lstStyle/>
            <a:p>
              <a:endParaRPr lang="zh-CN" altLang="en-US"/>
            </a:p>
          </p:txBody>
        </p:sp>
        <p:sp>
          <p:nvSpPr>
            <p:cNvPr id="78883" name="Rectangle 108"/>
            <p:cNvSpPr>
              <a:spLocks noChangeArrowheads="1"/>
            </p:cNvSpPr>
            <p:nvPr/>
          </p:nvSpPr>
          <p:spPr bwMode="auto">
            <a:xfrm>
              <a:off x="4031" y="3465"/>
              <a:ext cx="302" cy="330"/>
            </a:xfrm>
            <a:prstGeom prst="rect">
              <a:avLst/>
            </a:prstGeom>
            <a:noFill/>
            <a:ln w="12700" cap="sq">
              <a:noFill/>
              <a:miter lim="800000"/>
            </a:ln>
          </p:spPr>
          <p:txBody>
            <a:bodyPr wrap="none">
              <a:spAutoFit/>
            </a:bodyPr>
            <a:lstStyle/>
            <a:p>
              <a:pPr algn="ctr" fontAlgn="base">
                <a:spcBef>
                  <a:spcPct val="0"/>
                </a:spcBef>
              </a:pPr>
              <a:r>
                <a:rPr lang="en-US" altLang="zh-CN" sz="2800">
                  <a:solidFill>
                    <a:schemeClr val="accent2"/>
                  </a:solidFill>
                  <a:ea typeface="宋体" pitchFamily="2" charset="-122"/>
                  <a:cs typeface="Times New Roman" panose="02020503050405090304" pitchFamily="18" charset="0"/>
                </a:rPr>
                <a:t>…</a:t>
              </a:r>
              <a:endParaRPr lang="zh-CN" altLang="en-US" sz="2800">
                <a:solidFill>
                  <a:schemeClr val="accent2"/>
                </a:solidFill>
                <a:ea typeface="宋体" pitchFamily="2" charset="-122"/>
                <a:cs typeface="Times New Roman" panose="02020503050405090304" pitchFamily="18" charset="0"/>
              </a:endParaRPr>
            </a:p>
          </p:txBody>
        </p:sp>
      </p:grpSp>
      <p:grpSp>
        <p:nvGrpSpPr>
          <p:cNvPr id="22" name="Group 109"/>
          <p:cNvGrpSpPr/>
          <p:nvPr/>
        </p:nvGrpSpPr>
        <p:grpSpPr bwMode="auto">
          <a:xfrm>
            <a:off x="1268413" y="5079082"/>
            <a:ext cx="646113" cy="762000"/>
            <a:chOff x="169" y="3216"/>
            <a:chExt cx="407" cy="480"/>
          </a:xfrm>
        </p:grpSpPr>
        <p:sp>
          <p:nvSpPr>
            <p:cNvPr id="78875" name="Text Box 110"/>
            <p:cNvSpPr txBox="1">
              <a:spLocks noChangeArrowheads="1"/>
            </p:cNvSpPr>
            <p:nvPr/>
          </p:nvSpPr>
          <p:spPr bwMode="auto">
            <a:xfrm>
              <a:off x="169" y="3216"/>
              <a:ext cx="311" cy="291"/>
            </a:xfrm>
            <a:prstGeom prst="rect">
              <a:avLst/>
            </a:prstGeom>
            <a:noFill/>
            <a:ln w="12700" cap="sq">
              <a:noFill/>
              <a:miter lim="800000"/>
            </a:ln>
          </p:spPr>
          <p:txBody>
            <a:bodyPr wrap="none">
              <a:spAutoFit/>
            </a:bodyPr>
            <a:lstStyle/>
            <a:p>
              <a:pPr algn="ctr" fontAlgn="base">
                <a:spcBef>
                  <a:spcPct val="0"/>
                </a:spcBef>
              </a:pPr>
              <a:r>
                <a:rPr lang="en-US" altLang="zh-CN" sz="2400">
                  <a:solidFill>
                    <a:srgbClr val="FF3300"/>
                  </a:solidFill>
                  <a:ea typeface="宋体" pitchFamily="2" charset="-122"/>
                </a:rPr>
                <a:t>list</a:t>
              </a:r>
              <a:endParaRPr lang="en-US" altLang="zh-CN" sz="2400">
                <a:solidFill>
                  <a:srgbClr val="FF3300"/>
                </a:solidFill>
                <a:ea typeface="宋体" pitchFamily="2" charset="-122"/>
              </a:endParaRPr>
            </a:p>
          </p:txBody>
        </p:sp>
        <p:sp>
          <p:nvSpPr>
            <p:cNvPr id="78876" name="Line 111"/>
            <p:cNvSpPr>
              <a:spLocks noChangeShapeType="1"/>
            </p:cNvSpPr>
            <p:nvPr/>
          </p:nvSpPr>
          <p:spPr bwMode="auto">
            <a:xfrm>
              <a:off x="384" y="3456"/>
              <a:ext cx="192" cy="240"/>
            </a:xfrm>
            <a:prstGeom prst="line">
              <a:avLst/>
            </a:prstGeom>
            <a:noFill/>
            <a:ln w="25400" cap="sq">
              <a:solidFill>
                <a:srgbClr val="FF0000"/>
              </a:solidFill>
              <a:round/>
              <a:tailEnd type="triangle" w="med" len="lg"/>
            </a:ln>
          </p:spPr>
          <p:txBody>
            <a:bodyPr wrap="none" anchor="ctr"/>
            <a:lstStyle/>
            <a:p>
              <a:endParaRPr lang="zh-CN" altLang="en-US"/>
            </a:p>
          </p:txBody>
        </p:sp>
      </p:grpSp>
      <p:grpSp>
        <p:nvGrpSpPr>
          <p:cNvPr id="23" name="Group 112"/>
          <p:cNvGrpSpPr/>
          <p:nvPr/>
        </p:nvGrpSpPr>
        <p:grpSpPr bwMode="auto">
          <a:xfrm>
            <a:off x="1076325" y="175295"/>
            <a:ext cx="5605463" cy="609600"/>
            <a:chOff x="240" y="192"/>
            <a:chExt cx="2064" cy="384"/>
          </a:xfrm>
        </p:grpSpPr>
        <p:sp>
          <p:nvSpPr>
            <p:cNvPr id="78873" name="Oval 113"/>
            <p:cNvSpPr>
              <a:spLocks noChangeArrowheads="1"/>
            </p:cNvSpPr>
            <p:nvPr/>
          </p:nvSpPr>
          <p:spPr bwMode="auto">
            <a:xfrm>
              <a:off x="240" y="192"/>
              <a:ext cx="2064" cy="384"/>
            </a:xfrm>
            <a:prstGeom prst="ellipse">
              <a:avLst/>
            </a:prstGeom>
            <a:solidFill>
              <a:srgbClr val="FFFFD1"/>
            </a:solidFill>
            <a:ln w="9525">
              <a:noFill/>
              <a:round/>
            </a:ln>
            <a:effectLst>
              <a:outerShdw dist="125080" dir="1437749" algn="ctr" rotWithShape="0">
                <a:srgbClr val="B2B2B2"/>
              </a:outerShdw>
            </a:effectLst>
          </p:spPr>
          <p:txBody>
            <a:bodyPr wrap="none" anchor="ctr"/>
            <a:lstStyle/>
            <a:p>
              <a:pPr algn="ctr"/>
              <a:endParaRPr lang="zh-CN" altLang="en-US" sz="2600"/>
            </a:p>
          </p:txBody>
        </p:sp>
        <p:sp>
          <p:nvSpPr>
            <p:cNvPr id="78874" name="Rectangle 114"/>
            <p:cNvSpPr>
              <a:spLocks noChangeArrowheads="1"/>
            </p:cNvSpPr>
            <p:nvPr/>
          </p:nvSpPr>
          <p:spPr bwMode="auto">
            <a:xfrm>
              <a:off x="432" y="192"/>
              <a:ext cx="1797" cy="368"/>
            </a:xfrm>
            <a:prstGeom prst="rect">
              <a:avLst/>
            </a:prstGeom>
            <a:noFill/>
            <a:ln w="12700" cap="sq">
              <a:noFill/>
              <a:miter lim="800000"/>
            </a:ln>
          </p:spPr>
          <p:txBody>
            <a:bodyPr>
              <a:spAutoFit/>
            </a:bodyPr>
            <a:lstStyle/>
            <a:p>
              <a:pPr fontAlgn="base">
                <a:spcBef>
                  <a:spcPct val="0"/>
                </a:spcBef>
              </a:pPr>
              <a:r>
                <a:rPr kumimoji="1" lang="zh-CN" altLang="zh-CN" sz="3200">
                  <a:solidFill>
                    <a:srgbClr val="003399"/>
                  </a:solidFill>
                  <a:latin typeface="幼圆" pitchFamily="49" charset="-122"/>
                  <a:ea typeface="幼圆" pitchFamily="49" charset="-122"/>
                </a:rPr>
                <a:t>一.</a:t>
              </a:r>
              <a:r>
                <a:rPr kumimoji="1" lang="zh-CN" altLang="en-US" sz="3200">
                  <a:solidFill>
                    <a:srgbClr val="003399"/>
                  </a:solidFill>
                  <a:latin typeface="幼圆" pitchFamily="49" charset="-122"/>
                  <a:ea typeface="幼圆" pitchFamily="49" charset="-122"/>
                </a:rPr>
                <a:t>线性链表的构造原理</a:t>
              </a:r>
              <a:endParaRPr kumimoji="1" lang="zh-CN" altLang="en-US" sz="3200">
                <a:solidFill>
                  <a:srgbClr val="003399"/>
                </a:solidFill>
                <a:latin typeface="幼圆" pitchFamily="49" charset="-122"/>
                <a:ea typeface="幼圆" pitchFamily="49" charset="-122"/>
              </a:endParaRPr>
            </a:p>
          </p:txBody>
        </p:sp>
      </p:grpSp>
      <p:grpSp>
        <p:nvGrpSpPr>
          <p:cNvPr id="24" name="Group 115"/>
          <p:cNvGrpSpPr/>
          <p:nvPr/>
        </p:nvGrpSpPr>
        <p:grpSpPr bwMode="auto">
          <a:xfrm>
            <a:off x="6638925" y="4302793"/>
            <a:ext cx="2681288" cy="904874"/>
            <a:chOff x="3696" y="2652"/>
            <a:chExt cx="1689" cy="570"/>
          </a:xfrm>
        </p:grpSpPr>
        <p:sp>
          <p:nvSpPr>
            <p:cNvPr id="78871" name="Freeform 116"/>
            <p:cNvSpPr/>
            <p:nvPr/>
          </p:nvSpPr>
          <p:spPr bwMode="auto">
            <a:xfrm>
              <a:off x="3696" y="2652"/>
              <a:ext cx="1344" cy="560"/>
            </a:xfrm>
            <a:custGeom>
              <a:avLst/>
              <a:gdLst>
                <a:gd name="T0" fmla="*/ 0 w 1344"/>
                <a:gd name="T1" fmla="*/ 0 h 560"/>
                <a:gd name="T2" fmla="*/ 576 w 1344"/>
                <a:gd name="T3" fmla="*/ 480 h 560"/>
                <a:gd name="T4" fmla="*/ 1344 w 1344"/>
                <a:gd name="T5" fmla="*/ 480 h 560"/>
                <a:gd name="T6" fmla="*/ 0 60000 65536"/>
                <a:gd name="T7" fmla="*/ 0 60000 65536"/>
                <a:gd name="T8" fmla="*/ 0 60000 65536"/>
                <a:gd name="T9" fmla="*/ 0 w 1344"/>
                <a:gd name="T10" fmla="*/ 0 h 560"/>
                <a:gd name="T11" fmla="*/ 1344 w 1344"/>
                <a:gd name="T12" fmla="*/ 560 h 560"/>
              </a:gdLst>
              <a:ahLst/>
              <a:cxnLst>
                <a:cxn ang="T6">
                  <a:pos x="T0" y="T1"/>
                </a:cxn>
                <a:cxn ang="T7">
                  <a:pos x="T2" y="T3"/>
                </a:cxn>
                <a:cxn ang="T8">
                  <a:pos x="T4" y="T5"/>
                </a:cxn>
              </a:cxnLst>
              <a:rect l="T9" t="T10" r="T11" b="T12"/>
              <a:pathLst>
                <a:path w="1344" h="560">
                  <a:moveTo>
                    <a:pt x="0" y="0"/>
                  </a:moveTo>
                  <a:cubicBezTo>
                    <a:pt x="176" y="200"/>
                    <a:pt x="352" y="400"/>
                    <a:pt x="576" y="480"/>
                  </a:cubicBezTo>
                  <a:cubicBezTo>
                    <a:pt x="800" y="560"/>
                    <a:pt x="1216" y="480"/>
                    <a:pt x="1344" y="480"/>
                  </a:cubicBezTo>
                </a:path>
              </a:pathLst>
            </a:custGeom>
            <a:noFill/>
            <a:ln w="38100" cap="sq" cmpd="sng">
              <a:solidFill>
                <a:schemeClr val="accent2"/>
              </a:solidFill>
              <a:prstDash val="solid"/>
              <a:round/>
              <a:tailEnd type="stealth" w="med" len="med"/>
            </a:ln>
          </p:spPr>
          <p:txBody>
            <a:bodyPr wrap="none" anchor="ctr"/>
            <a:lstStyle/>
            <a:p>
              <a:endParaRPr lang="zh-CN" altLang="en-US"/>
            </a:p>
          </p:txBody>
        </p:sp>
        <p:sp>
          <p:nvSpPr>
            <p:cNvPr id="78872" name="Rectangle 117"/>
            <p:cNvSpPr>
              <a:spLocks noChangeArrowheads="1"/>
            </p:cNvSpPr>
            <p:nvPr/>
          </p:nvSpPr>
          <p:spPr bwMode="auto">
            <a:xfrm>
              <a:off x="5083" y="2892"/>
              <a:ext cx="302" cy="330"/>
            </a:xfrm>
            <a:prstGeom prst="rect">
              <a:avLst/>
            </a:prstGeom>
            <a:noFill/>
            <a:ln w="12700" cap="sq">
              <a:noFill/>
              <a:miter lim="800000"/>
            </a:ln>
          </p:spPr>
          <p:txBody>
            <a:bodyPr wrap="none">
              <a:spAutoFit/>
            </a:bodyPr>
            <a:lstStyle/>
            <a:p>
              <a:pPr algn="ctr"/>
              <a:r>
                <a:rPr lang="zh-CN" altLang="en-US" sz="2800">
                  <a:solidFill>
                    <a:schemeClr val="accent2"/>
                  </a:solidFill>
                  <a:ea typeface="宋体" pitchFamily="2" charset="-122"/>
                  <a:cs typeface="Times New Roman" panose="02020503050405090304" pitchFamily="18" charset="0"/>
                </a:rPr>
                <a:t>…</a:t>
              </a:r>
              <a:endParaRPr lang="zh-CN" altLang="en-US" sz="2800">
                <a:solidFill>
                  <a:schemeClr val="accent2"/>
                </a:solidFill>
                <a:ea typeface="宋体" pitchFamily="2" charset="-122"/>
                <a:cs typeface="Times New Roman" panose="02020503050405090304" pitchFamily="18" charset="0"/>
              </a:endParaRPr>
            </a:p>
          </p:txBody>
        </p:sp>
      </p:grpSp>
      <p:sp>
        <p:nvSpPr>
          <p:cNvPr id="510070" name="AutoShape 118"/>
          <p:cNvSpPr>
            <a:spLocks noChangeArrowheads="1"/>
          </p:cNvSpPr>
          <p:nvPr/>
        </p:nvSpPr>
        <p:spPr bwMode="auto">
          <a:xfrm>
            <a:off x="1022350" y="4890170"/>
            <a:ext cx="1008063" cy="914400"/>
          </a:xfrm>
          <a:prstGeom prst="irregularSeal1">
            <a:avLst/>
          </a:prstGeom>
          <a:noFill/>
          <a:ln w="57150" cap="sq">
            <a:solidFill>
              <a:srgbClr val="00B7E2"/>
            </a:solidFill>
            <a:miter lim="800000"/>
          </a:ln>
          <a:effectLst>
            <a:outerShdw dist="28398" dir="3806097" algn="ctr" rotWithShape="0">
              <a:schemeClr val="bg2"/>
            </a:outerShdw>
          </a:effectLst>
        </p:spPr>
        <p:txBody>
          <a:bodyPr wrap="none" anchor="ctr"/>
          <a:lstStyle/>
          <a:p>
            <a:endParaRPr lang="zh-CN" altLang="en-US"/>
          </a:p>
        </p:txBody>
      </p:sp>
      <p:sp>
        <p:nvSpPr>
          <p:cNvPr id="510074" name="Text Box 122"/>
          <p:cNvSpPr txBox="1">
            <a:spLocks noChangeArrowheads="1"/>
          </p:cNvSpPr>
          <p:nvPr/>
        </p:nvSpPr>
        <p:spPr bwMode="auto">
          <a:xfrm>
            <a:off x="8755062" y="6190333"/>
            <a:ext cx="1047082" cy="584775"/>
          </a:xfrm>
          <a:prstGeom prst="rect">
            <a:avLst/>
          </a:prstGeom>
          <a:noFill/>
          <a:ln w="9525">
            <a:noFill/>
            <a:miter lim="800000"/>
          </a:ln>
        </p:spPr>
        <p:txBody>
          <a:bodyPr wrap="none">
            <a:spAutoFit/>
          </a:bodyPr>
          <a:lstStyle/>
          <a:p>
            <a:r>
              <a:rPr lang="en-US" altLang="zh-CN" sz="3200">
                <a:solidFill>
                  <a:schemeClr val="bg1"/>
                </a:solidFill>
              </a:rPr>
              <a:t>NULL</a:t>
            </a:r>
            <a:endParaRPr lang="en-US" altLang="zh-CN" sz="3200">
              <a:solidFill>
                <a:schemeClr val="bg1"/>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09958"/>
                                        </p:tgtEl>
                                        <p:attrNameLst>
                                          <p:attrName>style.visibility</p:attrName>
                                        </p:attrNameLst>
                                      </p:cBhvr>
                                      <p:to>
                                        <p:strVal val="visible"/>
                                      </p:to>
                                    </p:set>
                                    <p:animEffect transition="in" filter="dissolve">
                                      <p:cBhvr>
                                        <p:cTn id="7" dur="500"/>
                                        <p:tgtEl>
                                          <p:spTgt spid="50995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par>
                                <p:cTn id="13" presetID="3" presetClass="entr" presetSubtype="1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blinds(horizontal)">
                                      <p:cBhvr>
                                        <p:cTn id="15" dur="500"/>
                                        <p:tgtEl>
                                          <p:spTgt spid="4"/>
                                        </p:tgtEl>
                                      </p:cBhvr>
                                    </p:animEffect>
                                  </p:childTnLst>
                                </p:cTn>
                              </p:par>
                              <p:par>
                                <p:cTn id="16" presetID="3" presetClass="entr" presetSubtype="10"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blinds(horizontal)">
                                      <p:cBhvr>
                                        <p:cTn id="18" dur="500"/>
                                        <p:tgtEl>
                                          <p:spTgt spid="6"/>
                                        </p:tgtEl>
                                      </p:cBhvr>
                                    </p:animEffect>
                                  </p:childTnLst>
                                </p:cTn>
                              </p:par>
                              <p:par>
                                <p:cTn id="19" presetID="3" presetClass="entr" presetSubtype="1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blinds(horizontal)">
                                      <p:cBhvr>
                                        <p:cTn id="21" dur="500"/>
                                        <p:tgtEl>
                                          <p:spTgt spid="7"/>
                                        </p:tgtEl>
                                      </p:cBhvr>
                                    </p:animEffect>
                                  </p:childTnLst>
                                </p:cTn>
                              </p:par>
                              <p:par>
                                <p:cTn id="22" presetID="3" presetClass="entr" presetSubtype="10" fill="hold"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blinds(horizontal)">
                                      <p:cBhvr>
                                        <p:cTn id="24" dur="500"/>
                                        <p:tgtEl>
                                          <p:spTgt spid="9"/>
                                        </p:tgtEl>
                                      </p:cBhvr>
                                    </p:animEffect>
                                  </p:childTnLst>
                                </p:cTn>
                              </p:par>
                              <p:par>
                                <p:cTn id="25" presetID="3" presetClass="entr" presetSubtype="1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blinds(horizontal)">
                                      <p:cBhvr>
                                        <p:cTn id="27" dur="500"/>
                                        <p:tgtEl>
                                          <p:spTgt spid="11"/>
                                        </p:tgtEl>
                                      </p:cBhvr>
                                    </p:animEffect>
                                  </p:childTnLst>
                                </p:cTn>
                              </p:par>
                              <p:par>
                                <p:cTn id="28" presetID="3" presetClass="entr" presetSubtype="10" fill="hold"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blinds(horizontal)">
                                      <p:cBhvr>
                                        <p:cTn id="30" dur="500"/>
                                        <p:tgtEl>
                                          <p:spTgt spid="12"/>
                                        </p:tgtEl>
                                      </p:cBhvr>
                                    </p:animEffect>
                                  </p:childTnLst>
                                </p:cTn>
                              </p:par>
                              <p:par>
                                <p:cTn id="31" presetID="3" presetClass="entr" presetSubtype="10" fill="hold"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blinds(horizontal)">
                                      <p:cBhvr>
                                        <p:cTn id="33" dur="500"/>
                                        <p:tgtEl>
                                          <p:spTgt spid="13"/>
                                        </p:tgtEl>
                                      </p:cBhvr>
                                    </p:animEffect>
                                  </p:childTnLst>
                                </p:cTn>
                              </p:par>
                              <p:par>
                                <p:cTn id="34" presetID="3" presetClass="entr" presetSubtype="10" fill="hold"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blinds(horizontal)">
                                      <p:cBhvr>
                                        <p:cTn id="36" dur="5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2" fill="hold" grpId="0" nodeType="clickEffect">
                                  <p:stCondLst>
                                    <p:cond delay="0"/>
                                  </p:stCondLst>
                                  <p:childTnLst>
                                    <p:set>
                                      <p:cBhvr>
                                        <p:cTn id="40" dur="1" fill="hold">
                                          <p:stCondLst>
                                            <p:cond delay="0"/>
                                          </p:stCondLst>
                                        </p:cTn>
                                        <p:tgtEl>
                                          <p:spTgt spid="510024"/>
                                        </p:tgtEl>
                                        <p:attrNameLst>
                                          <p:attrName>style.visibility</p:attrName>
                                        </p:attrNameLst>
                                      </p:cBhvr>
                                      <p:to>
                                        <p:strVal val="visible"/>
                                      </p:to>
                                    </p:set>
                                    <p:animEffect transition="in" filter="wipe(right)">
                                      <p:cBhvr>
                                        <p:cTn id="41" dur="500"/>
                                        <p:tgtEl>
                                          <p:spTgt spid="510024"/>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510025"/>
                                        </p:tgtEl>
                                        <p:attrNameLst>
                                          <p:attrName>style.visibility</p:attrName>
                                        </p:attrNameLst>
                                      </p:cBhvr>
                                      <p:to>
                                        <p:strVal val="visible"/>
                                      </p:to>
                                    </p:set>
                                    <p:animEffect transition="in" filter="wipe(left)">
                                      <p:cBhvr>
                                        <p:cTn id="46" dur="500"/>
                                        <p:tgtEl>
                                          <p:spTgt spid="510025"/>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2" fill="hold" grpId="0" nodeType="clickEffect">
                                  <p:stCondLst>
                                    <p:cond delay="0"/>
                                  </p:stCondLst>
                                  <p:childTnLst>
                                    <p:set>
                                      <p:cBhvr>
                                        <p:cTn id="50" dur="1" fill="hold">
                                          <p:stCondLst>
                                            <p:cond delay="0"/>
                                          </p:stCondLst>
                                        </p:cTn>
                                        <p:tgtEl>
                                          <p:spTgt spid="510026"/>
                                        </p:tgtEl>
                                        <p:attrNameLst>
                                          <p:attrName>style.visibility</p:attrName>
                                        </p:attrNameLst>
                                      </p:cBhvr>
                                      <p:to>
                                        <p:strVal val="visible"/>
                                      </p:to>
                                    </p:set>
                                    <p:animEffect transition="in" filter="wipe(right)">
                                      <p:cBhvr>
                                        <p:cTn id="51" dur="500"/>
                                        <p:tgtEl>
                                          <p:spTgt spid="510026"/>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wipe(left)">
                                      <p:cBhvr>
                                        <p:cTn id="56" dur="500"/>
                                        <p:tgtEl>
                                          <p:spTgt spid="24"/>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2" fill="hold" nodeType="clickEffect">
                                  <p:stCondLst>
                                    <p:cond delay="0"/>
                                  </p:stCondLst>
                                  <p:childTnLst>
                                    <p:set>
                                      <p:cBhvr>
                                        <p:cTn id="60" dur="1" fill="hold">
                                          <p:stCondLst>
                                            <p:cond delay="0"/>
                                          </p:stCondLst>
                                        </p:cTn>
                                        <p:tgtEl>
                                          <p:spTgt spid="2"/>
                                        </p:tgtEl>
                                        <p:attrNameLst>
                                          <p:attrName>style.visibility</p:attrName>
                                        </p:attrNameLst>
                                      </p:cBhvr>
                                      <p:to>
                                        <p:strVal val="visible"/>
                                      </p:to>
                                    </p:set>
                                    <p:animEffect transition="in" filter="wipe(right)">
                                      <p:cBhvr>
                                        <p:cTn id="61" dur="500"/>
                                        <p:tgtEl>
                                          <p:spTgt spid="2"/>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15"/>
                                        </p:tgtEl>
                                        <p:attrNameLst>
                                          <p:attrName>style.visibility</p:attrName>
                                        </p:attrNameLst>
                                      </p:cBhvr>
                                      <p:to>
                                        <p:strVal val="visible"/>
                                      </p:to>
                                    </p:set>
                                    <p:animEffect transition="in" filter="wipe(left)">
                                      <p:cBhvr>
                                        <p:cTn id="66" dur="500"/>
                                        <p:tgtEl>
                                          <p:spTgt spid="15"/>
                                        </p:tgtEl>
                                      </p:cBhvr>
                                    </p:animEffect>
                                  </p:childTnLst>
                                </p:cTn>
                              </p:par>
                            </p:childTnLst>
                          </p:cTn>
                        </p:par>
                      </p:childTnLst>
                    </p:cTn>
                  </p:par>
                  <p:par>
                    <p:cTn id="67" fill="hold">
                      <p:stCondLst>
                        <p:cond delay="indefinite"/>
                      </p:stCondLst>
                      <p:childTnLst>
                        <p:par>
                          <p:cTn id="68" fill="hold">
                            <p:stCondLst>
                              <p:cond delay="0"/>
                            </p:stCondLst>
                            <p:childTnLst>
                              <p:par>
                                <p:cTn id="69" presetID="2" presetClass="entr" presetSubtype="2" fill="hold" grpId="0" nodeType="clickEffect">
                                  <p:stCondLst>
                                    <p:cond delay="0"/>
                                  </p:stCondLst>
                                  <p:childTnLst>
                                    <p:set>
                                      <p:cBhvr>
                                        <p:cTn id="70" dur="1" fill="hold">
                                          <p:stCondLst>
                                            <p:cond delay="0"/>
                                          </p:stCondLst>
                                        </p:cTn>
                                        <p:tgtEl>
                                          <p:spTgt spid="510027"/>
                                        </p:tgtEl>
                                        <p:attrNameLst>
                                          <p:attrName>style.visibility</p:attrName>
                                        </p:attrNameLst>
                                      </p:cBhvr>
                                      <p:to>
                                        <p:strVal val="visible"/>
                                      </p:to>
                                    </p:set>
                                    <p:anim calcmode="lin" valueType="num">
                                      <p:cBhvr additive="base">
                                        <p:cTn id="71" dur="500" fill="hold"/>
                                        <p:tgtEl>
                                          <p:spTgt spid="510027"/>
                                        </p:tgtEl>
                                        <p:attrNameLst>
                                          <p:attrName>ppt_x</p:attrName>
                                        </p:attrNameLst>
                                      </p:cBhvr>
                                      <p:tavLst>
                                        <p:tav tm="0">
                                          <p:val>
                                            <p:strVal val="1+#ppt_w/2"/>
                                          </p:val>
                                        </p:tav>
                                        <p:tav tm="100000">
                                          <p:val>
                                            <p:strVal val="#ppt_x"/>
                                          </p:val>
                                        </p:tav>
                                      </p:tavLst>
                                    </p:anim>
                                    <p:anim calcmode="lin" valueType="num">
                                      <p:cBhvr additive="base">
                                        <p:cTn id="72" dur="500" fill="hold"/>
                                        <p:tgtEl>
                                          <p:spTgt spid="510027"/>
                                        </p:tgtEl>
                                        <p:attrNameLst>
                                          <p:attrName>ppt_y</p:attrName>
                                        </p:attrNameLst>
                                      </p:cBhvr>
                                      <p:tavLst>
                                        <p:tav tm="0">
                                          <p:val>
                                            <p:strVal val="#ppt_y"/>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2" fill="hold" grpId="0" nodeType="clickEffect">
                                  <p:stCondLst>
                                    <p:cond delay="0"/>
                                  </p:stCondLst>
                                  <p:childTnLst>
                                    <p:set>
                                      <p:cBhvr>
                                        <p:cTn id="76" dur="1" fill="hold">
                                          <p:stCondLst>
                                            <p:cond delay="0"/>
                                          </p:stCondLst>
                                        </p:cTn>
                                        <p:tgtEl>
                                          <p:spTgt spid="510074"/>
                                        </p:tgtEl>
                                        <p:attrNameLst>
                                          <p:attrName>style.visibility</p:attrName>
                                        </p:attrNameLst>
                                      </p:cBhvr>
                                      <p:to>
                                        <p:strVal val="visible"/>
                                      </p:to>
                                    </p:set>
                                    <p:anim calcmode="lin" valueType="num">
                                      <p:cBhvr additive="base">
                                        <p:cTn id="77" dur="500" fill="hold"/>
                                        <p:tgtEl>
                                          <p:spTgt spid="510074"/>
                                        </p:tgtEl>
                                        <p:attrNameLst>
                                          <p:attrName>ppt_x</p:attrName>
                                        </p:attrNameLst>
                                      </p:cBhvr>
                                      <p:tavLst>
                                        <p:tav tm="0">
                                          <p:val>
                                            <p:strVal val="1+#ppt_w/2"/>
                                          </p:val>
                                        </p:tav>
                                        <p:tav tm="100000">
                                          <p:val>
                                            <p:strVal val="#ppt_x"/>
                                          </p:val>
                                        </p:tav>
                                      </p:tavLst>
                                    </p:anim>
                                    <p:anim calcmode="lin" valueType="num">
                                      <p:cBhvr additive="base">
                                        <p:cTn id="78" dur="500" fill="hold"/>
                                        <p:tgtEl>
                                          <p:spTgt spid="510074"/>
                                        </p:tgtEl>
                                        <p:attrNameLst>
                                          <p:attrName>ppt_y</p:attrName>
                                        </p:attrNameLst>
                                      </p:cBhvr>
                                      <p:tavLst>
                                        <p:tav tm="0">
                                          <p:val>
                                            <p:strVal val="#ppt_y"/>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2" presetClass="entr" presetSubtype="1" fill="hold" nodeType="clickEffect">
                                  <p:stCondLst>
                                    <p:cond delay="0"/>
                                  </p:stCondLst>
                                  <p:childTnLst>
                                    <p:set>
                                      <p:cBhvr>
                                        <p:cTn id="82" dur="1" fill="hold">
                                          <p:stCondLst>
                                            <p:cond delay="0"/>
                                          </p:stCondLst>
                                        </p:cTn>
                                        <p:tgtEl>
                                          <p:spTgt spid="22"/>
                                        </p:tgtEl>
                                        <p:attrNameLst>
                                          <p:attrName>style.visibility</p:attrName>
                                        </p:attrNameLst>
                                      </p:cBhvr>
                                      <p:to>
                                        <p:strVal val="visible"/>
                                      </p:to>
                                    </p:set>
                                    <p:animEffect transition="in" filter="wipe(up)">
                                      <p:cBhvr>
                                        <p:cTn id="83" dur="500"/>
                                        <p:tgtEl>
                                          <p:spTgt spid="22"/>
                                        </p:tgtEl>
                                      </p:cBhvr>
                                    </p:animEffect>
                                  </p:childTnLst>
                                </p:cTn>
                              </p:par>
                            </p:childTnLst>
                          </p:cTn>
                        </p:par>
                      </p:childTnLst>
                    </p:cTn>
                  </p:par>
                  <p:par>
                    <p:cTn id="84" fill="hold">
                      <p:stCondLst>
                        <p:cond delay="indefinite"/>
                      </p:stCondLst>
                      <p:childTnLst>
                        <p:par>
                          <p:cTn id="85" fill="hold">
                            <p:stCondLst>
                              <p:cond delay="0"/>
                            </p:stCondLst>
                            <p:childTnLst>
                              <p:par>
                                <p:cTn id="86" presetID="23" presetClass="entr" presetSubtype="288" fill="hold" grpId="0" nodeType="clickEffect">
                                  <p:stCondLst>
                                    <p:cond delay="0"/>
                                  </p:stCondLst>
                                  <p:childTnLst>
                                    <p:set>
                                      <p:cBhvr>
                                        <p:cTn id="87" dur="1" fill="hold">
                                          <p:stCondLst>
                                            <p:cond delay="0"/>
                                          </p:stCondLst>
                                        </p:cTn>
                                        <p:tgtEl>
                                          <p:spTgt spid="510070"/>
                                        </p:tgtEl>
                                        <p:attrNameLst>
                                          <p:attrName>style.visibility</p:attrName>
                                        </p:attrNameLst>
                                      </p:cBhvr>
                                      <p:to>
                                        <p:strVal val="visible"/>
                                      </p:to>
                                    </p:set>
                                    <p:anim calcmode="lin" valueType="num">
                                      <p:cBhvr>
                                        <p:cTn id="88" dur="500" fill="hold"/>
                                        <p:tgtEl>
                                          <p:spTgt spid="510070"/>
                                        </p:tgtEl>
                                        <p:attrNameLst>
                                          <p:attrName>ppt_w</p:attrName>
                                        </p:attrNameLst>
                                      </p:cBhvr>
                                      <p:tavLst>
                                        <p:tav tm="0">
                                          <p:val>
                                            <p:strVal val="4/3*#ppt_w"/>
                                          </p:val>
                                        </p:tav>
                                        <p:tav tm="100000">
                                          <p:val>
                                            <p:strVal val="#ppt_w"/>
                                          </p:val>
                                        </p:tav>
                                      </p:tavLst>
                                    </p:anim>
                                    <p:anim calcmode="lin" valueType="num">
                                      <p:cBhvr>
                                        <p:cTn id="89" dur="500" fill="hold"/>
                                        <p:tgtEl>
                                          <p:spTgt spid="510070"/>
                                        </p:tgtEl>
                                        <p:attrNameLst>
                                          <p:attrName>ppt_h</p:attrName>
                                        </p:attrNameLst>
                                      </p:cBhvr>
                                      <p:tavLst>
                                        <p:tav tm="0">
                                          <p:val>
                                            <p:strVal val="4/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9958" grpId="0" autoUpdateAnimBg="0"/>
      <p:bldP spid="510024" grpId="0" animBg="1"/>
      <p:bldP spid="510025" grpId="0" animBg="1"/>
      <p:bldP spid="510026" grpId="0" animBg="1"/>
      <p:bldP spid="510027" grpId="0" autoUpdateAnimBg="0"/>
      <p:bldP spid="510070" grpId="0" animBg="1"/>
      <p:bldP spid="510074"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73"/>
          <p:cNvGrpSpPr/>
          <p:nvPr/>
        </p:nvGrpSpPr>
        <p:grpSpPr bwMode="auto">
          <a:xfrm>
            <a:off x="2207568" y="1052736"/>
            <a:ext cx="8229600" cy="1104900"/>
            <a:chOff x="384" y="306"/>
            <a:chExt cx="5184" cy="696"/>
          </a:xfrm>
        </p:grpSpPr>
        <p:sp>
          <p:nvSpPr>
            <p:cNvPr id="79924" name="Rectangle 3"/>
            <p:cNvSpPr>
              <a:spLocks noChangeArrowheads="1"/>
            </p:cNvSpPr>
            <p:nvPr/>
          </p:nvSpPr>
          <p:spPr bwMode="auto">
            <a:xfrm>
              <a:off x="384" y="351"/>
              <a:ext cx="5184" cy="623"/>
            </a:xfrm>
            <a:prstGeom prst="rect">
              <a:avLst/>
            </a:prstGeom>
            <a:noFill/>
            <a:ln w="12700" cap="sq">
              <a:noFill/>
              <a:miter lim="800000"/>
            </a:ln>
          </p:spPr>
          <p:txBody>
            <a:bodyPr>
              <a:spAutoFit/>
            </a:bodyPr>
            <a:lstStyle/>
            <a:p>
              <a:pPr>
                <a:lnSpc>
                  <a:spcPct val="120000"/>
                </a:lnSpc>
                <a:spcBef>
                  <a:spcPct val="0"/>
                </a:spcBef>
              </a:pPr>
              <a:r>
                <a:rPr lang="zh-CN" altLang="en-US" sz="2600" dirty="0">
                  <a:solidFill>
                    <a:schemeClr val="bg1"/>
                  </a:solidFill>
                  <a:latin typeface="幼圆" pitchFamily="49" charset="-122"/>
                  <a:ea typeface="幼圆" pitchFamily="49" charset="-122"/>
                </a:rPr>
                <a:t>     </a:t>
              </a:r>
              <a:r>
                <a:rPr lang="zh-CN" altLang="en-US" sz="2600" dirty="0">
                  <a:solidFill>
                    <a:srgbClr val="000099"/>
                  </a:solidFill>
                  <a:latin typeface="幼圆" pitchFamily="49" charset="-122"/>
                  <a:ea typeface="幼圆" pitchFamily="49" charset="-122"/>
                </a:rPr>
                <a:t>线性表的这种存储结构称为 </a:t>
              </a:r>
              <a:r>
                <a:rPr lang="zh-CN" altLang="en-US" sz="2600" i="1" dirty="0">
                  <a:solidFill>
                    <a:srgbClr val="000099"/>
                  </a:solidFill>
                  <a:latin typeface="幼圆" pitchFamily="49" charset="-122"/>
                  <a:ea typeface="幼圆" pitchFamily="49" charset="-122"/>
                </a:rPr>
                <a:t>          </a:t>
              </a:r>
              <a:r>
                <a:rPr lang="zh-CN" altLang="en-US" sz="2600" dirty="0">
                  <a:solidFill>
                    <a:srgbClr val="000099"/>
                  </a:solidFill>
                  <a:latin typeface="幼圆" pitchFamily="49" charset="-122"/>
                  <a:ea typeface="幼圆" pitchFamily="49" charset="-122"/>
                </a:rPr>
                <a:t>，或</a:t>
              </a:r>
              <a:endParaRPr lang="zh-CN" altLang="en-US" sz="2600" dirty="0">
                <a:solidFill>
                  <a:srgbClr val="000099"/>
                </a:solidFill>
                <a:latin typeface="幼圆" pitchFamily="49" charset="-122"/>
                <a:ea typeface="幼圆" pitchFamily="49" charset="-122"/>
              </a:endParaRPr>
            </a:p>
            <a:p>
              <a:pPr>
                <a:lnSpc>
                  <a:spcPct val="120000"/>
                </a:lnSpc>
                <a:spcBef>
                  <a:spcPct val="0"/>
                </a:spcBef>
              </a:pPr>
              <a:r>
                <a:rPr lang="zh-CN" altLang="en-US" sz="2600" dirty="0">
                  <a:solidFill>
                    <a:srgbClr val="000099"/>
                  </a:solidFill>
                  <a:latin typeface="幼圆" pitchFamily="49" charset="-122"/>
                  <a:ea typeface="幼圆" pitchFamily="49" charset="-122"/>
                </a:rPr>
                <a:t>者</a:t>
              </a:r>
              <a:r>
                <a:rPr lang="zh-CN" altLang="en-US" sz="2600" dirty="0">
                  <a:solidFill>
                    <a:schemeClr val="bg1"/>
                  </a:solidFill>
                  <a:latin typeface="幼圆" pitchFamily="49" charset="-122"/>
                  <a:ea typeface="幼圆" pitchFamily="49" charset="-122"/>
                </a:rPr>
                <a:t>               </a:t>
              </a:r>
              <a:r>
                <a:rPr lang="zh-CN" altLang="en-US" sz="2600" dirty="0">
                  <a:solidFill>
                    <a:srgbClr val="000099"/>
                  </a:solidFill>
                  <a:latin typeface="幼圆" pitchFamily="49" charset="-122"/>
                  <a:ea typeface="幼圆" pitchFamily="49" charset="-122"/>
                </a:rPr>
                <a:t>，其一般形式为：</a:t>
              </a:r>
              <a:endParaRPr lang="zh-CN" altLang="en-US" sz="2600" dirty="0">
                <a:solidFill>
                  <a:srgbClr val="000099"/>
                </a:solidFill>
                <a:latin typeface="幼圆" pitchFamily="49" charset="-122"/>
                <a:ea typeface="幼圆" pitchFamily="49" charset="-122"/>
              </a:endParaRPr>
            </a:p>
          </p:txBody>
        </p:sp>
        <p:sp>
          <p:nvSpPr>
            <p:cNvPr id="79925" name="Text Box 4"/>
            <p:cNvSpPr txBox="1">
              <a:spLocks noChangeArrowheads="1"/>
            </p:cNvSpPr>
            <p:nvPr/>
          </p:nvSpPr>
          <p:spPr bwMode="auto">
            <a:xfrm rot="21593144">
              <a:off x="560" y="598"/>
              <a:ext cx="1638" cy="404"/>
            </a:xfrm>
            <a:prstGeom prst="rect">
              <a:avLst/>
            </a:prstGeom>
            <a:noFill/>
            <a:ln w="12700" cap="sq">
              <a:noFill/>
              <a:miter lim="800000"/>
            </a:ln>
            <a:effectLst>
              <a:outerShdw dist="17961" dir="2700000" algn="ctr" rotWithShape="0">
                <a:schemeClr val="bg1"/>
              </a:outerShdw>
            </a:effectLst>
          </p:spPr>
          <p:txBody>
            <a:bodyPr wrap="square">
              <a:spAutoFit/>
            </a:bodyPr>
            <a:lstStyle/>
            <a:p>
              <a:pPr fontAlgn="base">
                <a:spcBef>
                  <a:spcPct val="0"/>
                </a:spcBef>
              </a:pPr>
              <a:r>
                <a:rPr lang="zh-CN" altLang="en-US" sz="3600" i="1" dirty="0">
                  <a:solidFill>
                    <a:srgbClr val="FF3300"/>
                  </a:solidFill>
                  <a:ea typeface="黑体" panose="02010609060101010101" pitchFamily="2" charset="-122"/>
                </a:rPr>
                <a:t>单</a:t>
              </a:r>
              <a:r>
                <a:rPr lang="en-US" altLang="zh-CN" sz="3600" i="1" dirty="0">
                  <a:solidFill>
                    <a:srgbClr val="FF3300"/>
                  </a:solidFill>
                  <a:ea typeface="黑体" panose="02010609060101010101" pitchFamily="2" charset="-122"/>
                </a:rPr>
                <a:t>(</a:t>
              </a:r>
              <a:r>
                <a:rPr lang="zh-CN" altLang="en-US" sz="3600" i="1" dirty="0">
                  <a:solidFill>
                    <a:srgbClr val="FF3300"/>
                  </a:solidFill>
                  <a:ea typeface="黑体" panose="02010609060101010101" pitchFamily="2" charset="-122"/>
                </a:rPr>
                <a:t>向</a:t>
              </a:r>
              <a:r>
                <a:rPr lang="en-US" altLang="zh-CN" sz="3600" i="1" dirty="0">
                  <a:solidFill>
                    <a:srgbClr val="FF3300"/>
                  </a:solidFill>
                  <a:ea typeface="黑体" panose="02010609060101010101" pitchFamily="2" charset="-122"/>
                </a:rPr>
                <a:t>)</a:t>
              </a:r>
              <a:r>
                <a:rPr lang="zh-CN" altLang="en-US" sz="3600" i="1" dirty="0">
                  <a:solidFill>
                    <a:srgbClr val="FF3300"/>
                  </a:solidFill>
                  <a:ea typeface="黑体" panose="02010609060101010101" pitchFamily="2" charset="-122"/>
                </a:rPr>
                <a:t>链表</a:t>
              </a:r>
              <a:endParaRPr lang="zh-CN" altLang="en-US" sz="3600" i="1" dirty="0">
                <a:solidFill>
                  <a:srgbClr val="FF3300"/>
                </a:solidFill>
                <a:ea typeface="黑体" panose="02010609060101010101" pitchFamily="2" charset="-122"/>
              </a:endParaRPr>
            </a:p>
          </p:txBody>
        </p:sp>
        <p:sp>
          <p:nvSpPr>
            <p:cNvPr id="79926" name="Text Box 5"/>
            <p:cNvSpPr txBox="1">
              <a:spLocks noChangeArrowheads="1"/>
            </p:cNvSpPr>
            <p:nvPr/>
          </p:nvSpPr>
          <p:spPr bwMode="auto">
            <a:xfrm rot="-8042">
              <a:off x="3395" y="306"/>
              <a:ext cx="1901" cy="404"/>
            </a:xfrm>
            <a:prstGeom prst="rect">
              <a:avLst/>
            </a:prstGeom>
            <a:noFill/>
            <a:ln w="12700" cap="sq">
              <a:noFill/>
              <a:miter lim="800000"/>
            </a:ln>
            <a:effectLst>
              <a:outerShdw dist="12700" dir="5400000" algn="ctr" rotWithShape="0">
                <a:schemeClr val="bg1"/>
              </a:outerShdw>
            </a:effectLst>
          </p:spPr>
          <p:txBody>
            <a:bodyPr>
              <a:spAutoFit/>
            </a:bodyPr>
            <a:lstStyle/>
            <a:p>
              <a:pPr fontAlgn="base">
                <a:spcBef>
                  <a:spcPct val="0"/>
                </a:spcBef>
              </a:pPr>
              <a:r>
                <a:rPr lang="zh-CN" altLang="en-US" sz="3600" i="1">
                  <a:solidFill>
                    <a:srgbClr val="FF3300"/>
                  </a:solidFill>
                  <a:ea typeface="黑体" panose="02010609060101010101" pitchFamily="2" charset="-122"/>
                </a:rPr>
                <a:t>线性链表</a:t>
              </a:r>
              <a:endParaRPr lang="zh-CN" altLang="en-US" sz="3600" i="1">
                <a:solidFill>
                  <a:srgbClr val="FF3300"/>
                </a:solidFill>
                <a:ea typeface="黑体" panose="02010609060101010101" pitchFamily="2" charset="-122"/>
              </a:endParaRPr>
            </a:p>
          </p:txBody>
        </p:sp>
      </p:grpSp>
      <p:grpSp>
        <p:nvGrpSpPr>
          <p:cNvPr id="3" name="Group 6"/>
          <p:cNvGrpSpPr/>
          <p:nvPr/>
        </p:nvGrpSpPr>
        <p:grpSpPr bwMode="auto">
          <a:xfrm>
            <a:off x="2060575" y="2319340"/>
            <a:ext cx="7893050" cy="1185863"/>
            <a:chOff x="217" y="1584"/>
            <a:chExt cx="4972" cy="747"/>
          </a:xfrm>
        </p:grpSpPr>
        <p:grpSp>
          <p:nvGrpSpPr>
            <p:cNvPr id="4" name="Group 7"/>
            <p:cNvGrpSpPr/>
            <p:nvPr/>
          </p:nvGrpSpPr>
          <p:grpSpPr bwMode="auto">
            <a:xfrm>
              <a:off x="590" y="1824"/>
              <a:ext cx="4594" cy="471"/>
              <a:chOff x="494" y="3528"/>
              <a:chExt cx="4594" cy="471"/>
            </a:xfrm>
          </p:grpSpPr>
          <p:grpSp>
            <p:nvGrpSpPr>
              <p:cNvPr id="5" name="Group 8"/>
              <p:cNvGrpSpPr/>
              <p:nvPr/>
            </p:nvGrpSpPr>
            <p:grpSpPr bwMode="auto">
              <a:xfrm>
                <a:off x="494" y="3537"/>
                <a:ext cx="610" cy="462"/>
                <a:chOff x="254" y="3533"/>
                <a:chExt cx="610" cy="462"/>
              </a:xfrm>
            </p:grpSpPr>
            <p:sp>
              <p:nvSpPr>
                <p:cNvPr id="79920" name="Rectangle 9"/>
                <p:cNvSpPr>
                  <a:spLocks noChangeArrowheads="1"/>
                </p:cNvSpPr>
                <p:nvPr/>
              </p:nvSpPr>
              <p:spPr bwMode="auto">
                <a:xfrm>
                  <a:off x="288" y="3744"/>
                  <a:ext cx="384" cy="240"/>
                </a:xfrm>
                <a:prstGeom prst="rect">
                  <a:avLst/>
                </a:prstGeom>
                <a:noFill/>
                <a:ln w="28575" cap="sq">
                  <a:solidFill>
                    <a:schemeClr val="accent2"/>
                  </a:solidFill>
                  <a:miter lim="800000"/>
                </a:ln>
              </p:spPr>
              <p:txBody>
                <a:bodyPr wrap="none" anchor="ctr"/>
                <a:lstStyle/>
                <a:p>
                  <a:endParaRPr lang="zh-CN" altLang="en-US"/>
                </a:p>
              </p:txBody>
            </p:sp>
            <p:sp>
              <p:nvSpPr>
                <p:cNvPr id="79921" name="Rectangle 10"/>
                <p:cNvSpPr>
                  <a:spLocks noChangeArrowheads="1"/>
                </p:cNvSpPr>
                <p:nvPr/>
              </p:nvSpPr>
              <p:spPr bwMode="auto">
                <a:xfrm>
                  <a:off x="672" y="3744"/>
                  <a:ext cx="192" cy="240"/>
                </a:xfrm>
                <a:prstGeom prst="rect">
                  <a:avLst/>
                </a:prstGeom>
                <a:noFill/>
                <a:ln w="28575" cap="sq">
                  <a:solidFill>
                    <a:schemeClr val="accent2"/>
                  </a:solidFill>
                  <a:miter lim="800000"/>
                </a:ln>
              </p:spPr>
              <p:txBody>
                <a:bodyPr wrap="none" anchor="ctr"/>
                <a:lstStyle/>
                <a:p>
                  <a:endParaRPr lang="zh-CN" altLang="en-US"/>
                </a:p>
              </p:txBody>
            </p:sp>
            <p:sp>
              <p:nvSpPr>
                <p:cNvPr id="79922" name="Rectangle 11"/>
                <p:cNvSpPr>
                  <a:spLocks noChangeArrowheads="1"/>
                </p:cNvSpPr>
                <p:nvPr/>
              </p:nvSpPr>
              <p:spPr bwMode="auto">
                <a:xfrm>
                  <a:off x="358" y="3646"/>
                  <a:ext cx="300" cy="349"/>
                </a:xfrm>
                <a:prstGeom prst="rect">
                  <a:avLst/>
                </a:prstGeom>
                <a:noFill/>
                <a:ln w="12700" cap="sq">
                  <a:noFill/>
                  <a:miter lim="800000"/>
                </a:ln>
              </p:spPr>
              <p:txBody>
                <a:bodyPr wrap="none">
                  <a:spAutoFit/>
                </a:bodyPr>
                <a:lstStyle/>
                <a:p>
                  <a:pPr algn="ctr" fontAlgn="base">
                    <a:spcBef>
                      <a:spcPct val="0"/>
                    </a:spcBef>
                  </a:pPr>
                  <a:r>
                    <a:rPr lang="en-US" altLang="zh-CN" sz="3000" dirty="0">
                      <a:ea typeface="宋体" pitchFamily="2" charset="-122"/>
                    </a:rPr>
                    <a:t>a</a:t>
                  </a:r>
                  <a:r>
                    <a:rPr lang="en-US" altLang="zh-CN" sz="3000" baseline="-28000" dirty="0">
                      <a:ea typeface="宋体" pitchFamily="2" charset="-122"/>
                    </a:rPr>
                    <a:t>1</a:t>
                  </a:r>
                  <a:endParaRPr lang="en-US" altLang="zh-CN" sz="3000" baseline="-28000" dirty="0">
                    <a:ea typeface="宋体" pitchFamily="2" charset="-122"/>
                  </a:endParaRPr>
                </a:p>
              </p:txBody>
            </p:sp>
            <p:sp>
              <p:nvSpPr>
                <p:cNvPr id="79923" name="Rectangle 12"/>
                <p:cNvSpPr>
                  <a:spLocks noChangeArrowheads="1"/>
                </p:cNvSpPr>
                <p:nvPr/>
              </p:nvSpPr>
              <p:spPr bwMode="auto">
                <a:xfrm>
                  <a:off x="254" y="3533"/>
                  <a:ext cx="227" cy="233"/>
                </a:xfrm>
                <a:prstGeom prst="rect">
                  <a:avLst/>
                </a:prstGeom>
                <a:noFill/>
                <a:ln w="12700" cap="sq">
                  <a:noFill/>
                  <a:miter lim="800000"/>
                </a:ln>
              </p:spPr>
              <p:txBody>
                <a:bodyPr wrap="none">
                  <a:spAutoFit/>
                </a:bodyPr>
                <a:lstStyle/>
                <a:p>
                  <a:pPr algn="ctr" fontAlgn="base">
                    <a:spcBef>
                      <a:spcPct val="0"/>
                    </a:spcBef>
                  </a:pPr>
                  <a:r>
                    <a:rPr lang="en-US" altLang="zh-CN">
                      <a:solidFill>
                        <a:srgbClr val="008000"/>
                      </a:solidFill>
                      <a:ea typeface="宋体" pitchFamily="2" charset="-122"/>
                    </a:rPr>
                    <a:t>d</a:t>
                  </a:r>
                  <a:r>
                    <a:rPr lang="en-US" altLang="zh-CN" baseline="-25000">
                      <a:solidFill>
                        <a:srgbClr val="008000"/>
                      </a:solidFill>
                      <a:ea typeface="宋体" pitchFamily="2" charset="-122"/>
                    </a:rPr>
                    <a:t>1</a:t>
                  </a:r>
                  <a:endParaRPr lang="en-US" altLang="zh-CN" baseline="-25000">
                    <a:solidFill>
                      <a:srgbClr val="008000"/>
                    </a:solidFill>
                    <a:ea typeface="宋体" pitchFamily="2" charset="-122"/>
                  </a:endParaRPr>
                </a:p>
              </p:txBody>
            </p:sp>
          </p:grpSp>
          <p:grpSp>
            <p:nvGrpSpPr>
              <p:cNvPr id="6" name="Group 13"/>
              <p:cNvGrpSpPr/>
              <p:nvPr/>
            </p:nvGrpSpPr>
            <p:grpSpPr bwMode="auto">
              <a:xfrm>
                <a:off x="1304" y="3528"/>
                <a:ext cx="610" cy="462"/>
                <a:chOff x="254" y="3533"/>
                <a:chExt cx="610" cy="462"/>
              </a:xfrm>
            </p:grpSpPr>
            <p:sp>
              <p:nvSpPr>
                <p:cNvPr id="79916" name="Rectangle 14"/>
                <p:cNvSpPr>
                  <a:spLocks noChangeArrowheads="1"/>
                </p:cNvSpPr>
                <p:nvPr/>
              </p:nvSpPr>
              <p:spPr bwMode="auto">
                <a:xfrm>
                  <a:off x="288" y="3744"/>
                  <a:ext cx="384" cy="240"/>
                </a:xfrm>
                <a:prstGeom prst="rect">
                  <a:avLst/>
                </a:prstGeom>
                <a:noFill/>
                <a:ln w="28575" cap="sq">
                  <a:solidFill>
                    <a:schemeClr val="accent2"/>
                  </a:solidFill>
                  <a:miter lim="800000"/>
                </a:ln>
              </p:spPr>
              <p:txBody>
                <a:bodyPr wrap="none" anchor="ctr"/>
                <a:lstStyle/>
                <a:p>
                  <a:endParaRPr lang="zh-CN" altLang="en-US"/>
                </a:p>
              </p:txBody>
            </p:sp>
            <p:sp>
              <p:nvSpPr>
                <p:cNvPr id="79917" name="Rectangle 15"/>
                <p:cNvSpPr>
                  <a:spLocks noChangeArrowheads="1"/>
                </p:cNvSpPr>
                <p:nvPr/>
              </p:nvSpPr>
              <p:spPr bwMode="auto">
                <a:xfrm>
                  <a:off x="672" y="3744"/>
                  <a:ext cx="192" cy="240"/>
                </a:xfrm>
                <a:prstGeom prst="rect">
                  <a:avLst/>
                </a:prstGeom>
                <a:noFill/>
                <a:ln w="28575" cap="sq">
                  <a:solidFill>
                    <a:schemeClr val="accent2"/>
                  </a:solidFill>
                  <a:miter lim="800000"/>
                </a:ln>
              </p:spPr>
              <p:txBody>
                <a:bodyPr wrap="none" anchor="ctr"/>
                <a:lstStyle/>
                <a:p>
                  <a:endParaRPr lang="zh-CN" altLang="en-US"/>
                </a:p>
              </p:txBody>
            </p:sp>
            <p:sp>
              <p:nvSpPr>
                <p:cNvPr id="79918" name="Rectangle 16"/>
                <p:cNvSpPr>
                  <a:spLocks noChangeArrowheads="1"/>
                </p:cNvSpPr>
                <p:nvPr/>
              </p:nvSpPr>
              <p:spPr bwMode="auto">
                <a:xfrm>
                  <a:off x="358" y="3646"/>
                  <a:ext cx="300" cy="349"/>
                </a:xfrm>
                <a:prstGeom prst="rect">
                  <a:avLst/>
                </a:prstGeom>
                <a:noFill/>
                <a:ln w="12700" cap="sq">
                  <a:noFill/>
                  <a:miter lim="800000"/>
                </a:ln>
              </p:spPr>
              <p:txBody>
                <a:bodyPr wrap="none">
                  <a:spAutoFit/>
                </a:bodyPr>
                <a:lstStyle/>
                <a:p>
                  <a:pPr algn="ctr" fontAlgn="base">
                    <a:spcBef>
                      <a:spcPct val="0"/>
                    </a:spcBef>
                  </a:pPr>
                  <a:r>
                    <a:rPr lang="en-US" altLang="zh-CN" sz="3000" dirty="0">
                      <a:ea typeface="宋体" pitchFamily="2" charset="-122"/>
                    </a:rPr>
                    <a:t>a</a:t>
                  </a:r>
                  <a:r>
                    <a:rPr lang="en-US" altLang="zh-CN" sz="3000" baseline="-28000" dirty="0">
                      <a:ea typeface="宋体" pitchFamily="2" charset="-122"/>
                    </a:rPr>
                    <a:t>2</a:t>
                  </a:r>
                  <a:endParaRPr lang="en-US" altLang="zh-CN" sz="3000" baseline="-28000" dirty="0">
                    <a:ea typeface="宋体" pitchFamily="2" charset="-122"/>
                  </a:endParaRPr>
                </a:p>
              </p:txBody>
            </p:sp>
            <p:sp>
              <p:nvSpPr>
                <p:cNvPr id="79919" name="Rectangle 17"/>
                <p:cNvSpPr>
                  <a:spLocks noChangeArrowheads="1"/>
                </p:cNvSpPr>
                <p:nvPr/>
              </p:nvSpPr>
              <p:spPr bwMode="auto">
                <a:xfrm>
                  <a:off x="254" y="3533"/>
                  <a:ext cx="227" cy="233"/>
                </a:xfrm>
                <a:prstGeom prst="rect">
                  <a:avLst/>
                </a:prstGeom>
                <a:noFill/>
                <a:ln w="12700" cap="sq">
                  <a:noFill/>
                  <a:miter lim="800000"/>
                </a:ln>
              </p:spPr>
              <p:txBody>
                <a:bodyPr wrap="none">
                  <a:spAutoFit/>
                </a:bodyPr>
                <a:lstStyle/>
                <a:p>
                  <a:pPr algn="ctr" fontAlgn="base">
                    <a:spcBef>
                      <a:spcPct val="0"/>
                    </a:spcBef>
                  </a:pPr>
                  <a:r>
                    <a:rPr lang="en-US" altLang="zh-CN">
                      <a:solidFill>
                        <a:srgbClr val="008000"/>
                      </a:solidFill>
                      <a:ea typeface="宋体" pitchFamily="2" charset="-122"/>
                    </a:rPr>
                    <a:t>d</a:t>
                  </a:r>
                  <a:r>
                    <a:rPr lang="en-US" altLang="zh-CN" baseline="-25000">
                      <a:solidFill>
                        <a:srgbClr val="008000"/>
                      </a:solidFill>
                      <a:ea typeface="宋体" pitchFamily="2" charset="-122"/>
                    </a:rPr>
                    <a:t>2</a:t>
                  </a:r>
                  <a:endParaRPr lang="en-US" altLang="zh-CN" baseline="-25000">
                    <a:solidFill>
                      <a:srgbClr val="008000"/>
                    </a:solidFill>
                    <a:ea typeface="宋体" pitchFamily="2" charset="-122"/>
                  </a:endParaRPr>
                </a:p>
              </p:txBody>
            </p:sp>
          </p:grpSp>
          <p:grpSp>
            <p:nvGrpSpPr>
              <p:cNvPr id="7" name="Group 18"/>
              <p:cNvGrpSpPr/>
              <p:nvPr/>
            </p:nvGrpSpPr>
            <p:grpSpPr bwMode="auto">
              <a:xfrm>
                <a:off x="2120" y="3528"/>
                <a:ext cx="610" cy="462"/>
                <a:chOff x="254" y="3533"/>
                <a:chExt cx="610" cy="462"/>
              </a:xfrm>
            </p:grpSpPr>
            <p:sp>
              <p:nvSpPr>
                <p:cNvPr id="79912" name="Rectangle 19"/>
                <p:cNvSpPr>
                  <a:spLocks noChangeArrowheads="1"/>
                </p:cNvSpPr>
                <p:nvPr/>
              </p:nvSpPr>
              <p:spPr bwMode="auto">
                <a:xfrm>
                  <a:off x="288" y="3744"/>
                  <a:ext cx="384" cy="240"/>
                </a:xfrm>
                <a:prstGeom prst="rect">
                  <a:avLst/>
                </a:prstGeom>
                <a:noFill/>
                <a:ln w="28575" cap="sq">
                  <a:solidFill>
                    <a:schemeClr val="accent2"/>
                  </a:solidFill>
                  <a:miter lim="800000"/>
                </a:ln>
              </p:spPr>
              <p:txBody>
                <a:bodyPr wrap="none" anchor="ctr"/>
                <a:lstStyle/>
                <a:p>
                  <a:endParaRPr lang="zh-CN" altLang="en-US"/>
                </a:p>
              </p:txBody>
            </p:sp>
            <p:sp>
              <p:nvSpPr>
                <p:cNvPr id="79913" name="Rectangle 20"/>
                <p:cNvSpPr>
                  <a:spLocks noChangeArrowheads="1"/>
                </p:cNvSpPr>
                <p:nvPr/>
              </p:nvSpPr>
              <p:spPr bwMode="auto">
                <a:xfrm>
                  <a:off x="672" y="3744"/>
                  <a:ext cx="192" cy="240"/>
                </a:xfrm>
                <a:prstGeom prst="rect">
                  <a:avLst/>
                </a:prstGeom>
                <a:noFill/>
                <a:ln w="28575" cap="sq">
                  <a:solidFill>
                    <a:schemeClr val="accent2"/>
                  </a:solidFill>
                  <a:miter lim="800000"/>
                </a:ln>
              </p:spPr>
              <p:txBody>
                <a:bodyPr wrap="none" anchor="ctr"/>
                <a:lstStyle/>
                <a:p>
                  <a:endParaRPr lang="zh-CN" altLang="en-US"/>
                </a:p>
              </p:txBody>
            </p:sp>
            <p:sp>
              <p:nvSpPr>
                <p:cNvPr id="79914" name="Rectangle 21"/>
                <p:cNvSpPr>
                  <a:spLocks noChangeArrowheads="1"/>
                </p:cNvSpPr>
                <p:nvPr/>
              </p:nvSpPr>
              <p:spPr bwMode="auto">
                <a:xfrm>
                  <a:off x="358" y="3646"/>
                  <a:ext cx="300" cy="349"/>
                </a:xfrm>
                <a:prstGeom prst="rect">
                  <a:avLst/>
                </a:prstGeom>
                <a:noFill/>
                <a:ln w="12700" cap="sq">
                  <a:noFill/>
                  <a:miter lim="800000"/>
                </a:ln>
              </p:spPr>
              <p:txBody>
                <a:bodyPr wrap="none">
                  <a:spAutoFit/>
                </a:bodyPr>
                <a:lstStyle/>
                <a:p>
                  <a:pPr algn="ctr" fontAlgn="base">
                    <a:spcBef>
                      <a:spcPct val="0"/>
                    </a:spcBef>
                  </a:pPr>
                  <a:r>
                    <a:rPr lang="en-US" altLang="zh-CN" sz="3000" dirty="0">
                      <a:ea typeface="宋体" pitchFamily="2" charset="-122"/>
                    </a:rPr>
                    <a:t>a</a:t>
                  </a:r>
                  <a:r>
                    <a:rPr lang="en-US" altLang="zh-CN" sz="3000" baseline="-28000" dirty="0">
                      <a:ea typeface="宋体" pitchFamily="2" charset="-122"/>
                    </a:rPr>
                    <a:t>3</a:t>
                  </a:r>
                  <a:endParaRPr lang="en-US" altLang="zh-CN" sz="3000" baseline="-28000" dirty="0">
                    <a:ea typeface="宋体" pitchFamily="2" charset="-122"/>
                  </a:endParaRPr>
                </a:p>
              </p:txBody>
            </p:sp>
            <p:sp>
              <p:nvSpPr>
                <p:cNvPr id="79915" name="Rectangle 22"/>
                <p:cNvSpPr>
                  <a:spLocks noChangeArrowheads="1"/>
                </p:cNvSpPr>
                <p:nvPr/>
              </p:nvSpPr>
              <p:spPr bwMode="auto">
                <a:xfrm>
                  <a:off x="254" y="3533"/>
                  <a:ext cx="227" cy="233"/>
                </a:xfrm>
                <a:prstGeom prst="rect">
                  <a:avLst/>
                </a:prstGeom>
                <a:noFill/>
                <a:ln w="12700" cap="sq">
                  <a:noFill/>
                  <a:miter lim="800000"/>
                </a:ln>
              </p:spPr>
              <p:txBody>
                <a:bodyPr wrap="none">
                  <a:spAutoFit/>
                </a:bodyPr>
                <a:lstStyle/>
                <a:p>
                  <a:pPr algn="ctr" fontAlgn="base">
                    <a:spcBef>
                      <a:spcPct val="0"/>
                    </a:spcBef>
                  </a:pPr>
                  <a:r>
                    <a:rPr lang="en-US" altLang="zh-CN">
                      <a:solidFill>
                        <a:srgbClr val="008000"/>
                      </a:solidFill>
                      <a:ea typeface="宋体" pitchFamily="2" charset="-122"/>
                    </a:rPr>
                    <a:t>d</a:t>
                  </a:r>
                  <a:r>
                    <a:rPr lang="en-US" altLang="zh-CN" baseline="-25000">
                      <a:solidFill>
                        <a:srgbClr val="008000"/>
                      </a:solidFill>
                      <a:ea typeface="宋体" pitchFamily="2" charset="-122"/>
                    </a:rPr>
                    <a:t>3</a:t>
                  </a:r>
                  <a:endParaRPr lang="en-US" altLang="zh-CN" baseline="-25000">
                    <a:solidFill>
                      <a:srgbClr val="008000"/>
                    </a:solidFill>
                    <a:ea typeface="宋体" pitchFamily="2" charset="-122"/>
                  </a:endParaRPr>
                </a:p>
              </p:txBody>
            </p:sp>
          </p:grpSp>
          <p:grpSp>
            <p:nvGrpSpPr>
              <p:cNvPr id="8" name="Group 23"/>
              <p:cNvGrpSpPr/>
              <p:nvPr/>
            </p:nvGrpSpPr>
            <p:grpSpPr bwMode="auto">
              <a:xfrm>
                <a:off x="2942" y="3528"/>
                <a:ext cx="610" cy="462"/>
                <a:chOff x="254" y="3533"/>
                <a:chExt cx="610" cy="462"/>
              </a:xfrm>
            </p:grpSpPr>
            <p:sp>
              <p:nvSpPr>
                <p:cNvPr id="79908" name="Rectangle 24"/>
                <p:cNvSpPr>
                  <a:spLocks noChangeArrowheads="1"/>
                </p:cNvSpPr>
                <p:nvPr/>
              </p:nvSpPr>
              <p:spPr bwMode="auto">
                <a:xfrm>
                  <a:off x="288" y="3744"/>
                  <a:ext cx="384" cy="240"/>
                </a:xfrm>
                <a:prstGeom prst="rect">
                  <a:avLst/>
                </a:prstGeom>
                <a:noFill/>
                <a:ln w="28575" cap="sq">
                  <a:solidFill>
                    <a:schemeClr val="accent2"/>
                  </a:solidFill>
                  <a:miter lim="800000"/>
                </a:ln>
              </p:spPr>
              <p:txBody>
                <a:bodyPr wrap="none" anchor="ctr"/>
                <a:lstStyle/>
                <a:p>
                  <a:endParaRPr lang="zh-CN" altLang="en-US"/>
                </a:p>
              </p:txBody>
            </p:sp>
            <p:sp>
              <p:nvSpPr>
                <p:cNvPr id="79909" name="Rectangle 25"/>
                <p:cNvSpPr>
                  <a:spLocks noChangeArrowheads="1"/>
                </p:cNvSpPr>
                <p:nvPr/>
              </p:nvSpPr>
              <p:spPr bwMode="auto">
                <a:xfrm>
                  <a:off x="672" y="3744"/>
                  <a:ext cx="192" cy="240"/>
                </a:xfrm>
                <a:prstGeom prst="rect">
                  <a:avLst/>
                </a:prstGeom>
                <a:noFill/>
                <a:ln w="28575" cap="sq">
                  <a:solidFill>
                    <a:schemeClr val="accent2"/>
                  </a:solidFill>
                  <a:miter lim="800000"/>
                </a:ln>
              </p:spPr>
              <p:txBody>
                <a:bodyPr wrap="none" anchor="ctr"/>
                <a:lstStyle/>
                <a:p>
                  <a:endParaRPr lang="zh-CN" altLang="en-US"/>
                </a:p>
              </p:txBody>
            </p:sp>
            <p:sp>
              <p:nvSpPr>
                <p:cNvPr id="79910" name="Rectangle 26"/>
                <p:cNvSpPr>
                  <a:spLocks noChangeArrowheads="1"/>
                </p:cNvSpPr>
                <p:nvPr/>
              </p:nvSpPr>
              <p:spPr bwMode="auto">
                <a:xfrm>
                  <a:off x="358" y="3646"/>
                  <a:ext cx="300" cy="349"/>
                </a:xfrm>
                <a:prstGeom prst="rect">
                  <a:avLst/>
                </a:prstGeom>
                <a:noFill/>
                <a:ln w="12700" cap="sq">
                  <a:noFill/>
                  <a:miter lim="800000"/>
                </a:ln>
              </p:spPr>
              <p:txBody>
                <a:bodyPr wrap="none">
                  <a:spAutoFit/>
                </a:bodyPr>
                <a:lstStyle/>
                <a:p>
                  <a:pPr algn="ctr" fontAlgn="base">
                    <a:spcBef>
                      <a:spcPct val="0"/>
                    </a:spcBef>
                  </a:pPr>
                  <a:r>
                    <a:rPr lang="en-US" altLang="zh-CN" sz="3000" dirty="0">
                      <a:ea typeface="宋体" pitchFamily="2" charset="-122"/>
                    </a:rPr>
                    <a:t>a</a:t>
                  </a:r>
                  <a:r>
                    <a:rPr lang="en-US" altLang="zh-CN" sz="3000" baseline="-28000" dirty="0">
                      <a:ea typeface="宋体" pitchFamily="2" charset="-122"/>
                    </a:rPr>
                    <a:t>4</a:t>
                  </a:r>
                  <a:endParaRPr lang="en-US" altLang="zh-CN" sz="3000" baseline="-28000" dirty="0">
                    <a:ea typeface="宋体" pitchFamily="2" charset="-122"/>
                  </a:endParaRPr>
                </a:p>
              </p:txBody>
            </p:sp>
            <p:sp>
              <p:nvSpPr>
                <p:cNvPr id="79911" name="Rectangle 27"/>
                <p:cNvSpPr>
                  <a:spLocks noChangeArrowheads="1"/>
                </p:cNvSpPr>
                <p:nvPr/>
              </p:nvSpPr>
              <p:spPr bwMode="auto">
                <a:xfrm>
                  <a:off x="254" y="3533"/>
                  <a:ext cx="227" cy="233"/>
                </a:xfrm>
                <a:prstGeom prst="rect">
                  <a:avLst/>
                </a:prstGeom>
                <a:noFill/>
                <a:ln w="12700" cap="sq">
                  <a:noFill/>
                  <a:miter lim="800000"/>
                </a:ln>
              </p:spPr>
              <p:txBody>
                <a:bodyPr wrap="none">
                  <a:spAutoFit/>
                </a:bodyPr>
                <a:lstStyle/>
                <a:p>
                  <a:pPr algn="ctr" fontAlgn="base">
                    <a:spcBef>
                      <a:spcPct val="0"/>
                    </a:spcBef>
                  </a:pPr>
                  <a:r>
                    <a:rPr lang="en-US" altLang="zh-CN">
                      <a:solidFill>
                        <a:srgbClr val="008000"/>
                      </a:solidFill>
                      <a:ea typeface="宋体" pitchFamily="2" charset="-122"/>
                    </a:rPr>
                    <a:t>d</a:t>
                  </a:r>
                  <a:r>
                    <a:rPr lang="en-US" altLang="zh-CN" baseline="-25000">
                      <a:solidFill>
                        <a:srgbClr val="008000"/>
                      </a:solidFill>
                      <a:ea typeface="宋体" pitchFamily="2" charset="-122"/>
                    </a:rPr>
                    <a:t>4</a:t>
                  </a:r>
                  <a:endParaRPr lang="en-US" altLang="zh-CN" baseline="-25000">
                    <a:solidFill>
                      <a:srgbClr val="008000"/>
                    </a:solidFill>
                    <a:ea typeface="宋体" pitchFamily="2" charset="-122"/>
                  </a:endParaRPr>
                </a:p>
              </p:txBody>
            </p:sp>
          </p:grpSp>
          <p:grpSp>
            <p:nvGrpSpPr>
              <p:cNvPr id="9" name="Group 28"/>
              <p:cNvGrpSpPr/>
              <p:nvPr/>
            </p:nvGrpSpPr>
            <p:grpSpPr bwMode="auto">
              <a:xfrm>
                <a:off x="4479" y="3537"/>
                <a:ext cx="609" cy="462"/>
                <a:chOff x="255" y="3533"/>
                <a:chExt cx="609" cy="462"/>
              </a:xfrm>
            </p:grpSpPr>
            <p:sp>
              <p:nvSpPr>
                <p:cNvPr id="79904" name="Rectangle 29"/>
                <p:cNvSpPr>
                  <a:spLocks noChangeArrowheads="1"/>
                </p:cNvSpPr>
                <p:nvPr/>
              </p:nvSpPr>
              <p:spPr bwMode="auto">
                <a:xfrm>
                  <a:off x="288" y="3744"/>
                  <a:ext cx="384" cy="240"/>
                </a:xfrm>
                <a:prstGeom prst="rect">
                  <a:avLst/>
                </a:prstGeom>
                <a:noFill/>
                <a:ln w="28575" cap="sq">
                  <a:solidFill>
                    <a:schemeClr val="accent2"/>
                  </a:solidFill>
                  <a:miter lim="800000"/>
                </a:ln>
              </p:spPr>
              <p:txBody>
                <a:bodyPr wrap="none" anchor="ctr"/>
                <a:lstStyle/>
                <a:p>
                  <a:endParaRPr lang="zh-CN" altLang="en-US"/>
                </a:p>
              </p:txBody>
            </p:sp>
            <p:sp>
              <p:nvSpPr>
                <p:cNvPr id="79905" name="Rectangle 30"/>
                <p:cNvSpPr>
                  <a:spLocks noChangeArrowheads="1"/>
                </p:cNvSpPr>
                <p:nvPr/>
              </p:nvSpPr>
              <p:spPr bwMode="auto">
                <a:xfrm>
                  <a:off x="672" y="3744"/>
                  <a:ext cx="192" cy="240"/>
                </a:xfrm>
                <a:prstGeom prst="rect">
                  <a:avLst/>
                </a:prstGeom>
                <a:noFill/>
                <a:ln w="28575" cap="sq">
                  <a:solidFill>
                    <a:schemeClr val="accent2"/>
                  </a:solidFill>
                  <a:miter lim="800000"/>
                </a:ln>
              </p:spPr>
              <p:txBody>
                <a:bodyPr wrap="none" anchor="ctr"/>
                <a:lstStyle/>
                <a:p>
                  <a:endParaRPr lang="zh-CN" altLang="en-US"/>
                </a:p>
              </p:txBody>
            </p:sp>
            <p:sp>
              <p:nvSpPr>
                <p:cNvPr id="79906" name="Rectangle 31"/>
                <p:cNvSpPr>
                  <a:spLocks noChangeArrowheads="1"/>
                </p:cNvSpPr>
                <p:nvPr/>
              </p:nvSpPr>
              <p:spPr bwMode="auto">
                <a:xfrm>
                  <a:off x="358" y="3646"/>
                  <a:ext cx="300" cy="349"/>
                </a:xfrm>
                <a:prstGeom prst="rect">
                  <a:avLst/>
                </a:prstGeom>
                <a:noFill/>
                <a:ln w="12700" cap="sq">
                  <a:noFill/>
                  <a:miter lim="800000"/>
                </a:ln>
              </p:spPr>
              <p:txBody>
                <a:bodyPr wrap="none">
                  <a:spAutoFit/>
                </a:bodyPr>
                <a:lstStyle/>
                <a:p>
                  <a:pPr algn="ctr" fontAlgn="base">
                    <a:spcBef>
                      <a:spcPct val="0"/>
                    </a:spcBef>
                  </a:pPr>
                  <a:r>
                    <a:rPr lang="en-US" altLang="zh-CN" sz="3000" dirty="0">
                      <a:ea typeface="宋体" pitchFamily="2" charset="-122"/>
                    </a:rPr>
                    <a:t>a</a:t>
                  </a:r>
                  <a:r>
                    <a:rPr lang="en-US" altLang="zh-CN" sz="3000" baseline="-28000" dirty="0">
                      <a:ea typeface="宋体" pitchFamily="2" charset="-122"/>
                    </a:rPr>
                    <a:t>n</a:t>
                  </a:r>
                  <a:endParaRPr lang="en-US" altLang="zh-CN" sz="3000" baseline="-28000" dirty="0">
                    <a:ea typeface="宋体" pitchFamily="2" charset="-122"/>
                  </a:endParaRPr>
                </a:p>
              </p:txBody>
            </p:sp>
            <p:sp>
              <p:nvSpPr>
                <p:cNvPr id="79907" name="Rectangle 32"/>
                <p:cNvSpPr>
                  <a:spLocks noChangeArrowheads="1"/>
                </p:cNvSpPr>
                <p:nvPr/>
              </p:nvSpPr>
              <p:spPr bwMode="auto">
                <a:xfrm>
                  <a:off x="255" y="3533"/>
                  <a:ext cx="227" cy="233"/>
                </a:xfrm>
                <a:prstGeom prst="rect">
                  <a:avLst/>
                </a:prstGeom>
                <a:noFill/>
                <a:ln w="12700" cap="sq">
                  <a:noFill/>
                  <a:miter lim="800000"/>
                </a:ln>
              </p:spPr>
              <p:txBody>
                <a:bodyPr wrap="none">
                  <a:spAutoFit/>
                </a:bodyPr>
                <a:lstStyle/>
                <a:p>
                  <a:pPr algn="ctr" fontAlgn="base">
                    <a:spcBef>
                      <a:spcPct val="0"/>
                    </a:spcBef>
                  </a:pPr>
                  <a:r>
                    <a:rPr lang="en-US" altLang="zh-CN">
                      <a:solidFill>
                        <a:srgbClr val="008000"/>
                      </a:solidFill>
                      <a:ea typeface="宋体" pitchFamily="2" charset="-122"/>
                    </a:rPr>
                    <a:t>d</a:t>
                  </a:r>
                  <a:r>
                    <a:rPr lang="en-US" altLang="zh-CN" baseline="-25000">
                      <a:solidFill>
                        <a:srgbClr val="008000"/>
                      </a:solidFill>
                      <a:ea typeface="宋体" pitchFamily="2" charset="-122"/>
                    </a:rPr>
                    <a:t>n</a:t>
                  </a:r>
                  <a:endParaRPr lang="en-US" altLang="zh-CN" baseline="-25000">
                    <a:solidFill>
                      <a:srgbClr val="008000"/>
                    </a:solidFill>
                    <a:ea typeface="宋体" pitchFamily="2" charset="-122"/>
                  </a:endParaRPr>
                </a:p>
              </p:txBody>
            </p:sp>
          </p:grpSp>
        </p:grpSp>
        <p:grpSp>
          <p:nvGrpSpPr>
            <p:cNvPr id="10" name="Group 33"/>
            <p:cNvGrpSpPr/>
            <p:nvPr/>
          </p:nvGrpSpPr>
          <p:grpSpPr bwMode="auto">
            <a:xfrm>
              <a:off x="1104" y="1920"/>
              <a:ext cx="3504" cy="330"/>
              <a:chOff x="1008" y="3625"/>
              <a:chExt cx="3504" cy="330"/>
            </a:xfrm>
          </p:grpSpPr>
          <p:sp>
            <p:nvSpPr>
              <p:cNvPr id="79893" name="Line 34"/>
              <p:cNvSpPr>
                <a:spLocks noChangeShapeType="1"/>
              </p:cNvSpPr>
              <p:nvPr/>
            </p:nvSpPr>
            <p:spPr bwMode="auto">
              <a:xfrm>
                <a:off x="1008" y="3852"/>
                <a:ext cx="336" cy="0"/>
              </a:xfrm>
              <a:prstGeom prst="line">
                <a:avLst/>
              </a:prstGeom>
              <a:noFill/>
              <a:ln w="25400" cap="sq">
                <a:solidFill>
                  <a:schemeClr val="tx1"/>
                </a:solidFill>
                <a:round/>
                <a:tailEnd type="triangle" w="med" len="lg"/>
              </a:ln>
            </p:spPr>
            <p:txBody>
              <a:bodyPr wrap="none" anchor="ctr"/>
              <a:lstStyle/>
              <a:p>
                <a:endParaRPr lang="zh-CN" altLang="en-US"/>
              </a:p>
            </p:txBody>
          </p:sp>
          <p:sp>
            <p:nvSpPr>
              <p:cNvPr id="79894" name="Line 35"/>
              <p:cNvSpPr>
                <a:spLocks noChangeShapeType="1"/>
              </p:cNvSpPr>
              <p:nvPr/>
            </p:nvSpPr>
            <p:spPr bwMode="auto">
              <a:xfrm>
                <a:off x="1836" y="3852"/>
                <a:ext cx="336" cy="0"/>
              </a:xfrm>
              <a:prstGeom prst="line">
                <a:avLst/>
              </a:prstGeom>
              <a:noFill/>
              <a:ln w="25400" cap="sq">
                <a:solidFill>
                  <a:schemeClr val="tx1"/>
                </a:solidFill>
                <a:round/>
                <a:tailEnd type="triangle" w="med" len="lg"/>
              </a:ln>
            </p:spPr>
            <p:txBody>
              <a:bodyPr wrap="none" anchor="ctr"/>
              <a:lstStyle/>
              <a:p>
                <a:endParaRPr lang="zh-CN" altLang="en-US"/>
              </a:p>
            </p:txBody>
          </p:sp>
          <p:sp>
            <p:nvSpPr>
              <p:cNvPr id="79895" name="Line 36"/>
              <p:cNvSpPr>
                <a:spLocks noChangeShapeType="1"/>
              </p:cNvSpPr>
              <p:nvPr/>
            </p:nvSpPr>
            <p:spPr bwMode="auto">
              <a:xfrm>
                <a:off x="2652" y="3852"/>
                <a:ext cx="336" cy="0"/>
              </a:xfrm>
              <a:prstGeom prst="line">
                <a:avLst/>
              </a:prstGeom>
              <a:noFill/>
              <a:ln w="25400" cap="sq">
                <a:solidFill>
                  <a:schemeClr val="tx1"/>
                </a:solidFill>
                <a:round/>
                <a:tailEnd type="triangle" w="med" len="lg"/>
              </a:ln>
            </p:spPr>
            <p:txBody>
              <a:bodyPr wrap="none" anchor="ctr"/>
              <a:lstStyle/>
              <a:p>
                <a:endParaRPr lang="zh-CN" altLang="en-US"/>
              </a:p>
            </p:txBody>
          </p:sp>
          <p:sp>
            <p:nvSpPr>
              <p:cNvPr id="79896" name="Line 37"/>
              <p:cNvSpPr>
                <a:spLocks noChangeShapeType="1"/>
              </p:cNvSpPr>
              <p:nvPr/>
            </p:nvSpPr>
            <p:spPr bwMode="auto">
              <a:xfrm>
                <a:off x="3456" y="3852"/>
                <a:ext cx="336" cy="0"/>
              </a:xfrm>
              <a:prstGeom prst="line">
                <a:avLst/>
              </a:prstGeom>
              <a:noFill/>
              <a:ln w="25400" cap="sq">
                <a:solidFill>
                  <a:schemeClr val="tx1"/>
                </a:solidFill>
                <a:round/>
                <a:tailEnd type="triangle" w="med" len="lg"/>
              </a:ln>
            </p:spPr>
            <p:txBody>
              <a:bodyPr wrap="none" anchor="ctr"/>
              <a:lstStyle/>
              <a:p>
                <a:endParaRPr lang="zh-CN" altLang="en-US"/>
              </a:p>
            </p:txBody>
          </p:sp>
          <p:sp>
            <p:nvSpPr>
              <p:cNvPr id="79897" name="Line 38"/>
              <p:cNvSpPr>
                <a:spLocks noChangeShapeType="1"/>
              </p:cNvSpPr>
              <p:nvPr/>
            </p:nvSpPr>
            <p:spPr bwMode="auto">
              <a:xfrm>
                <a:off x="4176" y="3864"/>
                <a:ext cx="336" cy="0"/>
              </a:xfrm>
              <a:prstGeom prst="line">
                <a:avLst/>
              </a:prstGeom>
              <a:noFill/>
              <a:ln w="25400" cap="sq">
                <a:solidFill>
                  <a:schemeClr val="tx1"/>
                </a:solidFill>
                <a:round/>
                <a:tailEnd type="triangle" w="med" len="lg"/>
              </a:ln>
            </p:spPr>
            <p:txBody>
              <a:bodyPr wrap="none" anchor="ctr"/>
              <a:lstStyle/>
              <a:p>
                <a:endParaRPr lang="zh-CN" altLang="en-US"/>
              </a:p>
            </p:txBody>
          </p:sp>
          <p:sp>
            <p:nvSpPr>
              <p:cNvPr id="79898" name="Rectangle 39"/>
              <p:cNvSpPr>
                <a:spLocks noChangeArrowheads="1"/>
              </p:cNvSpPr>
              <p:nvPr/>
            </p:nvSpPr>
            <p:spPr bwMode="auto">
              <a:xfrm>
                <a:off x="3839" y="3625"/>
                <a:ext cx="302" cy="330"/>
              </a:xfrm>
              <a:prstGeom prst="rect">
                <a:avLst/>
              </a:prstGeom>
              <a:noFill/>
              <a:ln w="12700" cap="sq">
                <a:noFill/>
                <a:miter lim="800000"/>
              </a:ln>
            </p:spPr>
            <p:txBody>
              <a:bodyPr wrap="none">
                <a:spAutoFit/>
              </a:bodyPr>
              <a:lstStyle/>
              <a:p>
                <a:pPr algn="ctr" fontAlgn="base">
                  <a:spcBef>
                    <a:spcPct val="0"/>
                  </a:spcBef>
                </a:pPr>
                <a:r>
                  <a:rPr lang="en-US" altLang="zh-CN" sz="2800" dirty="0">
                    <a:ea typeface="宋体" pitchFamily="2" charset="-122"/>
                    <a:cs typeface="Times New Roman" panose="02020503050405090304" pitchFamily="18" charset="0"/>
                  </a:rPr>
                  <a:t>…</a:t>
                </a:r>
                <a:endParaRPr lang="zh-CN" altLang="en-US" sz="2800" dirty="0">
                  <a:ea typeface="宋体" pitchFamily="2" charset="-122"/>
                  <a:cs typeface="Times New Roman" panose="02020503050405090304" pitchFamily="18" charset="0"/>
                </a:endParaRPr>
              </a:p>
            </p:txBody>
          </p:sp>
        </p:grpSp>
        <p:sp>
          <p:nvSpPr>
            <p:cNvPr id="79889" name="Text Box 40"/>
            <p:cNvSpPr txBox="1">
              <a:spLocks noChangeArrowheads="1"/>
            </p:cNvSpPr>
            <p:nvPr/>
          </p:nvSpPr>
          <p:spPr bwMode="auto">
            <a:xfrm>
              <a:off x="4998" y="2040"/>
              <a:ext cx="191" cy="291"/>
            </a:xfrm>
            <a:prstGeom prst="rect">
              <a:avLst/>
            </a:prstGeom>
            <a:noFill/>
            <a:ln w="12700" cap="sq">
              <a:noFill/>
              <a:miter lim="800000"/>
            </a:ln>
          </p:spPr>
          <p:txBody>
            <a:bodyPr wrap="none">
              <a:spAutoFit/>
            </a:bodyPr>
            <a:lstStyle/>
            <a:p>
              <a:pPr algn="ctr" fontAlgn="base">
                <a:spcBef>
                  <a:spcPct val="0"/>
                </a:spcBef>
              </a:pPr>
              <a:r>
                <a:rPr lang="zh-CN" altLang="en-US" sz="2400" dirty="0">
                  <a:ea typeface="宋体" pitchFamily="2" charset="-122"/>
                </a:rPr>
                <a:t>^</a:t>
              </a:r>
              <a:endParaRPr lang="zh-CN" altLang="en-US" sz="2400" dirty="0">
                <a:ea typeface="宋体" pitchFamily="2" charset="-122"/>
              </a:endParaRPr>
            </a:p>
          </p:txBody>
        </p:sp>
        <p:grpSp>
          <p:nvGrpSpPr>
            <p:cNvPr id="11" name="Group 41"/>
            <p:cNvGrpSpPr/>
            <p:nvPr/>
          </p:nvGrpSpPr>
          <p:grpSpPr bwMode="auto">
            <a:xfrm>
              <a:off x="217" y="1584"/>
              <a:ext cx="407" cy="480"/>
              <a:chOff x="169" y="3216"/>
              <a:chExt cx="407" cy="480"/>
            </a:xfrm>
          </p:grpSpPr>
          <p:sp>
            <p:nvSpPr>
              <p:cNvPr id="79891" name="Text Box 42"/>
              <p:cNvSpPr txBox="1">
                <a:spLocks noChangeArrowheads="1"/>
              </p:cNvSpPr>
              <p:nvPr/>
            </p:nvSpPr>
            <p:spPr bwMode="auto">
              <a:xfrm>
                <a:off x="169" y="3216"/>
                <a:ext cx="311" cy="291"/>
              </a:xfrm>
              <a:prstGeom prst="rect">
                <a:avLst/>
              </a:prstGeom>
              <a:noFill/>
              <a:ln w="12700" cap="sq">
                <a:noFill/>
                <a:miter lim="800000"/>
              </a:ln>
            </p:spPr>
            <p:txBody>
              <a:bodyPr wrap="none">
                <a:spAutoFit/>
              </a:bodyPr>
              <a:lstStyle/>
              <a:p>
                <a:pPr algn="ctr" fontAlgn="base">
                  <a:spcBef>
                    <a:spcPct val="0"/>
                  </a:spcBef>
                </a:pPr>
                <a:r>
                  <a:rPr lang="en-US" altLang="zh-CN" sz="2400">
                    <a:solidFill>
                      <a:srgbClr val="FF3300"/>
                    </a:solidFill>
                    <a:ea typeface="宋体" pitchFamily="2" charset="-122"/>
                  </a:rPr>
                  <a:t>list</a:t>
                </a:r>
                <a:endParaRPr lang="en-US" altLang="zh-CN" sz="2400">
                  <a:solidFill>
                    <a:srgbClr val="FF3300"/>
                  </a:solidFill>
                  <a:ea typeface="宋体" pitchFamily="2" charset="-122"/>
                </a:endParaRPr>
              </a:p>
            </p:txBody>
          </p:sp>
          <p:sp>
            <p:nvSpPr>
              <p:cNvPr id="79892" name="Line 43"/>
              <p:cNvSpPr>
                <a:spLocks noChangeShapeType="1"/>
              </p:cNvSpPr>
              <p:nvPr/>
            </p:nvSpPr>
            <p:spPr bwMode="auto">
              <a:xfrm>
                <a:off x="384" y="3456"/>
                <a:ext cx="192" cy="240"/>
              </a:xfrm>
              <a:prstGeom prst="line">
                <a:avLst/>
              </a:prstGeom>
              <a:noFill/>
              <a:ln w="25400" cap="sq">
                <a:solidFill>
                  <a:srgbClr val="FF0000"/>
                </a:solidFill>
                <a:round/>
                <a:tailEnd type="triangle" w="med" len="lg"/>
              </a:ln>
            </p:spPr>
            <p:txBody>
              <a:bodyPr wrap="none" anchor="ctr"/>
              <a:lstStyle/>
              <a:p>
                <a:endParaRPr lang="zh-CN" altLang="en-US"/>
              </a:p>
            </p:txBody>
          </p:sp>
        </p:grpSp>
      </p:grpSp>
      <p:grpSp>
        <p:nvGrpSpPr>
          <p:cNvPr id="12" name="Group 44"/>
          <p:cNvGrpSpPr/>
          <p:nvPr/>
        </p:nvGrpSpPr>
        <p:grpSpPr bwMode="auto">
          <a:xfrm>
            <a:off x="3163888" y="4973639"/>
            <a:ext cx="4495800" cy="549275"/>
            <a:chOff x="960" y="2822"/>
            <a:chExt cx="2832" cy="346"/>
          </a:xfrm>
        </p:grpSpPr>
        <p:sp>
          <p:nvSpPr>
            <p:cNvPr id="79884" name="Rectangle 45"/>
            <p:cNvSpPr>
              <a:spLocks noChangeArrowheads="1"/>
            </p:cNvSpPr>
            <p:nvPr/>
          </p:nvSpPr>
          <p:spPr bwMode="auto">
            <a:xfrm>
              <a:off x="2448" y="2844"/>
              <a:ext cx="672" cy="288"/>
            </a:xfrm>
            <a:prstGeom prst="rect">
              <a:avLst/>
            </a:prstGeom>
            <a:noFill/>
            <a:ln w="25400">
              <a:solidFill>
                <a:schemeClr val="bg1"/>
              </a:solidFill>
              <a:miter lim="800000"/>
            </a:ln>
          </p:spPr>
          <p:txBody>
            <a:bodyPr wrap="none" anchor="ctr"/>
            <a:lstStyle/>
            <a:p>
              <a:pPr algn="ctr" fontAlgn="base">
                <a:spcBef>
                  <a:spcPct val="0"/>
                </a:spcBef>
              </a:pPr>
              <a:endParaRPr lang="zh-CN" altLang="en-US" sz="2400">
                <a:solidFill>
                  <a:schemeClr val="bg1"/>
                </a:solidFill>
                <a:ea typeface="宋体" pitchFamily="2" charset="-122"/>
              </a:endParaRPr>
            </a:p>
          </p:txBody>
        </p:sp>
        <p:sp>
          <p:nvSpPr>
            <p:cNvPr id="79885" name="Text Box 46"/>
            <p:cNvSpPr txBox="1">
              <a:spLocks noChangeArrowheads="1"/>
            </p:cNvSpPr>
            <p:nvPr/>
          </p:nvSpPr>
          <p:spPr bwMode="auto">
            <a:xfrm>
              <a:off x="960" y="2822"/>
              <a:ext cx="1488" cy="346"/>
            </a:xfrm>
            <a:prstGeom prst="rect">
              <a:avLst/>
            </a:prstGeom>
            <a:noFill/>
            <a:ln w="9525">
              <a:noFill/>
              <a:miter lim="800000"/>
            </a:ln>
          </p:spPr>
          <p:txBody>
            <a:bodyPr>
              <a:spAutoFit/>
            </a:bodyPr>
            <a:lstStyle/>
            <a:p>
              <a:r>
                <a:rPr lang="zh-CN" altLang="en-US" sz="3000" i="1">
                  <a:solidFill>
                    <a:srgbClr val="000099"/>
                  </a:solidFill>
                  <a:ea typeface="黑体" panose="02010609060101010101" pitchFamily="2" charset="-122"/>
                </a:rPr>
                <a:t>一个链结点</a:t>
              </a:r>
              <a:endParaRPr lang="zh-CN" altLang="en-US" sz="3000" i="1">
                <a:solidFill>
                  <a:srgbClr val="000099"/>
                </a:solidFill>
                <a:ea typeface="黑体" panose="02010609060101010101" pitchFamily="2" charset="-122"/>
              </a:endParaRPr>
            </a:p>
          </p:txBody>
        </p:sp>
        <p:sp>
          <p:nvSpPr>
            <p:cNvPr id="79886" name="Rectangle 47"/>
            <p:cNvSpPr>
              <a:spLocks noChangeArrowheads="1"/>
            </p:cNvSpPr>
            <p:nvPr/>
          </p:nvSpPr>
          <p:spPr bwMode="auto">
            <a:xfrm>
              <a:off x="3120" y="2844"/>
              <a:ext cx="672" cy="288"/>
            </a:xfrm>
            <a:prstGeom prst="rect">
              <a:avLst/>
            </a:prstGeom>
            <a:noFill/>
            <a:ln w="25400">
              <a:solidFill>
                <a:schemeClr val="bg1"/>
              </a:solidFill>
              <a:miter lim="800000"/>
            </a:ln>
          </p:spPr>
          <p:txBody>
            <a:bodyPr wrap="none" anchor="ctr"/>
            <a:lstStyle/>
            <a:p>
              <a:pPr algn="ctr" fontAlgn="base">
                <a:spcBef>
                  <a:spcPct val="0"/>
                </a:spcBef>
              </a:pPr>
              <a:endParaRPr lang="zh-CN" altLang="en-US" sz="2400">
                <a:solidFill>
                  <a:schemeClr val="bg1"/>
                </a:solidFill>
                <a:ea typeface="宋体" pitchFamily="2" charset="-122"/>
              </a:endParaRPr>
            </a:p>
          </p:txBody>
        </p:sp>
      </p:grpSp>
      <p:sp>
        <p:nvSpPr>
          <p:cNvPr id="438320" name="Text Box 48"/>
          <p:cNvSpPr txBox="1">
            <a:spLocks noChangeArrowheads="1"/>
          </p:cNvSpPr>
          <p:nvPr/>
        </p:nvSpPr>
        <p:spPr bwMode="auto">
          <a:xfrm>
            <a:off x="5507038" y="4973638"/>
            <a:ext cx="1238250" cy="457200"/>
          </a:xfrm>
          <a:prstGeom prst="rect">
            <a:avLst/>
          </a:prstGeom>
          <a:noFill/>
          <a:ln w="12700" cap="sq">
            <a:noFill/>
            <a:miter lim="800000"/>
          </a:ln>
        </p:spPr>
        <p:txBody>
          <a:bodyPr>
            <a:spAutoFit/>
          </a:bodyPr>
          <a:lstStyle/>
          <a:p>
            <a:pPr fontAlgn="base">
              <a:spcBef>
                <a:spcPct val="0"/>
              </a:spcBef>
            </a:pPr>
            <a:r>
              <a:rPr lang="zh-CN" altLang="en-US" sz="2400" dirty="0">
                <a:solidFill>
                  <a:srgbClr val="002F8C"/>
                </a:solidFill>
                <a:ea typeface="幼圆" pitchFamily="49" charset="-122"/>
              </a:rPr>
              <a:t>数据域</a:t>
            </a:r>
            <a:endParaRPr lang="zh-CN" altLang="en-US" sz="2400" dirty="0">
              <a:solidFill>
                <a:srgbClr val="002F8C"/>
              </a:solidFill>
              <a:ea typeface="幼圆" pitchFamily="49" charset="-122"/>
            </a:endParaRPr>
          </a:p>
        </p:txBody>
      </p:sp>
      <p:sp>
        <p:nvSpPr>
          <p:cNvPr id="438321" name="Text Box 49"/>
          <p:cNvSpPr txBox="1">
            <a:spLocks noChangeArrowheads="1"/>
          </p:cNvSpPr>
          <p:nvPr/>
        </p:nvSpPr>
        <p:spPr bwMode="auto">
          <a:xfrm>
            <a:off x="6573838" y="4973638"/>
            <a:ext cx="1466850" cy="457200"/>
          </a:xfrm>
          <a:prstGeom prst="rect">
            <a:avLst/>
          </a:prstGeom>
          <a:noFill/>
          <a:ln w="12700" cap="sq">
            <a:noFill/>
            <a:miter lim="800000"/>
          </a:ln>
        </p:spPr>
        <p:txBody>
          <a:bodyPr>
            <a:spAutoFit/>
          </a:bodyPr>
          <a:lstStyle/>
          <a:p>
            <a:pPr fontAlgn="base">
              <a:spcBef>
                <a:spcPct val="0"/>
              </a:spcBef>
            </a:pPr>
            <a:r>
              <a:rPr lang="zh-CN" altLang="en-US" sz="2400" dirty="0">
                <a:solidFill>
                  <a:srgbClr val="002F8C"/>
                </a:solidFill>
                <a:ea typeface="幼圆" pitchFamily="49" charset="-122"/>
              </a:rPr>
              <a:t>指针域</a:t>
            </a:r>
            <a:endParaRPr lang="zh-CN" altLang="en-US" sz="2400" dirty="0">
              <a:solidFill>
                <a:srgbClr val="002F8C"/>
              </a:solidFill>
              <a:ea typeface="幼圆" pitchFamily="49" charset="-122"/>
            </a:endParaRPr>
          </a:p>
        </p:txBody>
      </p:sp>
      <p:sp>
        <p:nvSpPr>
          <p:cNvPr id="438322" name="Text Box 50"/>
          <p:cNvSpPr txBox="1">
            <a:spLocks noChangeArrowheads="1"/>
          </p:cNvSpPr>
          <p:nvPr/>
        </p:nvSpPr>
        <p:spPr bwMode="auto">
          <a:xfrm>
            <a:off x="5654676" y="5426076"/>
            <a:ext cx="1090613" cy="519113"/>
          </a:xfrm>
          <a:prstGeom prst="rect">
            <a:avLst/>
          </a:prstGeom>
          <a:noFill/>
          <a:ln w="12700" cap="sq">
            <a:noFill/>
            <a:miter lim="800000"/>
          </a:ln>
          <a:effectLst>
            <a:outerShdw dist="12700" algn="ctr" rotWithShape="0">
              <a:schemeClr val="bg2"/>
            </a:outerShdw>
          </a:effectLst>
        </p:spPr>
        <p:txBody>
          <a:bodyPr>
            <a:spAutoFit/>
          </a:bodyPr>
          <a:lstStyle/>
          <a:p>
            <a:pPr fontAlgn="base">
              <a:spcBef>
                <a:spcPct val="0"/>
              </a:spcBef>
            </a:pPr>
            <a:r>
              <a:rPr lang="en-US" altLang="zh-CN" sz="2800">
                <a:solidFill>
                  <a:srgbClr val="FF3300"/>
                </a:solidFill>
                <a:ea typeface="宋体" pitchFamily="2" charset="-122"/>
              </a:rPr>
              <a:t>data</a:t>
            </a:r>
            <a:endParaRPr lang="en-US" altLang="zh-CN" sz="2800">
              <a:solidFill>
                <a:srgbClr val="FF3300"/>
              </a:solidFill>
              <a:ea typeface="宋体" pitchFamily="2" charset="-122"/>
            </a:endParaRPr>
          </a:p>
        </p:txBody>
      </p:sp>
      <p:sp>
        <p:nvSpPr>
          <p:cNvPr id="438323" name="Text Box 51"/>
          <p:cNvSpPr txBox="1">
            <a:spLocks noChangeArrowheads="1"/>
          </p:cNvSpPr>
          <p:nvPr/>
        </p:nvSpPr>
        <p:spPr bwMode="auto">
          <a:xfrm>
            <a:off x="6743701" y="5430838"/>
            <a:ext cx="1014413" cy="519112"/>
          </a:xfrm>
          <a:prstGeom prst="rect">
            <a:avLst/>
          </a:prstGeom>
          <a:noFill/>
          <a:ln w="12700" cap="sq">
            <a:noFill/>
            <a:miter lim="800000"/>
          </a:ln>
          <a:effectLst>
            <a:outerShdw dist="12700" algn="ctr" rotWithShape="0">
              <a:schemeClr val="bg2"/>
            </a:outerShdw>
          </a:effectLst>
        </p:spPr>
        <p:txBody>
          <a:bodyPr>
            <a:spAutoFit/>
          </a:bodyPr>
          <a:lstStyle/>
          <a:p>
            <a:pPr fontAlgn="base">
              <a:spcBef>
                <a:spcPct val="0"/>
              </a:spcBef>
            </a:pPr>
            <a:r>
              <a:rPr lang="en-US" altLang="zh-CN" sz="2800">
                <a:solidFill>
                  <a:srgbClr val="FF3300"/>
                </a:solidFill>
                <a:ea typeface="宋体" pitchFamily="2" charset="-122"/>
              </a:rPr>
              <a:t>link</a:t>
            </a:r>
            <a:endParaRPr lang="en-US" altLang="zh-CN" sz="2800">
              <a:solidFill>
                <a:srgbClr val="FF3300"/>
              </a:solidFill>
              <a:ea typeface="宋体" pitchFamily="2" charset="-122"/>
            </a:endParaRPr>
          </a:p>
        </p:txBody>
      </p:sp>
      <p:grpSp>
        <p:nvGrpSpPr>
          <p:cNvPr id="13" name="Group 71"/>
          <p:cNvGrpSpPr/>
          <p:nvPr/>
        </p:nvGrpSpPr>
        <p:grpSpPr bwMode="auto">
          <a:xfrm>
            <a:off x="5546725" y="4189413"/>
            <a:ext cx="2089150" cy="614362"/>
            <a:chOff x="2468" y="2136"/>
            <a:chExt cx="1316" cy="387"/>
          </a:xfrm>
        </p:grpSpPr>
        <p:sp>
          <p:nvSpPr>
            <p:cNvPr id="79882" name="AutoShape 69"/>
            <p:cNvSpPr/>
            <p:nvPr/>
          </p:nvSpPr>
          <p:spPr bwMode="auto">
            <a:xfrm rot="5400000" flipH="1" flipV="1">
              <a:off x="3058" y="1797"/>
              <a:ext cx="136" cy="1316"/>
            </a:xfrm>
            <a:prstGeom prst="rightBrace">
              <a:avLst>
                <a:gd name="adj1" fmla="val 80637"/>
                <a:gd name="adj2" fmla="val 50000"/>
              </a:avLst>
            </a:prstGeom>
            <a:noFill/>
            <a:ln w="25400" cap="sq">
              <a:solidFill>
                <a:schemeClr val="accent2"/>
              </a:solidFill>
              <a:round/>
            </a:ln>
          </p:spPr>
          <p:txBody>
            <a:bodyPr wrap="none" anchor="ctr"/>
            <a:lstStyle/>
            <a:p>
              <a:endParaRPr lang="zh-CN" altLang="en-US"/>
            </a:p>
          </p:txBody>
        </p:sp>
        <p:sp>
          <p:nvSpPr>
            <p:cNvPr id="79883" name="Text Box 70"/>
            <p:cNvSpPr txBox="1">
              <a:spLocks noChangeArrowheads="1"/>
            </p:cNvSpPr>
            <p:nvPr/>
          </p:nvSpPr>
          <p:spPr bwMode="auto">
            <a:xfrm>
              <a:off x="2587" y="2136"/>
              <a:ext cx="1109" cy="252"/>
            </a:xfrm>
            <a:prstGeom prst="rect">
              <a:avLst/>
            </a:prstGeom>
            <a:noFill/>
            <a:ln w="12700" cap="sq">
              <a:noFill/>
              <a:miter lim="800000"/>
            </a:ln>
          </p:spPr>
          <p:txBody>
            <a:bodyPr wrap="square">
              <a:spAutoFit/>
            </a:bodyPr>
            <a:lstStyle/>
            <a:p>
              <a:pPr>
                <a:spcBef>
                  <a:spcPct val="0"/>
                </a:spcBef>
              </a:pPr>
              <a:r>
                <a:rPr lang="en-US" altLang="zh-CN" sz="2000" dirty="0">
                  <a:solidFill>
                    <a:schemeClr val="accent2"/>
                  </a:solidFill>
                  <a:ea typeface="幼圆" pitchFamily="49" charset="-122"/>
                </a:rPr>
                <a:t>k</a:t>
              </a:r>
              <a:r>
                <a:rPr lang="zh-CN" altLang="en-US" sz="2000" dirty="0">
                  <a:solidFill>
                    <a:schemeClr val="accent2"/>
                  </a:solidFill>
                  <a:latin typeface="幼圆" pitchFamily="49" charset="-122"/>
                  <a:ea typeface="幼圆" pitchFamily="49" charset="-122"/>
                </a:rPr>
                <a:t>个存储单元</a:t>
              </a:r>
              <a:endParaRPr lang="zh-CN" altLang="en-US" sz="2000" dirty="0">
                <a:solidFill>
                  <a:schemeClr val="accent2"/>
                </a:solidFill>
                <a:latin typeface="幼圆" pitchFamily="49" charset="-122"/>
                <a:ea typeface="幼圆" pitchFamily="49"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linds(horizontal)">
                                      <p:cBhvr>
                                        <p:cTn id="12" dur="500"/>
                                        <p:tgtEl>
                                          <p:spTgt spid="12"/>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438320"/>
                                        </p:tgtEl>
                                        <p:attrNameLst>
                                          <p:attrName>style.visibility</p:attrName>
                                        </p:attrNameLst>
                                      </p:cBhvr>
                                      <p:to>
                                        <p:strVal val="visible"/>
                                      </p:to>
                                    </p:set>
                                    <p:animEffect transition="in" filter="blinds(horizontal)">
                                      <p:cBhvr>
                                        <p:cTn id="15" dur="500"/>
                                        <p:tgtEl>
                                          <p:spTgt spid="438320"/>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438321"/>
                                        </p:tgtEl>
                                        <p:attrNameLst>
                                          <p:attrName>style.visibility</p:attrName>
                                        </p:attrNameLst>
                                      </p:cBhvr>
                                      <p:to>
                                        <p:strVal val="visible"/>
                                      </p:to>
                                    </p:set>
                                    <p:animEffect transition="in" filter="blinds(horizontal)">
                                      <p:cBhvr>
                                        <p:cTn id="18" dur="500"/>
                                        <p:tgtEl>
                                          <p:spTgt spid="438321"/>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438322"/>
                                        </p:tgtEl>
                                        <p:attrNameLst>
                                          <p:attrName>style.visibility</p:attrName>
                                        </p:attrNameLst>
                                      </p:cBhvr>
                                      <p:to>
                                        <p:strVal val="visible"/>
                                      </p:to>
                                    </p:set>
                                    <p:animEffect transition="in" filter="blinds(horizontal)">
                                      <p:cBhvr>
                                        <p:cTn id="21" dur="500"/>
                                        <p:tgtEl>
                                          <p:spTgt spid="438322"/>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438323"/>
                                        </p:tgtEl>
                                        <p:attrNameLst>
                                          <p:attrName>style.visibility</p:attrName>
                                        </p:attrNameLst>
                                      </p:cBhvr>
                                      <p:to>
                                        <p:strVal val="visible"/>
                                      </p:to>
                                    </p:set>
                                    <p:animEffect transition="in" filter="blinds(horizontal)">
                                      <p:cBhvr>
                                        <p:cTn id="24" dur="500"/>
                                        <p:tgtEl>
                                          <p:spTgt spid="438323"/>
                                        </p:tgtEl>
                                      </p:cBhvr>
                                    </p:animEffect>
                                  </p:childTnLst>
                                </p:cTn>
                              </p:par>
                              <p:par>
                                <p:cTn id="25" presetID="3" presetClass="entr" presetSubtype="1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blinds(horizontal)">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8320" grpId="0"/>
      <p:bldP spid="438321" grpId="0"/>
      <p:bldP spid="438322" grpId="0"/>
      <p:bldP spid="438323"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bwMode="auto">
          <a:xfrm>
            <a:off x="5159896" y="188640"/>
            <a:ext cx="4392241" cy="1231900"/>
            <a:chOff x="977" y="295"/>
            <a:chExt cx="3175" cy="776"/>
          </a:xfrm>
        </p:grpSpPr>
        <p:sp>
          <p:nvSpPr>
            <p:cNvPr id="80921" name="Cloud"/>
            <p:cNvSpPr>
              <a:spLocks noChangeAspect="1" noEditPoints="1" noChangeArrowheads="1"/>
            </p:cNvSpPr>
            <p:nvPr/>
          </p:nvSpPr>
          <p:spPr bwMode="auto">
            <a:xfrm rot="156839">
              <a:off x="977" y="295"/>
              <a:ext cx="3175" cy="776"/>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2980 w 21600"/>
                <a:gd name="T13" fmla="*/ 3257 h 21600"/>
                <a:gd name="T14" fmla="*/ 17090 w 21600"/>
                <a:gd name="T15" fmla="*/ 17341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FFFFFF"/>
            </a:solidFill>
            <a:ln w="9525">
              <a:solidFill>
                <a:srgbClr val="969696"/>
              </a:solidFill>
              <a:miter lim="800000"/>
            </a:ln>
            <a:effectLst>
              <a:outerShdw dist="117088" dir="2436078" algn="ctr" rotWithShape="0">
                <a:srgbClr val="B2B2B2"/>
              </a:outerShdw>
            </a:effectLst>
          </p:spPr>
          <p:txBody>
            <a:bodyPr/>
            <a:lstStyle/>
            <a:p>
              <a:endParaRPr lang="zh-CN" altLang="en-US"/>
            </a:p>
          </p:txBody>
        </p:sp>
        <p:sp>
          <p:nvSpPr>
            <p:cNvPr id="80922" name="Rectangle 4"/>
            <p:cNvSpPr>
              <a:spLocks noChangeArrowheads="1"/>
            </p:cNvSpPr>
            <p:nvPr/>
          </p:nvSpPr>
          <p:spPr bwMode="auto">
            <a:xfrm>
              <a:off x="2415" y="540"/>
              <a:ext cx="528" cy="179"/>
            </a:xfrm>
            <a:prstGeom prst="rect">
              <a:avLst/>
            </a:prstGeom>
            <a:solidFill>
              <a:srgbClr val="00FFFF"/>
            </a:solidFill>
            <a:ln w="22225">
              <a:solidFill>
                <a:srgbClr val="000000"/>
              </a:solidFill>
              <a:miter lim="800000"/>
            </a:ln>
          </p:spPr>
          <p:txBody>
            <a:bodyPr wrap="none" anchor="ctr"/>
            <a:lstStyle/>
            <a:p>
              <a:endParaRPr lang="zh-CN" altLang="en-US"/>
            </a:p>
          </p:txBody>
        </p:sp>
        <p:sp>
          <p:nvSpPr>
            <p:cNvPr id="80923" name="Rectangle 5"/>
            <p:cNvSpPr>
              <a:spLocks noChangeArrowheads="1"/>
            </p:cNvSpPr>
            <p:nvPr/>
          </p:nvSpPr>
          <p:spPr bwMode="auto">
            <a:xfrm>
              <a:off x="2943" y="540"/>
              <a:ext cx="528" cy="179"/>
            </a:xfrm>
            <a:prstGeom prst="rect">
              <a:avLst/>
            </a:prstGeom>
            <a:solidFill>
              <a:srgbClr val="00FFFF"/>
            </a:solidFill>
            <a:ln w="22225">
              <a:solidFill>
                <a:srgbClr val="000000"/>
              </a:solidFill>
              <a:miter lim="800000"/>
            </a:ln>
          </p:spPr>
          <p:txBody>
            <a:bodyPr wrap="none" anchor="ctr"/>
            <a:lstStyle/>
            <a:p>
              <a:endParaRPr lang="zh-CN" altLang="en-US"/>
            </a:p>
          </p:txBody>
        </p:sp>
        <p:sp>
          <p:nvSpPr>
            <p:cNvPr id="80924" name="Text Box 6"/>
            <p:cNvSpPr txBox="1">
              <a:spLocks noChangeArrowheads="1"/>
            </p:cNvSpPr>
            <p:nvPr/>
          </p:nvSpPr>
          <p:spPr bwMode="auto">
            <a:xfrm>
              <a:off x="2432" y="678"/>
              <a:ext cx="1128" cy="279"/>
            </a:xfrm>
            <a:prstGeom prst="rect">
              <a:avLst/>
            </a:prstGeom>
            <a:noFill/>
            <a:ln w="9525">
              <a:noFill/>
              <a:miter lim="800000"/>
            </a:ln>
          </p:spPr>
          <p:txBody>
            <a:bodyPr>
              <a:spAutoFit/>
            </a:bodyPr>
            <a:lstStyle/>
            <a:p>
              <a:r>
                <a:rPr lang="en-US" altLang="zh-CN" sz="2300">
                  <a:solidFill>
                    <a:srgbClr val="3333FF"/>
                  </a:solidFill>
                  <a:ea typeface="宋体" pitchFamily="2" charset="-122"/>
                </a:rPr>
                <a:t>data    link</a:t>
              </a:r>
              <a:endParaRPr lang="en-US" altLang="zh-CN" sz="2300">
                <a:solidFill>
                  <a:srgbClr val="3333FF"/>
                </a:solidFill>
                <a:ea typeface="宋体" pitchFamily="2" charset="-122"/>
              </a:endParaRPr>
            </a:p>
          </p:txBody>
        </p:sp>
        <p:sp>
          <p:nvSpPr>
            <p:cNvPr id="80925" name="Rectangle 7"/>
            <p:cNvSpPr>
              <a:spLocks noChangeArrowheads="1"/>
            </p:cNvSpPr>
            <p:nvPr/>
          </p:nvSpPr>
          <p:spPr bwMode="auto">
            <a:xfrm>
              <a:off x="1311" y="401"/>
              <a:ext cx="1152" cy="365"/>
            </a:xfrm>
            <a:prstGeom prst="rect">
              <a:avLst/>
            </a:prstGeom>
            <a:noFill/>
            <a:ln w="12700" cap="sq">
              <a:noFill/>
              <a:miter lim="800000"/>
            </a:ln>
            <a:effectLst>
              <a:outerShdw dist="17961" dir="2700000" algn="ctr" rotWithShape="0">
                <a:schemeClr val="bg1"/>
              </a:outerShdw>
            </a:effectLst>
          </p:spPr>
          <p:txBody>
            <a:bodyPr>
              <a:spAutoFit/>
            </a:bodyPr>
            <a:lstStyle/>
            <a:p>
              <a:r>
                <a:rPr lang="zh-CN" altLang="en-US" sz="3200" i="1">
                  <a:solidFill>
                    <a:srgbClr val="FF3300"/>
                  </a:solidFill>
                  <a:ea typeface="黑体" panose="02010609060101010101" pitchFamily="2" charset="-122"/>
                </a:rPr>
                <a:t>链结点：</a:t>
              </a:r>
              <a:endParaRPr lang="zh-CN" altLang="en-US" sz="3200" i="1">
                <a:solidFill>
                  <a:srgbClr val="FF3300"/>
                </a:solidFill>
                <a:ea typeface="黑体" panose="02010609060101010101" pitchFamily="2" charset="-122"/>
              </a:endParaRPr>
            </a:p>
          </p:txBody>
        </p:sp>
      </p:grpSp>
      <p:grpSp>
        <p:nvGrpSpPr>
          <p:cNvPr id="3" name="Group 8"/>
          <p:cNvGrpSpPr/>
          <p:nvPr/>
        </p:nvGrpSpPr>
        <p:grpSpPr bwMode="auto">
          <a:xfrm>
            <a:off x="5231904" y="1484732"/>
            <a:ext cx="4764408" cy="3040102"/>
            <a:chOff x="549" y="1338"/>
            <a:chExt cx="3601" cy="1690"/>
          </a:xfrm>
        </p:grpSpPr>
        <p:sp>
          <p:nvSpPr>
            <p:cNvPr id="80918" name="AutoShape 9"/>
            <p:cNvSpPr>
              <a:spLocks noChangeArrowheads="1"/>
            </p:cNvSpPr>
            <p:nvPr/>
          </p:nvSpPr>
          <p:spPr bwMode="auto">
            <a:xfrm>
              <a:off x="1057" y="1338"/>
              <a:ext cx="3002" cy="1641"/>
            </a:xfrm>
            <a:prstGeom prst="foldedCorner">
              <a:avLst>
                <a:gd name="adj" fmla="val 12986"/>
              </a:avLst>
            </a:prstGeom>
            <a:solidFill>
              <a:srgbClr val="E1F0FF"/>
            </a:solidFill>
            <a:ln w="12700" cap="sq">
              <a:noFill/>
              <a:round/>
            </a:ln>
            <a:effectLst>
              <a:outerShdw dist="179605" dir="2700000" algn="ctr" rotWithShape="0">
                <a:srgbClr val="DDDDDD"/>
              </a:outerShdw>
            </a:effectLst>
          </p:spPr>
          <p:txBody>
            <a:bodyPr wrap="none" anchor="ctr"/>
            <a:lstStyle/>
            <a:p>
              <a:endParaRPr lang="zh-CN" altLang="en-US"/>
            </a:p>
          </p:txBody>
        </p:sp>
        <p:sp>
          <p:nvSpPr>
            <p:cNvPr id="80919" name="Rectangle 10"/>
            <p:cNvSpPr>
              <a:spLocks noChangeArrowheads="1"/>
            </p:cNvSpPr>
            <p:nvPr/>
          </p:nvSpPr>
          <p:spPr bwMode="auto">
            <a:xfrm>
              <a:off x="1148" y="1338"/>
              <a:ext cx="3002" cy="1690"/>
            </a:xfrm>
            <a:prstGeom prst="rect">
              <a:avLst/>
            </a:prstGeom>
            <a:noFill/>
            <a:ln w="12700" cap="sq">
              <a:noFill/>
              <a:miter lim="800000"/>
            </a:ln>
          </p:spPr>
          <p:txBody>
            <a:bodyPr wrap="square">
              <a:spAutoFit/>
            </a:bodyPr>
            <a:lstStyle/>
            <a:p>
              <a:pPr fontAlgn="base">
                <a:lnSpc>
                  <a:spcPct val="95000"/>
                </a:lnSpc>
                <a:spcBef>
                  <a:spcPct val="0"/>
                </a:spcBef>
              </a:pPr>
              <a:r>
                <a:rPr lang="en-US" altLang="zh-CN" sz="2500" dirty="0" err="1">
                  <a:solidFill>
                    <a:srgbClr val="003399"/>
                  </a:solidFill>
                  <a:ea typeface="宋体" pitchFamily="2" charset="-122"/>
                </a:rPr>
                <a:t>struct</a:t>
              </a:r>
              <a:r>
                <a:rPr lang="en-US" altLang="zh-CN" sz="2500" dirty="0">
                  <a:solidFill>
                    <a:srgbClr val="003399"/>
                  </a:solidFill>
                  <a:ea typeface="宋体" pitchFamily="2" charset="-122"/>
                </a:rPr>
                <a:t> node {   </a:t>
              </a:r>
              <a:endParaRPr lang="en-US" altLang="zh-CN" sz="2500" dirty="0">
                <a:solidFill>
                  <a:srgbClr val="003399"/>
                </a:solidFill>
                <a:ea typeface="宋体" pitchFamily="2" charset="-122"/>
              </a:endParaRPr>
            </a:p>
            <a:p>
              <a:pPr fontAlgn="base">
                <a:lnSpc>
                  <a:spcPct val="95000"/>
                </a:lnSpc>
                <a:spcBef>
                  <a:spcPct val="0"/>
                </a:spcBef>
              </a:pPr>
              <a:r>
                <a:rPr lang="en-US" altLang="zh-CN" sz="2500" dirty="0">
                  <a:solidFill>
                    <a:srgbClr val="003399"/>
                  </a:solidFill>
                  <a:ea typeface="宋体" pitchFamily="2" charset="-122"/>
                </a:rPr>
                <a:t>        </a:t>
              </a:r>
              <a:r>
                <a:rPr lang="en-US" altLang="zh-CN" sz="2500" dirty="0" err="1">
                  <a:solidFill>
                    <a:srgbClr val="003399"/>
                  </a:solidFill>
                  <a:ea typeface="宋体" pitchFamily="2" charset="-122"/>
                </a:rPr>
                <a:t>ElemType</a:t>
              </a:r>
              <a:r>
                <a:rPr lang="en-US" altLang="zh-CN" sz="2500" dirty="0">
                  <a:solidFill>
                    <a:srgbClr val="003399"/>
                  </a:solidFill>
                  <a:ea typeface="宋体" pitchFamily="2" charset="-122"/>
                </a:rPr>
                <a:t>   data;</a:t>
              </a:r>
              <a:endParaRPr lang="en-US" altLang="zh-CN" sz="2500" dirty="0">
                <a:solidFill>
                  <a:srgbClr val="003399"/>
                </a:solidFill>
                <a:ea typeface="宋体" pitchFamily="2" charset="-122"/>
              </a:endParaRPr>
            </a:p>
            <a:p>
              <a:pPr fontAlgn="base">
                <a:lnSpc>
                  <a:spcPct val="95000"/>
                </a:lnSpc>
                <a:spcBef>
                  <a:spcPct val="0"/>
                </a:spcBef>
              </a:pPr>
              <a:r>
                <a:rPr lang="en-US" altLang="zh-CN" sz="2500" dirty="0">
                  <a:solidFill>
                    <a:srgbClr val="003399"/>
                  </a:solidFill>
                  <a:ea typeface="宋体" pitchFamily="2" charset="-122"/>
                </a:rPr>
                <a:t>        </a:t>
              </a:r>
              <a:r>
                <a:rPr lang="en-US" altLang="zh-CN" sz="2500" dirty="0" err="1">
                  <a:solidFill>
                    <a:srgbClr val="003399"/>
                  </a:solidFill>
                  <a:ea typeface="宋体" pitchFamily="2" charset="-122"/>
                </a:rPr>
                <a:t>struct</a:t>
              </a:r>
              <a:r>
                <a:rPr lang="en-US" altLang="zh-CN" sz="2500" dirty="0">
                  <a:solidFill>
                    <a:srgbClr val="003399"/>
                  </a:solidFill>
                  <a:ea typeface="宋体" pitchFamily="2" charset="-122"/>
                </a:rPr>
                <a:t> node   *link;</a:t>
              </a:r>
              <a:endParaRPr lang="en-US" altLang="zh-CN" sz="2500" dirty="0">
                <a:solidFill>
                  <a:srgbClr val="003399"/>
                </a:solidFill>
                <a:ea typeface="宋体" pitchFamily="2" charset="-122"/>
              </a:endParaRPr>
            </a:p>
            <a:p>
              <a:pPr fontAlgn="base">
                <a:lnSpc>
                  <a:spcPct val="95000"/>
                </a:lnSpc>
                <a:spcBef>
                  <a:spcPct val="0"/>
                </a:spcBef>
              </a:pPr>
              <a:r>
                <a:rPr lang="en-US" altLang="zh-CN" sz="2500" dirty="0">
                  <a:solidFill>
                    <a:srgbClr val="003399"/>
                  </a:solidFill>
                  <a:ea typeface="宋体" pitchFamily="2" charset="-122"/>
                </a:rPr>
                <a:t>}  ;</a:t>
              </a:r>
              <a:endParaRPr lang="en-US" altLang="zh-CN" sz="2500" dirty="0">
                <a:solidFill>
                  <a:srgbClr val="003399"/>
                </a:solidFill>
                <a:ea typeface="宋体" pitchFamily="2" charset="-122"/>
              </a:endParaRPr>
            </a:p>
            <a:p>
              <a:pPr fontAlgn="base">
                <a:lnSpc>
                  <a:spcPct val="95000"/>
                </a:lnSpc>
                <a:spcBef>
                  <a:spcPct val="0"/>
                </a:spcBef>
              </a:pPr>
              <a:r>
                <a:rPr lang="en-US" altLang="zh-CN" sz="2500" dirty="0" err="1">
                  <a:solidFill>
                    <a:srgbClr val="003399"/>
                  </a:solidFill>
                  <a:ea typeface="宋体" pitchFamily="2" charset="-122"/>
                </a:rPr>
                <a:t>typedef</a:t>
              </a:r>
              <a:r>
                <a:rPr lang="en-US" altLang="zh-CN" sz="2500" dirty="0">
                  <a:solidFill>
                    <a:srgbClr val="003399"/>
                  </a:solidFill>
                  <a:ea typeface="宋体" pitchFamily="2" charset="-122"/>
                </a:rPr>
                <a:t>  </a:t>
              </a:r>
              <a:r>
                <a:rPr lang="en-US" altLang="zh-CN" sz="2500" dirty="0" err="1">
                  <a:solidFill>
                    <a:srgbClr val="003399"/>
                  </a:solidFill>
                  <a:ea typeface="宋体" pitchFamily="2" charset="-122"/>
                </a:rPr>
                <a:t>struct</a:t>
              </a:r>
              <a:r>
                <a:rPr lang="en-US" altLang="zh-CN" sz="2500" dirty="0">
                  <a:solidFill>
                    <a:srgbClr val="003399"/>
                  </a:solidFill>
                  <a:ea typeface="宋体" pitchFamily="2" charset="-122"/>
                </a:rPr>
                <a:t> node *</a:t>
              </a:r>
              <a:r>
                <a:rPr lang="en-US" altLang="zh-CN" sz="2500" dirty="0" err="1">
                  <a:solidFill>
                    <a:srgbClr val="003399"/>
                  </a:solidFill>
                  <a:ea typeface="宋体" pitchFamily="2" charset="-122"/>
                </a:rPr>
                <a:t>Nodeptr</a:t>
              </a:r>
              <a:r>
                <a:rPr lang="en-US" altLang="zh-CN" sz="2500" dirty="0">
                  <a:solidFill>
                    <a:srgbClr val="003399"/>
                  </a:solidFill>
                  <a:ea typeface="宋体" pitchFamily="2" charset="-122"/>
                </a:rPr>
                <a:t>;</a:t>
              </a:r>
              <a:endParaRPr lang="en-US" altLang="zh-CN" sz="2500" dirty="0">
                <a:solidFill>
                  <a:srgbClr val="003399"/>
                </a:solidFill>
                <a:ea typeface="宋体" pitchFamily="2" charset="-122"/>
              </a:endParaRPr>
            </a:p>
            <a:p>
              <a:pPr fontAlgn="base">
                <a:lnSpc>
                  <a:spcPct val="95000"/>
                </a:lnSpc>
                <a:spcBef>
                  <a:spcPct val="0"/>
                </a:spcBef>
              </a:pPr>
              <a:r>
                <a:rPr lang="en-US" altLang="zh-CN" sz="2500" dirty="0" err="1">
                  <a:solidFill>
                    <a:srgbClr val="003399"/>
                  </a:solidFill>
                  <a:ea typeface="宋体" pitchFamily="2" charset="-122"/>
                </a:rPr>
                <a:t>typedef</a:t>
              </a:r>
              <a:r>
                <a:rPr lang="en-US" altLang="zh-CN" sz="2500" dirty="0">
                  <a:solidFill>
                    <a:srgbClr val="003399"/>
                  </a:solidFill>
                  <a:ea typeface="宋体" pitchFamily="2" charset="-122"/>
                </a:rPr>
                <a:t>  </a:t>
              </a:r>
              <a:r>
                <a:rPr lang="en-US" altLang="zh-CN" sz="2500" dirty="0" err="1">
                  <a:solidFill>
                    <a:srgbClr val="003399"/>
                  </a:solidFill>
                  <a:ea typeface="宋体" pitchFamily="2" charset="-122"/>
                </a:rPr>
                <a:t>struct</a:t>
              </a:r>
              <a:r>
                <a:rPr lang="en-US" altLang="zh-CN" sz="2500" dirty="0">
                  <a:solidFill>
                    <a:srgbClr val="003399"/>
                  </a:solidFill>
                  <a:ea typeface="宋体" pitchFamily="2" charset="-122"/>
                </a:rPr>
                <a:t> node </a:t>
              </a:r>
              <a:r>
                <a:rPr lang="en-US" altLang="zh-CN" sz="2500" dirty="0" err="1">
                  <a:solidFill>
                    <a:srgbClr val="003399"/>
                  </a:solidFill>
                  <a:ea typeface="宋体" pitchFamily="2" charset="-122"/>
                </a:rPr>
                <a:t>Node</a:t>
              </a:r>
              <a:r>
                <a:rPr lang="en-US" altLang="zh-CN" sz="2500" dirty="0">
                  <a:solidFill>
                    <a:srgbClr val="003399"/>
                  </a:solidFill>
                  <a:ea typeface="宋体" pitchFamily="2" charset="-122"/>
                </a:rPr>
                <a:t>; </a:t>
              </a:r>
              <a:endParaRPr lang="en-US" altLang="zh-CN" sz="2500" dirty="0">
                <a:solidFill>
                  <a:srgbClr val="003399"/>
                </a:solidFill>
                <a:ea typeface="宋体" pitchFamily="2" charset="-122"/>
              </a:endParaRPr>
            </a:p>
            <a:p>
              <a:pPr fontAlgn="base">
                <a:lnSpc>
                  <a:spcPct val="95000"/>
                </a:lnSpc>
                <a:spcBef>
                  <a:spcPct val="0"/>
                </a:spcBef>
              </a:pPr>
              <a:r>
                <a:rPr lang="en-US" altLang="zh-CN" sz="2400" b="1" dirty="0" err="1">
                  <a:solidFill>
                    <a:schemeClr val="accent2"/>
                  </a:solidFill>
                  <a:ea typeface="宋体" pitchFamily="2" charset="-122"/>
                </a:rPr>
                <a:t>Nodeptr</a:t>
              </a:r>
              <a:r>
                <a:rPr lang="en-US" altLang="zh-CN" sz="2400" b="1" dirty="0">
                  <a:solidFill>
                    <a:srgbClr val="FF3300"/>
                  </a:solidFill>
                  <a:ea typeface="宋体" pitchFamily="2" charset="-122"/>
                </a:rPr>
                <a:t>   list, p;</a:t>
              </a:r>
              <a:endParaRPr lang="zh-CN" altLang="en-US" sz="2400" b="1" dirty="0">
                <a:solidFill>
                  <a:srgbClr val="FF3300"/>
                </a:solidFill>
                <a:ea typeface="宋体" pitchFamily="2" charset="-122"/>
              </a:endParaRPr>
            </a:p>
          </p:txBody>
        </p:sp>
        <p:sp>
          <p:nvSpPr>
            <p:cNvPr id="80920" name="Text Box 11"/>
            <p:cNvSpPr txBox="1">
              <a:spLocks noChangeArrowheads="1"/>
            </p:cNvSpPr>
            <p:nvPr/>
          </p:nvSpPr>
          <p:spPr bwMode="auto">
            <a:xfrm>
              <a:off x="549" y="1411"/>
              <a:ext cx="547" cy="1074"/>
            </a:xfrm>
            <a:prstGeom prst="rect">
              <a:avLst/>
            </a:prstGeom>
            <a:noFill/>
            <a:ln w="12700" cap="sq">
              <a:noFill/>
              <a:miter lim="800000"/>
            </a:ln>
            <a:effectLst>
              <a:outerShdw dist="28398" dir="1593903" algn="ctr" rotWithShape="0">
                <a:schemeClr val="bg1"/>
              </a:outerShdw>
            </a:effectLst>
          </p:spPr>
          <p:txBody>
            <a:bodyPr wrap="none">
              <a:spAutoFit/>
            </a:bodyPr>
            <a:lstStyle/>
            <a:p>
              <a:pPr>
                <a:lnSpc>
                  <a:spcPct val="70000"/>
                </a:lnSpc>
                <a:spcBef>
                  <a:spcPct val="0"/>
                </a:spcBef>
              </a:pPr>
              <a:r>
                <a:rPr lang="zh-CN" altLang="en-US" sz="4200" dirty="0">
                  <a:solidFill>
                    <a:srgbClr val="FF3300"/>
                  </a:solidFill>
                  <a:ea typeface="华文新魏" pitchFamily="2" charset="-122"/>
                </a:rPr>
                <a:t>类</a:t>
              </a:r>
              <a:endParaRPr lang="zh-CN" altLang="en-US" sz="4200" dirty="0">
                <a:solidFill>
                  <a:srgbClr val="FF3300"/>
                </a:solidFill>
                <a:ea typeface="华文新魏" pitchFamily="2" charset="-122"/>
              </a:endParaRPr>
            </a:p>
            <a:p>
              <a:pPr>
                <a:lnSpc>
                  <a:spcPct val="70000"/>
                </a:lnSpc>
                <a:spcBef>
                  <a:spcPct val="0"/>
                </a:spcBef>
              </a:pPr>
              <a:r>
                <a:rPr lang="zh-CN" altLang="en-US" sz="4200" dirty="0">
                  <a:solidFill>
                    <a:srgbClr val="FF3300"/>
                  </a:solidFill>
                  <a:ea typeface="华文新魏" pitchFamily="2" charset="-122"/>
                </a:rPr>
                <a:t>型</a:t>
              </a:r>
              <a:endParaRPr lang="zh-CN" altLang="en-US" sz="4200" dirty="0">
                <a:solidFill>
                  <a:srgbClr val="FF3300"/>
                </a:solidFill>
                <a:ea typeface="华文新魏" pitchFamily="2" charset="-122"/>
              </a:endParaRPr>
            </a:p>
            <a:p>
              <a:pPr>
                <a:lnSpc>
                  <a:spcPct val="70000"/>
                </a:lnSpc>
                <a:spcBef>
                  <a:spcPct val="0"/>
                </a:spcBef>
              </a:pPr>
              <a:r>
                <a:rPr lang="zh-CN" altLang="en-US" sz="4200" dirty="0">
                  <a:solidFill>
                    <a:srgbClr val="FF3300"/>
                  </a:solidFill>
                  <a:ea typeface="华文新魏" pitchFamily="2" charset="-122"/>
                </a:rPr>
                <a:t>定</a:t>
              </a:r>
              <a:endParaRPr lang="zh-CN" altLang="en-US" sz="4200" dirty="0">
                <a:solidFill>
                  <a:srgbClr val="FF3300"/>
                </a:solidFill>
                <a:ea typeface="华文新魏" pitchFamily="2" charset="-122"/>
              </a:endParaRPr>
            </a:p>
            <a:p>
              <a:pPr>
                <a:lnSpc>
                  <a:spcPct val="70000"/>
                </a:lnSpc>
                <a:spcBef>
                  <a:spcPct val="0"/>
                </a:spcBef>
              </a:pPr>
              <a:r>
                <a:rPr lang="zh-CN" altLang="en-US" sz="4200" dirty="0">
                  <a:solidFill>
                    <a:srgbClr val="FF3300"/>
                  </a:solidFill>
                  <a:ea typeface="华文新魏" pitchFamily="2" charset="-122"/>
                </a:rPr>
                <a:t>义</a:t>
              </a:r>
              <a:endParaRPr lang="zh-CN" altLang="en-US" sz="4200" dirty="0">
                <a:solidFill>
                  <a:srgbClr val="FF3300"/>
                </a:solidFill>
                <a:ea typeface="华文新魏" pitchFamily="2" charset="-122"/>
              </a:endParaRPr>
            </a:p>
          </p:txBody>
        </p:sp>
      </p:grpSp>
      <p:grpSp>
        <p:nvGrpSpPr>
          <p:cNvPr id="4" name="Group 40"/>
          <p:cNvGrpSpPr/>
          <p:nvPr/>
        </p:nvGrpSpPr>
        <p:grpSpPr bwMode="auto">
          <a:xfrm>
            <a:off x="2063825" y="4220469"/>
            <a:ext cx="2528887" cy="1666875"/>
            <a:chOff x="839" y="2840"/>
            <a:chExt cx="1593" cy="1050"/>
          </a:xfrm>
        </p:grpSpPr>
        <p:sp>
          <p:nvSpPr>
            <p:cNvPr id="80905" name="Line 13"/>
            <p:cNvSpPr>
              <a:spLocks noChangeShapeType="1"/>
            </p:cNvSpPr>
            <p:nvPr/>
          </p:nvSpPr>
          <p:spPr bwMode="auto">
            <a:xfrm>
              <a:off x="1030" y="3025"/>
              <a:ext cx="1134" cy="0"/>
            </a:xfrm>
            <a:prstGeom prst="line">
              <a:avLst/>
            </a:prstGeom>
            <a:noFill/>
            <a:ln w="15875">
              <a:solidFill>
                <a:srgbClr val="000080"/>
              </a:solidFill>
              <a:round/>
            </a:ln>
          </p:spPr>
          <p:txBody>
            <a:bodyPr wrap="none" anchor="ctr"/>
            <a:lstStyle/>
            <a:p>
              <a:endParaRPr lang="zh-CN" altLang="en-US"/>
            </a:p>
          </p:txBody>
        </p:sp>
        <p:sp>
          <p:nvSpPr>
            <p:cNvPr id="80906" name="Line 14"/>
            <p:cNvSpPr>
              <a:spLocks noChangeShapeType="1"/>
            </p:cNvSpPr>
            <p:nvPr/>
          </p:nvSpPr>
          <p:spPr bwMode="auto">
            <a:xfrm>
              <a:off x="1023" y="3168"/>
              <a:ext cx="1134" cy="0"/>
            </a:xfrm>
            <a:prstGeom prst="line">
              <a:avLst/>
            </a:prstGeom>
            <a:noFill/>
            <a:ln w="15875">
              <a:solidFill>
                <a:srgbClr val="000080"/>
              </a:solidFill>
              <a:round/>
            </a:ln>
          </p:spPr>
          <p:txBody>
            <a:bodyPr wrap="none" anchor="ctr"/>
            <a:lstStyle/>
            <a:p>
              <a:endParaRPr lang="zh-CN" altLang="en-US"/>
            </a:p>
          </p:txBody>
        </p:sp>
        <p:sp>
          <p:nvSpPr>
            <p:cNvPr id="80907" name="Line 15"/>
            <p:cNvSpPr>
              <a:spLocks noChangeShapeType="1"/>
            </p:cNvSpPr>
            <p:nvPr/>
          </p:nvSpPr>
          <p:spPr bwMode="auto">
            <a:xfrm>
              <a:off x="1023" y="3297"/>
              <a:ext cx="1134" cy="0"/>
            </a:xfrm>
            <a:prstGeom prst="line">
              <a:avLst/>
            </a:prstGeom>
            <a:noFill/>
            <a:ln w="15875">
              <a:solidFill>
                <a:srgbClr val="000080"/>
              </a:solidFill>
              <a:round/>
            </a:ln>
          </p:spPr>
          <p:txBody>
            <a:bodyPr wrap="none" anchor="ctr"/>
            <a:lstStyle/>
            <a:p>
              <a:endParaRPr lang="zh-CN" altLang="en-US"/>
            </a:p>
          </p:txBody>
        </p:sp>
        <p:sp>
          <p:nvSpPr>
            <p:cNvPr id="80908" name="Line 16"/>
            <p:cNvSpPr>
              <a:spLocks noChangeShapeType="1"/>
            </p:cNvSpPr>
            <p:nvPr/>
          </p:nvSpPr>
          <p:spPr bwMode="auto">
            <a:xfrm>
              <a:off x="1023" y="3430"/>
              <a:ext cx="1134" cy="0"/>
            </a:xfrm>
            <a:prstGeom prst="line">
              <a:avLst/>
            </a:prstGeom>
            <a:noFill/>
            <a:ln w="15875">
              <a:solidFill>
                <a:srgbClr val="000080"/>
              </a:solidFill>
              <a:round/>
            </a:ln>
          </p:spPr>
          <p:txBody>
            <a:bodyPr wrap="none" anchor="ctr"/>
            <a:lstStyle/>
            <a:p>
              <a:endParaRPr lang="zh-CN" altLang="en-US"/>
            </a:p>
          </p:txBody>
        </p:sp>
        <p:sp>
          <p:nvSpPr>
            <p:cNvPr id="80909" name="Line 17"/>
            <p:cNvSpPr>
              <a:spLocks noChangeShapeType="1"/>
            </p:cNvSpPr>
            <p:nvPr/>
          </p:nvSpPr>
          <p:spPr bwMode="auto">
            <a:xfrm>
              <a:off x="1030" y="3751"/>
              <a:ext cx="1134" cy="0"/>
            </a:xfrm>
            <a:prstGeom prst="line">
              <a:avLst/>
            </a:prstGeom>
            <a:noFill/>
            <a:ln w="15875">
              <a:solidFill>
                <a:srgbClr val="000080"/>
              </a:solidFill>
              <a:round/>
            </a:ln>
          </p:spPr>
          <p:txBody>
            <a:bodyPr wrap="none" anchor="ctr"/>
            <a:lstStyle/>
            <a:p>
              <a:endParaRPr lang="zh-CN" altLang="en-US"/>
            </a:p>
          </p:txBody>
        </p:sp>
        <p:sp>
          <p:nvSpPr>
            <p:cNvPr id="80910" name="Line 18"/>
            <p:cNvSpPr>
              <a:spLocks noChangeShapeType="1"/>
            </p:cNvSpPr>
            <p:nvPr/>
          </p:nvSpPr>
          <p:spPr bwMode="auto">
            <a:xfrm>
              <a:off x="1030" y="3887"/>
              <a:ext cx="1134" cy="0"/>
            </a:xfrm>
            <a:prstGeom prst="line">
              <a:avLst/>
            </a:prstGeom>
            <a:noFill/>
            <a:ln w="15875">
              <a:solidFill>
                <a:srgbClr val="000080"/>
              </a:solidFill>
              <a:round/>
            </a:ln>
          </p:spPr>
          <p:txBody>
            <a:bodyPr wrap="none" anchor="ctr"/>
            <a:lstStyle/>
            <a:p>
              <a:endParaRPr lang="zh-CN" altLang="en-US"/>
            </a:p>
          </p:txBody>
        </p:sp>
        <p:sp>
          <p:nvSpPr>
            <p:cNvPr id="80911" name="Line 19"/>
            <p:cNvSpPr>
              <a:spLocks noChangeShapeType="1"/>
            </p:cNvSpPr>
            <p:nvPr/>
          </p:nvSpPr>
          <p:spPr bwMode="auto">
            <a:xfrm rot="-5400000">
              <a:off x="1733" y="3456"/>
              <a:ext cx="862" cy="0"/>
            </a:xfrm>
            <a:prstGeom prst="line">
              <a:avLst/>
            </a:prstGeom>
            <a:noFill/>
            <a:ln w="22225">
              <a:solidFill>
                <a:srgbClr val="000080"/>
              </a:solidFill>
              <a:round/>
            </a:ln>
          </p:spPr>
          <p:txBody>
            <a:bodyPr wrap="none" anchor="ctr"/>
            <a:lstStyle/>
            <a:p>
              <a:endParaRPr lang="zh-CN" altLang="en-US"/>
            </a:p>
          </p:txBody>
        </p:sp>
        <p:sp>
          <p:nvSpPr>
            <p:cNvPr id="80912" name="Line 20"/>
            <p:cNvSpPr>
              <a:spLocks noChangeShapeType="1"/>
            </p:cNvSpPr>
            <p:nvPr/>
          </p:nvSpPr>
          <p:spPr bwMode="auto">
            <a:xfrm rot="-5400000">
              <a:off x="599" y="3456"/>
              <a:ext cx="862" cy="0"/>
            </a:xfrm>
            <a:prstGeom prst="line">
              <a:avLst/>
            </a:prstGeom>
            <a:noFill/>
            <a:ln w="22225">
              <a:solidFill>
                <a:srgbClr val="000080"/>
              </a:solidFill>
              <a:round/>
            </a:ln>
          </p:spPr>
          <p:txBody>
            <a:bodyPr wrap="none" anchor="ctr"/>
            <a:lstStyle/>
            <a:p>
              <a:endParaRPr lang="zh-CN" altLang="en-US"/>
            </a:p>
          </p:txBody>
        </p:sp>
        <p:sp>
          <p:nvSpPr>
            <p:cNvPr id="80913" name="Line 21"/>
            <p:cNvSpPr>
              <a:spLocks noChangeShapeType="1"/>
            </p:cNvSpPr>
            <p:nvPr/>
          </p:nvSpPr>
          <p:spPr bwMode="auto">
            <a:xfrm rot="-5400000">
              <a:off x="941" y="3456"/>
              <a:ext cx="862" cy="0"/>
            </a:xfrm>
            <a:prstGeom prst="line">
              <a:avLst/>
            </a:prstGeom>
            <a:noFill/>
            <a:ln w="15875">
              <a:solidFill>
                <a:srgbClr val="000080"/>
              </a:solidFill>
              <a:round/>
            </a:ln>
          </p:spPr>
          <p:txBody>
            <a:bodyPr wrap="none" anchor="ctr"/>
            <a:lstStyle/>
            <a:p>
              <a:endParaRPr lang="zh-CN" altLang="en-US"/>
            </a:p>
          </p:txBody>
        </p:sp>
        <p:sp>
          <p:nvSpPr>
            <p:cNvPr id="80914" name="Line 22"/>
            <p:cNvSpPr>
              <a:spLocks noChangeShapeType="1"/>
            </p:cNvSpPr>
            <p:nvPr/>
          </p:nvSpPr>
          <p:spPr bwMode="auto">
            <a:xfrm rot="-5400000">
              <a:off x="1388" y="3459"/>
              <a:ext cx="862" cy="0"/>
            </a:xfrm>
            <a:prstGeom prst="line">
              <a:avLst/>
            </a:prstGeom>
            <a:noFill/>
            <a:ln w="15875">
              <a:solidFill>
                <a:srgbClr val="000080"/>
              </a:solidFill>
              <a:round/>
            </a:ln>
          </p:spPr>
          <p:txBody>
            <a:bodyPr wrap="none" anchor="ctr"/>
            <a:lstStyle/>
            <a:p>
              <a:endParaRPr lang="zh-CN" altLang="en-US"/>
            </a:p>
          </p:txBody>
        </p:sp>
        <p:sp>
          <p:nvSpPr>
            <p:cNvPr id="80915" name="Text Box 23"/>
            <p:cNvSpPr txBox="1">
              <a:spLocks noChangeArrowheads="1"/>
            </p:cNvSpPr>
            <p:nvPr/>
          </p:nvSpPr>
          <p:spPr bwMode="auto">
            <a:xfrm>
              <a:off x="1077" y="2840"/>
              <a:ext cx="1283" cy="192"/>
            </a:xfrm>
            <a:prstGeom prst="rect">
              <a:avLst/>
            </a:prstGeom>
            <a:noFill/>
            <a:ln w="9525">
              <a:noFill/>
              <a:miter lim="800000"/>
            </a:ln>
          </p:spPr>
          <p:txBody>
            <a:bodyPr>
              <a:spAutoFit/>
            </a:bodyPr>
            <a:lstStyle/>
            <a:p>
              <a:r>
                <a:rPr lang="en-US" altLang="zh-CN" sz="1400">
                  <a:solidFill>
                    <a:schemeClr val="accent2"/>
                  </a:solidFill>
                </a:rPr>
                <a:t>Num     Name    Age</a:t>
              </a:r>
              <a:endParaRPr lang="en-US" altLang="zh-CN" sz="1400">
                <a:solidFill>
                  <a:schemeClr val="accent2"/>
                </a:solidFill>
              </a:endParaRPr>
            </a:p>
          </p:txBody>
        </p:sp>
        <p:sp>
          <p:nvSpPr>
            <p:cNvPr id="80916" name="Text Box 24"/>
            <p:cNvSpPr txBox="1">
              <a:spLocks noChangeArrowheads="1"/>
            </p:cNvSpPr>
            <p:nvPr/>
          </p:nvSpPr>
          <p:spPr bwMode="auto">
            <a:xfrm>
              <a:off x="839" y="3011"/>
              <a:ext cx="453" cy="873"/>
            </a:xfrm>
            <a:prstGeom prst="rect">
              <a:avLst/>
            </a:prstGeom>
            <a:noFill/>
            <a:ln w="9525">
              <a:noFill/>
              <a:miter lim="800000"/>
            </a:ln>
          </p:spPr>
          <p:txBody>
            <a:bodyPr>
              <a:spAutoFit/>
            </a:bodyPr>
            <a:lstStyle/>
            <a:p>
              <a:pPr>
                <a:spcBef>
                  <a:spcPct val="10000"/>
                </a:spcBef>
              </a:pPr>
              <a:r>
                <a:rPr lang="en-US" altLang="zh-CN" sz="1300">
                  <a:solidFill>
                    <a:schemeClr val="accent2"/>
                  </a:solidFill>
                </a:rPr>
                <a:t>a</a:t>
              </a:r>
              <a:r>
                <a:rPr lang="en-US" altLang="zh-CN" sz="1300" baseline="-30000">
                  <a:solidFill>
                    <a:schemeClr val="accent2"/>
                  </a:solidFill>
                </a:rPr>
                <a:t>1</a:t>
              </a:r>
              <a:endParaRPr lang="en-US" altLang="zh-CN" sz="1300" baseline="-30000">
                <a:solidFill>
                  <a:schemeClr val="accent2"/>
                </a:solidFill>
              </a:endParaRPr>
            </a:p>
            <a:p>
              <a:pPr>
                <a:spcBef>
                  <a:spcPct val="10000"/>
                </a:spcBef>
              </a:pPr>
              <a:r>
                <a:rPr lang="en-US" altLang="zh-CN" sz="1300">
                  <a:solidFill>
                    <a:schemeClr val="accent2"/>
                  </a:solidFill>
                </a:rPr>
                <a:t>a</a:t>
              </a:r>
              <a:r>
                <a:rPr lang="en-US" altLang="zh-CN" sz="1300" baseline="-30000">
                  <a:solidFill>
                    <a:schemeClr val="accent2"/>
                  </a:solidFill>
                </a:rPr>
                <a:t>2</a:t>
              </a:r>
              <a:endParaRPr lang="en-US" altLang="zh-CN" sz="1300" baseline="-30000">
                <a:solidFill>
                  <a:schemeClr val="accent2"/>
                </a:solidFill>
              </a:endParaRPr>
            </a:p>
            <a:p>
              <a:pPr>
                <a:spcBef>
                  <a:spcPct val="10000"/>
                </a:spcBef>
              </a:pPr>
              <a:r>
                <a:rPr lang="en-US" altLang="zh-CN" sz="1300">
                  <a:solidFill>
                    <a:schemeClr val="accent2"/>
                  </a:solidFill>
                </a:rPr>
                <a:t>a</a:t>
              </a:r>
              <a:r>
                <a:rPr lang="en-US" altLang="zh-CN" sz="1300" baseline="-30000">
                  <a:solidFill>
                    <a:schemeClr val="accent2"/>
                  </a:solidFill>
                </a:rPr>
                <a:t>3</a:t>
              </a:r>
              <a:endParaRPr lang="en-US" altLang="zh-CN" sz="1300" baseline="-30000">
                <a:solidFill>
                  <a:schemeClr val="accent2"/>
                </a:solidFill>
              </a:endParaRPr>
            </a:p>
            <a:p>
              <a:pPr>
                <a:spcBef>
                  <a:spcPct val="10000"/>
                </a:spcBef>
              </a:pPr>
              <a:endParaRPr lang="en-US" altLang="zh-CN" sz="1300">
                <a:solidFill>
                  <a:schemeClr val="accent2"/>
                </a:solidFill>
              </a:endParaRPr>
            </a:p>
            <a:p>
              <a:pPr>
                <a:spcBef>
                  <a:spcPct val="10000"/>
                </a:spcBef>
              </a:pPr>
              <a:endParaRPr lang="en-US" altLang="zh-CN" sz="1300">
                <a:solidFill>
                  <a:schemeClr val="accent2"/>
                </a:solidFill>
              </a:endParaRPr>
            </a:p>
            <a:p>
              <a:pPr>
                <a:spcBef>
                  <a:spcPct val="10000"/>
                </a:spcBef>
              </a:pPr>
              <a:r>
                <a:rPr lang="en-US" altLang="zh-CN" sz="1300">
                  <a:solidFill>
                    <a:schemeClr val="accent2"/>
                  </a:solidFill>
                </a:rPr>
                <a:t>a</a:t>
              </a:r>
              <a:r>
                <a:rPr lang="en-US" altLang="zh-CN" sz="1300" baseline="-30000">
                  <a:solidFill>
                    <a:schemeClr val="accent2"/>
                  </a:solidFill>
                </a:rPr>
                <a:t>30</a:t>
              </a:r>
              <a:endParaRPr lang="en-US" altLang="zh-CN" sz="1300" baseline="-30000">
                <a:solidFill>
                  <a:schemeClr val="accent2"/>
                </a:solidFill>
              </a:endParaRPr>
            </a:p>
          </p:txBody>
        </p:sp>
        <p:sp>
          <p:nvSpPr>
            <p:cNvPr id="80917" name="Text Box 25"/>
            <p:cNvSpPr txBox="1">
              <a:spLocks noChangeArrowheads="1"/>
            </p:cNvSpPr>
            <p:nvPr/>
          </p:nvSpPr>
          <p:spPr bwMode="auto">
            <a:xfrm>
              <a:off x="1013" y="2994"/>
              <a:ext cx="1419" cy="597"/>
            </a:xfrm>
            <a:prstGeom prst="rect">
              <a:avLst/>
            </a:prstGeom>
            <a:noFill/>
            <a:ln w="9525">
              <a:noFill/>
              <a:miter lim="800000"/>
            </a:ln>
          </p:spPr>
          <p:txBody>
            <a:bodyPr>
              <a:spAutoFit/>
            </a:bodyPr>
            <a:lstStyle/>
            <a:p>
              <a:pPr>
                <a:spcBef>
                  <a:spcPct val="10000"/>
                </a:spcBef>
              </a:pPr>
              <a:r>
                <a:rPr lang="en-US" altLang="zh-CN" sz="1300">
                  <a:solidFill>
                    <a:srgbClr val="003399"/>
                  </a:solidFill>
                </a:rPr>
                <a:t>60101      </a:t>
              </a:r>
              <a:r>
                <a:rPr lang="zh-CN" altLang="en-US" sz="1300">
                  <a:solidFill>
                    <a:srgbClr val="003399"/>
                  </a:solidFill>
                </a:rPr>
                <a:t>张三        </a:t>
              </a:r>
              <a:r>
                <a:rPr lang="en-US" altLang="zh-CN" sz="1300">
                  <a:solidFill>
                    <a:srgbClr val="003399"/>
                  </a:solidFill>
                </a:rPr>
                <a:t>17</a:t>
              </a:r>
              <a:endParaRPr lang="en-US" altLang="zh-CN" sz="1300">
                <a:solidFill>
                  <a:srgbClr val="003399"/>
                </a:solidFill>
              </a:endParaRPr>
            </a:p>
            <a:p>
              <a:pPr>
                <a:spcBef>
                  <a:spcPct val="10000"/>
                </a:spcBef>
              </a:pPr>
              <a:r>
                <a:rPr lang="en-US" altLang="zh-CN" sz="1300">
                  <a:solidFill>
                    <a:srgbClr val="003399"/>
                  </a:solidFill>
                </a:rPr>
                <a:t>60102      </a:t>
              </a:r>
              <a:r>
                <a:rPr lang="zh-CN" altLang="en-US" sz="1300">
                  <a:solidFill>
                    <a:srgbClr val="003399"/>
                  </a:solidFill>
                </a:rPr>
                <a:t>李四        </a:t>
              </a:r>
              <a:r>
                <a:rPr lang="en-US" altLang="zh-CN" sz="1300">
                  <a:solidFill>
                    <a:srgbClr val="003399"/>
                  </a:solidFill>
                </a:rPr>
                <a:t>16</a:t>
              </a:r>
              <a:endParaRPr lang="en-US" altLang="zh-CN" sz="1300">
                <a:solidFill>
                  <a:srgbClr val="003399"/>
                </a:solidFill>
              </a:endParaRPr>
            </a:p>
            <a:p>
              <a:pPr>
                <a:spcBef>
                  <a:spcPct val="10000"/>
                </a:spcBef>
              </a:pPr>
              <a:r>
                <a:rPr lang="en-US" altLang="zh-CN" sz="1300">
                  <a:solidFill>
                    <a:srgbClr val="003399"/>
                  </a:solidFill>
                </a:rPr>
                <a:t>60103      </a:t>
              </a:r>
              <a:r>
                <a:rPr lang="zh-CN" altLang="en-US" sz="1300">
                  <a:solidFill>
                    <a:srgbClr val="003399"/>
                  </a:solidFill>
                </a:rPr>
                <a:t>王五        </a:t>
              </a:r>
              <a:r>
                <a:rPr lang="en-US" altLang="zh-CN" sz="1300">
                  <a:solidFill>
                    <a:srgbClr val="003399"/>
                  </a:solidFill>
                </a:rPr>
                <a:t>20</a:t>
              </a:r>
              <a:endParaRPr lang="en-US" altLang="zh-CN" sz="1300">
                <a:solidFill>
                  <a:srgbClr val="003399"/>
                </a:solidFill>
              </a:endParaRPr>
            </a:p>
            <a:p>
              <a:pPr>
                <a:spcBef>
                  <a:spcPct val="10000"/>
                </a:spcBef>
              </a:pPr>
              <a:endParaRPr lang="en-US" altLang="zh-CN" sz="1300">
                <a:solidFill>
                  <a:srgbClr val="003399"/>
                </a:solidFill>
              </a:endParaRPr>
            </a:p>
          </p:txBody>
        </p:sp>
      </p:grpSp>
      <p:sp>
        <p:nvSpPr>
          <p:cNvPr id="603162" name="Rectangle 26"/>
          <p:cNvSpPr>
            <a:spLocks noChangeArrowheads="1"/>
          </p:cNvSpPr>
          <p:nvPr/>
        </p:nvSpPr>
        <p:spPr bwMode="auto">
          <a:xfrm>
            <a:off x="1631504" y="3429000"/>
            <a:ext cx="2897187" cy="457200"/>
          </a:xfrm>
          <a:prstGeom prst="rect">
            <a:avLst/>
          </a:prstGeom>
          <a:noFill/>
          <a:ln w="12700" cap="sq">
            <a:noFill/>
            <a:miter lim="800000"/>
          </a:ln>
          <a:effectLst>
            <a:outerShdw algn="ctr" rotWithShape="0">
              <a:schemeClr val="bg1"/>
            </a:outerShdw>
          </a:effectLst>
        </p:spPr>
        <p:txBody>
          <a:bodyPr>
            <a:spAutoFit/>
          </a:bodyPr>
          <a:lstStyle/>
          <a:p>
            <a:pPr eaLnBrk="1" fontAlgn="base" hangingPunct="1"/>
            <a:endParaRPr lang="zh-CN" altLang="en-US" sz="2400" dirty="0">
              <a:solidFill>
                <a:srgbClr val="FF3300"/>
              </a:solidFill>
              <a:ea typeface="宋体" pitchFamily="2" charset="-122"/>
            </a:endParaRPr>
          </a:p>
        </p:txBody>
      </p:sp>
      <p:grpSp>
        <p:nvGrpSpPr>
          <p:cNvPr id="5" name="Group 27"/>
          <p:cNvGrpSpPr/>
          <p:nvPr/>
        </p:nvGrpSpPr>
        <p:grpSpPr bwMode="auto">
          <a:xfrm>
            <a:off x="4719712" y="4738959"/>
            <a:ext cx="4032250" cy="1322388"/>
            <a:chOff x="2835" y="2976"/>
            <a:chExt cx="2540" cy="833"/>
          </a:xfrm>
        </p:grpSpPr>
        <p:sp>
          <p:nvSpPr>
            <p:cNvPr id="80903" name="Text Box 28"/>
            <p:cNvSpPr txBox="1">
              <a:spLocks noChangeArrowheads="1"/>
            </p:cNvSpPr>
            <p:nvPr/>
          </p:nvSpPr>
          <p:spPr bwMode="auto">
            <a:xfrm>
              <a:off x="3412" y="2976"/>
              <a:ext cx="1963" cy="833"/>
            </a:xfrm>
            <a:prstGeom prst="rect">
              <a:avLst/>
            </a:prstGeom>
            <a:noFill/>
            <a:ln w="9525">
              <a:noFill/>
              <a:miter lim="800000"/>
            </a:ln>
          </p:spPr>
          <p:txBody>
            <a:bodyPr>
              <a:spAutoFit/>
            </a:bodyPr>
            <a:lstStyle/>
            <a:p>
              <a:pPr>
                <a:lnSpc>
                  <a:spcPct val="85000"/>
                </a:lnSpc>
                <a:spcBef>
                  <a:spcPct val="0"/>
                </a:spcBef>
              </a:pPr>
              <a:r>
                <a:rPr lang="en-US" altLang="zh-CN" sz="1900" dirty="0" err="1">
                  <a:solidFill>
                    <a:srgbClr val="003399"/>
                  </a:solidFill>
                </a:rPr>
                <a:t>typedef</a:t>
              </a:r>
              <a:r>
                <a:rPr lang="en-US" altLang="zh-CN" sz="1900" dirty="0">
                  <a:solidFill>
                    <a:srgbClr val="003399"/>
                  </a:solidFill>
                </a:rPr>
                <a:t>  </a:t>
              </a:r>
              <a:r>
                <a:rPr lang="en-US" altLang="zh-CN" sz="1900" dirty="0" err="1">
                  <a:solidFill>
                    <a:srgbClr val="003399"/>
                  </a:solidFill>
                </a:rPr>
                <a:t>struct</a:t>
              </a:r>
              <a:r>
                <a:rPr lang="en-US" altLang="zh-CN" sz="1900" dirty="0">
                  <a:solidFill>
                    <a:srgbClr val="003399"/>
                  </a:solidFill>
                </a:rPr>
                <a:t> {</a:t>
              </a:r>
              <a:endParaRPr lang="en-US" altLang="zh-CN" sz="1900" dirty="0">
                <a:solidFill>
                  <a:srgbClr val="003399"/>
                </a:solidFill>
              </a:endParaRPr>
            </a:p>
            <a:p>
              <a:pPr>
                <a:lnSpc>
                  <a:spcPct val="85000"/>
                </a:lnSpc>
                <a:spcBef>
                  <a:spcPct val="0"/>
                </a:spcBef>
              </a:pPr>
              <a:r>
                <a:rPr lang="en-US" altLang="zh-CN" sz="1900" dirty="0">
                  <a:solidFill>
                    <a:srgbClr val="003399"/>
                  </a:solidFill>
                </a:rPr>
                <a:t>       </a:t>
              </a:r>
              <a:r>
                <a:rPr lang="en-US" altLang="zh-CN" sz="1900" dirty="0" err="1">
                  <a:solidFill>
                    <a:srgbClr val="003399"/>
                  </a:solidFill>
                </a:rPr>
                <a:t>int</a:t>
              </a:r>
              <a:r>
                <a:rPr lang="en-US" altLang="zh-CN" sz="1900" dirty="0">
                  <a:solidFill>
                    <a:srgbClr val="003399"/>
                  </a:solidFill>
                </a:rPr>
                <a:t> Num;</a:t>
              </a:r>
              <a:endParaRPr lang="en-US" altLang="zh-CN" sz="1900" dirty="0">
                <a:solidFill>
                  <a:srgbClr val="003399"/>
                </a:solidFill>
              </a:endParaRPr>
            </a:p>
            <a:p>
              <a:pPr>
                <a:lnSpc>
                  <a:spcPct val="85000"/>
                </a:lnSpc>
                <a:spcBef>
                  <a:spcPct val="0"/>
                </a:spcBef>
              </a:pPr>
              <a:r>
                <a:rPr lang="en-US" altLang="zh-CN" sz="1900" dirty="0">
                  <a:solidFill>
                    <a:srgbClr val="003399"/>
                  </a:solidFill>
                </a:rPr>
                <a:t>       char Name[10];</a:t>
              </a:r>
              <a:endParaRPr lang="en-US" altLang="zh-CN" sz="1900" dirty="0">
                <a:solidFill>
                  <a:srgbClr val="003399"/>
                </a:solidFill>
              </a:endParaRPr>
            </a:p>
            <a:p>
              <a:pPr>
                <a:lnSpc>
                  <a:spcPct val="85000"/>
                </a:lnSpc>
                <a:spcBef>
                  <a:spcPct val="0"/>
                </a:spcBef>
              </a:pPr>
              <a:r>
                <a:rPr lang="en-US" altLang="zh-CN" sz="1900" dirty="0">
                  <a:solidFill>
                    <a:srgbClr val="003399"/>
                  </a:solidFill>
                </a:rPr>
                <a:t>       </a:t>
              </a:r>
              <a:r>
                <a:rPr lang="en-US" altLang="zh-CN" sz="1900" dirty="0" err="1">
                  <a:solidFill>
                    <a:srgbClr val="003399"/>
                  </a:solidFill>
                </a:rPr>
                <a:t>int</a:t>
              </a:r>
              <a:r>
                <a:rPr lang="en-US" altLang="zh-CN" sz="1900" dirty="0">
                  <a:solidFill>
                    <a:srgbClr val="003399"/>
                  </a:solidFill>
                </a:rPr>
                <a:t> Age;</a:t>
              </a:r>
              <a:endParaRPr lang="en-US" altLang="zh-CN" sz="1900" dirty="0">
                <a:solidFill>
                  <a:srgbClr val="003399"/>
                </a:solidFill>
              </a:endParaRPr>
            </a:p>
            <a:p>
              <a:pPr>
                <a:lnSpc>
                  <a:spcPct val="85000"/>
                </a:lnSpc>
                <a:spcBef>
                  <a:spcPct val="0"/>
                </a:spcBef>
              </a:pPr>
              <a:r>
                <a:rPr lang="en-US" altLang="zh-CN" sz="1900" dirty="0">
                  <a:solidFill>
                    <a:srgbClr val="003399"/>
                  </a:solidFill>
                </a:rPr>
                <a:t>}  </a:t>
              </a:r>
              <a:r>
                <a:rPr lang="en-US" altLang="zh-CN" sz="1900" dirty="0" err="1">
                  <a:solidFill>
                    <a:srgbClr val="F20000"/>
                  </a:solidFill>
                </a:rPr>
                <a:t>ElemType</a:t>
              </a:r>
              <a:r>
                <a:rPr lang="en-US" altLang="zh-CN" sz="1900" dirty="0">
                  <a:solidFill>
                    <a:srgbClr val="003399"/>
                  </a:solidFill>
                </a:rPr>
                <a:t>;</a:t>
              </a:r>
              <a:endParaRPr lang="en-US" altLang="zh-CN" sz="1900" dirty="0">
                <a:solidFill>
                  <a:srgbClr val="003399"/>
                </a:solidFill>
              </a:endParaRPr>
            </a:p>
          </p:txBody>
        </p:sp>
        <p:sp>
          <p:nvSpPr>
            <p:cNvPr id="80904" name="AutoShape 29"/>
            <p:cNvSpPr>
              <a:spLocks noChangeArrowheads="1"/>
            </p:cNvSpPr>
            <p:nvPr/>
          </p:nvSpPr>
          <p:spPr bwMode="auto">
            <a:xfrm>
              <a:off x="2835" y="3294"/>
              <a:ext cx="408" cy="306"/>
            </a:xfrm>
            <a:prstGeom prst="rightArrow">
              <a:avLst>
                <a:gd name="adj1" fmla="val 50000"/>
                <a:gd name="adj2" fmla="val 33333"/>
              </a:avLst>
            </a:prstGeom>
            <a:solidFill>
              <a:srgbClr val="F20000"/>
            </a:solidFill>
            <a:ln w="9525">
              <a:noFill/>
              <a:miter lim="800000"/>
            </a:ln>
            <a:effectLst>
              <a:outerShdw dist="12700" algn="ctr" rotWithShape="0">
                <a:schemeClr val="bg2"/>
              </a:outerShdw>
            </a:effectLst>
          </p:spPr>
          <p:txBody>
            <a:bodyPr wrap="none" anchor="ctr"/>
            <a:lstStyle/>
            <a:p>
              <a:endParaRPr lang="zh-CN" altLang="en-US"/>
            </a:p>
          </p:txBody>
        </p:sp>
      </p:grpSp>
      <p:grpSp>
        <p:nvGrpSpPr>
          <p:cNvPr id="30" name="Group 18"/>
          <p:cNvGrpSpPr/>
          <p:nvPr/>
        </p:nvGrpSpPr>
        <p:grpSpPr bwMode="auto">
          <a:xfrm>
            <a:off x="1055761" y="116782"/>
            <a:ext cx="3456062" cy="622057"/>
            <a:chOff x="1968" y="528"/>
            <a:chExt cx="1920" cy="432"/>
          </a:xfrm>
        </p:grpSpPr>
        <p:sp>
          <p:nvSpPr>
            <p:cNvPr id="31" name="Oval 19"/>
            <p:cNvSpPr>
              <a:spLocks noChangeArrowheads="1"/>
            </p:cNvSpPr>
            <p:nvPr/>
          </p:nvSpPr>
          <p:spPr bwMode="auto">
            <a:xfrm>
              <a:off x="1968" y="528"/>
              <a:ext cx="1920" cy="432"/>
            </a:xfrm>
            <a:prstGeom prst="ellipse">
              <a:avLst/>
            </a:prstGeom>
            <a:solidFill>
              <a:srgbClr val="E1FFE1"/>
            </a:solidFill>
            <a:ln w="12700" cap="sq">
              <a:noFill/>
              <a:round/>
            </a:ln>
            <a:effectLst>
              <a:outerShdw dist="113592" dir="1593903" algn="ctr" rotWithShape="0">
                <a:srgbClr val="B2B2B2"/>
              </a:outerShdw>
            </a:effectLst>
          </p:spPr>
          <p:txBody>
            <a:bodyPr wrap="none" anchor="ctr"/>
            <a:lstStyle/>
            <a:p>
              <a:endParaRPr lang="zh-CN" altLang="en-US"/>
            </a:p>
          </p:txBody>
        </p:sp>
        <p:sp>
          <p:nvSpPr>
            <p:cNvPr id="32" name="Text Box 20"/>
            <p:cNvSpPr txBox="1">
              <a:spLocks noChangeArrowheads="1"/>
            </p:cNvSpPr>
            <p:nvPr/>
          </p:nvSpPr>
          <p:spPr bwMode="auto">
            <a:xfrm>
              <a:off x="2136" y="549"/>
              <a:ext cx="1752" cy="406"/>
            </a:xfrm>
            <a:prstGeom prst="rect">
              <a:avLst/>
            </a:prstGeom>
            <a:noFill/>
            <a:ln w="12700" cap="sq">
              <a:noFill/>
              <a:miter lim="800000"/>
            </a:ln>
            <a:effectLst>
              <a:outerShdw dist="12700" algn="ctr" rotWithShape="0">
                <a:schemeClr val="bg1"/>
              </a:outerShdw>
            </a:effectLst>
          </p:spPr>
          <p:txBody>
            <a:bodyPr>
              <a:spAutoFit/>
            </a:bodyPr>
            <a:lstStyle/>
            <a:p>
              <a:pPr fontAlgn="base">
                <a:spcBef>
                  <a:spcPct val="0"/>
                </a:spcBef>
              </a:pPr>
              <a:r>
                <a:rPr lang="zh-CN" altLang="en-US" sz="3200" dirty="0">
                  <a:solidFill>
                    <a:srgbClr val="FF3300"/>
                  </a:solidFill>
                  <a:ea typeface="黑体" panose="02010609060101010101" pitchFamily="2" charset="-122"/>
                </a:rPr>
                <a:t>线性链表的定义</a:t>
              </a:r>
              <a:endParaRPr lang="zh-CN" altLang="en-US" sz="3200" dirty="0">
                <a:solidFill>
                  <a:srgbClr val="FF3300"/>
                </a:solidFill>
                <a:ea typeface="黑体" panose="02010609060101010101" pitchFamily="2" charset="-122"/>
              </a:endParaRPr>
            </a:p>
          </p:txBody>
        </p:sp>
      </p:grpSp>
      <p:grpSp>
        <p:nvGrpSpPr>
          <p:cNvPr id="33" name="Group 8"/>
          <p:cNvGrpSpPr/>
          <p:nvPr/>
        </p:nvGrpSpPr>
        <p:grpSpPr bwMode="auto">
          <a:xfrm>
            <a:off x="731912" y="1484784"/>
            <a:ext cx="4300909" cy="2448272"/>
            <a:chOff x="549" y="1298"/>
            <a:chExt cx="3510" cy="1361"/>
          </a:xfrm>
        </p:grpSpPr>
        <p:sp>
          <p:nvSpPr>
            <p:cNvPr id="34" name="AutoShape 9"/>
            <p:cNvSpPr>
              <a:spLocks noChangeArrowheads="1"/>
            </p:cNvSpPr>
            <p:nvPr/>
          </p:nvSpPr>
          <p:spPr bwMode="auto">
            <a:xfrm>
              <a:off x="1057" y="1298"/>
              <a:ext cx="3002" cy="1361"/>
            </a:xfrm>
            <a:prstGeom prst="foldedCorner">
              <a:avLst>
                <a:gd name="adj" fmla="val 12986"/>
              </a:avLst>
            </a:prstGeom>
            <a:solidFill>
              <a:srgbClr val="E1F0FF"/>
            </a:solidFill>
            <a:ln w="12700" cap="sq">
              <a:noFill/>
              <a:round/>
            </a:ln>
            <a:effectLst>
              <a:outerShdw dist="179605" dir="2700000" algn="ctr" rotWithShape="0">
                <a:srgbClr val="DDDDDD"/>
              </a:outerShdw>
            </a:effectLst>
          </p:spPr>
          <p:txBody>
            <a:bodyPr wrap="none" anchor="ctr"/>
            <a:lstStyle/>
            <a:p>
              <a:endParaRPr lang="zh-CN" altLang="en-US"/>
            </a:p>
          </p:txBody>
        </p:sp>
        <p:sp>
          <p:nvSpPr>
            <p:cNvPr id="35" name="Rectangle 10"/>
            <p:cNvSpPr>
              <a:spLocks noChangeArrowheads="1"/>
            </p:cNvSpPr>
            <p:nvPr/>
          </p:nvSpPr>
          <p:spPr bwMode="auto">
            <a:xfrm>
              <a:off x="1125" y="1487"/>
              <a:ext cx="2880" cy="1067"/>
            </a:xfrm>
            <a:prstGeom prst="rect">
              <a:avLst/>
            </a:prstGeom>
            <a:noFill/>
            <a:ln w="12700" cap="sq">
              <a:noFill/>
              <a:miter lim="800000"/>
            </a:ln>
          </p:spPr>
          <p:txBody>
            <a:bodyPr>
              <a:spAutoFit/>
            </a:bodyPr>
            <a:lstStyle/>
            <a:p>
              <a:pPr fontAlgn="base">
                <a:lnSpc>
                  <a:spcPct val="95000"/>
                </a:lnSpc>
                <a:spcBef>
                  <a:spcPct val="0"/>
                </a:spcBef>
              </a:pPr>
              <a:r>
                <a:rPr lang="en-US" altLang="zh-CN" sz="2500" dirty="0" err="1">
                  <a:solidFill>
                    <a:srgbClr val="003399"/>
                  </a:solidFill>
                  <a:ea typeface="宋体" pitchFamily="2" charset="-122"/>
                </a:rPr>
                <a:t>struct</a:t>
              </a:r>
              <a:r>
                <a:rPr lang="en-US" altLang="zh-CN" sz="2500" dirty="0">
                  <a:solidFill>
                    <a:srgbClr val="003399"/>
                  </a:solidFill>
                  <a:ea typeface="宋体" pitchFamily="2" charset="-122"/>
                </a:rPr>
                <a:t> node {   </a:t>
              </a:r>
              <a:endParaRPr lang="en-US" altLang="zh-CN" sz="2500" dirty="0">
                <a:solidFill>
                  <a:srgbClr val="003399"/>
                </a:solidFill>
                <a:ea typeface="宋体" pitchFamily="2" charset="-122"/>
              </a:endParaRPr>
            </a:p>
            <a:p>
              <a:pPr fontAlgn="base">
                <a:lnSpc>
                  <a:spcPct val="95000"/>
                </a:lnSpc>
                <a:spcBef>
                  <a:spcPct val="0"/>
                </a:spcBef>
              </a:pPr>
              <a:r>
                <a:rPr lang="en-US" altLang="zh-CN" sz="2500" dirty="0">
                  <a:solidFill>
                    <a:srgbClr val="003399"/>
                  </a:solidFill>
                  <a:ea typeface="宋体" pitchFamily="2" charset="-122"/>
                </a:rPr>
                <a:t>        </a:t>
              </a:r>
              <a:r>
                <a:rPr lang="en-US" altLang="zh-CN" sz="2500" dirty="0" err="1">
                  <a:solidFill>
                    <a:srgbClr val="003399"/>
                  </a:solidFill>
                  <a:ea typeface="宋体" pitchFamily="2" charset="-122"/>
                </a:rPr>
                <a:t>ElemType</a:t>
              </a:r>
              <a:r>
                <a:rPr lang="en-US" altLang="zh-CN" sz="2500" dirty="0">
                  <a:solidFill>
                    <a:srgbClr val="003399"/>
                  </a:solidFill>
                  <a:ea typeface="宋体" pitchFamily="2" charset="-122"/>
                </a:rPr>
                <a:t>   data;</a:t>
              </a:r>
              <a:endParaRPr lang="en-US" altLang="zh-CN" sz="2500" dirty="0">
                <a:solidFill>
                  <a:srgbClr val="003399"/>
                </a:solidFill>
                <a:ea typeface="宋体" pitchFamily="2" charset="-122"/>
              </a:endParaRPr>
            </a:p>
            <a:p>
              <a:pPr fontAlgn="base">
                <a:lnSpc>
                  <a:spcPct val="95000"/>
                </a:lnSpc>
                <a:spcBef>
                  <a:spcPct val="0"/>
                </a:spcBef>
              </a:pPr>
              <a:r>
                <a:rPr lang="en-US" altLang="zh-CN" sz="2500" dirty="0">
                  <a:solidFill>
                    <a:srgbClr val="003399"/>
                  </a:solidFill>
                  <a:ea typeface="宋体" pitchFamily="2" charset="-122"/>
                </a:rPr>
                <a:t>        </a:t>
              </a:r>
              <a:r>
                <a:rPr lang="en-US" altLang="zh-CN" sz="2500" dirty="0" err="1">
                  <a:solidFill>
                    <a:srgbClr val="003399"/>
                  </a:solidFill>
                  <a:ea typeface="宋体" pitchFamily="2" charset="-122"/>
                </a:rPr>
                <a:t>struct</a:t>
              </a:r>
              <a:r>
                <a:rPr lang="en-US" altLang="zh-CN" sz="2500" dirty="0">
                  <a:solidFill>
                    <a:srgbClr val="003399"/>
                  </a:solidFill>
                  <a:ea typeface="宋体" pitchFamily="2" charset="-122"/>
                </a:rPr>
                <a:t> node   *link;</a:t>
              </a:r>
              <a:endParaRPr lang="en-US" altLang="zh-CN" sz="2500" dirty="0">
                <a:solidFill>
                  <a:srgbClr val="003399"/>
                </a:solidFill>
                <a:ea typeface="宋体" pitchFamily="2" charset="-122"/>
              </a:endParaRPr>
            </a:p>
            <a:p>
              <a:pPr fontAlgn="base">
                <a:lnSpc>
                  <a:spcPct val="95000"/>
                </a:lnSpc>
                <a:spcBef>
                  <a:spcPct val="0"/>
                </a:spcBef>
              </a:pPr>
              <a:r>
                <a:rPr lang="en-US" altLang="zh-CN" sz="2500" dirty="0">
                  <a:solidFill>
                    <a:srgbClr val="003399"/>
                  </a:solidFill>
                  <a:ea typeface="宋体" pitchFamily="2" charset="-122"/>
                </a:rPr>
                <a:t>} ;</a:t>
              </a:r>
              <a:endParaRPr lang="en-US" altLang="zh-CN" sz="2500" dirty="0">
                <a:solidFill>
                  <a:srgbClr val="003399"/>
                </a:solidFill>
                <a:ea typeface="宋体" pitchFamily="2" charset="-122"/>
              </a:endParaRPr>
            </a:p>
            <a:p>
              <a:pPr fontAlgn="base">
                <a:lnSpc>
                  <a:spcPct val="95000"/>
                </a:lnSpc>
                <a:spcBef>
                  <a:spcPct val="0"/>
                </a:spcBef>
              </a:pPr>
              <a:r>
                <a:rPr lang="en-US" altLang="zh-CN" sz="2500" b="1" dirty="0" err="1">
                  <a:solidFill>
                    <a:srgbClr val="FF0000"/>
                  </a:solidFill>
                  <a:ea typeface="宋体" pitchFamily="2" charset="-122"/>
                </a:rPr>
                <a:t>struct</a:t>
              </a:r>
              <a:r>
                <a:rPr lang="en-US" altLang="zh-CN" sz="2500" b="1" dirty="0">
                  <a:solidFill>
                    <a:srgbClr val="FF0000"/>
                  </a:solidFill>
                  <a:ea typeface="宋体" pitchFamily="2" charset="-122"/>
                </a:rPr>
                <a:t> node *list, *p;</a:t>
              </a:r>
              <a:endParaRPr lang="en-US" altLang="zh-CN" sz="2500" b="1" dirty="0">
                <a:solidFill>
                  <a:srgbClr val="FF0000"/>
                </a:solidFill>
                <a:ea typeface="宋体" pitchFamily="2" charset="-122"/>
              </a:endParaRPr>
            </a:p>
          </p:txBody>
        </p:sp>
        <p:sp>
          <p:nvSpPr>
            <p:cNvPr id="36" name="Text Box 11"/>
            <p:cNvSpPr txBox="1">
              <a:spLocks noChangeArrowheads="1"/>
            </p:cNvSpPr>
            <p:nvPr/>
          </p:nvSpPr>
          <p:spPr bwMode="auto">
            <a:xfrm>
              <a:off x="549" y="1411"/>
              <a:ext cx="590" cy="1074"/>
            </a:xfrm>
            <a:prstGeom prst="rect">
              <a:avLst/>
            </a:prstGeom>
            <a:noFill/>
            <a:ln w="12700" cap="sq">
              <a:noFill/>
              <a:miter lim="800000"/>
            </a:ln>
            <a:effectLst>
              <a:outerShdw dist="28398" dir="1593903" algn="ctr" rotWithShape="0">
                <a:schemeClr val="bg1"/>
              </a:outerShdw>
            </a:effectLst>
          </p:spPr>
          <p:txBody>
            <a:bodyPr wrap="none">
              <a:spAutoFit/>
            </a:bodyPr>
            <a:lstStyle/>
            <a:p>
              <a:pPr>
                <a:lnSpc>
                  <a:spcPct val="70000"/>
                </a:lnSpc>
                <a:spcBef>
                  <a:spcPct val="0"/>
                </a:spcBef>
              </a:pPr>
              <a:r>
                <a:rPr lang="zh-CN" altLang="en-US" sz="4200" dirty="0">
                  <a:solidFill>
                    <a:srgbClr val="FF3300"/>
                  </a:solidFill>
                  <a:ea typeface="华文新魏" pitchFamily="2" charset="-122"/>
                </a:rPr>
                <a:t>链</a:t>
              </a:r>
              <a:endParaRPr lang="en-US" altLang="zh-CN" sz="4200" dirty="0">
                <a:solidFill>
                  <a:srgbClr val="FF3300"/>
                </a:solidFill>
                <a:ea typeface="华文新魏" pitchFamily="2" charset="-122"/>
              </a:endParaRPr>
            </a:p>
            <a:p>
              <a:pPr>
                <a:lnSpc>
                  <a:spcPct val="70000"/>
                </a:lnSpc>
                <a:spcBef>
                  <a:spcPct val="0"/>
                </a:spcBef>
              </a:pPr>
              <a:r>
                <a:rPr lang="zh-CN" altLang="en-US" sz="4200" dirty="0">
                  <a:solidFill>
                    <a:srgbClr val="FF3300"/>
                  </a:solidFill>
                  <a:ea typeface="华文新魏" pitchFamily="2" charset="-122"/>
                </a:rPr>
                <a:t>表</a:t>
              </a:r>
              <a:endParaRPr lang="zh-CN" altLang="en-US" sz="4200" dirty="0">
                <a:solidFill>
                  <a:srgbClr val="FF3300"/>
                </a:solidFill>
                <a:ea typeface="华文新魏" pitchFamily="2" charset="-122"/>
              </a:endParaRPr>
            </a:p>
            <a:p>
              <a:pPr>
                <a:lnSpc>
                  <a:spcPct val="70000"/>
                </a:lnSpc>
                <a:spcBef>
                  <a:spcPct val="0"/>
                </a:spcBef>
              </a:pPr>
              <a:r>
                <a:rPr lang="zh-CN" altLang="en-US" sz="4200" dirty="0">
                  <a:solidFill>
                    <a:srgbClr val="FF3300"/>
                  </a:solidFill>
                  <a:ea typeface="华文新魏" pitchFamily="2" charset="-122"/>
                </a:rPr>
                <a:t>定</a:t>
              </a:r>
              <a:endParaRPr lang="zh-CN" altLang="en-US" sz="4200" dirty="0">
                <a:solidFill>
                  <a:srgbClr val="FF3300"/>
                </a:solidFill>
                <a:ea typeface="华文新魏" pitchFamily="2" charset="-122"/>
              </a:endParaRPr>
            </a:p>
            <a:p>
              <a:pPr>
                <a:lnSpc>
                  <a:spcPct val="70000"/>
                </a:lnSpc>
                <a:spcBef>
                  <a:spcPct val="0"/>
                </a:spcBef>
              </a:pPr>
              <a:r>
                <a:rPr lang="zh-CN" altLang="en-US" sz="4200" dirty="0">
                  <a:solidFill>
                    <a:srgbClr val="FF3300"/>
                  </a:solidFill>
                  <a:ea typeface="华文新魏" pitchFamily="2" charset="-122"/>
                </a:rPr>
                <a:t>义</a:t>
              </a:r>
              <a:endParaRPr lang="zh-CN" altLang="en-US" sz="4200" dirty="0">
                <a:solidFill>
                  <a:srgbClr val="FF3300"/>
                </a:solidFill>
                <a:ea typeface="华文新魏"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272"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p:cTn id="7" dur="500" fill="hold"/>
                                        <p:tgtEl>
                                          <p:spTgt spid="33"/>
                                        </p:tgtEl>
                                        <p:attrNameLst>
                                          <p:attrName>ppt_w</p:attrName>
                                        </p:attrNameLst>
                                      </p:cBhvr>
                                      <p:tavLst>
                                        <p:tav tm="0">
                                          <p:val>
                                            <p:strVal val="2/3*#ppt_w"/>
                                          </p:val>
                                        </p:tav>
                                        <p:tav tm="100000">
                                          <p:val>
                                            <p:strVal val="#ppt_w"/>
                                          </p:val>
                                        </p:tav>
                                      </p:tavLst>
                                    </p:anim>
                                    <p:anim calcmode="lin" valueType="num">
                                      <p:cBhvr>
                                        <p:cTn id="8" dur="500" fill="hold"/>
                                        <p:tgtEl>
                                          <p:spTgt spid="33"/>
                                        </p:tgtEl>
                                        <p:attrNameLst>
                                          <p:attrName>ppt_h</p:attrName>
                                        </p:attrNameLst>
                                      </p:cBhvr>
                                      <p:tavLst>
                                        <p:tav tm="0">
                                          <p:val>
                                            <p:strVal val="2/3*#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272"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ppt_w</p:attrName>
                                        </p:attrNameLst>
                                      </p:cBhvr>
                                      <p:tavLst>
                                        <p:tav tm="0">
                                          <p:val>
                                            <p:strVal val="2/3*#ppt_w"/>
                                          </p:val>
                                        </p:tav>
                                        <p:tav tm="100000">
                                          <p:val>
                                            <p:strVal val="#ppt_w"/>
                                          </p:val>
                                        </p:tav>
                                      </p:tavLst>
                                    </p:anim>
                                    <p:anim calcmode="lin" valueType="num">
                                      <p:cBhvr>
                                        <p:cTn id="14" dur="500" fill="hold"/>
                                        <p:tgtEl>
                                          <p:spTgt spid="3"/>
                                        </p:tgtEl>
                                        <p:attrNameLst>
                                          <p:attrName>ppt_h</p:attrName>
                                        </p:attrNameLst>
                                      </p:cBhvr>
                                      <p:tavLst>
                                        <p:tav tm="0">
                                          <p:val>
                                            <p:strVal val="2/3*#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nodePh="1">
                                  <p:stCondLst>
                                    <p:cond delay="0"/>
                                  </p:stCondLst>
                                  <p:endCondLst>
                                    <p:cond evt="begin" delay="0">
                                      <p:tn val="17"/>
                                    </p:cond>
                                  </p:endCondLst>
                                  <p:childTnLst>
                                    <p:set>
                                      <p:cBhvr>
                                        <p:cTn id="18" dur="1" fill="hold">
                                          <p:stCondLst>
                                            <p:cond delay="0"/>
                                          </p:stCondLst>
                                        </p:cTn>
                                        <p:tgtEl>
                                          <p:spTgt spid="603162"/>
                                        </p:tgtEl>
                                        <p:attrNameLst>
                                          <p:attrName>style.visibility</p:attrName>
                                        </p:attrNameLst>
                                      </p:cBhvr>
                                      <p:to>
                                        <p:strVal val="visible"/>
                                      </p:to>
                                    </p:set>
                                    <p:anim calcmode="lin" valueType="num">
                                      <p:cBhvr additive="base">
                                        <p:cTn id="19" dur="500" fill="hold"/>
                                        <p:tgtEl>
                                          <p:spTgt spid="603162"/>
                                        </p:tgtEl>
                                        <p:attrNameLst>
                                          <p:attrName>ppt_x</p:attrName>
                                        </p:attrNameLst>
                                      </p:cBhvr>
                                      <p:tavLst>
                                        <p:tav tm="0">
                                          <p:val>
                                            <p:strVal val="1+#ppt_w/2"/>
                                          </p:val>
                                        </p:tav>
                                        <p:tav tm="100000">
                                          <p:val>
                                            <p:strVal val="#ppt_x"/>
                                          </p:val>
                                        </p:tav>
                                      </p:tavLst>
                                    </p:anim>
                                    <p:anim calcmode="lin" valueType="num">
                                      <p:cBhvr additive="base">
                                        <p:cTn id="20" dur="500" fill="hold"/>
                                        <p:tgtEl>
                                          <p:spTgt spid="603162"/>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ipe(up)">
                                      <p:cBhvr>
                                        <p:cTn id="25" dur="5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wipe(left)">
                                      <p:cBhvr>
                                        <p:cTn id="3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3162" grpId="0"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62" name="Rectangle 2"/>
          <p:cNvSpPr>
            <a:spLocks noChangeArrowheads="1"/>
          </p:cNvSpPr>
          <p:nvPr/>
        </p:nvSpPr>
        <p:spPr bwMode="auto">
          <a:xfrm>
            <a:off x="1646312" y="1124742"/>
            <a:ext cx="8229600" cy="806450"/>
          </a:xfrm>
          <a:prstGeom prst="rect">
            <a:avLst/>
          </a:prstGeom>
          <a:noFill/>
          <a:ln w="9525">
            <a:noFill/>
            <a:miter lim="800000"/>
          </a:ln>
        </p:spPr>
        <p:txBody>
          <a:bodyPr>
            <a:spAutoFit/>
          </a:bodyPr>
          <a:lstStyle/>
          <a:p>
            <a:pPr fontAlgn="base">
              <a:lnSpc>
                <a:spcPct val="90000"/>
              </a:lnSpc>
              <a:spcBef>
                <a:spcPct val="0"/>
              </a:spcBef>
            </a:pPr>
            <a:r>
              <a:rPr lang="zh-CN" altLang="en-US" sz="2600" dirty="0">
                <a:solidFill>
                  <a:srgbClr val="002F8C"/>
                </a:solidFill>
                <a:latin typeface="幼圆" pitchFamily="49" charset="-122"/>
                <a:ea typeface="幼圆" pitchFamily="49" charset="-122"/>
              </a:rPr>
              <a:t>    若指针变量</a:t>
            </a:r>
            <a:r>
              <a:rPr lang="en-US" altLang="zh-CN" sz="2600" dirty="0">
                <a:solidFill>
                  <a:srgbClr val="002F8C"/>
                </a:solidFill>
                <a:ea typeface="幼圆" pitchFamily="49" charset="-122"/>
              </a:rPr>
              <a:t>p</a:t>
            </a:r>
            <a:r>
              <a:rPr lang="zh-CN" altLang="en-US" sz="2600" dirty="0">
                <a:solidFill>
                  <a:srgbClr val="002F8C"/>
                </a:solidFill>
                <a:latin typeface="幼圆" pitchFamily="49" charset="-122"/>
                <a:ea typeface="幼圆" pitchFamily="49" charset="-122"/>
              </a:rPr>
              <a:t>为指向链表中某结点的指针(即</a:t>
            </a:r>
            <a:r>
              <a:rPr lang="en-US" altLang="zh-CN" sz="2600" dirty="0">
                <a:solidFill>
                  <a:srgbClr val="002F8C"/>
                </a:solidFill>
                <a:ea typeface="幼圆" pitchFamily="49" charset="-122"/>
              </a:rPr>
              <a:t>p</a:t>
            </a:r>
            <a:endParaRPr lang="en-US" altLang="zh-CN" sz="2600" dirty="0">
              <a:solidFill>
                <a:srgbClr val="002F8C"/>
              </a:solidFill>
              <a:ea typeface="幼圆" pitchFamily="49" charset="-122"/>
            </a:endParaRPr>
          </a:p>
          <a:p>
            <a:pPr fontAlgn="base">
              <a:lnSpc>
                <a:spcPct val="90000"/>
              </a:lnSpc>
              <a:spcBef>
                <a:spcPct val="0"/>
              </a:spcBef>
            </a:pPr>
            <a:r>
              <a:rPr lang="zh-CN" altLang="en-US" sz="2600" dirty="0">
                <a:solidFill>
                  <a:srgbClr val="002F8C"/>
                </a:solidFill>
                <a:latin typeface="幼圆" pitchFamily="49" charset="-122"/>
                <a:ea typeface="幼圆" pitchFamily="49" charset="-122"/>
              </a:rPr>
              <a:t>的内容为链表中某链结点的地址))，则</a:t>
            </a:r>
            <a:endParaRPr lang="zh-CN" altLang="en-US" sz="2600" dirty="0">
              <a:solidFill>
                <a:srgbClr val="002F8C"/>
              </a:solidFill>
              <a:latin typeface="幼圆" pitchFamily="49" charset="-122"/>
              <a:ea typeface="幼圆" pitchFamily="49" charset="-122"/>
            </a:endParaRPr>
          </a:p>
        </p:txBody>
      </p:sp>
      <p:sp>
        <p:nvSpPr>
          <p:cNvPr id="604163" name="Text Box 3"/>
          <p:cNvSpPr txBox="1">
            <a:spLocks noChangeArrowheads="1"/>
          </p:cNvSpPr>
          <p:nvPr/>
        </p:nvSpPr>
        <p:spPr bwMode="auto">
          <a:xfrm>
            <a:off x="3143672" y="2060846"/>
            <a:ext cx="6248400" cy="400110"/>
          </a:xfrm>
          <a:prstGeom prst="rect">
            <a:avLst/>
          </a:prstGeom>
          <a:noFill/>
          <a:ln w="9525">
            <a:noFill/>
            <a:miter lim="800000"/>
          </a:ln>
        </p:spPr>
        <p:txBody>
          <a:bodyPr>
            <a:spAutoFit/>
          </a:bodyPr>
          <a:lstStyle/>
          <a:p>
            <a:pPr algn="just" fontAlgn="base">
              <a:lnSpc>
                <a:spcPct val="80000"/>
              </a:lnSpc>
              <a:spcBef>
                <a:spcPct val="0"/>
              </a:spcBef>
            </a:pPr>
            <a:r>
              <a:rPr lang="zh-CN" altLang="en-US" sz="2500" dirty="0">
                <a:solidFill>
                  <a:srgbClr val="000099"/>
                </a:solidFill>
                <a:latin typeface="幼圆" pitchFamily="49" charset="-122"/>
                <a:ea typeface="幼圆" pitchFamily="49" charset="-122"/>
              </a:rPr>
              <a:t>表示由</a:t>
            </a:r>
            <a:r>
              <a:rPr lang="en-US" altLang="zh-CN" sz="2500" dirty="0">
                <a:solidFill>
                  <a:srgbClr val="000099"/>
                </a:solidFill>
                <a:ea typeface="幼圆" pitchFamily="49" charset="-122"/>
              </a:rPr>
              <a:t>p</a:t>
            </a:r>
            <a:r>
              <a:rPr lang="zh-CN" altLang="en-US" sz="2500" dirty="0">
                <a:solidFill>
                  <a:srgbClr val="000099"/>
                </a:solidFill>
                <a:latin typeface="幼圆" pitchFamily="49" charset="-122"/>
                <a:ea typeface="幼圆" pitchFamily="49" charset="-122"/>
              </a:rPr>
              <a:t>指向的链结点的数据域</a:t>
            </a:r>
            <a:endParaRPr lang="zh-CN" altLang="en-US" sz="2500" dirty="0">
              <a:solidFill>
                <a:srgbClr val="000099"/>
              </a:solidFill>
            </a:endParaRPr>
          </a:p>
        </p:txBody>
      </p:sp>
      <p:grpSp>
        <p:nvGrpSpPr>
          <p:cNvPr id="2" name="Group 4"/>
          <p:cNvGrpSpPr/>
          <p:nvPr/>
        </p:nvGrpSpPr>
        <p:grpSpPr bwMode="auto">
          <a:xfrm>
            <a:off x="1271464" y="2780928"/>
            <a:ext cx="7918450" cy="1409701"/>
            <a:chOff x="340" y="1968"/>
            <a:chExt cx="4988" cy="888"/>
          </a:xfrm>
        </p:grpSpPr>
        <p:sp>
          <p:nvSpPr>
            <p:cNvPr id="81945" name="Text Box 5"/>
            <p:cNvSpPr txBox="1">
              <a:spLocks noChangeArrowheads="1"/>
            </p:cNvSpPr>
            <p:nvPr/>
          </p:nvSpPr>
          <p:spPr bwMode="auto">
            <a:xfrm>
              <a:off x="340" y="1968"/>
              <a:ext cx="500" cy="288"/>
            </a:xfrm>
            <a:prstGeom prst="rect">
              <a:avLst/>
            </a:prstGeom>
            <a:noFill/>
            <a:ln w="9525">
              <a:noFill/>
              <a:miter lim="800000"/>
            </a:ln>
          </p:spPr>
          <p:txBody>
            <a:bodyPr anchor="ctr">
              <a:spAutoFit/>
            </a:bodyPr>
            <a:lstStyle/>
            <a:p>
              <a:pPr eaLnBrk="1" fontAlgn="base" hangingPunct="1"/>
              <a:r>
                <a:rPr kumimoji="1" lang="en-US" altLang="zh-CN" sz="2400">
                  <a:solidFill>
                    <a:srgbClr val="FF3300"/>
                  </a:solidFill>
                  <a:ea typeface="宋体" pitchFamily="2" charset="-122"/>
                </a:rPr>
                <a:t>list</a:t>
              </a:r>
              <a:endParaRPr kumimoji="1" lang="en-US" altLang="zh-CN" sz="2400">
                <a:solidFill>
                  <a:srgbClr val="FF3300"/>
                </a:solidFill>
                <a:ea typeface="宋体" pitchFamily="2" charset="-122"/>
              </a:endParaRPr>
            </a:p>
          </p:txBody>
        </p:sp>
        <p:sp>
          <p:nvSpPr>
            <p:cNvPr id="81946" name="Line 6"/>
            <p:cNvSpPr>
              <a:spLocks noChangeShapeType="1"/>
            </p:cNvSpPr>
            <p:nvPr/>
          </p:nvSpPr>
          <p:spPr bwMode="auto">
            <a:xfrm>
              <a:off x="576" y="2208"/>
              <a:ext cx="240" cy="144"/>
            </a:xfrm>
            <a:prstGeom prst="line">
              <a:avLst/>
            </a:prstGeom>
            <a:noFill/>
            <a:ln w="15875">
              <a:solidFill>
                <a:schemeClr val="accent2"/>
              </a:solidFill>
              <a:round/>
              <a:tailEnd type="triangle" w="med" len="med"/>
            </a:ln>
          </p:spPr>
          <p:txBody>
            <a:bodyPr wrap="none" anchor="ctr"/>
            <a:lstStyle/>
            <a:p>
              <a:endParaRPr lang="zh-CN" altLang="en-US"/>
            </a:p>
          </p:txBody>
        </p:sp>
        <p:sp>
          <p:nvSpPr>
            <p:cNvPr id="81947" name="Text Box 7"/>
            <p:cNvSpPr txBox="1">
              <a:spLocks noChangeArrowheads="1"/>
            </p:cNvSpPr>
            <p:nvPr/>
          </p:nvSpPr>
          <p:spPr bwMode="auto">
            <a:xfrm>
              <a:off x="5132" y="2358"/>
              <a:ext cx="191" cy="291"/>
            </a:xfrm>
            <a:prstGeom prst="rect">
              <a:avLst/>
            </a:prstGeom>
            <a:noFill/>
            <a:ln w="9525">
              <a:noFill/>
              <a:miter lim="800000"/>
            </a:ln>
          </p:spPr>
          <p:txBody>
            <a:bodyPr wrap="none" anchor="ctr">
              <a:spAutoFit/>
            </a:bodyPr>
            <a:lstStyle/>
            <a:p>
              <a:pPr algn="ctr" eaLnBrk="1" fontAlgn="base" hangingPunct="1"/>
              <a:r>
                <a:rPr kumimoji="1" lang="zh-CN" altLang="en-US" sz="2400" dirty="0">
                  <a:ea typeface="宋体" pitchFamily="2" charset="-122"/>
                </a:rPr>
                <a:t>^</a:t>
              </a:r>
              <a:endParaRPr kumimoji="1" lang="zh-CN" altLang="en-US" sz="2400" dirty="0">
                <a:ea typeface="宋体" pitchFamily="2" charset="-122"/>
              </a:endParaRPr>
            </a:p>
          </p:txBody>
        </p:sp>
        <p:sp>
          <p:nvSpPr>
            <p:cNvPr id="81948" name="Text Box 8"/>
            <p:cNvSpPr txBox="1">
              <a:spLocks noChangeArrowheads="1"/>
            </p:cNvSpPr>
            <p:nvPr/>
          </p:nvSpPr>
          <p:spPr bwMode="auto">
            <a:xfrm>
              <a:off x="1676" y="2171"/>
              <a:ext cx="367" cy="223"/>
            </a:xfrm>
            <a:prstGeom prst="rect">
              <a:avLst/>
            </a:prstGeom>
            <a:noFill/>
            <a:ln w="9525">
              <a:noFill/>
              <a:miter lim="800000"/>
            </a:ln>
          </p:spPr>
          <p:txBody>
            <a:bodyPr wrap="none">
              <a:spAutoFit/>
            </a:bodyPr>
            <a:lstStyle/>
            <a:p>
              <a:pPr algn="ctr"/>
              <a:r>
                <a:rPr lang="zh-CN" altLang="en-US" sz="1700">
                  <a:solidFill>
                    <a:schemeClr val="accent2"/>
                  </a:solidFill>
                  <a:ea typeface="宋体" pitchFamily="2" charset="-122"/>
                </a:rPr>
                <a:t>1024</a:t>
              </a:r>
              <a:endParaRPr lang="zh-CN" altLang="en-US" sz="1700">
                <a:solidFill>
                  <a:schemeClr val="accent2"/>
                </a:solidFill>
                <a:ea typeface="宋体" pitchFamily="2" charset="-122"/>
              </a:endParaRPr>
            </a:p>
          </p:txBody>
        </p:sp>
        <p:sp>
          <p:nvSpPr>
            <p:cNvPr id="81949" name="Text Box 9"/>
            <p:cNvSpPr txBox="1">
              <a:spLocks noChangeArrowheads="1"/>
            </p:cNvSpPr>
            <p:nvPr/>
          </p:nvSpPr>
          <p:spPr bwMode="auto">
            <a:xfrm>
              <a:off x="785" y="2186"/>
              <a:ext cx="304" cy="223"/>
            </a:xfrm>
            <a:prstGeom prst="rect">
              <a:avLst/>
            </a:prstGeom>
            <a:noFill/>
            <a:ln w="9525">
              <a:noFill/>
              <a:miter lim="800000"/>
            </a:ln>
          </p:spPr>
          <p:txBody>
            <a:bodyPr wrap="none">
              <a:spAutoFit/>
            </a:bodyPr>
            <a:lstStyle/>
            <a:p>
              <a:pPr algn="ctr"/>
              <a:r>
                <a:rPr lang="zh-CN" altLang="en-US" sz="1700">
                  <a:solidFill>
                    <a:schemeClr val="accent2"/>
                  </a:solidFill>
                  <a:ea typeface="宋体" pitchFamily="2" charset="-122"/>
                </a:rPr>
                <a:t>735</a:t>
              </a:r>
              <a:endParaRPr lang="zh-CN" altLang="en-US" sz="1700">
                <a:solidFill>
                  <a:schemeClr val="accent2"/>
                </a:solidFill>
                <a:ea typeface="宋体" pitchFamily="2" charset="-122"/>
              </a:endParaRPr>
            </a:p>
          </p:txBody>
        </p:sp>
        <p:sp>
          <p:nvSpPr>
            <p:cNvPr id="81950" name="Text Box 10"/>
            <p:cNvSpPr txBox="1">
              <a:spLocks noChangeArrowheads="1"/>
            </p:cNvSpPr>
            <p:nvPr/>
          </p:nvSpPr>
          <p:spPr bwMode="auto">
            <a:xfrm>
              <a:off x="2598" y="2182"/>
              <a:ext cx="304" cy="223"/>
            </a:xfrm>
            <a:prstGeom prst="rect">
              <a:avLst/>
            </a:prstGeom>
            <a:noFill/>
            <a:ln w="9525">
              <a:noFill/>
              <a:miter lim="800000"/>
            </a:ln>
          </p:spPr>
          <p:txBody>
            <a:bodyPr wrap="none">
              <a:spAutoFit/>
            </a:bodyPr>
            <a:lstStyle/>
            <a:p>
              <a:pPr algn="ctr"/>
              <a:r>
                <a:rPr lang="zh-CN" altLang="en-US" sz="1700">
                  <a:solidFill>
                    <a:schemeClr val="accent2"/>
                  </a:solidFill>
                  <a:ea typeface="宋体" pitchFamily="2" charset="-122"/>
                </a:rPr>
                <a:t>622</a:t>
              </a:r>
              <a:endParaRPr lang="zh-CN" altLang="en-US" sz="1700">
                <a:solidFill>
                  <a:schemeClr val="accent2"/>
                </a:solidFill>
                <a:ea typeface="宋体" pitchFamily="2" charset="-122"/>
              </a:endParaRPr>
            </a:p>
          </p:txBody>
        </p:sp>
        <p:grpSp>
          <p:nvGrpSpPr>
            <p:cNvPr id="3" name="Group 11"/>
            <p:cNvGrpSpPr/>
            <p:nvPr/>
          </p:nvGrpSpPr>
          <p:grpSpPr bwMode="auto">
            <a:xfrm>
              <a:off x="816" y="2352"/>
              <a:ext cx="672" cy="240"/>
              <a:chOff x="576" y="3072"/>
              <a:chExt cx="672" cy="240"/>
            </a:xfrm>
          </p:grpSpPr>
          <p:sp>
            <p:nvSpPr>
              <p:cNvPr id="81970" name="Rectangle 12"/>
              <p:cNvSpPr>
                <a:spLocks noChangeArrowheads="1"/>
              </p:cNvSpPr>
              <p:nvPr/>
            </p:nvSpPr>
            <p:spPr bwMode="auto">
              <a:xfrm>
                <a:off x="576" y="3072"/>
                <a:ext cx="480" cy="240"/>
              </a:xfrm>
              <a:prstGeom prst="rect">
                <a:avLst/>
              </a:prstGeom>
              <a:noFill/>
              <a:ln w="25400" cap="sq">
                <a:solidFill>
                  <a:srgbClr val="008000"/>
                </a:solidFill>
                <a:miter lim="800000"/>
              </a:ln>
            </p:spPr>
            <p:txBody>
              <a:bodyPr wrap="none" anchor="ctr"/>
              <a:lstStyle/>
              <a:p>
                <a:endParaRPr lang="zh-CN" altLang="en-US"/>
              </a:p>
            </p:txBody>
          </p:sp>
          <p:sp>
            <p:nvSpPr>
              <p:cNvPr id="81971" name="Rectangle 13"/>
              <p:cNvSpPr>
                <a:spLocks noChangeArrowheads="1"/>
              </p:cNvSpPr>
              <p:nvPr/>
            </p:nvSpPr>
            <p:spPr bwMode="auto">
              <a:xfrm>
                <a:off x="1056" y="3072"/>
                <a:ext cx="192" cy="240"/>
              </a:xfrm>
              <a:prstGeom prst="rect">
                <a:avLst/>
              </a:prstGeom>
              <a:noFill/>
              <a:ln w="25400" cap="sq">
                <a:solidFill>
                  <a:srgbClr val="008000"/>
                </a:solidFill>
                <a:miter lim="800000"/>
              </a:ln>
            </p:spPr>
            <p:txBody>
              <a:bodyPr wrap="none" anchor="ctr"/>
              <a:lstStyle/>
              <a:p>
                <a:endParaRPr lang="zh-CN" altLang="en-US"/>
              </a:p>
            </p:txBody>
          </p:sp>
        </p:grpSp>
        <p:grpSp>
          <p:nvGrpSpPr>
            <p:cNvPr id="4" name="Group 14"/>
            <p:cNvGrpSpPr/>
            <p:nvPr/>
          </p:nvGrpSpPr>
          <p:grpSpPr bwMode="auto">
            <a:xfrm>
              <a:off x="1728" y="2352"/>
              <a:ext cx="672" cy="240"/>
              <a:chOff x="576" y="3072"/>
              <a:chExt cx="672" cy="240"/>
            </a:xfrm>
          </p:grpSpPr>
          <p:sp>
            <p:nvSpPr>
              <p:cNvPr id="81968" name="Rectangle 15"/>
              <p:cNvSpPr>
                <a:spLocks noChangeArrowheads="1"/>
              </p:cNvSpPr>
              <p:nvPr/>
            </p:nvSpPr>
            <p:spPr bwMode="auto">
              <a:xfrm>
                <a:off x="576" y="3072"/>
                <a:ext cx="480" cy="240"/>
              </a:xfrm>
              <a:prstGeom prst="rect">
                <a:avLst/>
              </a:prstGeom>
              <a:noFill/>
              <a:ln w="25400" cap="sq">
                <a:solidFill>
                  <a:srgbClr val="008000"/>
                </a:solidFill>
                <a:miter lim="800000"/>
              </a:ln>
            </p:spPr>
            <p:txBody>
              <a:bodyPr wrap="none" anchor="ctr"/>
              <a:lstStyle/>
              <a:p>
                <a:endParaRPr lang="zh-CN" altLang="en-US"/>
              </a:p>
            </p:txBody>
          </p:sp>
          <p:sp>
            <p:nvSpPr>
              <p:cNvPr id="81969" name="Rectangle 16"/>
              <p:cNvSpPr>
                <a:spLocks noChangeArrowheads="1"/>
              </p:cNvSpPr>
              <p:nvPr/>
            </p:nvSpPr>
            <p:spPr bwMode="auto">
              <a:xfrm>
                <a:off x="1056" y="3072"/>
                <a:ext cx="192" cy="240"/>
              </a:xfrm>
              <a:prstGeom prst="rect">
                <a:avLst/>
              </a:prstGeom>
              <a:noFill/>
              <a:ln w="25400" cap="sq">
                <a:solidFill>
                  <a:srgbClr val="008000"/>
                </a:solidFill>
                <a:miter lim="800000"/>
              </a:ln>
            </p:spPr>
            <p:txBody>
              <a:bodyPr wrap="none" anchor="ctr"/>
              <a:lstStyle/>
              <a:p>
                <a:endParaRPr lang="zh-CN" altLang="en-US"/>
              </a:p>
            </p:txBody>
          </p:sp>
        </p:grpSp>
        <p:grpSp>
          <p:nvGrpSpPr>
            <p:cNvPr id="5" name="Group 17"/>
            <p:cNvGrpSpPr/>
            <p:nvPr/>
          </p:nvGrpSpPr>
          <p:grpSpPr bwMode="auto">
            <a:xfrm>
              <a:off x="2640" y="2352"/>
              <a:ext cx="672" cy="240"/>
              <a:chOff x="576" y="3072"/>
              <a:chExt cx="672" cy="240"/>
            </a:xfrm>
          </p:grpSpPr>
          <p:sp>
            <p:nvSpPr>
              <p:cNvPr id="81966" name="Rectangle 18"/>
              <p:cNvSpPr>
                <a:spLocks noChangeArrowheads="1"/>
              </p:cNvSpPr>
              <p:nvPr/>
            </p:nvSpPr>
            <p:spPr bwMode="auto">
              <a:xfrm>
                <a:off x="576" y="3072"/>
                <a:ext cx="480" cy="240"/>
              </a:xfrm>
              <a:prstGeom prst="rect">
                <a:avLst/>
              </a:prstGeom>
              <a:noFill/>
              <a:ln w="25400" cap="sq">
                <a:solidFill>
                  <a:srgbClr val="008000"/>
                </a:solidFill>
                <a:miter lim="800000"/>
              </a:ln>
            </p:spPr>
            <p:txBody>
              <a:bodyPr wrap="none" anchor="ctr"/>
              <a:lstStyle/>
              <a:p>
                <a:endParaRPr lang="zh-CN" altLang="en-US"/>
              </a:p>
            </p:txBody>
          </p:sp>
          <p:sp>
            <p:nvSpPr>
              <p:cNvPr id="81967" name="Rectangle 19"/>
              <p:cNvSpPr>
                <a:spLocks noChangeArrowheads="1"/>
              </p:cNvSpPr>
              <p:nvPr/>
            </p:nvSpPr>
            <p:spPr bwMode="auto">
              <a:xfrm>
                <a:off x="1056" y="3072"/>
                <a:ext cx="192" cy="240"/>
              </a:xfrm>
              <a:prstGeom prst="rect">
                <a:avLst/>
              </a:prstGeom>
              <a:noFill/>
              <a:ln w="25400" cap="sq">
                <a:solidFill>
                  <a:srgbClr val="008000"/>
                </a:solidFill>
                <a:miter lim="800000"/>
              </a:ln>
            </p:spPr>
            <p:txBody>
              <a:bodyPr wrap="none" anchor="ctr"/>
              <a:lstStyle/>
              <a:p>
                <a:endParaRPr lang="zh-CN" altLang="en-US"/>
              </a:p>
            </p:txBody>
          </p:sp>
        </p:grpSp>
        <p:grpSp>
          <p:nvGrpSpPr>
            <p:cNvPr id="6" name="Group 20"/>
            <p:cNvGrpSpPr/>
            <p:nvPr/>
          </p:nvGrpSpPr>
          <p:grpSpPr bwMode="auto">
            <a:xfrm>
              <a:off x="4656" y="2352"/>
              <a:ext cx="672" cy="240"/>
              <a:chOff x="576" y="3072"/>
              <a:chExt cx="672" cy="240"/>
            </a:xfrm>
          </p:grpSpPr>
          <p:sp>
            <p:nvSpPr>
              <p:cNvPr id="81964" name="Rectangle 21"/>
              <p:cNvSpPr>
                <a:spLocks noChangeArrowheads="1"/>
              </p:cNvSpPr>
              <p:nvPr/>
            </p:nvSpPr>
            <p:spPr bwMode="auto">
              <a:xfrm>
                <a:off x="576" y="3072"/>
                <a:ext cx="480" cy="240"/>
              </a:xfrm>
              <a:prstGeom prst="rect">
                <a:avLst/>
              </a:prstGeom>
              <a:noFill/>
              <a:ln w="25400" cap="sq">
                <a:solidFill>
                  <a:srgbClr val="008000"/>
                </a:solidFill>
                <a:miter lim="800000"/>
              </a:ln>
            </p:spPr>
            <p:txBody>
              <a:bodyPr wrap="none" anchor="ctr"/>
              <a:lstStyle/>
              <a:p>
                <a:endParaRPr lang="zh-CN" altLang="en-US"/>
              </a:p>
            </p:txBody>
          </p:sp>
          <p:sp>
            <p:nvSpPr>
              <p:cNvPr id="81965" name="Rectangle 22"/>
              <p:cNvSpPr>
                <a:spLocks noChangeArrowheads="1"/>
              </p:cNvSpPr>
              <p:nvPr/>
            </p:nvSpPr>
            <p:spPr bwMode="auto">
              <a:xfrm>
                <a:off x="1056" y="3072"/>
                <a:ext cx="192" cy="240"/>
              </a:xfrm>
              <a:prstGeom prst="rect">
                <a:avLst/>
              </a:prstGeom>
              <a:noFill/>
              <a:ln w="25400" cap="sq">
                <a:solidFill>
                  <a:srgbClr val="008000"/>
                </a:solidFill>
                <a:miter lim="800000"/>
              </a:ln>
            </p:spPr>
            <p:txBody>
              <a:bodyPr wrap="none" anchor="ctr"/>
              <a:lstStyle/>
              <a:p>
                <a:endParaRPr lang="zh-CN" altLang="en-US"/>
              </a:p>
            </p:txBody>
          </p:sp>
        </p:grpSp>
        <p:sp>
          <p:nvSpPr>
            <p:cNvPr id="81955" name="Line 23"/>
            <p:cNvSpPr>
              <a:spLocks noChangeShapeType="1"/>
            </p:cNvSpPr>
            <p:nvPr/>
          </p:nvSpPr>
          <p:spPr bwMode="auto">
            <a:xfrm>
              <a:off x="1425" y="2481"/>
              <a:ext cx="288" cy="0"/>
            </a:xfrm>
            <a:prstGeom prst="line">
              <a:avLst/>
            </a:prstGeom>
            <a:noFill/>
            <a:ln w="19050" cap="sq">
              <a:solidFill>
                <a:srgbClr val="000000"/>
              </a:solidFill>
              <a:round/>
              <a:tailEnd type="triangle" w="med" len="med"/>
            </a:ln>
          </p:spPr>
          <p:txBody>
            <a:bodyPr wrap="none" anchor="ctr"/>
            <a:lstStyle/>
            <a:p>
              <a:endParaRPr lang="zh-CN" altLang="en-US"/>
            </a:p>
          </p:txBody>
        </p:sp>
        <p:sp>
          <p:nvSpPr>
            <p:cNvPr id="81956" name="Line 24"/>
            <p:cNvSpPr>
              <a:spLocks noChangeShapeType="1"/>
            </p:cNvSpPr>
            <p:nvPr/>
          </p:nvSpPr>
          <p:spPr bwMode="auto">
            <a:xfrm>
              <a:off x="2352" y="2481"/>
              <a:ext cx="288" cy="0"/>
            </a:xfrm>
            <a:prstGeom prst="line">
              <a:avLst/>
            </a:prstGeom>
            <a:noFill/>
            <a:ln w="19050" cap="sq">
              <a:solidFill>
                <a:srgbClr val="000000"/>
              </a:solidFill>
              <a:round/>
              <a:tailEnd type="triangle" w="med" len="med"/>
            </a:ln>
          </p:spPr>
          <p:txBody>
            <a:bodyPr wrap="none" anchor="ctr"/>
            <a:lstStyle/>
            <a:p>
              <a:endParaRPr lang="zh-CN" altLang="en-US"/>
            </a:p>
          </p:txBody>
        </p:sp>
        <p:sp>
          <p:nvSpPr>
            <p:cNvPr id="81957" name="Line 25"/>
            <p:cNvSpPr>
              <a:spLocks noChangeShapeType="1"/>
            </p:cNvSpPr>
            <p:nvPr/>
          </p:nvSpPr>
          <p:spPr bwMode="auto">
            <a:xfrm>
              <a:off x="3168" y="2485"/>
              <a:ext cx="288" cy="0"/>
            </a:xfrm>
            <a:prstGeom prst="line">
              <a:avLst/>
            </a:prstGeom>
            <a:noFill/>
            <a:ln w="19050" cap="sq">
              <a:solidFill>
                <a:srgbClr val="000000"/>
              </a:solidFill>
              <a:round/>
              <a:tailEnd type="triangle" w="med" len="med"/>
            </a:ln>
          </p:spPr>
          <p:txBody>
            <a:bodyPr wrap="none" anchor="ctr"/>
            <a:lstStyle/>
            <a:p>
              <a:endParaRPr lang="zh-CN" altLang="en-US"/>
            </a:p>
          </p:txBody>
        </p:sp>
        <p:sp>
          <p:nvSpPr>
            <p:cNvPr id="81958" name="Line 26"/>
            <p:cNvSpPr>
              <a:spLocks noChangeShapeType="1"/>
            </p:cNvSpPr>
            <p:nvPr/>
          </p:nvSpPr>
          <p:spPr bwMode="auto">
            <a:xfrm>
              <a:off x="4342" y="2492"/>
              <a:ext cx="288" cy="0"/>
            </a:xfrm>
            <a:prstGeom prst="line">
              <a:avLst/>
            </a:prstGeom>
            <a:noFill/>
            <a:ln w="19050" cap="sq">
              <a:solidFill>
                <a:srgbClr val="000000"/>
              </a:solidFill>
              <a:round/>
              <a:tailEnd type="triangle" w="med" len="med"/>
            </a:ln>
          </p:spPr>
          <p:txBody>
            <a:bodyPr wrap="none" anchor="ctr"/>
            <a:lstStyle/>
            <a:p>
              <a:endParaRPr lang="zh-CN" altLang="en-US"/>
            </a:p>
          </p:txBody>
        </p:sp>
        <p:sp>
          <p:nvSpPr>
            <p:cNvPr id="81959" name="Rectangle 27"/>
            <p:cNvSpPr>
              <a:spLocks noChangeArrowheads="1"/>
            </p:cNvSpPr>
            <p:nvPr/>
          </p:nvSpPr>
          <p:spPr bwMode="auto">
            <a:xfrm>
              <a:off x="3711" y="2256"/>
              <a:ext cx="302" cy="330"/>
            </a:xfrm>
            <a:prstGeom prst="rect">
              <a:avLst/>
            </a:prstGeom>
            <a:noFill/>
            <a:ln w="12700" cap="sq">
              <a:noFill/>
              <a:miter lim="800000"/>
            </a:ln>
          </p:spPr>
          <p:txBody>
            <a:bodyPr wrap="none">
              <a:spAutoFit/>
            </a:bodyPr>
            <a:lstStyle/>
            <a:p>
              <a:pPr algn="ctr"/>
              <a:r>
                <a:rPr lang="en-US" altLang="zh-CN" sz="2800">
                  <a:solidFill>
                    <a:schemeClr val="bg1"/>
                  </a:solidFill>
                  <a:ea typeface="宋体" pitchFamily="2" charset="-122"/>
                  <a:cs typeface="Times New Roman" panose="02020503050405090304" pitchFamily="18" charset="0"/>
                </a:rPr>
                <a:t>…</a:t>
              </a:r>
              <a:endParaRPr lang="zh-CN" altLang="en-US" sz="2800">
                <a:solidFill>
                  <a:schemeClr val="bg1"/>
                </a:solidFill>
                <a:ea typeface="宋体" pitchFamily="2" charset="-122"/>
                <a:cs typeface="Times New Roman" panose="02020503050405090304" pitchFamily="18" charset="0"/>
              </a:endParaRPr>
            </a:p>
          </p:txBody>
        </p:sp>
        <p:sp>
          <p:nvSpPr>
            <p:cNvPr id="81960" name="Rectangle 28"/>
            <p:cNvSpPr>
              <a:spLocks noChangeArrowheads="1"/>
            </p:cNvSpPr>
            <p:nvPr/>
          </p:nvSpPr>
          <p:spPr bwMode="auto">
            <a:xfrm>
              <a:off x="779" y="2379"/>
              <a:ext cx="740" cy="212"/>
            </a:xfrm>
            <a:prstGeom prst="rect">
              <a:avLst/>
            </a:prstGeom>
            <a:noFill/>
            <a:ln w="12700" cap="sq">
              <a:noFill/>
              <a:miter lim="800000"/>
            </a:ln>
          </p:spPr>
          <p:txBody>
            <a:bodyPr>
              <a:spAutoFit/>
            </a:bodyPr>
            <a:lstStyle/>
            <a:p>
              <a:r>
                <a:rPr kumimoji="1" lang="zh-CN" altLang="en-US" sz="1600" dirty="0">
                  <a:solidFill>
                    <a:srgbClr val="000099"/>
                  </a:solidFill>
                  <a:ea typeface="幼圆" pitchFamily="49" charset="-122"/>
                </a:rPr>
                <a:t>张三 </a:t>
              </a:r>
              <a:r>
                <a:rPr kumimoji="1" lang="en-US" altLang="zh-CN" sz="1600" dirty="0">
                  <a:solidFill>
                    <a:srgbClr val="000099"/>
                  </a:solidFill>
                  <a:latin typeface="宋体" pitchFamily="2" charset="-122"/>
                  <a:ea typeface="宋体" pitchFamily="2" charset="-122"/>
                </a:rPr>
                <a:t>…</a:t>
              </a:r>
              <a:endParaRPr kumimoji="1" lang="en-US" altLang="zh-CN" sz="1600" dirty="0">
                <a:solidFill>
                  <a:srgbClr val="000099"/>
                </a:solidFill>
                <a:ea typeface="幼圆" pitchFamily="49" charset="-122"/>
              </a:endParaRPr>
            </a:p>
          </p:txBody>
        </p:sp>
        <p:sp>
          <p:nvSpPr>
            <p:cNvPr id="81961" name="Rectangle 29"/>
            <p:cNvSpPr>
              <a:spLocks noChangeArrowheads="1"/>
            </p:cNvSpPr>
            <p:nvPr/>
          </p:nvSpPr>
          <p:spPr bwMode="auto">
            <a:xfrm>
              <a:off x="1693" y="2379"/>
              <a:ext cx="733" cy="212"/>
            </a:xfrm>
            <a:prstGeom prst="rect">
              <a:avLst/>
            </a:prstGeom>
            <a:noFill/>
            <a:ln w="12700" cap="sq">
              <a:noFill/>
              <a:miter lim="800000"/>
            </a:ln>
          </p:spPr>
          <p:txBody>
            <a:bodyPr>
              <a:spAutoFit/>
            </a:bodyPr>
            <a:lstStyle/>
            <a:p>
              <a:r>
                <a:rPr kumimoji="1" lang="zh-CN" altLang="en-US" sz="1600">
                  <a:solidFill>
                    <a:srgbClr val="000099"/>
                  </a:solidFill>
                  <a:ea typeface="幼圆" pitchFamily="49" charset="-122"/>
                </a:rPr>
                <a:t>李四 </a:t>
              </a:r>
              <a:r>
                <a:rPr kumimoji="1" lang="en-US" altLang="zh-CN" sz="1600">
                  <a:solidFill>
                    <a:srgbClr val="000099"/>
                  </a:solidFill>
                  <a:latin typeface="宋体" pitchFamily="2" charset="-122"/>
                  <a:ea typeface="宋体" pitchFamily="2" charset="-122"/>
                </a:rPr>
                <a:t>…</a:t>
              </a:r>
              <a:endParaRPr kumimoji="1" lang="en-US" altLang="zh-CN" sz="1600">
                <a:solidFill>
                  <a:srgbClr val="000099"/>
                </a:solidFill>
                <a:ea typeface="幼圆" pitchFamily="49" charset="-122"/>
              </a:endParaRPr>
            </a:p>
          </p:txBody>
        </p:sp>
        <p:sp>
          <p:nvSpPr>
            <p:cNvPr id="81962" name="Rectangle 30"/>
            <p:cNvSpPr>
              <a:spLocks noChangeArrowheads="1"/>
            </p:cNvSpPr>
            <p:nvPr/>
          </p:nvSpPr>
          <p:spPr bwMode="auto">
            <a:xfrm>
              <a:off x="2605" y="2376"/>
              <a:ext cx="701" cy="212"/>
            </a:xfrm>
            <a:prstGeom prst="rect">
              <a:avLst/>
            </a:prstGeom>
            <a:noFill/>
            <a:ln w="12700" cap="sq">
              <a:noFill/>
              <a:miter lim="800000"/>
            </a:ln>
          </p:spPr>
          <p:txBody>
            <a:bodyPr>
              <a:spAutoFit/>
            </a:bodyPr>
            <a:lstStyle/>
            <a:p>
              <a:r>
                <a:rPr kumimoji="1" lang="zh-CN" altLang="en-US" sz="1600">
                  <a:solidFill>
                    <a:srgbClr val="000099"/>
                  </a:solidFill>
                  <a:ea typeface="幼圆" pitchFamily="49" charset="-122"/>
                </a:rPr>
                <a:t>王五 </a:t>
              </a:r>
              <a:r>
                <a:rPr kumimoji="1" lang="en-US" altLang="zh-CN" sz="1600">
                  <a:solidFill>
                    <a:srgbClr val="000099"/>
                  </a:solidFill>
                  <a:latin typeface="宋体" pitchFamily="2" charset="-122"/>
                  <a:ea typeface="宋体" pitchFamily="2" charset="-122"/>
                </a:rPr>
                <a:t>…</a:t>
              </a:r>
              <a:endParaRPr kumimoji="1" lang="en-US" altLang="zh-CN" sz="1600">
                <a:solidFill>
                  <a:srgbClr val="000099"/>
                </a:solidFill>
                <a:ea typeface="幼圆" pitchFamily="49" charset="-122"/>
              </a:endParaRPr>
            </a:p>
          </p:txBody>
        </p:sp>
        <p:sp>
          <p:nvSpPr>
            <p:cNvPr id="81963" name="Text Box 31"/>
            <p:cNvSpPr txBox="1">
              <a:spLocks noChangeArrowheads="1"/>
            </p:cNvSpPr>
            <p:nvPr/>
          </p:nvSpPr>
          <p:spPr bwMode="auto">
            <a:xfrm>
              <a:off x="1680" y="2507"/>
              <a:ext cx="226" cy="349"/>
            </a:xfrm>
            <a:prstGeom prst="rect">
              <a:avLst/>
            </a:prstGeom>
            <a:noFill/>
            <a:ln w="12700" cap="sq">
              <a:noFill/>
              <a:miter lim="800000"/>
            </a:ln>
          </p:spPr>
          <p:txBody>
            <a:bodyPr wrap="none">
              <a:spAutoFit/>
            </a:bodyPr>
            <a:lstStyle/>
            <a:p>
              <a:pPr algn="ctr"/>
              <a:r>
                <a:rPr lang="en-US" altLang="zh-CN" sz="3000">
                  <a:solidFill>
                    <a:schemeClr val="accent2"/>
                  </a:solidFill>
                </a:rPr>
                <a:t>p</a:t>
              </a:r>
              <a:endParaRPr lang="en-US" altLang="zh-CN" sz="3000">
                <a:solidFill>
                  <a:schemeClr val="accent2"/>
                </a:solidFill>
              </a:endParaRPr>
            </a:p>
          </p:txBody>
        </p:sp>
      </p:grpSp>
      <p:grpSp>
        <p:nvGrpSpPr>
          <p:cNvPr id="7" name="Group 32"/>
          <p:cNvGrpSpPr/>
          <p:nvPr/>
        </p:nvGrpSpPr>
        <p:grpSpPr bwMode="auto">
          <a:xfrm>
            <a:off x="960512" y="156590"/>
            <a:ext cx="4775448" cy="609600"/>
            <a:chOff x="144" y="144"/>
            <a:chExt cx="2448" cy="384"/>
          </a:xfrm>
        </p:grpSpPr>
        <p:sp>
          <p:nvSpPr>
            <p:cNvPr id="81943" name="Oval 33"/>
            <p:cNvSpPr>
              <a:spLocks noChangeArrowheads="1"/>
            </p:cNvSpPr>
            <p:nvPr/>
          </p:nvSpPr>
          <p:spPr bwMode="auto">
            <a:xfrm>
              <a:off x="144" y="144"/>
              <a:ext cx="2448" cy="384"/>
            </a:xfrm>
            <a:prstGeom prst="ellipse">
              <a:avLst/>
            </a:prstGeom>
            <a:solidFill>
              <a:srgbClr val="FFFFD1"/>
            </a:solidFill>
            <a:ln w="9525">
              <a:noFill/>
              <a:round/>
            </a:ln>
            <a:effectLst>
              <a:outerShdw dist="108509" dir="1233363" algn="ctr" rotWithShape="0">
                <a:srgbClr val="B2B2B2"/>
              </a:outerShdw>
            </a:effectLst>
          </p:spPr>
          <p:txBody>
            <a:bodyPr wrap="none" anchor="ctr"/>
            <a:lstStyle/>
            <a:p>
              <a:endParaRPr lang="zh-CN" altLang="en-US"/>
            </a:p>
          </p:txBody>
        </p:sp>
        <p:sp>
          <p:nvSpPr>
            <p:cNvPr id="81944" name="Rectangle 34"/>
            <p:cNvSpPr>
              <a:spLocks noChangeArrowheads="1"/>
            </p:cNvSpPr>
            <p:nvPr/>
          </p:nvSpPr>
          <p:spPr bwMode="auto">
            <a:xfrm>
              <a:off x="192" y="144"/>
              <a:ext cx="2352" cy="359"/>
            </a:xfrm>
            <a:prstGeom prst="rect">
              <a:avLst/>
            </a:prstGeom>
            <a:noFill/>
            <a:ln w="12700" cap="sq">
              <a:noFill/>
              <a:miter lim="800000"/>
            </a:ln>
          </p:spPr>
          <p:txBody>
            <a:bodyPr>
              <a:spAutoFit/>
            </a:bodyPr>
            <a:lstStyle/>
            <a:p>
              <a:pPr fontAlgn="base">
                <a:spcBef>
                  <a:spcPct val="0"/>
                </a:spcBef>
              </a:pPr>
              <a:r>
                <a:rPr kumimoji="1" lang="zh-CN" altLang="en-US" sz="3100" dirty="0">
                  <a:solidFill>
                    <a:srgbClr val="003399"/>
                  </a:solidFill>
                  <a:latin typeface="幼圆" pitchFamily="49" charset="-122"/>
                  <a:ea typeface="幼圆" pitchFamily="49" charset="-122"/>
                </a:rPr>
                <a:t> 二</a:t>
              </a:r>
              <a:r>
                <a:rPr kumimoji="1" lang="zh-CN" altLang="zh-CN" sz="3100" dirty="0">
                  <a:solidFill>
                    <a:srgbClr val="003399"/>
                  </a:solidFill>
                  <a:latin typeface="幼圆" pitchFamily="49" charset="-122"/>
                  <a:ea typeface="幼圆" pitchFamily="49" charset="-122"/>
                </a:rPr>
                <a:t>.</a:t>
              </a:r>
              <a:r>
                <a:rPr kumimoji="1" lang="zh-CN" altLang="en-US" sz="3100" dirty="0">
                  <a:solidFill>
                    <a:srgbClr val="003399"/>
                  </a:solidFill>
                  <a:latin typeface="幼圆" pitchFamily="49" charset="-122"/>
                  <a:ea typeface="幼圆" pitchFamily="49" charset="-122"/>
                </a:rPr>
                <a:t>链表结点的基本操作</a:t>
              </a:r>
              <a:endParaRPr kumimoji="1" lang="zh-CN" altLang="en-US" sz="3100" dirty="0">
                <a:solidFill>
                  <a:srgbClr val="003399"/>
                </a:solidFill>
                <a:latin typeface="幼圆" pitchFamily="49" charset="-122"/>
                <a:ea typeface="幼圆" pitchFamily="49" charset="-122"/>
              </a:endParaRPr>
            </a:p>
          </p:txBody>
        </p:sp>
      </p:grpSp>
      <p:grpSp>
        <p:nvGrpSpPr>
          <p:cNvPr id="8" name="Group 35"/>
          <p:cNvGrpSpPr/>
          <p:nvPr/>
        </p:nvGrpSpPr>
        <p:grpSpPr bwMode="auto">
          <a:xfrm>
            <a:off x="1333575" y="1955228"/>
            <a:ext cx="1905000" cy="576262"/>
            <a:chOff x="3243" y="300"/>
            <a:chExt cx="1200" cy="363"/>
          </a:xfrm>
        </p:grpSpPr>
        <p:sp>
          <p:nvSpPr>
            <p:cNvPr id="81941" name="Rectangle 36"/>
            <p:cNvSpPr>
              <a:spLocks noChangeArrowheads="1"/>
            </p:cNvSpPr>
            <p:nvPr/>
          </p:nvSpPr>
          <p:spPr bwMode="auto">
            <a:xfrm>
              <a:off x="3243" y="346"/>
              <a:ext cx="1043" cy="317"/>
            </a:xfrm>
            <a:prstGeom prst="rect">
              <a:avLst/>
            </a:prstGeom>
            <a:solidFill>
              <a:srgbClr val="ECD9FF"/>
            </a:solidFill>
            <a:ln w="12700" cap="sq">
              <a:noFill/>
              <a:miter lim="800000"/>
            </a:ln>
            <a:effectLst>
              <a:outerShdw dist="53882" dir="2700000" algn="ctr" rotWithShape="0">
                <a:srgbClr val="969696"/>
              </a:outerShdw>
            </a:effectLst>
          </p:spPr>
          <p:txBody>
            <a:bodyPr wrap="none" anchor="ctr"/>
            <a:lstStyle/>
            <a:p>
              <a:endParaRPr lang="zh-CN" altLang="en-US"/>
            </a:p>
          </p:txBody>
        </p:sp>
        <p:sp>
          <p:nvSpPr>
            <p:cNvPr id="81942" name="Rectangle 37"/>
            <p:cNvSpPr>
              <a:spLocks noChangeArrowheads="1"/>
            </p:cNvSpPr>
            <p:nvPr/>
          </p:nvSpPr>
          <p:spPr bwMode="auto">
            <a:xfrm>
              <a:off x="3266" y="300"/>
              <a:ext cx="1177" cy="346"/>
            </a:xfrm>
            <a:prstGeom prst="rect">
              <a:avLst/>
            </a:prstGeom>
            <a:noFill/>
            <a:ln w="9525">
              <a:noFill/>
              <a:miter lim="800000"/>
            </a:ln>
            <a:effectLst>
              <a:outerShdw dist="17961" dir="2700000" algn="ctr" rotWithShape="0">
                <a:schemeClr val="bg1"/>
              </a:outerShdw>
            </a:effectLst>
          </p:spPr>
          <p:txBody>
            <a:bodyPr>
              <a:spAutoFit/>
            </a:bodyPr>
            <a:lstStyle/>
            <a:p>
              <a:r>
                <a:rPr lang="en-US" altLang="zh-CN" sz="3000">
                  <a:solidFill>
                    <a:srgbClr val="FF3300"/>
                  </a:solidFill>
                </a:rPr>
                <a:t>p</a:t>
              </a:r>
              <a:r>
                <a:rPr lang="en-US" altLang="zh-CN" sz="3000">
                  <a:solidFill>
                    <a:srgbClr val="FF3300"/>
                  </a:solidFill>
                  <a:latin typeface="宋体" pitchFamily="2" charset="-122"/>
                  <a:ea typeface="宋体" pitchFamily="2" charset="-122"/>
                </a:rPr>
                <a:t>-</a:t>
              </a:r>
              <a:r>
                <a:rPr lang="en-US" altLang="zh-CN" sz="3000">
                  <a:solidFill>
                    <a:srgbClr val="FF3300"/>
                  </a:solidFill>
                </a:rPr>
                <a:t>&gt;data</a:t>
              </a:r>
              <a:endParaRPr lang="zh-CN" altLang="en-US" sz="3000">
                <a:solidFill>
                  <a:srgbClr val="FF3300"/>
                </a:solidFill>
              </a:endParaRPr>
            </a:p>
          </p:txBody>
        </p:sp>
      </p:grpSp>
      <p:sp>
        <p:nvSpPr>
          <p:cNvPr id="604200" name="Rectangle 40"/>
          <p:cNvSpPr>
            <a:spLocks noChangeArrowheads="1"/>
          </p:cNvSpPr>
          <p:nvPr/>
        </p:nvSpPr>
        <p:spPr bwMode="auto">
          <a:xfrm>
            <a:off x="2063552" y="4077071"/>
            <a:ext cx="5126038" cy="504241"/>
          </a:xfrm>
          <a:prstGeom prst="rect">
            <a:avLst/>
          </a:prstGeom>
          <a:noFill/>
          <a:ln w="9525">
            <a:noFill/>
            <a:miter lim="800000"/>
          </a:ln>
        </p:spPr>
        <p:txBody>
          <a:bodyPr>
            <a:spAutoFit/>
          </a:bodyPr>
          <a:lstStyle/>
          <a:p>
            <a:pPr>
              <a:lnSpc>
                <a:spcPct val="125000"/>
              </a:lnSpc>
              <a:spcBef>
                <a:spcPct val="0"/>
              </a:spcBef>
            </a:pPr>
            <a:r>
              <a:rPr lang="en-US" altLang="zh-CN" sz="2400" dirty="0">
                <a:latin typeface="宋体" pitchFamily="2" charset="-122"/>
                <a:ea typeface="宋体" pitchFamily="2" charset="-122"/>
              </a:rPr>
              <a:t>X =</a:t>
            </a:r>
            <a:r>
              <a:rPr lang="en-US" altLang="zh-CN" sz="2400" dirty="0">
                <a:solidFill>
                  <a:schemeClr val="bg1"/>
                </a:solidFill>
                <a:latin typeface="宋体" pitchFamily="2" charset="-122"/>
                <a:ea typeface="宋体" pitchFamily="2" charset="-122"/>
              </a:rPr>
              <a:t> </a:t>
            </a:r>
            <a:r>
              <a:rPr lang="en-US" altLang="zh-CN" sz="2400" dirty="0">
                <a:solidFill>
                  <a:srgbClr val="F20000"/>
                </a:solidFill>
              </a:rPr>
              <a:t>p-&gt;data</a:t>
            </a:r>
            <a:r>
              <a:rPr lang="zh-CN" altLang="en-US" sz="2400" dirty="0">
                <a:latin typeface="宋体" pitchFamily="2" charset="-122"/>
                <a:ea typeface="宋体" pitchFamily="2" charset="-122"/>
              </a:rPr>
              <a:t>； </a:t>
            </a:r>
            <a:r>
              <a:rPr lang="en-US" altLang="zh-CN" sz="2400" dirty="0">
                <a:latin typeface="宋体" pitchFamily="2" charset="-122"/>
                <a:ea typeface="宋体" pitchFamily="2" charset="-122"/>
              </a:rPr>
              <a:t>X = </a:t>
            </a:r>
            <a:r>
              <a:rPr lang="en-US" altLang="zh-CN" sz="2400" dirty="0">
                <a:solidFill>
                  <a:srgbClr val="FF0000"/>
                </a:solidFill>
                <a:latin typeface="宋体" pitchFamily="2" charset="-122"/>
                <a:ea typeface="宋体" pitchFamily="2" charset="-122"/>
              </a:rPr>
              <a:t>“</a:t>
            </a:r>
            <a:r>
              <a:rPr lang="zh-CN" altLang="en-US" sz="2400" dirty="0">
                <a:solidFill>
                  <a:srgbClr val="FF0000"/>
                </a:solidFill>
                <a:latin typeface="宋体" pitchFamily="2" charset="-122"/>
                <a:ea typeface="宋体" pitchFamily="2" charset="-122"/>
              </a:rPr>
              <a:t>李四”</a:t>
            </a:r>
            <a:r>
              <a:rPr lang="zh-CN" altLang="en-US" sz="2400" dirty="0">
                <a:latin typeface="宋体" pitchFamily="2" charset="-122"/>
                <a:ea typeface="宋体" pitchFamily="2" charset="-122"/>
              </a:rPr>
              <a:t>；</a:t>
            </a:r>
            <a:endParaRPr lang="en-US" altLang="zh-CN" sz="2400" dirty="0">
              <a:latin typeface="宋体" pitchFamily="2" charset="-122"/>
              <a:ea typeface="宋体" pitchFamily="2" charset="-122"/>
            </a:endParaRPr>
          </a:p>
        </p:txBody>
      </p:sp>
      <p:grpSp>
        <p:nvGrpSpPr>
          <p:cNvPr id="9" name="Group 41"/>
          <p:cNvGrpSpPr/>
          <p:nvPr/>
        </p:nvGrpSpPr>
        <p:grpSpPr bwMode="auto">
          <a:xfrm>
            <a:off x="1370088" y="4167013"/>
            <a:ext cx="7283450" cy="1584325"/>
            <a:chOff x="424" y="2886"/>
            <a:chExt cx="4588" cy="998"/>
          </a:xfrm>
        </p:grpSpPr>
        <p:sp>
          <p:nvSpPr>
            <p:cNvPr id="81937" name="Rectangle 42"/>
            <p:cNvSpPr>
              <a:spLocks noChangeArrowheads="1"/>
            </p:cNvSpPr>
            <p:nvPr/>
          </p:nvSpPr>
          <p:spPr bwMode="auto">
            <a:xfrm>
              <a:off x="703" y="2886"/>
              <a:ext cx="4309" cy="998"/>
            </a:xfrm>
            <a:prstGeom prst="rect">
              <a:avLst/>
            </a:prstGeom>
            <a:solidFill>
              <a:srgbClr val="FFFFFF"/>
            </a:solidFill>
            <a:ln w="9525">
              <a:noFill/>
              <a:miter lim="800000"/>
            </a:ln>
          </p:spPr>
          <p:txBody>
            <a:bodyPr wrap="none" anchor="ctr"/>
            <a:lstStyle/>
            <a:p>
              <a:endParaRPr lang="zh-CN" altLang="en-US"/>
            </a:p>
          </p:txBody>
        </p:sp>
        <p:grpSp>
          <p:nvGrpSpPr>
            <p:cNvPr id="10" name="Group 43"/>
            <p:cNvGrpSpPr/>
            <p:nvPr/>
          </p:nvGrpSpPr>
          <p:grpSpPr bwMode="auto">
            <a:xfrm>
              <a:off x="424" y="2962"/>
              <a:ext cx="1200" cy="363"/>
              <a:chOff x="3243" y="300"/>
              <a:chExt cx="1200" cy="363"/>
            </a:xfrm>
          </p:grpSpPr>
          <p:sp>
            <p:nvSpPr>
              <p:cNvPr id="81939" name="Rectangle 44"/>
              <p:cNvSpPr>
                <a:spLocks noChangeArrowheads="1"/>
              </p:cNvSpPr>
              <p:nvPr/>
            </p:nvSpPr>
            <p:spPr bwMode="auto">
              <a:xfrm>
                <a:off x="3243" y="346"/>
                <a:ext cx="1043" cy="317"/>
              </a:xfrm>
              <a:prstGeom prst="rect">
                <a:avLst/>
              </a:prstGeom>
              <a:solidFill>
                <a:srgbClr val="ECD9FF"/>
              </a:solidFill>
              <a:ln w="12700" cap="sq">
                <a:noFill/>
                <a:miter lim="800000"/>
              </a:ln>
              <a:effectLst>
                <a:outerShdw dist="53882" dir="2700000" algn="ctr" rotWithShape="0">
                  <a:srgbClr val="969696"/>
                </a:outerShdw>
              </a:effectLst>
            </p:spPr>
            <p:txBody>
              <a:bodyPr wrap="none" anchor="ctr"/>
              <a:lstStyle/>
              <a:p>
                <a:endParaRPr lang="zh-CN" altLang="en-US"/>
              </a:p>
            </p:txBody>
          </p:sp>
          <p:sp>
            <p:nvSpPr>
              <p:cNvPr id="81940" name="Rectangle 45"/>
              <p:cNvSpPr>
                <a:spLocks noChangeArrowheads="1"/>
              </p:cNvSpPr>
              <p:nvPr/>
            </p:nvSpPr>
            <p:spPr bwMode="auto">
              <a:xfrm>
                <a:off x="3266" y="300"/>
                <a:ext cx="1177" cy="346"/>
              </a:xfrm>
              <a:prstGeom prst="rect">
                <a:avLst/>
              </a:prstGeom>
              <a:noFill/>
              <a:ln w="9525">
                <a:noFill/>
                <a:miter lim="800000"/>
              </a:ln>
              <a:effectLst>
                <a:outerShdw dist="17961" dir="2700000" algn="ctr" rotWithShape="0">
                  <a:schemeClr val="bg1"/>
                </a:outerShdw>
              </a:effectLst>
            </p:spPr>
            <p:txBody>
              <a:bodyPr>
                <a:spAutoFit/>
              </a:bodyPr>
              <a:lstStyle/>
              <a:p>
                <a:r>
                  <a:rPr lang="en-US" altLang="zh-CN" sz="3000" dirty="0">
                    <a:solidFill>
                      <a:srgbClr val="FF3300"/>
                    </a:solidFill>
                  </a:rPr>
                  <a:t>p</a:t>
                </a:r>
                <a:r>
                  <a:rPr lang="en-US" altLang="zh-CN" sz="3000" dirty="0">
                    <a:solidFill>
                      <a:srgbClr val="FF3300"/>
                    </a:solidFill>
                    <a:latin typeface="宋体" pitchFamily="2" charset="-122"/>
                    <a:ea typeface="宋体" pitchFamily="2" charset="-122"/>
                  </a:rPr>
                  <a:t>-</a:t>
                </a:r>
                <a:r>
                  <a:rPr lang="en-US" altLang="zh-CN" sz="3000" dirty="0">
                    <a:solidFill>
                      <a:srgbClr val="FF3300"/>
                    </a:solidFill>
                  </a:rPr>
                  <a:t>&gt;link</a:t>
                </a:r>
                <a:endParaRPr lang="zh-CN" altLang="en-US" sz="3000" dirty="0">
                  <a:solidFill>
                    <a:srgbClr val="FF3300"/>
                  </a:solidFill>
                </a:endParaRPr>
              </a:p>
            </p:txBody>
          </p:sp>
        </p:grpSp>
      </p:grpSp>
      <p:sp>
        <p:nvSpPr>
          <p:cNvPr id="604206" name="Text Box 46"/>
          <p:cNvSpPr txBox="1">
            <a:spLocks noChangeArrowheads="1"/>
          </p:cNvSpPr>
          <p:nvPr/>
        </p:nvSpPr>
        <p:spPr bwMode="auto">
          <a:xfrm>
            <a:off x="3184848" y="4363958"/>
            <a:ext cx="6166048" cy="709361"/>
          </a:xfrm>
          <a:prstGeom prst="rect">
            <a:avLst/>
          </a:prstGeom>
          <a:noFill/>
          <a:ln w="9525">
            <a:noFill/>
            <a:miter lim="800000"/>
          </a:ln>
        </p:spPr>
        <p:txBody>
          <a:bodyPr wrap="square" anchor="ctr">
            <a:spAutoFit/>
          </a:bodyPr>
          <a:lstStyle/>
          <a:p>
            <a:pPr fontAlgn="base">
              <a:lnSpc>
                <a:spcPct val="80000"/>
              </a:lnSpc>
              <a:spcBef>
                <a:spcPct val="0"/>
              </a:spcBef>
            </a:pPr>
            <a:r>
              <a:rPr lang="zh-CN" altLang="en-US" sz="2500" dirty="0">
                <a:solidFill>
                  <a:srgbClr val="000099"/>
                </a:solidFill>
                <a:latin typeface="幼圆" pitchFamily="49" charset="-122"/>
                <a:ea typeface="幼圆" pitchFamily="49" charset="-122"/>
              </a:rPr>
              <a:t>表示由</a:t>
            </a:r>
            <a:r>
              <a:rPr lang="en-US" altLang="zh-CN" sz="2500" dirty="0">
                <a:solidFill>
                  <a:srgbClr val="000099"/>
                </a:solidFill>
                <a:ea typeface="幼圆" pitchFamily="49" charset="-122"/>
              </a:rPr>
              <a:t>p</a:t>
            </a:r>
            <a:r>
              <a:rPr lang="zh-CN" altLang="en-US" sz="2500" dirty="0">
                <a:solidFill>
                  <a:srgbClr val="000099"/>
                </a:solidFill>
                <a:latin typeface="幼圆" pitchFamily="49" charset="-122"/>
                <a:ea typeface="幼圆" pitchFamily="49" charset="-122"/>
              </a:rPr>
              <a:t>指向的链结点的指针域</a:t>
            </a:r>
            <a:r>
              <a:rPr lang="zh-CN" altLang="en-US" sz="2500" dirty="0">
                <a:solidFill>
                  <a:srgbClr val="000099"/>
                </a:solidFill>
              </a:rPr>
              <a:t>，</a:t>
            </a:r>
            <a:r>
              <a:rPr lang="zh-CN" altLang="en-US" sz="2500" dirty="0">
                <a:solidFill>
                  <a:srgbClr val="000099"/>
                </a:solidFill>
                <a:latin typeface="幼圆" pitchFamily="49" charset="-122"/>
                <a:ea typeface="幼圆" pitchFamily="49" charset="-122"/>
              </a:rPr>
              <a:t>即</a:t>
            </a:r>
            <a:r>
              <a:rPr lang="en-US" altLang="zh-CN" sz="2500" dirty="0">
                <a:solidFill>
                  <a:srgbClr val="000099"/>
                </a:solidFill>
                <a:ea typeface="幼圆" pitchFamily="49" charset="-122"/>
              </a:rPr>
              <a:t>p</a:t>
            </a:r>
            <a:r>
              <a:rPr lang="zh-CN" altLang="en-US" sz="2500" dirty="0">
                <a:solidFill>
                  <a:srgbClr val="000099"/>
                </a:solidFill>
                <a:latin typeface="幼圆" pitchFamily="49" charset="-122"/>
                <a:ea typeface="幼圆" pitchFamily="49" charset="-122"/>
              </a:rPr>
              <a:t>所指的链结点的下一个链结点的指针（地址）</a:t>
            </a:r>
            <a:r>
              <a:rPr lang="zh-CN" altLang="en-US" sz="2500" dirty="0">
                <a:solidFill>
                  <a:srgbClr val="000099"/>
                </a:solidFill>
              </a:rPr>
              <a:t>。</a:t>
            </a:r>
            <a:endParaRPr kumimoji="1" lang="zh-CN" altLang="en-US" sz="2500" dirty="0">
              <a:solidFill>
                <a:srgbClr val="000099"/>
              </a:solidFill>
              <a:ea typeface="宋体"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04163"/>
                                        </p:tgtEl>
                                        <p:attrNameLst>
                                          <p:attrName>style.visibility</p:attrName>
                                        </p:attrNameLst>
                                      </p:cBhvr>
                                      <p:to>
                                        <p:strVal val="visible"/>
                                      </p:to>
                                    </p:set>
                                    <p:animEffect transition="in" filter="blinds(horizontal)">
                                      <p:cBhvr>
                                        <p:cTn id="7" dur="500"/>
                                        <p:tgtEl>
                                          <p:spTgt spid="604163"/>
                                        </p:tgtEl>
                                      </p:cBhvr>
                                    </p:animEffect>
                                  </p:childTnLst>
                                </p:cTn>
                              </p:par>
                              <p:par>
                                <p:cTn id="8" presetID="3" presetClass="entr" presetSubtype="1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blinds(horizontal)">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604200"/>
                                        </p:tgtEl>
                                        <p:attrNameLst>
                                          <p:attrName>style.visibility</p:attrName>
                                        </p:attrNameLst>
                                      </p:cBhvr>
                                      <p:to>
                                        <p:strVal val="visible"/>
                                      </p:to>
                                    </p:set>
                                    <p:animEffect transition="in" filter="wipe(left)">
                                      <p:cBhvr>
                                        <p:cTn id="20" dur="500"/>
                                        <p:tgtEl>
                                          <p:spTgt spid="604200"/>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1" nodeType="clickEffect">
                                  <p:stCondLst>
                                    <p:cond delay="0"/>
                                  </p:stCondLst>
                                  <p:childTnLst>
                                    <p:set>
                                      <p:cBhvr>
                                        <p:cTn id="24" dur="1" fill="hold">
                                          <p:stCondLst>
                                            <p:cond delay="0"/>
                                          </p:stCondLst>
                                        </p:cTn>
                                        <p:tgtEl>
                                          <p:spTgt spid="604200"/>
                                        </p:tgtEl>
                                        <p:attrNameLst>
                                          <p:attrName>style.visibility</p:attrName>
                                        </p:attrNameLst>
                                      </p:cBhvr>
                                      <p:to>
                                        <p:strVal val="visible"/>
                                      </p:to>
                                    </p:set>
                                    <p:animEffect transition="in" filter="blinds(horizontal)">
                                      <p:cBhvr>
                                        <p:cTn id="25" dur="500"/>
                                        <p:tgtEl>
                                          <p:spTgt spid="604200"/>
                                        </p:tgtEl>
                                      </p:cBhvr>
                                    </p:animEffect>
                                  </p:childTnLst>
                                </p:cTn>
                              </p:par>
                              <p:par>
                                <p:cTn id="26" presetID="3" presetClass="entr" presetSubtype="10" fill="hold"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blinds(horizontal)">
                                      <p:cBhvr>
                                        <p:cTn id="28" dur="500"/>
                                        <p:tgtEl>
                                          <p:spTgt spid="9"/>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604206"/>
                                        </p:tgtEl>
                                        <p:attrNameLst>
                                          <p:attrName>style.visibility</p:attrName>
                                        </p:attrNameLst>
                                      </p:cBhvr>
                                      <p:to>
                                        <p:strVal val="visible"/>
                                      </p:to>
                                    </p:set>
                                    <p:animEffect transition="in" filter="blinds(horizontal)">
                                      <p:cBhvr>
                                        <p:cTn id="31" dur="500"/>
                                        <p:tgtEl>
                                          <p:spTgt spid="6042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63" grpId="0"/>
      <p:bldP spid="604200" grpId="0"/>
      <p:bldP spid="604200" grpId="1"/>
      <p:bldP spid="604206" grpId="0"/>
    </p:bld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51" name="Rectangle 3"/>
          <p:cNvSpPr>
            <a:spLocks noGrp="1" noChangeArrowheads="1"/>
          </p:cNvSpPr>
          <p:nvPr>
            <p:ph idx="1"/>
          </p:nvPr>
        </p:nvSpPr>
        <p:spPr>
          <a:xfrm>
            <a:off x="1631504" y="1124744"/>
            <a:ext cx="9217024" cy="4343400"/>
          </a:xfrm>
        </p:spPr>
        <p:txBody>
          <a:bodyPr/>
          <a:lstStyle/>
          <a:p>
            <a:pPr eaLnBrk="1" hangingPunct="1">
              <a:lnSpc>
                <a:spcPct val="90000"/>
              </a:lnSpc>
              <a:spcBef>
                <a:spcPct val="15000"/>
              </a:spcBef>
              <a:buFontTx/>
              <a:buNone/>
            </a:pPr>
            <a:r>
              <a:rPr lang="zh-CN" altLang="en-US" sz="2700" dirty="0">
                <a:solidFill>
                  <a:srgbClr val="000099"/>
                </a:solidFill>
                <a:latin typeface="幼圆" pitchFamily="49" charset="-122"/>
                <a:ea typeface="幼圆" pitchFamily="49" charset="-122"/>
                <a:sym typeface="Symbol" pitchFamily="18" charset="2"/>
              </a:rPr>
              <a:t> </a:t>
            </a:r>
            <a:r>
              <a:rPr lang="zh-CN" altLang="en-US" sz="2700" dirty="0">
                <a:solidFill>
                  <a:srgbClr val="000099"/>
                </a:solidFill>
                <a:latin typeface="幼圆" pitchFamily="49" charset="-122"/>
                <a:ea typeface="幼圆" pitchFamily="49" charset="-122"/>
              </a:rPr>
              <a:t>求线性链表的长度。</a:t>
            </a:r>
            <a:endParaRPr lang="zh-CN" altLang="en-US" sz="2700" dirty="0">
              <a:solidFill>
                <a:srgbClr val="000099"/>
              </a:solidFill>
              <a:latin typeface="幼圆" pitchFamily="49" charset="-122"/>
              <a:ea typeface="幼圆" pitchFamily="49" charset="-122"/>
            </a:endParaRPr>
          </a:p>
          <a:p>
            <a:pPr eaLnBrk="1" hangingPunct="1">
              <a:lnSpc>
                <a:spcPct val="90000"/>
              </a:lnSpc>
              <a:spcBef>
                <a:spcPct val="15000"/>
              </a:spcBef>
              <a:buFontTx/>
              <a:buNone/>
            </a:pPr>
            <a:r>
              <a:rPr lang="zh-CN" altLang="en-US" sz="2700" dirty="0">
                <a:solidFill>
                  <a:srgbClr val="000099"/>
                </a:solidFill>
                <a:latin typeface="幼圆" pitchFamily="49" charset="-122"/>
                <a:ea typeface="幼圆" pitchFamily="49" charset="-122"/>
                <a:sym typeface="Symbol" pitchFamily="18" charset="2"/>
              </a:rPr>
              <a:t> </a:t>
            </a:r>
            <a:r>
              <a:rPr lang="zh-CN" altLang="en-US" sz="2700" dirty="0">
                <a:solidFill>
                  <a:srgbClr val="FF0000"/>
                </a:solidFill>
                <a:latin typeface="幼圆" pitchFamily="49" charset="-122"/>
                <a:ea typeface="幼圆" pitchFamily="49" charset="-122"/>
              </a:rPr>
              <a:t>建立</a:t>
            </a:r>
            <a:r>
              <a:rPr lang="zh-CN" altLang="en-US" sz="2700" dirty="0">
                <a:solidFill>
                  <a:srgbClr val="000099"/>
                </a:solidFill>
                <a:latin typeface="幼圆" pitchFamily="49" charset="-122"/>
                <a:ea typeface="幼圆" pitchFamily="49" charset="-122"/>
              </a:rPr>
              <a:t>一个线性链表。</a:t>
            </a:r>
            <a:endParaRPr lang="zh-CN" altLang="en-US" sz="2700" dirty="0">
              <a:solidFill>
                <a:srgbClr val="000099"/>
              </a:solidFill>
              <a:latin typeface="幼圆" pitchFamily="49" charset="-122"/>
              <a:ea typeface="幼圆" pitchFamily="49" charset="-122"/>
            </a:endParaRPr>
          </a:p>
          <a:p>
            <a:pPr eaLnBrk="1" hangingPunct="1">
              <a:lnSpc>
                <a:spcPct val="90000"/>
              </a:lnSpc>
              <a:spcBef>
                <a:spcPct val="15000"/>
              </a:spcBef>
              <a:buFontTx/>
              <a:buNone/>
            </a:pPr>
            <a:r>
              <a:rPr lang="zh-CN" altLang="en-US" sz="2700" dirty="0">
                <a:solidFill>
                  <a:srgbClr val="000099"/>
                </a:solidFill>
                <a:latin typeface="幼圆" pitchFamily="49" charset="-122"/>
                <a:ea typeface="幼圆" pitchFamily="49" charset="-122"/>
                <a:sym typeface="Symbol" pitchFamily="18" charset="2"/>
              </a:rPr>
              <a:t> </a:t>
            </a:r>
            <a:r>
              <a:rPr lang="zh-CN" altLang="en-US" sz="2700" dirty="0">
                <a:solidFill>
                  <a:srgbClr val="000099"/>
                </a:solidFill>
                <a:latin typeface="幼圆" pitchFamily="49" charset="-122"/>
                <a:ea typeface="幼圆" pitchFamily="49" charset="-122"/>
              </a:rPr>
              <a:t>在非空线性链表的第一个结点前</a:t>
            </a:r>
            <a:r>
              <a:rPr lang="zh-CN" altLang="en-US" sz="2700" dirty="0">
                <a:solidFill>
                  <a:srgbClr val="FF0000"/>
                </a:solidFill>
                <a:latin typeface="幼圆" pitchFamily="49" charset="-122"/>
                <a:ea typeface="幼圆" pitchFamily="49" charset="-122"/>
              </a:rPr>
              <a:t>插入</a:t>
            </a:r>
            <a:r>
              <a:rPr lang="zh-CN" altLang="en-US" sz="2700" dirty="0">
                <a:solidFill>
                  <a:srgbClr val="000099"/>
                </a:solidFill>
                <a:latin typeface="幼圆" pitchFamily="49" charset="-122"/>
                <a:ea typeface="幼圆" pitchFamily="49" charset="-122"/>
              </a:rPr>
              <a:t>一个数据</a:t>
            </a:r>
            <a:endParaRPr lang="zh-CN" altLang="en-US" sz="2700" dirty="0">
              <a:solidFill>
                <a:srgbClr val="000099"/>
              </a:solidFill>
              <a:latin typeface="幼圆" pitchFamily="49" charset="-122"/>
              <a:ea typeface="幼圆" pitchFamily="49" charset="-122"/>
            </a:endParaRPr>
          </a:p>
          <a:p>
            <a:pPr eaLnBrk="1" hangingPunct="1">
              <a:lnSpc>
                <a:spcPct val="90000"/>
              </a:lnSpc>
              <a:spcBef>
                <a:spcPct val="15000"/>
              </a:spcBef>
              <a:buFontTx/>
              <a:buNone/>
            </a:pPr>
            <a:r>
              <a:rPr lang="zh-CN" altLang="en-US" sz="2700" dirty="0">
                <a:solidFill>
                  <a:srgbClr val="000099"/>
                </a:solidFill>
                <a:latin typeface="幼圆" pitchFamily="49" charset="-122"/>
                <a:ea typeface="幼圆" pitchFamily="49" charset="-122"/>
              </a:rPr>
              <a:t>  信息为</a:t>
            </a:r>
            <a:r>
              <a:rPr lang="en-US" altLang="zh-CN" sz="2700" dirty="0">
                <a:solidFill>
                  <a:srgbClr val="000099"/>
                </a:solidFill>
                <a:ea typeface="幼圆" pitchFamily="49" charset="-122"/>
              </a:rPr>
              <a:t>item</a:t>
            </a:r>
            <a:r>
              <a:rPr lang="zh-CN" altLang="en-US" sz="2700" dirty="0">
                <a:solidFill>
                  <a:srgbClr val="000099"/>
                </a:solidFill>
                <a:latin typeface="幼圆" pitchFamily="49" charset="-122"/>
                <a:ea typeface="幼圆" pitchFamily="49" charset="-122"/>
              </a:rPr>
              <a:t>的新结点。</a:t>
            </a:r>
            <a:endParaRPr lang="zh-CN" altLang="en-US" sz="2700" dirty="0">
              <a:solidFill>
                <a:srgbClr val="000099"/>
              </a:solidFill>
              <a:latin typeface="幼圆" pitchFamily="49" charset="-122"/>
              <a:ea typeface="幼圆" pitchFamily="49" charset="-122"/>
            </a:endParaRPr>
          </a:p>
          <a:p>
            <a:pPr eaLnBrk="1" hangingPunct="1">
              <a:lnSpc>
                <a:spcPct val="90000"/>
              </a:lnSpc>
              <a:spcBef>
                <a:spcPct val="15000"/>
              </a:spcBef>
              <a:buFontTx/>
              <a:buNone/>
            </a:pPr>
            <a:r>
              <a:rPr lang="zh-CN" altLang="en-US" sz="2700" dirty="0">
                <a:solidFill>
                  <a:srgbClr val="000099"/>
                </a:solidFill>
                <a:latin typeface="幼圆" pitchFamily="49" charset="-122"/>
                <a:ea typeface="幼圆" pitchFamily="49" charset="-122"/>
                <a:sym typeface="Symbol" pitchFamily="18" charset="2"/>
              </a:rPr>
              <a:t> </a:t>
            </a:r>
            <a:r>
              <a:rPr lang="zh-CN" altLang="en-US" sz="2700" dirty="0">
                <a:solidFill>
                  <a:srgbClr val="000099"/>
                </a:solidFill>
                <a:latin typeface="幼圆" pitchFamily="49" charset="-122"/>
                <a:ea typeface="幼圆" pitchFamily="49" charset="-122"/>
              </a:rPr>
              <a:t>在线性链表中由指针</a:t>
            </a:r>
            <a:r>
              <a:rPr lang="en-US" altLang="zh-CN" sz="2700" dirty="0">
                <a:solidFill>
                  <a:srgbClr val="000099"/>
                </a:solidFill>
                <a:ea typeface="幼圆" pitchFamily="49" charset="-122"/>
              </a:rPr>
              <a:t>q </a:t>
            </a:r>
            <a:r>
              <a:rPr lang="zh-CN" altLang="en-US" sz="2700" dirty="0">
                <a:solidFill>
                  <a:srgbClr val="000099"/>
                </a:solidFill>
                <a:latin typeface="幼圆" pitchFamily="49" charset="-122"/>
                <a:ea typeface="幼圆" pitchFamily="49" charset="-122"/>
              </a:rPr>
              <a:t>指出的结点之后</a:t>
            </a:r>
            <a:r>
              <a:rPr lang="zh-CN" altLang="en-US" sz="2700" dirty="0">
                <a:solidFill>
                  <a:srgbClr val="FF0000"/>
                </a:solidFill>
                <a:latin typeface="幼圆" pitchFamily="49" charset="-122"/>
                <a:ea typeface="幼圆" pitchFamily="49" charset="-122"/>
              </a:rPr>
              <a:t>插入</a:t>
            </a:r>
            <a:r>
              <a:rPr lang="zh-CN" altLang="en-US" sz="2700" dirty="0">
                <a:solidFill>
                  <a:srgbClr val="000099"/>
                </a:solidFill>
                <a:latin typeface="幼圆" pitchFamily="49" charset="-122"/>
                <a:ea typeface="幼圆" pitchFamily="49" charset="-122"/>
              </a:rPr>
              <a:t>一</a:t>
            </a:r>
            <a:endParaRPr lang="zh-CN" altLang="en-US" sz="2700" dirty="0">
              <a:solidFill>
                <a:srgbClr val="000099"/>
              </a:solidFill>
              <a:latin typeface="幼圆" pitchFamily="49" charset="-122"/>
              <a:ea typeface="幼圆" pitchFamily="49" charset="-122"/>
            </a:endParaRPr>
          </a:p>
          <a:p>
            <a:pPr eaLnBrk="1" hangingPunct="1">
              <a:lnSpc>
                <a:spcPct val="90000"/>
              </a:lnSpc>
              <a:spcBef>
                <a:spcPct val="15000"/>
              </a:spcBef>
              <a:buFontTx/>
              <a:buNone/>
            </a:pPr>
            <a:r>
              <a:rPr lang="zh-CN" altLang="en-US" sz="2700" dirty="0">
                <a:solidFill>
                  <a:srgbClr val="000099"/>
                </a:solidFill>
                <a:latin typeface="幼圆" pitchFamily="49" charset="-122"/>
                <a:ea typeface="幼圆" pitchFamily="49" charset="-122"/>
              </a:rPr>
              <a:t>  个数据信息为</a:t>
            </a:r>
            <a:r>
              <a:rPr lang="en-US" altLang="zh-CN" sz="2700" dirty="0">
                <a:solidFill>
                  <a:srgbClr val="000099"/>
                </a:solidFill>
                <a:ea typeface="幼圆" pitchFamily="49" charset="-122"/>
              </a:rPr>
              <a:t>item</a:t>
            </a:r>
            <a:r>
              <a:rPr lang="zh-CN" altLang="en-US" sz="2700" dirty="0">
                <a:solidFill>
                  <a:srgbClr val="000099"/>
                </a:solidFill>
                <a:latin typeface="幼圆" pitchFamily="49" charset="-122"/>
                <a:ea typeface="幼圆" pitchFamily="49" charset="-122"/>
              </a:rPr>
              <a:t>的链结点。</a:t>
            </a:r>
            <a:endParaRPr lang="zh-CN" altLang="en-US" sz="2700" dirty="0">
              <a:solidFill>
                <a:srgbClr val="000099"/>
              </a:solidFill>
              <a:latin typeface="幼圆" pitchFamily="49" charset="-122"/>
              <a:ea typeface="幼圆" pitchFamily="49" charset="-122"/>
            </a:endParaRPr>
          </a:p>
          <a:p>
            <a:pPr eaLnBrk="1" hangingPunct="1">
              <a:lnSpc>
                <a:spcPct val="90000"/>
              </a:lnSpc>
              <a:spcBef>
                <a:spcPct val="15000"/>
              </a:spcBef>
              <a:buFontTx/>
              <a:buNone/>
            </a:pPr>
            <a:r>
              <a:rPr lang="zh-CN" altLang="en-US" sz="2700" dirty="0">
                <a:solidFill>
                  <a:srgbClr val="000099"/>
                </a:solidFill>
                <a:latin typeface="幼圆" pitchFamily="49" charset="-122"/>
                <a:ea typeface="幼圆" pitchFamily="49" charset="-122"/>
                <a:sym typeface="Symbol" pitchFamily="18" charset="2"/>
              </a:rPr>
              <a:t> </a:t>
            </a:r>
            <a:r>
              <a:rPr lang="zh-CN" altLang="en-US" sz="2700" dirty="0">
                <a:solidFill>
                  <a:srgbClr val="000099"/>
                </a:solidFill>
                <a:latin typeface="幼圆" pitchFamily="49" charset="-122"/>
                <a:ea typeface="幼圆" pitchFamily="49" charset="-122"/>
              </a:rPr>
              <a:t>在线性链表中满足某条件的结点后面插入一个数据信息为</a:t>
            </a:r>
            <a:r>
              <a:rPr lang="en-US" altLang="zh-CN" sz="2700" dirty="0">
                <a:solidFill>
                  <a:srgbClr val="000099"/>
                </a:solidFill>
                <a:ea typeface="幼圆" pitchFamily="49" charset="-122"/>
              </a:rPr>
              <a:t>item</a:t>
            </a:r>
            <a:r>
              <a:rPr lang="zh-CN" altLang="en-US" sz="2700" dirty="0">
                <a:solidFill>
                  <a:srgbClr val="000099"/>
                </a:solidFill>
                <a:latin typeface="幼圆" pitchFamily="49" charset="-122"/>
                <a:ea typeface="幼圆" pitchFamily="49" charset="-122"/>
              </a:rPr>
              <a:t>的链结点。</a:t>
            </a:r>
            <a:endParaRPr lang="zh-CN" altLang="en-US" sz="2700" dirty="0">
              <a:solidFill>
                <a:srgbClr val="000099"/>
              </a:solidFill>
              <a:latin typeface="幼圆" pitchFamily="49" charset="-122"/>
              <a:ea typeface="幼圆" pitchFamily="49" charset="-122"/>
            </a:endParaRPr>
          </a:p>
          <a:p>
            <a:pPr eaLnBrk="1" hangingPunct="1">
              <a:lnSpc>
                <a:spcPct val="90000"/>
              </a:lnSpc>
              <a:spcBef>
                <a:spcPct val="15000"/>
              </a:spcBef>
              <a:buFontTx/>
              <a:buNone/>
            </a:pPr>
            <a:r>
              <a:rPr lang="zh-CN" altLang="en-US" sz="2700" dirty="0">
                <a:solidFill>
                  <a:srgbClr val="000099"/>
                </a:solidFill>
                <a:latin typeface="幼圆" pitchFamily="49" charset="-122"/>
                <a:ea typeface="幼圆" pitchFamily="49" charset="-122"/>
                <a:sym typeface="Symbol" pitchFamily="18" charset="2"/>
              </a:rPr>
              <a:t> </a:t>
            </a:r>
            <a:r>
              <a:rPr lang="zh-CN" altLang="en-US" sz="2700" dirty="0">
                <a:solidFill>
                  <a:srgbClr val="000099"/>
                </a:solidFill>
                <a:latin typeface="幼圆" pitchFamily="49" charset="-122"/>
                <a:ea typeface="幼圆" pitchFamily="49" charset="-122"/>
              </a:rPr>
              <a:t>从非空线性链表中</a:t>
            </a:r>
            <a:r>
              <a:rPr lang="zh-CN" altLang="en-US" sz="2700" dirty="0">
                <a:solidFill>
                  <a:srgbClr val="FF0000"/>
                </a:solidFill>
                <a:latin typeface="幼圆" pitchFamily="49" charset="-122"/>
                <a:ea typeface="幼圆" pitchFamily="49" charset="-122"/>
              </a:rPr>
              <a:t>删除</a:t>
            </a:r>
            <a:r>
              <a:rPr lang="zh-CN" altLang="en-US" sz="2700" dirty="0">
                <a:solidFill>
                  <a:srgbClr val="000099"/>
                </a:solidFill>
                <a:latin typeface="幼圆" pitchFamily="49" charset="-122"/>
                <a:ea typeface="幼圆" pitchFamily="49" charset="-122"/>
              </a:rPr>
              <a:t>链结点</a:t>
            </a:r>
            <a:r>
              <a:rPr lang="en-US" altLang="zh-CN" sz="2700" dirty="0">
                <a:solidFill>
                  <a:srgbClr val="000099"/>
                </a:solidFill>
                <a:ea typeface="幼圆" pitchFamily="49" charset="-122"/>
              </a:rPr>
              <a:t>q(q</a:t>
            </a:r>
            <a:r>
              <a:rPr lang="zh-CN" altLang="en-US" sz="2700" dirty="0">
                <a:solidFill>
                  <a:srgbClr val="000099"/>
                </a:solidFill>
                <a:latin typeface="幼圆" pitchFamily="49" charset="-122"/>
                <a:ea typeface="幼圆" pitchFamily="49" charset="-122"/>
              </a:rPr>
              <a:t>为指向被删除</a:t>
            </a:r>
            <a:endParaRPr lang="zh-CN" altLang="en-US" sz="2700" dirty="0">
              <a:solidFill>
                <a:srgbClr val="000099"/>
              </a:solidFill>
              <a:latin typeface="幼圆" pitchFamily="49" charset="-122"/>
              <a:ea typeface="幼圆" pitchFamily="49" charset="-122"/>
            </a:endParaRPr>
          </a:p>
          <a:p>
            <a:pPr eaLnBrk="1" hangingPunct="1">
              <a:lnSpc>
                <a:spcPct val="90000"/>
              </a:lnSpc>
              <a:spcBef>
                <a:spcPct val="15000"/>
              </a:spcBef>
              <a:buFontTx/>
              <a:buNone/>
            </a:pPr>
            <a:r>
              <a:rPr lang="zh-CN" altLang="en-US" sz="2700" dirty="0">
                <a:solidFill>
                  <a:srgbClr val="000099"/>
                </a:solidFill>
                <a:latin typeface="幼圆" pitchFamily="49" charset="-122"/>
                <a:ea typeface="幼圆" pitchFamily="49" charset="-122"/>
              </a:rPr>
              <a:t>  链结点的指针</a:t>
            </a:r>
            <a:r>
              <a:rPr lang="zh-CN" altLang="en-US" sz="2700" dirty="0">
                <a:solidFill>
                  <a:srgbClr val="000099"/>
                </a:solidFill>
                <a:ea typeface="幼圆" pitchFamily="49" charset="-122"/>
              </a:rPr>
              <a:t>)</a:t>
            </a:r>
            <a:r>
              <a:rPr lang="zh-CN" altLang="en-US" sz="2700" dirty="0">
                <a:solidFill>
                  <a:srgbClr val="000099"/>
                </a:solidFill>
                <a:latin typeface="幼圆" pitchFamily="49" charset="-122"/>
                <a:ea typeface="幼圆" pitchFamily="49" charset="-122"/>
              </a:rPr>
              <a:t>。</a:t>
            </a:r>
            <a:endParaRPr lang="zh-CN" altLang="en-US" sz="2700" dirty="0">
              <a:solidFill>
                <a:srgbClr val="000099"/>
              </a:solidFill>
              <a:latin typeface="幼圆" pitchFamily="49" charset="-122"/>
              <a:ea typeface="幼圆" pitchFamily="49" charset="-122"/>
            </a:endParaRPr>
          </a:p>
          <a:p>
            <a:pPr eaLnBrk="1" hangingPunct="1">
              <a:lnSpc>
                <a:spcPct val="90000"/>
              </a:lnSpc>
              <a:spcBef>
                <a:spcPct val="15000"/>
              </a:spcBef>
              <a:buFontTx/>
              <a:buNone/>
            </a:pPr>
            <a:endParaRPr lang="zh-CN" altLang="en-US" sz="2700" dirty="0">
              <a:solidFill>
                <a:srgbClr val="000099"/>
              </a:solidFill>
              <a:latin typeface="幼圆" pitchFamily="49" charset="-122"/>
              <a:ea typeface="幼圆" pitchFamily="49" charset="-122"/>
            </a:endParaRPr>
          </a:p>
        </p:txBody>
      </p:sp>
      <p:grpSp>
        <p:nvGrpSpPr>
          <p:cNvPr id="2" name="Group 120"/>
          <p:cNvGrpSpPr/>
          <p:nvPr/>
        </p:nvGrpSpPr>
        <p:grpSpPr bwMode="auto">
          <a:xfrm>
            <a:off x="977455" y="124619"/>
            <a:ext cx="6293634" cy="685800"/>
            <a:chOff x="192" y="384"/>
            <a:chExt cx="2832" cy="432"/>
          </a:xfrm>
        </p:grpSpPr>
        <p:sp>
          <p:nvSpPr>
            <p:cNvPr id="7172" name="Oval 115"/>
            <p:cNvSpPr>
              <a:spLocks noChangeArrowheads="1"/>
            </p:cNvSpPr>
            <p:nvPr/>
          </p:nvSpPr>
          <p:spPr bwMode="auto">
            <a:xfrm>
              <a:off x="192" y="384"/>
              <a:ext cx="2832" cy="432"/>
            </a:xfrm>
            <a:prstGeom prst="ellipse">
              <a:avLst/>
            </a:prstGeom>
            <a:solidFill>
              <a:srgbClr val="FFFFD1"/>
            </a:solidFill>
            <a:ln w="9525">
              <a:noFill/>
              <a:round/>
            </a:ln>
            <a:effectLst>
              <a:outerShdw dist="74053" dir="1857825" algn="ctr" rotWithShape="0">
                <a:srgbClr val="B2B2B2"/>
              </a:outerShdw>
            </a:effectLst>
          </p:spPr>
          <p:txBody>
            <a:bodyPr wrap="none" anchor="ctr"/>
            <a:lstStyle/>
            <a:p>
              <a:endParaRPr lang="zh-CN" altLang="en-US"/>
            </a:p>
          </p:txBody>
        </p:sp>
        <p:sp>
          <p:nvSpPr>
            <p:cNvPr id="7173" name="Rectangle 116"/>
            <p:cNvSpPr>
              <a:spLocks noChangeArrowheads="1"/>
            </p:cNvSpPr>
            <p:nvPr/>
          </p:nvSpPr>
          <p:spPr bwMode="auto">
            <a:xfrm>
              <a:off x="192" y="403"/>
              <a:ext cx="2640" cy="368"/>
            </a:xfrm>
            <a:prstGeom prst="rect">
              <a:avLst/>
            </a:prstGeom>
            <a:noFill/>
            <a:ln w="12700" cap="sq">
              <a:noFill/>
              <a:miter lim="800000"/>
            </a:ln>
          </p:spPr>
          <p:txBody>
            <a:bodyPr>
              <a:spAutoFit/>
            </a:bodyPr>
            <a:lstStyle/>
            <a:p>
              <a:pPr fontAlgn="base">
                <a:spcBef>
                  <a:spcPct val="0"/>
                </a:spcBef>
              </a:pPr>
              <a:r>
                <a:rPr kumimoji="1" lang="zh-CN" altLang="en-US" sz="3200">
                  <a:solidFill>
                    <a:srgbClr val="003399"/>
                  </a:solidFill>
                  <a:latin typeface="幼圆" pitchFamily="49" charset="-122"/>
                  <a:ea typeface="幼圆" pitchFamily="49" charset="-122"/>
                </a:rPr>
                <a:t>   </a:t>
              </a:r>
              <a:r>
                <a:rPr kumimoji="1" lang="en-US" altLang="zh-CN" sz="3200">
                  <a:solidFill>
                    <a:srgbClr val="003399"/>
                  </a:solidFill>
                  <a:latin typeface="幼圆" pitchFamily="49" charset="-122"/>
                  <a:ea typeface="幼圆" pitchFamily="49" charset="-122"/>
                </a:rPr>
                <a:t>2.3.3 </a:t>
              </a:r>
              <a:r>
                <a:rPr kumimoji="1" lang="zh-CN" altLang="en-US" sz="3200">
                  <a:solidFill>
                    <a:srgbClr val="003399"/>
                  </a:solidFill>
                  <a:latin typeface="幼圆" pitchFamily="49" charset="-122"/>
                  <a:ea typeface="幼圆" pitchFamily="49" charset="-122"/>
                </a:rPr>
                <a:t>链表的基本操作</a:t>
              </a:r>
              <a:endParaRPr kumimoji="1" lang="zh-CN" altLang="en-US" sz="3200">
                <a:solidFill>
                  <a:srgbClr val="003399"/>
                </a:solidFill>
                <a:latin typeface="幼圆" pitchFamily="49" charset="-122"/>
                <a:ea typeface="幼圆" pitchFamily="49" charset="-122"/>
              </a:endParaRP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7651"/>
                                        </p:tgtEl>
                                        <p:attrNameLst>
                                          <p:attrName>style.visibility</p:attrName>
                                        </p:attrNameLst>
                                      </p:cBhvr>
                                      <p:to>
                                        <p:strVal val="visible"/>
                                      </p:to>
                                    </p:set>
                                    <p:anim calcmode="lin" valueType="num">
                                      <p:cBhvr additive="base">
                                        <p:cTn id="7" dur="500" fill="hold"/>
                                        <p:tgtEl>
                                          <p:spTgt spid="27651"/>
                                        </p:tgtEl>
                                        <p:attrNameLst>
                                          <p:attrName>ppt_x</p:attrName>
                                        </p:attrNameLst>
                                      </p:cBhvr>
                                      <p:tavLst>
                                        <p:tav tm="0">
                                          <p:val>
                                            <p:strVal val="#ppt_x"/>
                                          </p:val>
                                        </p:tav>
                                        <p:tav tm="100000">
                                          <p:val>
                                            <p:strVal val="#ppt_x"/>
                                          </p:val>
                                        </p:tav>
                                      </p:tavLst>
                                    </p:anim>
                                    <p:anim calcmode="lin" valueType="num">
                                      <p:cBhvr additive="base">
                                        <p:cTn id="8" dur="500" fill="hold"/>
                                        <p:tgtEl>
                                          <p:spTgt spid="27651"/>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5" name="Rectangle 3"/>
          <p:cNvSpPr>
            <a:spLocks noGrp="1" noChangeArrowheads="1"/>
          </p:cNvSpPr>
          <p:nvPr>
            <p:ph idx="1"/>
          </p:nvPr>
        </p:nvSpPr>
        <p:spPr>
          <a:xfrm>
            <a:off x="2351584" y="1340768"/>
            <a:ext cx="7924800" cy="3429000"/>
          </a:xfrm>
        </p:spPr>
        <p:txBody>
          <a:bodyPr/>
          <a:lstStyle/>
          <a:p>
            <a:pPr eaLnBrk="1" hangingPunct="1">
              <a:buFontTx/>
              <a:buNone/>
            </a:pPr>
            <a:r>
              <a:rPr lang="zh-CN" altLang="en-US" sz="2700" dirty="0">
                <a:solidFill>
                  <a:srgbClr val="000099"/>
                </a:solidFill>
                <a:latin typeface="幼圆" pitchFamily="49" charset="-122"/>
                <a:ea typeface="幼圆" pitchFamily="49" charset="-122"/>
                <a:sym typeface="Symbol" pitchFamily="18" charset="2"/>
              </a:rPr>
              <a:t> </a:t>
            </a:r>
            <a:r>
              <a:rPr lang="zh-CN" altLang="en-US" sz="2700" dirty="0">
                <a:solidFill>
                  <a:srgbClr val="000099"/>
                </a:solidFill>
                <a:latin typeface="幼圆" pitchFamily="49" charset="-122"/>
                <a:ea typeface="幼圆" pitchFamily="49" charset="-122"/>
              </a:rPr>
              <a:t>删除线性链表中满足某个条件的链结点。</a:t>
            </a:r>
            <a:endParaRPr lang="zh-CN" altLang="en-US" sz="2700" dirty="0">
              <a:solidFill>
                <a:srgbClr val="000099"/>
              </a:solidFill>
              <a:latin typeface="幼圆" pitchFamily="49" charset="-122"/>
              <a:ea typeface="幼圆" pitchFamily="49" charset="-122"/>
            </a:endParaRPr>
          </a:p>
          <a:p>
            <a:pPr eaLnBrk="1" hangingPunct="1">
              <a:buFontTx/>
              <a:buNone/>
            </a:pPr>
            <a:r>
              <a:rPr lang="zh-CN" altLang="en-US" sz="2700" dirty="0">
                <a:solidFill>
                  <a:srgbClr val="000099"/>
                </a:solidFill>
                <a:latin typeface="幼圆" pitchFamily="49" charset="-122"/>
                <a:ea typeface="幼圆" pitchFamily="49" charset="-122"/>
                <a:sym typeface="Symbol" pitchFamily="18" charset="2"/>
              </a:rPr>
              <a:t> </a:t>
            </a:r>
            <a:r>
              <a:rPr lang="zh-CN" altLang="en-US" sz="2700" dirty="0">
                <a:solidFill>
                  <a:srgbClr val="000099"/>
                </a:solidFill>
                <a:latin typeface="幼圆" pitchFamily="49" charset="-122"/>
                <a:ea typeface="幼圆" pitchFamily="49" charset="-122"/>
              </a:rPr>
              <a:t>线性链表的逆转。</a:t>
            </a:r>
            <a:endParaRPr lang="zh-CN" altLang="en-US" sz="2700" dirty="0">
              <a:solidFill>
                <a:srgbClr val="000099"/>
              </a:solidFill>
              <a:latin typeface="幼圆" pitchFamily="49" charset="-122"/>
              <a:ea typeface="幼圆" pitchFamily="49" charset="-122"/>
            </a:endParaRPr>
          </a:p>
          <a:p>
            <a:pPr eaLnBrk="1" hangingPunct="1">
              <a:buFontTx/>
              <a:buNone/>
            </a:pPr>
            <a:r>
              <a:rPr lang="zh-CN" altLang="en-US" sz="2700" dirty="0">
                <a:solidFill>
                  <a:srgbClr val="000099"/>
                </a:solidFill>
                <a:latin typeface="幼圆" pitchFamily="49" charset="-122"/>
                <a:ea typeface="幼圆" pitchFamily="49" charset="-122"/>
                <a:sym typeface="Symbol" pitchFamily="18" charset="2"/>
              </a:rPr>
              <a:t> </a:t>
            </a:r>
            <a:r>
              <a:rPr lang="zh-CN" altLang="en-US" sz="2700" dirty="0">
                <a:solidFill>
                  <a:srgbClr val="000099"/>
                </a:solidFill>
                <a:latin typeface="幼圆" pitchFamily="49" charset="-122"/>
                <a:ea typeface="幼圆" pitchFamily="49" charset="-122"/>
              </a:rPr>
              <a:t>将两个线性链表合并为一个线性链表。</a:t>
            </a:r>
            <a:endParaRPr lang="zh-CN" altLang="en-US" sz="2700" dirty="0">
              <a:solidFill>
                <a:srgbClr val="000099"/>
              </a:solidFill>
              <a:latin typeface="幼圆" pitchFamily="49" charset="-122"/>
              <a:ea typeface="幼圆" pitchFamily="49" charset="-122"/>
            </a:endParaRPr>
          </a:p>
          <a:p>
            <a:pPr eaLnBrk="1" hangingPunct="1">
              <a:buFontTx/>
              <a:buNone/>
            </a:pPr>
            <a:r>
              <a:rPr lang="zh-CN" altLang="en-US" sz="2700" dirty="0">
                <a:solidFill>
                  <a:srgbClr val="000099"/>
                </a:solidFill>
                <a:latin typeface="幼圆" pitchFamily="49" charset="-122"/>
                <a:ea typeface="幼圆" pitchFamily="49" charset="-122"/>
                <a:sym typeface="Symbol" pitchFamily="18" charset="2"/>
              </a:rPr>
              <a:t> </a:t>
            </a:r>
            <a:r>
              <a:rPr lang="zh-CN" altLang="en-US" sz="2700" dirty="0">
                <a:solidFill>
                  <a:srgbClr val="000099"/>
                </a:solidFill>
                <a:latin typeface="幼圆" pitchFamily="49" charset="-122"/>
                <a:ea typeface="幼圆" pitchFamily="49" charset="-122"/>
              </a:rPr>
              <a:t>检索线性链表中的第</a:t>
            </a:r>
            <a:r>
              <a:rPr lang="en-US" altLang="en-US" sz="2700" dirty="0" err="1">
                <a:solidFill>
                  <a:srgbClr val="000099"/>
                </a:solidFill>
                <a:ea typeface="幼圆" pitchFamily="49" charset="-122"/>
              </a:rPr>
              <a:t>i</a:t>
            </a:r>
            <a:r>
              <a:rPr lang="zh-CN" altLang="en-US" sz="2700" dirty="0">
                <a:solidFill>
                  <a:srgbClr val="000099"/>
                </a:solidFill>
                <a:latin typeface="幼圆" pitchFamily="49" charset="-122"/>
                <a:ea typeface="幼圆" pitchFamily="49" charset="-122"/>
              </a:rPr>
              <a:t>个链结点。</a:t>
            </a:r>
            <a:endParaRPr lang="zh-CN" altLang="en-US" sz="2700" dirty="0">
              <a:solidFill>
                <a:srgbClr val="000099"/>
              </a:solidFill>
              <a:latin typeface="幼圆" pitchFamily="49" charset="-122"/>
              <a:ea typeface="幼圆" pitchFamily="49" charset="-122"/>
            </a:endParaRPr>
          </a:p>
          <a:p>
            <a:pPr eaLnBrk="1" hangingPunct="1">
              <a:buFontTx/>
              <a:buNone/>
            </a:pPr>
            <a:r>
              <a:rPr lang="zh-CN" altLang="zh-CN" sz="2700" dirty="0">
                <a:solidFill>
                  <a:srgbClr val="000099"/>
                </a:solidFill>
                <a:latin typeface="幼圆" pitchFamily="49" charset="-122"/>
                <a:ea typeface="幼圆" pitchFamily="49" charset="-122"/>
              </a:rPr>
              <a:t> </a:t>
            </a:r>
            <a:r>
              <a:rPr lang="zh-CN" altLang="zh-CN" sz="2700" dirty="0">
                <a:solidFill>
                  <a:srgbClr val="000099"/>
                </a:solidFill>
                <a:ea typeface="幼圆" pitchFamily="49" charset="-122"/>
              </a:rPr>
              <a:t>……</a:t>
            </a:r>
            <a:endParaRPr lang="zh-CN" altLang="en-US" sz="2700" dirty="0">
              <a:solidFill>
                <a:srgbClr val="000099"/>
              </a:solidFill>
              <a:latin typeface="幼圆" pitchFamily="49" charset="-122"/>
              <a:ea typeface="幼圆" pitchFamily="49"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8675"/>
                                        </p:tgtEl>
                                        <p:attrNameLst>
                                          <p:attrName>style.visibility</p:attrName>
                                        </p:attrNameLst>
                                      </p:cBhvr>
                                      <p:to>
                                        <p:strVal val="visible"/>
                                      </p:to>
                                    </p:set>
                                    <p:animEffect transition="in" filter="slide(fromBottom)">
                                      <p:cBhvr>
                                        <p:cTn id="7" dur="500"/>
                                        <p:tgtEl>
                                          <p:spTgt spid="286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12194" y="1412776"/>
            <a:ext cx="10008342" cy="4556125"/>
          </a:xfrm>
          <a:solidFill>
            <a:schemeClr val="bg2">
              <a:lumMod val="20000"/>
              <a:lumOff val="80000"/>
            </a:schemeClr>
          </a:solidFill>
          <a:effectLst>
            <a:outerShdw blurRad="50800" dist="38100" dir="2700000" algn="tl" rotWithShape="0">
              <a:prstClr val="black">
                <a:alpha val="40000"/>
              </a:prstClr>
            </a:outerShdw>
          </a:effectLst>
        </p:spPr>
        <p:txBody>
          <a:bodyPr>
            <a:normAutofit/>
          </a:bodyPr>
          <a:lstStyle/>
          <a:p>
            <a:r>
              <a:rPr lang="en-US" altLang="zh-CN" sz="2000" b="0" dirty="0" err="1"/>
              <a:t>createList</a:t>
            </a:r>
            <a:r>
              <a:rPr lang="en-US" altLang="zh-CN" sz="2000" b="0" dirty="0"/>
              <a:t>(</a:t>
            </a:r>
            <a:r>
              <a:rPr lang="en-US" altLang="zh-CN" sz="2000" b="0" dirty="0" err="1"/>
              <a:t>int</a:t>
            </a:r>
            <a:r>
              <a:rPr lang="en-US" altLang="zh-CN" sz="2000" b="0" dirty="0"/>
              <a:t> n); 	//</a:t>
            </a:r>
            <a:r>
              <a:rPr lang="zh-CN" altLang="en-US" sz="2000" b="0" dirty="0"/>
              <a:t>创建一个具有</a:t>
            </a:r>
            <a:r>
              <a:rPr lang="en-US" altLang="zh-CN" sz="2000" b="0" dirty="0"/>
              <a:t>n</a:t>
            </a:r>
            <a:r>
              <a:rPr lang="zh-CN" altLang="en-US" sz="2000" b="0" dirty="0"/>
              <a:t>个结点的链表</a:t>
            </a:r>
            <a:endParaRPr lang="en-US" altLang="zh-CN" sz="2000" b="0" dirty="0"/>
          </a:p>
          <a:p>
            <a:r>
              <a:rPr lang="en-US" altLang="zh-CN" sz="2000" b="0" dirty="0" err="1"/>
              <a:t>getLength</a:t>
            </a:r>
            <a:r>
              <a:rPr lang="en-US" altLang="zh-CN" sz="2000" b="0" dirty="0"/>
              <a:t>(</a:t>
            </a:r>
            <a:r>
              <a:rPr lang="en-US" altLang="zh-CN" sz="2000" b="0" dirty="0" err="1"/>
              <a:t>Nodeptr</a:t>
            </a:r>
            <a:r>
              <a:rPr lang="en-US" altLang="zh-CN" sz="2000" b="0" dirty="0"/>
              <a:t> list);	//</a:t>
            </a:r>
            <a:r>
              <a:rPr lang="zh-CN" altLang="en-US" sz="2000" b="0" dirty="0"/>
              <a:t>获得链表的长度</a:t>
            </a:r>
            <a:endParaRPr lang="en-US" altLang="zh-CN" sz="2000" b="0" dirty="0"/>
          </a:p>
          <a:p>
            <a:r>
              <a:rPr lang="en-US" altLang="zh-CN" sz="2000" b="0" dirty="0" err="1"/>
              <a:t>destroyList</a:t>
            </a:r>
            <a:r>
              <a:rPr lang="en-US" altLang="zh-CN" sz="2000" b="0" dirty="0"/>
              <a:t> (</a:t>
            </a:r>
            <a:r>
              <a:rPr lang="en-US" altLang="zh-CN" sz="2000" b="0" dirty="0" err="1"/>
              <a:t>Nodeprt</a:t>
            </a:r>
            <a:r>
              <a:rPr lang="en-US" altLang="zh-CN" sz="2000" b="0" dirty="0"/>
              <a:t> list);	//</a:t>
            </a:r>
            <a:r>
              <a:rPr lang="zh-CN" altLang="en-US" sz="2000" b="0" dirty="0"/>
              <a:t>销毁一个表</a:t>
            </a:r>
            <a:endParaRPr lang="en-US" altLang="zh-CN" sz="2000" b="0" dirty="0"/>
          </a:p>
          <a:p>
            <a:r>
              <a:rPr lang="en-US" altLang="zh-CN" sz="2000" b="0" dirty="0" err="1"/>
              <a:t>printList</a:t>
            </a:r>
            <a:r>
              <a:rPr lang="en-US" altLang="zh-CN" sz="2000" b="0" dirty="0"/>
              <a:t>(</a:t>
            </a:r>
            <a:r>
              <a:rPr lang="en-US" altLang="zh-CN" sz="2000" b="0" dirty="0" err="1"/>
              <a:t>Nodeptr</a:t>
            </a:r>
            <a:r>
              <a:rPr lang="en-US" altLang="zh-CN" sz="2000" b="0" dirty="0"/>
              <a:t> list);	//</a:t>
            </a:r>
            <a:r>
              <a:rPr lang="zh-CN" altLang="en-US" sz="2000" b="0" dirty="0"/>
              <a:t>输出一个表</a:t>
            </a:r>
            <a:endParaRPr lang="en-US" altLang="zh-CN" sz="2000" b="0" dirty="0"/>
          </a:p>
          <a:p>
            <a:r>
              <a:rPr lang="en-US" altLang="zh-CN" sz="2000" b="0" dirty="0" err="1"/>
              <a:t>insertFirst</a:t>
            </a:r>
            <a:r>
              <a:rPr lang="en-US" altLang="zh-CN" sz="2000" b="0" dirty="0"/>
              <a:t> (</a:t>
            </a:r>
            <a:r>
              <a:rPr lang="en-US" altLang="zh-CN" sz="2000" b="0" dirty="0" err="1"/>
              <a:t>Nodeptr</a:t>
            </a:r>
            <a:r>
              <a:rPr lang="en-US" altLang="zh-CN" sz="2000" b="0" dirty="0"/>
              <a:t> list, </a:t>
            </a:r>
            <a:r>
              <a:rPr lang="en-US" altLang="zh-CN" sz="2000" b="0" dirty="0" err="1"/>
              <a:t>ElemType</a:t>
            </a:r>
            <a:r>
              <a:rPr lang="en-US" altLang="zh-CN" sz="2000" b="0" dirty="0"/>
              <a:t> </a:t>
            </a:r>
            <a:r>
              <a:rPr lang="en-US" altLang="zh-CN" sz="2000" b="0" dirty="0" err="1"/>
              <a:t>elem</a:t>
            </a:r>
            <a:r>
              <a:rPr lang="en-US" altLang="zh-CN" sz="2000" b="0" dirty="0"/>
              <a:t>  );	//</a:t>
            </a:r>
            <a:r>
              <a:rPr lang="zh-CN" altLang="en-US" sz="2000" b="0" dirty="0"/>
              <a:t>在链表头插入一个元素</a:t>
            </a:r>
            <a:endParaRPr lang="en-US" altLang="zh-CN" sz="2000" b="0" dirty="0"/>
          </a:p>
          <a:p>
            <a:r>
              <a:rPr lang="en-US" altLang="zh-CN" sz="2000" b="0" dirty="0" err="1"/>
              <a:t>insertLast</a:t>
            </a:r>
            <a:r>
              <a:rPr lang="en-US" altLang="zh-CN" sz="2000" b="0" dirty="0"/>
              <a:t>(</a:t>
            </a:r>
            <a:r>
              <a:rPr lang="en-US" altLang="zh-CN" sz="2000" b="0" dirty="0" err="1"/>
              <a:t>Nodeptr</a:t>
            </a:r>
            <a:r>
              <a:rPr lang="en-US" altLang="zh-CN" sz="2000" b="0" dirty="0"/>
              <a:t> list , </a:t>
            </a:r>
            <a:r>
              <a:rPr lang="en-US" altLang="zh-CN" sz="2000" b="0" dirty="0" err="1"/>
              <a:t>ElemType</a:t>
            </a:r>
            <a:r>
              <a:rPr lang="en-US" altLang="zh-CN" sz="2000" b="0" dirty="0"/>
              <a:t> </a:t>
            </a:r>
            <a:r>
              <a:rPr lang="en-US" altLang="zh-CN" sz="2000" b="0" dirty="0" err="1"/>
              <a:t>elem</a:t>
            </a:r>
            <a:r>
              <a:rPr lang="en-US" altLang="zh-CN" sz="2000" b="0" dirty="0"/>
              <a:t> ); 	//</a:t>
            </a:r>
            <a:r>
              <a:rPr lang="zh-CN" altLang="en-US" sz="2000" b="0" dirty="0"/>
              <a:t>在链表尾插入一个元素</a:t>
            </a:r>
            <a:endParaRPr lang="en-US" altLang="zh-CN" sz="2000" b="0" dirty="0"/>
          </a:p>
          <a:p>
            <a:r>
              <a:rPr lang="en-US" altLang="zh-CN" sz="2000" b="0" dirty="0" err="1"/>
              <a:t>insertNode</a:t>
            </a:r>
            <a:r>
              <a:rPr lang="en-US" altLang="zh-CN" sz="2000" b="0" dirty="0"/>
              <a:t>(</a:t>
            </a:r>
            <a:r>
              <a:rPr lang="en-US" altLang="zh-CN" sz="2000" b="0" dirty="0" err="1"/>
              <a:t>Nodeptr</a:t>
            </a:r>
            <a:r>
              <a:rPr lang="en-US" altLang="zh-CN" sz="2000" b="0" dirty="0"/>
              <a:t> list , </a:t>
            </a:r>
            <a:r>
              <a:rPr lang="en-US" altLang="zh-CN" sz="2000" b="0" dirty="0" err="1"/>
              <a:t>Nodeptr</a:t>
            </a:r>
            <a:r>
              <a:rPr lang="en-US" altLang="zh-CN" sz="2000" b="0" dirty="0"/>
              <a:t> p, </a:t>
            </a:r>
            <a:r>
              <a:rPr lang="en-US" altLang="zh-CN" sz="2000" b="0" dirty="0" err="1"/>
              <a:t>ElemType</a:t>
            </a:r>
            <a:r>
              <a:rPr lang="en-US" altLang="zh-CN" sz="2000" b="0" dirty="0"/>
              <a:t> </a:t>
            </a:r>
            <a:r>
              <a:rPr lang="en-US" altLang="zh-CN" sz="2000" b="0" dirty="0" err="1"/>
              <a:t>elem</a:t>
            </a:r>
            <a:r>
              <a:rPr lang="en-US" altLang="zh-CN" sz="2000" b="0" dirty="0"/>
              <a:t> ); //</a:t>
            </a:r>
            <a:r>
              <a:rPr lang="zh-CN" altLang="en-US" sz="2000" b="0" dirty="0"/>
              <a:t>在链表某一结点后插入包含某一个元素的结点</a:t>
            </a:r>
            <a:endParaRPr lang="en-US" altLang="zh-CN" sz="2000" b="0" dirty="0"/>
          </a:p>
          <a:p>
            <a:r>
              <a:rPr lang="en-US" altLang="zh-CN" sz="2000" b="0" dirty="0" err="1"/>
              <a:t>searchNode</a:t>
            </a:r>
            <a:r>
              <a:rPr lang="en-US" altLang="zh-CN" sz="2000" b="0" dirty="0"/>
              <a:t>(</a:t>
            </a:r>
            <a:r>
              <a:rPr lang="en-US" altLang="zh-CN" sz="2000" b="0" dirty="0" err="1"/>
              <a:t>Nodeptr</a:t>
            </a:r>
            <a:r>
              <a:rPr lang="en-US" altLang="zh-CN" sz="2000" b="0" dirty="0"/>
              <a:t> list , </a:t>
            </a:r>
            <a:r>
              <a:rPr lang="en-US" altLang="zh-CN" sz="2000" b="0" dirty="0" err="1"/>
              <a:t>ElemType</a:t>
            </a:r>
            <a:r>
              <a:rPr lang="en-US" altLang="zh-CN" sz="2000" b="0" dirty="0"/>
              <a:t> </a:t>
            </a:r>
            <a:r>
              <a:rPr lang="en-US" altLang="zh-CN" sz="2000" b="0" dirty="0" err="1"/>
              <a:t>elem</a:t>
            </a:r>
            <a:r>
              <a:rPr lang="en-US" altLang="zh-CN" sz="2000" b="0" dirty="0"/>
              <a:t> ); 	//</a:t>
            </a:r>
            <a:r>
              <a:rPr lang="zh-CN" altLang="en-US" sz="2000" b="0" dirty="0"/>
              <a:t>在链表中查找某一元素</a:t>
            </a:r>
            <a:endParaRPr lang="en-US" altLang="zh-CN" sz="2000" b="0" dirty="0"/>
          </a:p>
          <a:p>
            <a:r>
              <a:rPr lang="en-US" altLang="zh-CN" sz="2000" b="0" dirty="0" err="1"/>
              <a:t>deleteNode</a:t>
            </a:r>
            <a:r>
              <a:rPr lang="en-US" altLang="zh-CN" sz="2000" b="0" dirty="0"/>
              <a:t>(</a:t>
            </a:r>
            <a:r>
              <a:rPr lang="en-US" altLang="zh-CN" sz="2000" b="0" dirty="0" err="1"/>
              <a:t>Nodeptr</a:t>
            </a:r>
            <a:r>
              <a:rPr lang="en-US" altLang="zh-CN" sz="2000" b="0" dirty="0"/>
              <a:t> list , </a:t>
            </a:r>
            <a:r>
              <a:rPr lang="en-US" altLang="zh-CN" sz="2000" b="0" dirty="0" err="1"/>
              <a:t>ElemType</a:t>
            </a:r>
            <a:r>
              <a:rPr lang="en-US" altLang="zh-CN" sz="2000" b="0" dirty="0"/>
              <a:t> </a:t>
            </a:r>
            <a:r>
              <a:rPr lang="en-US" altLang="zh-CN" sz="2000" b="0" dirty="0" err="1"/>
              <a:t>elem</a:t>
            </a:r>
            <a:r>
              <a:rPr lang="en-US" altLang="zh-CN" sz="2000" b="0" dirty="0"/>
              <a:t> );	//</a:t>
            </a:r>
            <a:r>
              <a:rPr lang="zh-CN" altLang="en-US" sz="2000" b="0" dirty="0"/>
              <a:t>在链表中删除包含某一元素结点</a:t>
            </a:r>
            <a:endParaRPr lang="en-US" altLang="zh-CN" sz="2000" b="0" dirty="0"/>
          </a:p>
          <a:p>
            <a:endParaRPr lang="zh-CN" altLang="en-US" sz="2000" b="0" dirty="0"/>
          </a:p>
        </p:txBody>
      </p:sp>
      <p:sp>
        <p:nvSpPr>
          <p:cNvPr id="4" name="灯片编号占位符 3"/>
          <p:cNvSpPr>
            <a:spLocks noGrp="1"/>
          </p:cNvSpPr>
          <p:nvPr>
            <p:ph type="sldNum" sz="quarter" idx="12"/>
          </p:nvPr>
        </p:nvSpPr>
        <p:spPr/>
        <p:txBody>
          <a:bodyPr/>
          <a:lstStyle/>
          <a:p>
            <a:pPr>
              <a:defRPr/>
            </a:pPr>
            <a:fld id="{116D1347-07F4-4751-9C03-6E7F30E2E01E}" type="slidenum">
              <a:rPr lang="zh-CN" altLang="en-US" smtClean="0"/>
            </a:fld>
            <a:endParaRPr lang="en-US" altLang="zh-CN"/>
          </a:p>
        </p:txBody>
      </p:sp>
      <p:grpSp>
        <p:nvGrpSpPr>
          <p:cNvPr id="2" name="Group 2"/>
          <p:cNvGrpSpPr/>
          <p:nvPr/>
        </p:nvGrpSpPr>
        <p:grpSpPr bwMode="auto">
          <a:xfrm>
            <a:off x="912194" y="106956"/>
            <a:ext cx="5832475" cy="609600"/>
            <a:chOff x="324" y="432"/>
            <a:chExt cx="3356" cy="384"/>
          </a:xfrm>
        </p:grpSpPr>
        <p:sp>
          <p:nvSpPr>
            <p:cNvPr id="6" name="Rectangle 3"/>
            <p:cNvSpPr>
              <a:spLocks noChangeArrowheads="1"/>
            </p:cNvSpPr>
            <p:nvPr/>
          </p:nvSpPr>
          <p:spPr bwMode="auto">
            <a:xfrm>
              <a:off x="324" y="432"/>
              <a:ext cx="2976" cy="384"/>
            </a:xfrm>
            <a:prstGeom prst="rect">
              <a:avLst/>
            </a:prstGeom>
            <a:solidFill>
              <a:srgbClr val="E1FFE1"/>
            </a:solidFill>
            <a:ln w="12700" cap="sq">
              <a:noFill/>
              <a:miter lim="800000"/>
            </a:ln>
            <a:effectLst>
              <a:outerShdw dist="71842" dir="2700000" algn="ctr" rotWithShape="0">
                <a:srgbClr val="B2B2B2"/>
              </a:outerShdw>
            </a:effectLst>
          </p:spPr>
          <p:txBody>
            <a:bodyPr wrap="none" anchor="ctr"/>
            <a:lstStyle/>
            <a:p>
              <a:endParaRPr lang="zh-CN" altLang="en-US"/>
            </a:p>
          </p:txBody>
        </p:sp>
        <p:sp>
          <p:nvSpPr>
            <p:cNvPr id="7" name="Text Box 4"/>
            <p:cNvSpPr txBox="1">
              <a:spLocks noChangeArrowheads="1"/>
            </p:cNvSpPr>
            <p:nvPr/>
          </p:nvSpPr>
          <p:spPr bwMode="auto">
            <a:xfrm>
              <a:off x="432" y="432"/>
              <a:ext cx="3248" cy="368"/>
            </a:xfrm>
            <a:prstGeom prst="rect">
              <a:avLst/>
            </a:prstGeom>
            <a:noFill/>
            <a:ln w="12700" cap="sq">
              <a:noFill/>
              <a:miter lim="800000"/>
            </a:ln>
          </p:spPr>
          <p:txBody>
            <a:bodyPr>
              <a:spAutoFit/>
            </a:bodyPr>
            <a:lstStyle/>
            <a:p>
              <a:pPr fontAlgn="base">
                <a:spcBef>
                  <a:spcPct val="0"/>
                </a:spcBef>
              </a:pPr>
              <a:r>
                <a:rPr lang="zh-CN" altLang="en-US" sz="3200" dirty="0">
                  <a:solidFill>
                    <a:srgbClr val="002C84"/>
                  </a:solidFill>
                  <a:latin typeface="幼圆" pitchFamily="49" charset="-122"/>
                  <a:ea typeface="幼圆" pitchFamily="49" charset="-122"/>
                </a:rPr>
                <a:t>链表的基本操作 </a:t>
              </a:r>
              <a:endParaRPr lang="zh-CN" altLang="en-US" sz="3200" dirty="0">
                <a:solidFill>
                  <a:srgbClr val="002C84"/>
                </a:solidFill>
                <a:latin typeface="幼圆" pitchFamily="49" charset="-122"/>
                <a:ea typeface="幼圆" pitchFamily="49" charset="-122"/>
              </a:endParaRPr>
            </a:p>
          </p:txBody>
        </p:sp>
      </p:grpSp>
    </p:spTree>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9" name="Rectangle 3"/>
          <p:cNvSpPr>
            <a:spLocks noGrp="1" noChangeArrowheads="1"/>
          </p:cNvSpPr>
          <p:nvPr>
            <p:ph idx="1"/>
          </p:nvPr>
        </p:nvSpPr>
        <p:spPr>
          <a:xfrm>
            <a:off x="1103313" y="1294020"/>
            <a:ext cx="7105650" cy="4968552"/>
          </a:xfrm>
          <a:solidFill>
            <a:schemeClr val="bg2">
              <a:lumMod val="20000"/>
              <a:lumOff val="80000"/>
            </a:schemeClr>
          </a:solidFill>
        </p:spPr>
        <p:txBody>
          <a:bodyPr>
            <a:normAutofit fontScale="92500" lnSpcReduction="20000"/>
          </a:bodyPr>
          <a:lstStyle/>
          <a:p>
            <a:pPr>
              <a:buNone/>
            </a:pPr>
            <a:r>
              <a:rPr lang="zh-CN" altLang="en-US" sz="2000" dirty="0">
                <a:ea typeface="宋体" pitchFamily="2" charset="-122"/>
              </a:rPr>
              <a:t>指向下一个结点：</a:t>
            </a:r>
            <a:endParaRPr lang="en-US" altLang="zh-CN" sz="2000" dirty="0">
              <a:ea typeface="宋体" pitchFamily="2" charset="-122"/>
            </a:endParaRPr>
          </a:p>
          <a:p>
            <a:pPr lvl="1">
              <a:lnSpc>
                <a:spcPct val="100000"/>
              </a:lnSpc>
              <a:buNone/>
            </a:pPr>
            <a:r>
              <a:rPr lang="en-US" altLang="zh-CN" dirty="0">
                <a:solidFill>
                  <a:srgbClr val="7030A0"/>
                </a:solidFill>
                <a:ea typeface="宋体" pitchFamily="2" charset="-122"/>
              </a:rPr>
              <a:t>p = p-&gt;link;</a:t>
            </a:r>
            <a:endParaRPr lang="en-US" altLang="zh-CN" dirty="0">
              <a:solidFill>
                <a:srgbClr val="7030A0"/>
              </a:solidFill>
              <a:ea typeface="宋体" pitchFamily="2" charset="-122"/>
            </a:endParaRPr>
          </a:p>
          <a:p>
            <a:pPr>
              <a:buNone/>
            </a:pPr>
            <a:r>
              <a:rPr lang="zh-CN" altLang="en-US" sz="2000" dirty="0">
                <a:ea typeface="宋体" pitchFamily="2" charset="-122"/>
              </a:rPr>
              <a:t>插入一个结点：</a:t>
            </a:r>
            <a:endParaRPr lang="zh-CN" altLang="en-US" sz="2000" dirty="0">
              <a:ea typeface="宋体" pitchFamily="2" charset="-122"/>
            </a:endParaRPr>
          </a:p>
          <a:p>
            <a:pPr lvl="1">
              <a:lnSpc>
                <a:spcPct val="100000"/>
              </a:lnSpc>
              <a:buNone/>
            </a:pPr>
            <a:r>
              <a:rPr lang="en-US" altLang="zh-CN" dirty="0">
                <a:solidFill>
                  <a:srgbClr val="7030A0"/>
                </a:solidFill>
                <a:ea typeface="宋体" pitchFamily="2" charset="-122"/>
              </a:rPr>
              <a:t>q-&gt;link = p-&gt;link;</a:t>
            </a:r>
            <a:endParaRPr lang="en-US" altLang="zh-CN" dirty="0">
              <a:solidFill>
                <a:srgbClr val="7030A0"/>
              </a:solidFill>
              <a:ea typeface="宋体" pitchFamily="2" charset="-122"/>
            </a:endParaRPr>
          </a:p>
          <a:p>
            <a:pPr lvl="1">
              <a:lnSpc>
                <a:spcPct val="100000"/>
              </a:lnSpc>
              <a:buNone/>
            </a:pPr>
            <a:r>
              <a:rPr lang="en-US" altLang="zh-CN" dirty="0">
                <a:solidFill>
                  <a:srgbClr val="7030A0"/>
                </a:solidFill>
                <a:ea typeface="宋体" pitchFamily="2" charset="-122"/>
              </a:rPr>
              <a:t>p-&gt;link = q;</a:t>
            </a:r>
            <a:endParaRPr lang="en-US" altLang="zh-CN" dirty="0">
              <a:solidFill>
                <a:srgbClr val="7030A0"/>
              </a:solidFill>
              <a:ea typeface="宋体" pitchFamily="2" charset="-122"/>
            </a:endParaRPr>
          </a:p>
          <a:p>
            <a:pPr lvl="1">
              <a:lnSpc>
                <a:spcPct val="100000"/>
              </a:lnSpc>
              <a:buNone/>
            </a:pPr>
            <a:r>
              <a:rPr lang="en-US" altLang="zh-CN" dirty="0">
                <a:solidFill>
                  <a:srgbClr val="7030A0"/>
                </a:solidFill>
              </a:rPr>
              <a:t>(</a:t>
            </a:r>
            <a:r>
              <a:rPr lang="zh-CN" altLang="en-US" dirty="0">
                <a:solidFill>
                  <a:srgbClr val="7030A0"/>
                </a:solidFill>
              </a:rPr>
              <a:t>在</a:t>
            </a:r>
            <a:r>
              <a:rPr lang="en-US" altLang="zh-CN" dirty="0">
                <a:solidFill>
                  <a:srgbClr val="7030A0"/>
                </a:solidFill>
              </a:rPr>
              <a:t>p</a:t>
            </a:r>
            <a:r>
              <a:rPr lang="zh-CN" altLang="en-US" dirty="0">
                <a:solidFill>
                  <a:srgbClr val="7030A0"/>
                </a:solidFill>
              </a:rPr>
              <a:t>后插入</a:t>
            </a:r>
            <a:r>
              <a:rPr lang="en-US" altLang="zh-CN" dirty="0">
                <a:solidFill>
                  <a:srgbClr val="7030A0"/>
                </a:solidFill>
              </a:rPr>
              <a:t>q)</a:t>
            </a:r>
            <a:endParaRPr lang="en-US" altLang="zh-CN" dirty="0">
              <a:solidFill>
                <a:srgbClr val="7030A0"/>
              </a:solidFill>
              <a:ea typeface="宋体" pitchFamily="2" charset="-122"/>
            </a:endParaRPr>
          </a:p>
          <a:p>
            <a:pPr>
              <a:buNone/>
            </a:pPr>
            <a:r>
              <a:rPr lang="zh-CN" altLang="en-US" sz="2000" dirty="0">
                <a:ea typeface="宋体" pitchFamily="2" charset="-122"/>
              </a:rPr>
              <a:t>删除一个结点：</a:t>
            </a:r>
            <a:endParaRPr lang="zh-CN" altLang="en-US" sz="2000" dirty="0">
              <a:ea typeface="宋体" pitchFamily="2" charset="-122"/>
            </a:endParaRPr>
          </a:p>
          <a:p>
            <a:pPr lvl="1">
              <a:lnSpc>
                <a:spcPct val="100000"/>
              </a:lnSpc>
              <a:buNone/>
            </a:pPr>
            <a:r>
              <a:rPr lang="en-US" altLang="zh-CN" dirty="0">
                <a:solidFill>
                  <a:srgbClr val="7030A0"/>
                </a:solidFill>
                <a:ea typeface="宋体" pitchFamily="2" charset="-122"/>
              </a:rPr>
              <a:t>q = p-&gt;link;</a:t>
            </a:r>
            <a:endParaRPr lang="en-US" altLang="zh-CN" dirty="0">
              <a:solidFill>
                <a:srgbClr val="7030A0"/>
              </a:solidFill>
              <a:ea typeface="宋体" pitchFamily="2" charset="-122"/>
            </a:endParaRPr>
          </a:p>
          <a:p>
            <a:pPr lvl="1">
              <a:lnSpc>
                <a:spcPct val="100000"/>
              </a:lnSpc>
              <a:buNone/>
            </a:pPr>
            <a:r>
              <a:rPr lang="en-US" altLang="zh-CN" dirty="0">
                <a:solidFill>
                  <a:srgbClr val="7030A0"/>
                </a:solidFill>
                <a:ea typeface="宋体" pitchFamily="2" charset="-122"/>
              </a:rPr>
              <a:t>p-&gt;link = p-&gt;link-&gt;link; </a:t>
            </a:r>
            <a:r>
              <a:rPr lang="zh-CN" altLang="en-US" dirty="0">
                <a:solidFill>
                  <a:srgbClr val="7030A0"/>
                </a:solidFill>
                <a:ea typeface="宋体" pitchFamily="2" charset="-122"/>
              </a:rPr>
              <a:t>或 </a:t>
            </a:r>
            <a:r>
              <a:rPr lang="en-US" altLang="zh-CN" dirty="0">
                <a:solidFill>
                  <a:srgbClr val="7030A0"/>
                </a:solidFill>
                <a:ea typeface="宋体" pitchFamily="2" charset="-122"/>
              </a:rPr>
              <a:t>p-&gt;link = q-&gt;link;</a:t>
            </a:r>
            <a:endParaRPr lang="en-US" altLang="zh-CN" dirty="0">
              <a:solidFill>
                <a:srgbClr val="7030A0"/>
              </a:solidFill>
              <a:ea typeface="宋体" pitchFamily="2" charset="-122"/>
            </a:endParaRPr>
          </a:p>
          <a:p>
            <a:pPr lvl="1">
              <a:lnSpc>
                <a:spcPct val="100000"/>
              </a:lnSpc>
              <a:buNone/>
            </a:pPr>
            <a:r>
              <a:rPr lang="en-US" altLang="zh-CN" dirty="0">
                <a:solidFill>
                  <a:srgbClr val="7030A0"/>
                </a:solidFill>
                <a:ea typeface="宋体" pitchFamily="2" charset="-122"/>
              </a:rPr>
              <a:t>free(q);</a:t>
            </a:r>
            <a:endParaRPr lang="en-US" altLang="zh-CN" dirty="0">
              <a:solidFill>
                <a:srgbClr val="7030A0"/>
              </a:solidFill>
              <a:ea typeface="宋体" pitchFamily="2" charset="-122"/>
            </a:endParaRPr>
          </a:p>
          <a:p>
            <a:pPr lvl="1">
              <a:lnSpc>
                <a:spcPct val="100000"/>
              </a:lnSpc>
              <a:buNone/>
            </a:pPr>
            <a:r>
              <a:rPr lang="zh-CN" altLang="en-US" dirty="0">
                <a:solidFill>
                  <a:srgbClr val="7030A0"/>
                </a:solidFill>
                <a:ea typeface="宋体" pitchFamily="2" charset="-122"/>
              </a:rPr>
              <a:t>（删除</a:t>
            </a:r>
            <a:r>
              <a:rPr lang="en-US" altLang="zh-CN" dirty="0">
                <a:solidFill>
                  <a:srgbClr val="7030A0"/>
                </a:solidFill>
                <a:ea typeface="宋体" pitchFamily="2" charset="-122"/>
              </a:rPr>
              <a:t>p</a:t>
            </a:r>
            <a:r>
              <a:rPr lang="zh-CN" altLang="en-US" dirty="0">
                <a:solidFill>
                  <a:srgbClr val="7030A0"/>
                </a:solidFill>
                <a:ea typeface="宋体" pitchFamily="2" charset="-122"/>
              </a:rPr>
              <a:t>的下一结点）</a:t>
            </a:r>
            <a:endParaRPr lang="en-US" altLang="zh-CN" dirty="0">
              <a:solidFill>
                <a:srgbClr val="7030A0"/>
              </a:solidFill>
              <a:ea typeface="宋体" pitchFamily="2" charset="-122"/>
            </a:endParaRPr>
          </a:p>
          <a:p>
            <a:pPr>
              <a:buNone/>
            </a:pPr>
            <a:r>
              <a:rPr lang="zh-CN" altLang="en-US" sz="2000" dirty="0">
                <a:ea typeface="宋体" pitchFamily="2" charset="-122"/>
              </a:rPr>
              <a:t>遍历一个链表：</a:t>
            </a:r>
            <a:endParaRPr lang="zh-CN" altLang="en-US" sz="2000" dirty="0">
              <a:ea typeface="宋体" pitchFamily="2" charset="-122"/>
            </a:endParaRPr>
          </a:p>
          <a:p>
            <a:pPr lvl="1">
              <a:lnSpc>
                <a:spcPct val="100000"/>
              </a:lnSpc>
              <a:buNone/>
            </a:pPr>
            <a:r>
              <a:rPr lang="en-US" altLang="zh-CN" dirty="0">
                <a:solidFill>
                  <a:srgbClr val="7030A0"/>
                </a:solidFill>
                <a:ea typeface="宋体" pitchFamily="2" charset="-122"/>
              </a:rPr>
              <a:t>for(p=list; p != NULL; p=p-&gt;link)</a:t>
            </a:r>
            <a:endParaRPr lang="en-US" altLang="zh-CN" dirty="0">
              <a:solidFill>
                <a:srgbClr val="7030A0"/>
              </a:solidFill>
              <a:ea typeface="宋体" pitchFamily="2" charset="-122"/>
            </a:endParaRPr>
          </a:p>
          <a:p>
            <a:pPr lvl="1">
              <a:lnSpc>
                <a:spcPct val="100000"/>
              </a:lnSpc>
              <a:buNone/>
            </a:pPr>
            <a:r>
              <a:rPr lang="en-US" altLang="zh-CN" dirty="0">
                <a:solidFill>
                  <a:srgbClr val="7030A0"/>
                </a:solidFill>
                <a:ea typeface="宋体" pitchFamily="2" charset="-122"/>
              </a:rPr>
              <a:t>    ….</a:t>
            </a:r>
            <a:endParaRPr lang="en-US" altLang="zh-CN" dirty="0">
              <a:solidFill>
                <a:srgbClr val="7030A0"/>
              </a:solidFill>
              <a:ea typeface="宋体" pitchFamily="2" charset="-122"/>
            </a:endParaRPr>
          </a:p>
          <a:p>
            <a:pPr lvl="1">
              <a:lnSpc>
                <a:spcPts val="1200"/>
              </a:lnSpc>
              <a:buNone/>
            </a:pPr>
            <a:endParaRPr lang="en-US" altLang="zh-CN" dirty="0">
              <a:solidFill>
                <a:srgbClr val="7030A0"/>
              </a:solidFill>
              <a:ea typeface="宋体" pitchFamily="2" charset="-122"/>
            </a:endParaRPr>
          </a:p>
        </p:txBody>
      </p:sp>
      <p:sp>
        <p:nvSpPr>
          <p:cNvPr id="113667" name="灯片编号占位符 4"/>
          <p:cNvSpPr>
            <a:spLocks noGrp="1"/>
          </p:cNvSpPr>
          <p:nvPr>
            <p:ph type="sldNum" sz="quarter" idx="12"/>
          </p:nvPr>
        </p:nvSpPr>
        <p:spPr>
          <a:noFill/>
        </p:spPr>
        <p:txBody>
          <a:bodyPr/>
          <a:lstStyle/>
          <a:p>
            <a:fld id="{22D8E201-68DD-4941-856A-98BF8C39D514}" type="slidenum">
              <a:rPr lang="en-US" altLang="zh-CN" smtClean="0"/>
            </a:fld>
            <a:endParaRPr lang="en-US" altLang="zh-CN"/>
          </a:p>
        </p:txBody>
      </p:sp>
      <p:grpSp>
        <p:nvGrpSpPr>
          <p:cNvPr id="2" name="Group 4"/>
          <p:cNvGrpSpPr/>
          <p:nvPr/>
        </p:nvGrpSpPr>
        <p:grpSpPr bwMode="auto">
          <a:xfrm>
            <a:off x="7392762" y="2444456"/>
            <a:ext cx="2057400" cy="1219200"/>
            <a:chOff x="1973" y="1512"/>
            <a:chExt cx="1296" cy="768"/>
          </a:xfrm>
        </p:grpSpPr>
        <p:grpSp>
          <p:nvGrpSpPr>
            <p:cNvPr id="3" name="Group 5"/>
            <p:cNvGrpSpPr/>
            <p:nvPr/>
          </p:nvGrpSpPr>
          <p:grpSpPr bwMode="auto">
            <a:xfrm>
              <a:off x="1973" y="1752"/>
              <a:ext cx="1268" cy="528"/>
              <a:chOff x="1056" y="3120"/>
              <a:chExt cx="1268" cy="528"/>
            </a:xfrm>
          </p:grpSpPr>
          <p:sp>
            <p:nvSpPr>
              <p:cNvPr id="113709" name="Rectangle 6"/>
              <p:cNvSpPr>
                <a:spLocks noChangeArrowheads="1"/>
              </p:cNvSpPr>
              <p:nvPr/>
            </p:nvSpPr>
            <p:spPr bwMode="auto">
              <a:xfrm>
                <a:off x="1056" y="3168"/>
                <a:ext cx="480" cy="480"/>
              </a:xfrm>
              <a:prstGeom prst="rect">
                <a:avLst/>
              </a:prstGeom>
              <a:solidFill>
                <a:srgbClr val="99CCFF"/>
              </a:solidFill>
              <a:ln w="12700" cap="sq">
                <a:solidFill>
                  <a:schemeClr val="tx1"/>
                </a:solidFill>
                <a:miter lim="800000"/>
                <a:headEnd type="none" w="sm" len="sm"/>
                <a:tailEnd type="none" w="sm" len="sm"/>
              </a:ln>
            </p:spPr>
            <p:txBody>
              <a:bodyPr wrap="none" anchor="ctr"/>
              <a:lstStyle/>
              <a:p>
                <a:pPr algn="ctr"/>
                <a:endParaRPr lang="zh-CN" altLang="zh-CN" sz="2400">
                  <a:latin typeface="Times New Roman" panose="02020503050405090304" pitchFamily="18" charset="0"/>
                </a:endParaRPr>
              </a:p>
            </p:txBody>
          </p:sp>
          <p:sp>
            <p:nvSpPr>
              <p:cNvPr id="113710" name="Line 7"/>
              <p:cNvSpPr>
                <a:spLocks noChangeShapeType="1"/>
              </p:cNvSpPr>
              <p:nvPr/>
            </p:nvSpPr>
            <p:spPr bwMode="auto">
              <a:xfrm>
                <a:off x="1056" y="3408"/>
                <a:ext cx="480" cy="0"/>
              </a:xfrm>
              <a:prstGeom prst="line">
                <a:avLst/>
              </a:prstGeom>
              <a:noFill/>
              <a:ln w="12700" cap="sq">
                <a:solidFill>
                  <a:schemeClr val="tx1"/>
                </a:solidFill>
                <a:round/>
                <a:headEnd type="none" w="sm" len="sm"/>
                <a:tailEnd type="none" w="sm" len="sm"/>
              </a:ln>
            </p:spPr>
            <p:txBody>
              <a:bodyPr/>
              <a:lstStyle/>
              <a:p>
                <a:endParaRPr lang="zh-CN" altLang="en-US"/>
              </a:p>
            </p:txBody>
          </p:sp>
          <p:sp>
            <p:nvSpPr>
              <p:cNvPr id="113711" name="Text Box 8"/>
              <p:cNvSpPr txBox="1">
                <a:spLocks noChangeArrowheads="1"/>
              </p:cNvSpPr>
              <p:nvPr/>
            </p:nvSpPr>
            <p:spPr bwMode="auto">
              <a:xfrm>
                <a:off x="1200" y="3120"/>
                <a:ext cx="212" cy="288"/>
              </a:xfrm>
              <a:prstGeom prst="rect">
                <a:avLst/>
              </a:prstGeom>
              <a:noFill/>
              <a:ln w="12700" cap="sq">
                <a:noFill/>
                <a:miter lim="800000"/>
                <a:headEnd type="none" w="sm" len="sm"/>
                <a:tailEnd type="none" w="sm" len="sm"/>
              </a:ln>
            </p:spPr>
            <p:txBody>
              <a:bodyPr wrap="none">
                <a:spAutoFit/>
              </a:bodyPr>
              <a:lstStyle/>
              <a:p>
                <a:r>
                  <a:rPr lang="en-US" altLang="zh-CN" sz="2400">
                    <a:latin typeface="Times New Roman" panose="02020503050405090304" pitchFamily="18" charset="0"/>
                  </a:rPr>
                  <a:t>0</a:t>
                </a:r>
                <a:endParaRPr lang="en-US" altLang="zh-CN" sz="2400">
                  <a:latin typeface="Times New Roman" panose="02020503050405090304" pitchFamily="18" charset="0"/>
                </a:endParaRPr>
              </a:p>
            </p:txBody>
          </p:sp>
          <p:sp>
            <p:nvSpPr>
              <p:cNvPr id="113712" name="Freeform 9"/>
              <p:cNvSpPr/>
              <p:nvPr/>
            </p:nvSpPr>
            <p:spPr bwMode="auto">
              <a:xfrm>
                <a:off x="1296" y="3264"/>
                <a:ext cx="528" cy="288"/>
              </a:xfrm>
              <a:custGeom>
                <a:avLst/>
                <a:gdLst>
                  <a:gd name="T0" fmla="*/ 0 w 528"/>
                  <a:gd name="T1" fmla="*/ 8323 h 272"/>
                  <a:gd name="T2" fmla="*/ 288 w 528"/>
                  <a:gd name="T3" fmla="*/ 8323 h 272"/>
                  <a:gd name="T4" fmla="*/ 384 w 528"/>
                  <a:gd name="T5" fmla="*/ 1657 h 272"/>
                  <a:gd name="T6" fmla="*/ 528 w 528"/>
                  <a:gd name="T7" fmla="*/ 0 h 272"/>
                  <a:gd name="T8" fmla="*/ 0 60000 65536"/>
                  <a:gd name="T9" fmla="*/ 0 60000 65536"/>
                  <a:gd name="T10" fmla="*/ 0 60000 65536"/>
                  <a:gd name="T11" fmla="*/ 0 60000 65536"/>
                  <a:gd name="T12" fmla="*/ 0 w 528"/>
                  <a:gd name="T13" fmla="*/ 0 h 272"/>
                  <a:gd name="T14" fmla="*/ 528 w 528"/>
                  <a:gd name="T15" fmla="*/ 272 h 272"/>
                </a:gdLst>
                <a:ahLst/>
                <a:cxnLst>
                  <a:cxn ang="T8">
                    <a:pos x="T0" y="T1"/>
                  </a:cxn>
                  <a:cxn ang="T9">
                    <a:pos x="T2" y="T3"/>
                  </a:cxn>
                  <a:cxn ang="T10">
                    <a:pos x="T4" y="T5"/>
                  </a:cxn>
                  <a:cxn ang="T11">
                    <a:pos x="T6" y="T7"/>
                  </a:cxn>
                </a:cxnLst>
                <a:rect l="T12" t="T13" r="T14" b="T15"/>
                <a:pathLst>
                  <a:path w="528" h="272">
                    <a:moveTo>
                      <a:pt x="0" y="240"/>
                    </a:moveTo>
                    <a:cubicBezTo>
                      <a:pt x="112" y="256"/>
                      <a:pt x="224" y="272"/>
                      <a:pt x="288" y="240"/>
                    </a:cubicBezTo>
                    <a:cubicBezTo>
                      <a:pt x="352" y="208"/>
                      <a:pt x="344" y="88"/>
                      <a:pt x="384" y="48"/>
                    </a:cubicBezTo>
                    <a:cubicBezTo>
                      <a:pt x="424" y="8"/>
                      <a:pt x="476" y="4"/>
                      <a:pt x="528" y="0"/>
                    </a:cubicBezTo>
                  </a:path>
                </a:pathLst>
              </a:custGeom>
              <a:noFill/>
              <a:ln w="12700" cap="sq">
                <a:solidFill>
                  <a:schemeClr val="tx1"/>
                </a:solidFill>
                <a:round/>
                <a:headEnd type="none" w="sm" len="sm"/>
                <a:tailEnd type="arrow" w="sm" len="med"/>
              </a:ln>
            </p:spPr>
            <p:txBody>
              <a:bodyPr/>
              <a:lstStyle/>
              <a:p>
                <a:endParaRPr lang="zh-CN" altLang="en-US"/>
              </a:p>
            </p:txBody>
          </p:sp>
          <p:sp>
            <p:nvSpPr>
              <p:cNvPr id="113713" name="Text Box 10"/>
              <p:cNvSpPr txBox="1">
                <a:spLocks noChangeArrowheads="1"/>
              </p:cNvSpPr>
              <p:nvPr/>
            </p:nvSpPr>
            <p:spPr bwMode="auto">
              <a:xfrm>
                <a:off x="1824" y="3179"/>
                <a:ext cx="500" cy="231"/>
              </a:xfrm>
              <a:prstGeom prst="rect">
                <a:avLst/>
              </a:prstGeom>
              <a:noFill/>
              <a:ln w="12700" cap="sq">
                <a:noFill/>
                <a:miter lim="800000"/>
                <a:headEnd type="none" w="sm" len="sm"/>
                <a:tailEnd type="none" w="sm" len="sm"/>
              </a:ln>
            </p:spPr>
            <p:txBody>
              <a:bodyPr wrap="none">
                <a:spAutoFit/>
              </a:bodyPr>
              <a:lstStyle/>
              <a:p>
                <a:r>
                  <a:rPr lang="en-US" altLang="zh-CN">
                    <a:latin typeface="Times New Roman" panose="02020503050405090304" pitchFamily="18" charset="0"/>
                  </a:rPr>
                  <a:t>NULL</a:t>
                </a:r>
                <a:endParaRPr lang="en-US" altLang="zh-CN">
                  <a:latin typeface="Times New Roman" panose="02020503050405090304" pitchFamily="18" charset="0"/>
                </a:endParaRPr>
              </a:p>
            </p:txBody>
          </p:sp>
        </p:grpSp>
        <p:sp>
          <p:nvSpPr>
            <p:cNvPr id="113705" name="Rectangle 11"/>
            <p:cNvSpPr>
              <a:spLocks noChangeArrowheads="1"/>
            </p:cNvSpPr>
            <p:nvPr/>
          </p:nvSpPr>
          <p:spPr bwMode="auto">
            <a:xfrm>
              <a:off x="2789" y="1800"/>
              <a:ext cx="480" cy="480"/>
            </a:xfrm>
            <a:prstGeom prst="rect">
              <a:avLst/>
            </a:prstGeom>
            <a:solidFill>
              <a:srgbClr val="99CCFF"/>
            </a:solidFill>
            <a:ln w="12700" cap="sq">
              <a:solidFill>
                <a:schemeClr val="tx1"/>
              </a:solidFill>
              <a:miter lim="800000"/>
              <a:headEnd type="none" w="sm" len="sm"/>
              <a:tailEnd type="none" w="sm" len="sm"/>
            </a:ln>
          </p:spPr>
          <p:txBody>
            <a:bodyPr wrap="none" anchor="ctr"/>
            <a:lstStyle/>
            <a:p>
              <a:pPr algn="ctr"/>
              <a:endParaRPr lang="zh-CN" altLang="zh-CN" sz="2400">
                <a:latin typeface="Times New Roman" panose="02020503050405090304" pitchFamily="18" charset="0"/>
              </a:endParaRPr>
            </a:p>
          </p:txBody>
        </p:sp>
        <p:sp>
          <p:nvSpPr>
            <p:cNvPr id="113706" name="Line 12"/>
            <p:cNvSpPr>
              <a:spLocks noChangeShapeType="1"/>
            </p:cNvSpPr>
            <p:nvPr/>
          </p:nvSpPr>
          <p:spPr bwMode="auto">
            <a:xfrm>
              <a:off x="2789" y="2040"/>
              <a:ext cx="480" cy="0"/>
            </a:xfrm>
            <a:prstGeom prst="line">
              <a:avLst/>
            </a:prstGeom>
            <a:noFill/>
            <a:ln w="12700" cap="sq">
              <a:solidFill>
                <a:schemeClr val="tx1"/>
              </a:solidFill>
              <a:round/>
              <a:headEnd type="none" w="sm" len="sm"/>
              <a:tailEnd type="none" w="sm" len="sm"/>
            </a:ln>
          </p:spPr>
          <p:txBody>
            <a:bodyPr/>
            <a:lstStyle/>
            <a:p>
              <a:endParaRPr lang="zh-CN" altLang="en-US"/>
            </a:p>
          </p:txBody>
        </p:sp>
        <p:sp>
          <p:nvSpPr>
            <p:cNvPr id="113707" name="Text Box 13"/>
            <p:cNvSpPr txBox="1">
              <a:spLocks noChangeArrowheads="1"/>
            </p:cNvSpPr>
            <p:nvPr/>
          </p:nvSpPr>
          <p:spPr bwMode="auto">
            <a:xfrm>
              <a:off x="2933" y="1752"/>
              <a:ext cx="212" cy="288"/>
            </a:xfrm>
            <a:prstGeom prst="rect">
              <a:avLst/>
            </a:prstGeom>
            <a:noFill/>
            <a:ln w="12700" cap="sq">
              <a:noFill/>
              <a:miter lim="800000"/>
              <a:headEnd type="none" w="sm" len="sm"/>
              <a:tailEnd type="none" w="sm" len="sm"/>
            </a:ln>
          </p:spPr>
          <p:txBody>
            <a:bodyPr wrap="none">
              <a:spAutoFit/>
            </a:bodyPr>
            <a:lstStyle/>
            <a:p>
              <a:r>
                <a:rPr lang="en-US" altLang="zh-CN" sz="2400">
                  <a:latin typeface="Times New Roman" panose="02020503050405090304" pitchFamily="18" charset="0"/>
                </a:rPr>
                <a:t>1</a:t>
              </a:r>
              <a:endParaRPr lang="en-US" altLang="zh-CN" sz="2400">
                <a:latin typeface="Times New Roman" panose="02020503050405090304" pitchFamily="18" charset="0"/>
              </a:endParaRPr>
            </a:p>
          </p:txBody>
        </p:sp>
        <p:sp>
          <p:nvSpPr>
            <p:cNvPr id="113708" name="Text Box 14"/>
            <p:cNvSpPr txBox="1">
              <a:spLocks noChangeArrowheads="1"/>
            </p:cNvSpPr>
            <p:nvPr/>
          </p:nvSpPr>
          <p:spPr bwMode="auto">
            <a:xfrm>
              <a:off x="2837" y="1512"/>
              <a:ext cx="189" cy="233"/>
            </a:xfrm>
            <a:prstGeom prst="rect">
              <a:avLst/>
            </a:prstGeom>
            <a:noFill/>
            <a:ln w="12700" cap="sq">
              <a:noFill/>
              <a:miter lim="800000"/>
              <a:headEnd type="none" w="sm" len="sm"/>
              <a:tailEnd type="none" w="sm" len="sm"/>
            </a:ln>
          </p:spPr>
          <p:txBody>
            <a:bodyPr wrap="none">
              <a:spAutoFit/>
            </a:bodyPr>
            <a:lstStyle/>
            <a:p>
              <a:r>
                <a:rPr lang="en-US" altLang="zh-CN">
                  <a:latin typeface="Times New Roman" panose="02020503050405090304" pitchFamily="18" charset="0"/>
                </a:rPr>
                <a:t>p</a:t>
              </a:r>
              <a:endParaRPr lang="en-US" altLang="zh-CN">
                <a:latin typeface="Times New Roman" panose="02020503050405090304" pitchFamily="18" charset="0"/>
              </a:endParaRPr>
            </a:p>
          </p:txBody>
        </p:sp>
      </p:grpSp>
      <p:grpSp>
        <p:nvGrpSpPr>
          <p:cNvPr id="4" name="Group 15"/>
          <p:cNvGrpSpPr/>
          <p:nvPr/>
        </p:nvGrpSpPr>
        <p:grpSpPr bwMode="auto">
          <a:xfrm>
            <a:off x="9985149" y="2804818"/>
            <a:ext cx="2012950" cy="838200"/>
            <a:chOff x="1056" y="3120"/>
            <a:chExt cx="1268" cy="528"/>
          </a:xfrm>
        </p:grpSpPr>
        <p:sp>
          <p:nvSpPr>
            <p:cNvPr id="113699" name="Rectangle 16"/>
            <p:cNvSpPr>
              <a:spLocks noChangeArrowheads="1"/>
            </p:cNvSpPr>
            <p:nvPr/>
          </p:nvSpPr>
          <p:spPr bwMode="auto">
            <a:xfrm>
              <a:off x="1056" y="3168"/>
              <a:ext cx="480" cy="480"/>
            </a:xfrm>
            <a:prstGeom prst="rect">
              <a:avLst/>
            </a:prstGeom>
            <a:solidFill>
              <a:srgbClr val="99CCFF"/>
            </a:solidFill>
            <a:ln w="12700" cap="sq">
              <a:solidFill>
                <a:schemeClr val="tx1"/>
              </a:solidFill>
              <a:miter lim="800000"/>
              <a:headEnd type="none" w="sm" len="sm"/>
              <a:tailEnd type="none" w="sm" len="sm"/>
            </a:ln>
          </p:spPr>
          <p:txBody>
            <a:bodyPr wrap="none" anchor="ctr"/>
            <a:lstStyle/>
            <a:p>
              <a:pPr algn="ctr"/>
              <a:endParaRPr lang="zh-CN" altLang="zh-CN" sz="2400">
                <a:latin typeface="Times New Roman" panose="02020503050405090304" pitchFamily="18" charset="0"/>
              </a:endParaRPr>
            </a:p>
          </p:txBody>
        </p:sp>
        <p:sp>
          <p:nvSpPr>
            <p:cNvPr id="113700" name="Line 17"/>
            <p:cNvSpPr>
              <a:spLocks noChangeShapeType="1"/>
            </p:cNvSpPr>
            <p:nvPr/>
          </p:nvSpPr>
          <p:spPr bwMode="auto">
            <a:xfrm>
              <a:off x="1056" y="3408"/>
              <a:ext cx="480" cy="0"/>
            </a:xfrm>
            <a:prstGeom prst="line">
              <a:avLst/>
            </a:prstGeom>
            <a:noFill/>
            <a:ln w="12700" cap="sq">
              <a:solidFill>
                <a:schemeClr val="tx1"/>
              </a:solidFill>
              <a:round/>
              <a:headEnd type="none" w="sm" len="sm"/>
              <a:tailEnd type="none" w="sm" len="sm"/>
            </a:ln>
          </p:spPr>
          <p:txBody>
            <a:bodyPr/>
            <a:lstStyle/>
            <a:p>
              <a:endParaRPr lang="zh-CN" altLang="en-US"/>
            </a:p>
          </p:txBody>
        </p:sp>
        <p:sp>
          <p:nvSpPr>
            <p:cNvPr id="113701" name="Text Box 18"/>
            <p:cNvSpPr txBox="1">
              <a:spLocks noChangeArrowheads="1"/>
            </p:cNvSpPr>
            <p:nvPr/>
          </p:nvSpPr>
          <p:spPr bwMode="auto">
            <a:xfrm>
              <a:off x="1200" y="3120"/>
              <a:ext cx="212" cy="288"/>
            </a:xfrm>
            <a:prstGeom prst="rect">
              <a:avLst/>
            </a:prstGeom>
            <a:noFill/>
            <a:ln w="12700" cap="sq">
              <a:noFill/>
              <a:miter lim="800000"/>
              <a:headEnd type="none" w="sm" len="sm"/>
              <a:tailEnd type="none" w="sm" len="sm"/>
            </a:ln>
          </p:spPr>
          <p:txBody>
            <a:bodyPr wrap="none">
              <a:spAutoFit/>
            </a:bodyPr>
            <a:lstStyle/>
            <a:p>
              <a:r>
                <a:rPr lang="en-US" altLang="zh-CN" sz="2400" dirty="0">
                  <a:latin typeface="Times New Roman" panose="02020503050405090304" pitchFamily="18" charset="0"/>
                </a:rPr>
                <a:t>2</a:t>
              </a:r>
              <a:endParaRPr lang="en-US" altLang="zh-CN" sz="2400" dirty="0">
                <a:latin typeface="Times New Roman" panose="02020503050405090304" pitchFamily="18" charset="0"/>
              </a:endParaRPr>
            </a:p>
          </p:txBody>
        </p:sp>
        <p:sp>
          <p:nvSpPr>
            <p:cNvPr id="113702" name="Freeform 19"/>
            <p:cNvSpPr/>
            <p:nvPr/>
          </p:nvSpPr>
          <p:spPr bwMode="auto">
            <a:xfrm>
              <a:off x="1296" y="3264"/>
              <a:ext cx="528" cy="288"/>
            </a:xfrm>
            <a:custGeom>
              <a:avLst/>
              <a:gdLst>
                <a:gd name="T0" fmla="*/ 0 w 528"/>
                <a:gd name="T1" fmla="*/ 8323 h 272"/>
                <a:gd name="T2" fmla="*/ 288 w 528"/>
                <a:gd name="T3" fmla="*/ 8323 h 272"/>
                <a:gd name="T4" fmla="*/ 384 w 528"/>
                <a:gd name="T5" fmla="*/ 1657 h 272"/>
                <a:gd name="T6" fmla="*/ 528 w 528"/>
                <a:gd name="T7" fmla="*/ 0 h 272"/>
                <a:gd name="T8" fmla="*/ 0 60000 65536"/>
                <a:gd name="T9" fmla="*/ 0 60000 65536"/>
                <a:gd name="T10" fmla="*/ 0 60000 65536"/>
                <a:gd name="T11" fmla="*/ 0 60000 65536"/>
                <a:gd name="T12" fmla="*/ 0 w 528"/>
                <a:gd name="T13" fmla="*/ 0 h 272"/>
                <a:gd name="T14" fmla="*/ 528 w 528"/>
                <a:gd name="T15" fmla="*/ 272 h 272"/>
              </a:gdLst>
              <a:ahLst/>
              <a:cxnLst>
                <a:cxn ang="T8">
                  <a:pos x="T0" y="T1"/>
                </a:cxn>
                <a:cxn ang="T9">
                  <a:pos x="T2" y="T3"/>
                </a:cxn>
                <a:cxn ang="T10">
                  <a:pos x="T4" y="T5"/>
                </a:cxn>
                <a:cxn ang="T11">
                  <a:pos x="T6" y="T7"/>
                </a:cxn>
              </a:cxnLst>
              <a:rect l="T12" t="T13" r="T14" b="T15"/>
              <a:pathLst>
                <a:path w="528" h="272">
                  <a:moveTo>
                    <a:pt x="0" y="240"/>
                  </a:moveTo>
                  <a:cubicBezTo>
                    <a:pt x="112" y="256"/>
                    <a:pt x="224" y="272"/>
                    <a:pt x="288" y="240"/>
                  </a:cubicBezTo>
                  <a:cubicBezTo>
                    <a:pt x="352" y="208"/>
                    <a:pt x="344" y="88"/>
                    <a:pt x="384" y="48"/>
                  </a:cubicBezTo>
                  <a:cubicBezTo>
                    <a:pt x="424" y="8"/>
                    <a:pt x="476" y="4"/>
                    <a:pt x="528" y="0"/>
                  </a:cubicBezTo>
                </a:path>
              </a:pathLst>
            </a:custGeom>
            <a:noFill/>
            <a:ln w="12700" cap="sq">
              <a:solidFill>
                <a:schemeClr val="tx1"/>
              </a:solidFill>
              <a:round/>
              <a:headEnd type="none" w="sm" len="sm"/>
              <a:tailEnd type="arrow" w="sm" len="med"/>
            </a:ln>
          </p:spPr>
          <p:txBody>
            <a:bodyPr/>
            <a:lstStyle/>
            <a:p>
              <a:endParaRPr lang="zh-CN" altLang="en-US"/>
            </a:p>
          </p:txBody>
        </p:sp>
        <p:sp>
          <p:nvSpPr>
            <p:cNvPr id="113703" name="Text Box 20"/>
            <p:cNvSpPr txBox="1">
              <a:spLocks noChangeArrowheads="1"/>
            </p:cNvSpPr>
            <p:nvPr/>
          </p:nvSpPr>
          <p:spPr bwMode="auto">
            <a:xfrm>
              <a:off x="1824" y="3179"/>
              <a:ext cx="500" cy="231"/>
            </a:xfrm>
            <a:prstGeom prst="rect">
              <a:avLst/>
            </a:prstGeom>
            <a:noFill/>
            <a:ln w="12700" cap="sq">
              <a:noFill/>
              <a:miter lim="800000"/>
              <a:headEnd type="none" w="sm" len="sm"/>
              <a:tailEnd type="none" w="sm" len="sm"/>
            </a:ln>
          </p:spPr>
          <p:txBody>
            <a:bodyPr wrap="none">
              <a:spAutoFit/>
            </a:bodyPr>
            <a:lstStyle/>
            <a:p>
              <a:r>
                <a:rPr lang="en-US" altLang="zh-CN" dirty="0">
                  <a:latin typeface="Times New Roman" panose="02020503050405090304" pitchFamily="18" charset="0"/>
                </a:rPr>
                <a:t>NULL</a:t>
              </a:r>
              <a:endParaRPr lang="en-US" altLang="zh-CN" dirty="0">
                <a:latin typeface="Times New Roman" panose="02020503050405090304" pitchFamily="18" charset="0"/>
              </a:endParaRPr>
            </a:p>
          </p:txBody>
        </p:sp>
      </p:grpSp>
      <p:sp>
        <p:nvSpPr>
          <p:cNvPr id="113672" name="Rectangle 21"/>
          <p:cNvSpPr>
            <a:spLocks noChangeArrowheads="1"/>
          </p:cNvSpPr>
          <p:nvPr/>
        </p:nvSpPr>
        <p:spPr bwMode="auto">
          <a:xfrm>
            <a:off x="9480324" y="4122443"/>
            <a:ext cx="762000" cy="762000"/>
          </a:xfrm>
          <a:prstGeom prst="rect">
            <a:avLst/>
          </a:prstGeom>
          <a:solidFill>
            <a:srgbClr val="99CCFF"/>
          </a:solidFill>
          <a:ln w="12700" cap="sq">
            <a:solidFill>
              <a:schemeClr val="tx1"/>
            </a:solidFill>
            <a:miter lim="800000"/>
            <a:headEnd type="none" w="sm" len="sm"/>
            <a:tailEnd type="none" w="sm" len="sm"/>
          </a:ln>
        </p:spPr>
        <p:txBody>
          <a:bodyPr wrap="none" anchor="ctr"/>
          <a:lstStyle/>
          <a:p>
            <a:pPr algn="ctr"/>
            <a:endParaRPr lang="zh-CN" altLang="zh-CN" sz="2400">
              <a:latin typeface="Times New Roman" panose="02020503050405090304" pitchFamily="18" charset="0"/>
            </a:endParaRPr>
          </a:p>
        </p:txBody>
      </p:sp>
      <p:sp>
        <p:nvSpPr>
          <p:cNvPr id="113673" name="Line 22"/>
          <p:cNvSpPr>
            <a:spLocks noChangeShapeType="1"/>
          </p:cNvSpPr>
          <p:nvPr/>
        </p:nvSpPr>
        <p:spPr bwMode="auto">
          <a:xfrm>
            <a:off x="9480324" y="4503443"/>
            <a:ext cx="762000" cy="0"/>
          </a:xfrm>
          <a:prstGeom prst="line">
            <a:avLst/>
          </a:prstGeom>
          <a:noFill/>
          <a:ln w="12700" cap="sq">
            <a:solidFill>
              <a:schemeClr val="tx1"/>
            </a:solidFill>
            <a:round/>
            <a:headEnd type="none" w="sm" len="sm"/>
            <a:tailEnd type="none" w="sm" len="sm"/>
          </a:ln>
        </p:spPr>
        <p:txBody>
          <a:bodyPr/>
          <a:lstStyle/>
          <a:p>
            <a:endParaRPr lang="zh-CN" altLang="en-US"/>
          </a:p>
        </p:txBody>
      </p:sp>
      <p:sp>
        <p:nvSpPr>
          <p:cNvPr id="113674" name="Text Box 23"/>
          <p:cNvSpPr txBox="1">
            <a:spLocks noChangeArrowheads="1"/>
          </p:cNvSpPr>
          <p:nvPr/>
        </p:nvSpPr>
        <p:spPr bwMode="auto">
          <a:xfrm>
            <a:off x="9708924" y="4046243"/>
            <a:ext cx="336550" cy="457200"/>
          </a:xfrm>
          <a:prstGeom prst="rect">
            <a:avLst/>
          </a:prstGeom>
          <a:noFill/>
          <a:ln w="12700" cap="sq">
            <a:noFill/>
            <a:miter lim="800000"/>
            <a:headEnd type="none" w="sm" len="sm"/>
            <a:tailEnd type="none" w="sm" len="sm"/>
          </a:ln>
        </p:spPr>
        <p:txBody>
          <a:bodyPr wrap="none">
            <a:spAutoFit/>
          </a:bodyPr>
          <a:lstStyle/>
          <a:p>
            <a:r>
              <a:rPr lang="en-US" altLang="zh-CN" sz="2400" dirty="0">
                <a:latin typeface="Times New Roman" panose="02020503050405090304" pitchFamily="18" charset="0"/>
              </a:rPr>
              <a:t>3</a:t>
            </a:r>
            <a:endParaRPr lang="en-US" altLang="zh-CN" sz="2400" dirty="0">
              <a:latin typeface="Times New Roman" panose="02020503050405090304" pitchFamily="18" charset="0"/>
            </a:endParaRPr>
          </a:p>
        </p:txBody>
      </p:sp>
      <p:sp>
        <p:nvSpPr>
          <p:cNvPr id="174104" name="Freeform 24"/>
          <p:cNvSpPr/>
          <p:nvPr/>
        </p:nvSpPr>
        <p:spPr bwMode="auto">
          <a:xfrm>
            <a:off x="9683524" y="3055643"/>
            <a:ext cx="977900" cy="1676400"/>
          </a:xfrm>
          <a:custGeom>
            <a:avLst/>
            <a:gdLst>
              <a:gd name="T0" fmla="*/ 2147483647 w 616"/>
              <a:gd name="T1" fmla="*/ 2147483647 h 1056"/>
              <a:gd name="T2" fmla="*/ 2147483647 w 616"/>
              <a:gd name="T3" fmla="*/ 2147483647 h 1056"/>
              <a:gd name="T4" fmla="*/ 2147483647 w 616"/>
              <a:gd name="T5" fmla="*/ 2147483647 h 1056"/>
              <a:gd name="T6" fmla="*/ 2147483647 w 616"/>
              <a:gd name="T7" fmla="*/ 2147483647 h 1056"/>
              <a:gd name="T8" fmla="*/ 2147483647 w 616"/>
              <a:gd name="T9" fmla="*/ 0 h 1056"/>
              <a:gd name="T10" fmla="*/ 0 60000 65536"/>
              <a:gd name="T11" fmla="*/ 0 60000 65536"/>
              <a:gd name="T12" fmla="*/ 0 60000 65536"/>
              <a:gd name="T13" fmla="*/ 0 60000 65536"/>
              <a:gd name="T14" fmla="*/ 0 60000 65536"/>
              <a:gd name="T15" fmla="*/ 0 w 616"/>
              <a:gd name="T16" fmla="*/ 0 h 1056"/>
              <a:gd name="T17" fmla="*/ 616 w 616"/>
              <a:gd name="T18" fmla="*/ 1056 h 1056"/>
            </a:gdLst>
            <a:ahLst/>
            <a:cxnLst>
              <a:cxn ang="T10">
                <a:pos x="T0" y="T1"/>
              </a:cxn>
              <a:cxn ang="T11">
                <a:pos x="T2" y="T3"/>
              </a:cxn>
              <a:cxn ang="T12">
                <a:pos x="T4" y="T5"/>
              </a:cxn>
              <a:cxn ang="T13">
                <a:pos x="T6" y="T7"/>
              </a:cxn>
              <a:cxn ang="T14">
                <a:pos x="T8" y="T9"/>
              </a:cxn>
            </a:cxnLst>
            <a:rect l="T15" t="T16" r="T17" b="T18"/>
            <a:pathLst>
              <a:path w="616" h="1056">
                <a:moveTo>
                  <a:pt x="112" y="1056"/>
                </a:moveTo>
                <a:cubicBezTo>
                  <a:pt x="268" y="1048"/>
                  <a:pt x="424" y="1040"/>
                  <a:pt x="496" y="960"/>
                </a:cubicBezTo>
                <a:cubicBezTo>
                  <a:pt x="568" y="880"/>
                  <a:pt x="616" y="656"/>
                  <a:pt x="544" y="576"/>
                </a:cubicBezTo>
                <a:cubicBezTo>
                  <a:pt x="472" y="496"/>
                  <a:pt x="128" y="576"/>
                  <a:pt x="64" y="480"/>
                </a:cubicBezTo>
                <a:cubicBezTo>
                  <a:pt x="0" y="384"/>
                  <a:pt x="80" y="192"/>
                  <a:pt x="160" y="0"/>
                </a:cubicBezTo>
              </a:path>
            </a:pathLst>
          </a:custGeom>
          <a:noFill/>
          <a:ln w="12700" cap="sq">
            <a:solidFill>
              <a:schemeClr val="tx1"/>
            </a:solidFill>
            <a:round/>
            <a:headEnd type="none" w="sm" len="sm"/>
            <a:tailEnd type="arrow" w="sm" len="med"/>
          </a:ln>
        </p:spPr>
        <p:txBody>
          <a:bodyPr/>
          <a:lstStyle/>
          <a:p>
            <a:endParaRPr lang="zh-CN" altLang="en-US"/>
          </a:p>
        </p:txBody>
      </p:sp>
      <p:sp>
        <p:nvSpPr>
          <p:cNvPr id="174105" name="Freeform 25"/>
          <p:cNvSpPr/>
          <p:nvPr/>
        </p:nvSpPr>
        <p:spPr bwMode="auto">
          <a:xfrm>
            <a:off x="9137424" y="3220743"/>
            <a:ext cx="495300" cy="1143000"/>
          </a:xfrm>
          <a:custGeom>
            <a:avLst/>
            <a:gdLst>
              <a:gd name="T0" fmla="*/ 2147483647 w 312"/>
              <a:gd name="T1" fmla="*/ 2147483647 h 720"/>
              <a:gd name="T2" fmla="*/ 2147483647 w 312"/>
              <a:gd name="T3" fmla="*/ 2147483647 h 720"/>
              <a:gd name="T4" fmla="*/ 2147483647 w 312"/>
              <a:gd name="T5" fmla="*/ 2147483647 h 720"/>
              <a:gd name="T6" fmla="*/ 2147483647 w 312"/>
              <a:gd name="T7" fmla="*/ 2147483647 h 720"/>
              <a:gd name="T8" fmla="*/ 0 60000 65536"/>
              <a:gd name="T9" fmla="*/ 0 60000 65536"/>
              <a:gd name="T10" fmla="*/ 0 60000 65536"/>
              <a:gd name="T11" fmla="*/ 0 60000 65536"/>
              <a:gd name="T12" fmla="*/ 0 w 312"/>
              <a:gd name="T13" fmla="*/ 0 h 720"/>
              <a:gd name="T14" fmla="*/ 312 w 312"/>
              <a:gd name="T15" fmla="*/ 720 h 720"/>
            </a:gdLst>
            <a:ahLst/>
            <a:cxnLst>
              <a:cxn ang="T8">
                <a:pos x="T0" y="T1"/>
              </a:cxn>
              <a:cxn ang="T9">
                <a:pos x="T2" y="T3"/>
              </a:cxn>
              <a:cxn ang="T10">
                <a:pos x="T4" y="T5"/>
              </a:cxn>
              <a:cxn ang="T11">
                <a:pos x="T6" y="T7"/>
              </a:cxn>
            </a:cxnLst>
            <a:rect l="T12" t="T13" r="T14" b="T15"/>
            <a:pathLst>
              <a:path w="312" h="720">
                <a:moveTo>
                  <a:pt x="24" y="88"/>
                </a:moveTo>
                <a:cubicBezTo>
                  <a:pt x="168" y="44"/>
                  <a:pt x="312" y="0"/>
                  <a:pt x="312" y="88"/>
                </a:cubicBezTo>
                <a:cubicBezTo>
                  <a:pt x="312" y="176"/>
                  <a:pt x="48" y="512"/>
                  <a:pt x="24" y="616"/>
                </a:cubicBezTo>
                <a:cubicBezTo>
                  <a:pt x="0" y="720"/>
                  <a:pt x="84" y="716"/>
                  <a:pt x="168" y="712"/>
                </a:cubicBezTo>
              </a:path>
            </a:pathLst>
          </a:custGeom>
          <a:noFill/>
          <a:ln w="12700" cap="sq">
            <a:solidFill>
              <a:schemeClr val="tx1"/>
            </a:solidFill>
            <a:round/>
            <a:headEnd type="none" w="sm" len="sm"/>
            <a:tailEnd type="arrow" w="sm" len="med"/>
          </a:ln>
        </p:spPr>
        <p:txBody>
          <a:bodyPr/>
          <a:lstStyle/>
          <a:p>
            <a:endParaRPr lang="zh-CN" altLang="en-US"/>
          </a:p>
        </p:txBody>
      </p:sp>
      <p:sp>
        <p:nvSpPr>
          <p:cNvPr id="113677" name="Text Box 26"/>
          <p:cNvSpPr txBox="1">
            <a:spLocks noChangeArrowheads="1"/>
          </p:cNvSpPr>
          <p:nvPr/>
        </p:nvSpPr>
        <p:spPr bwMode="auto">
          <a:xfrm>
            <a:off x="9480324" y="3741443"/>
            <a:ext cx="300082" cy="369332"/>
          </a:xfrm>
          <a:prstGeom prst="rect">
            <a:avLst/>
          </a:prstGeom>
          <a:noFill/>
          <a:ln w="12700" cap="sq">
            <a:noFill/>
            <a:miter lim="800000"/>
            <a:headEnd type="none" w="sm" len="sm"/>
            <a:tailEnd type="none" w="sm" len="sm"/>
          </a:ln>
        </p:spPr>
        <p:txBody>
          <a:bodyPr wrap="none">
            <a:spAutoFit/>
          </a:bodyPr>
          <a:lstStyle/>
          <a:p>
            <a:r>
              <a:rPr lang="en-US" altLang="zh-CN" dirty="0">
                <a:latin typeface="Times New Roman" panose="02020503050405090304" pitchFamily="18" charset="0"/>
              </a:rPr>
              <a:t>q</a:t>
            </a:r>
            <a:endParaRPr lang="en-US" altLang="zh-CN" dirty="0">
              <a:latin typeface="Times New Roman" panose="02020503050405090304" pitchFamily="18" charset="0"/>
            </a:endParaRPr>
          </a:p>
        </p:txBody>
      </p:sp>
      <p:sp>
        <p:nvSpPr>
          <p:cNvPr id="174107" name="Freeform 27"/>
          <p:cNvSpPr/>
          <p:nvPr/>
        </p:nvSpPr>
        <p:spPr bwMode="auto">
          <a:xfrm>
            <a:off x="9121549" y="3020718"/>
            <a:ext cx="838200" cy="457200"/>
          </a:xfrm>
          <a:custGeom>
            <a:avLst/>
            <a:gdLst>
              <a:gd name="T0" fmla="*/ 0 w 528"/>
              <a:gd name="T1" fmla="*/ 2147483647 h 272"/>
              <a:gd name="T2" fmla="*/ 2147483647 w 528"/>
              <a:gd name="T3" fmla="*/ 2147483647 h 272"/>
              <a:gd name="T4" fmla="*/ 2147483647 w 528"/>
              <a:gd name="T5" fmla="*/ 2147483647 h 272"/>
              <a:gd name="T6" fmla="*/ 2147483647 w 528"/>
              <a:gd name="T7" fmla="*/ 0 h 272"/>
              <a:gd name="T8" fmla="*/ 0 60000 65536"/>
              <a:gd name="T9" fmla="*/ 0 60000 65536"/>
              <a:gd name="T10" fmla="*/ 0 60000 65536"/>
              <a:gd name="T11" fmla="*/ 0 60000 65536"/>
              <a:gd name="T12" fmla="*/ 0 w 528"/>
              <a:gd name="T13" fmla="*/ 0 h 272"/>
              <a:gd name="T14" fmla="*/ 528 w 528"/>
              <a:gd name="T15" fmla="*/ 272 h 272"/>
            </a:gdLst>
            <a:ahLst/>
            <a:cxnLst>
              <a:cxn ang="T8">
                <a:pos x="T0" y="T1"/>
              </a:cxn>
              <a:cxn ang="T9">
                <a:pos x="T2" y="T3"/>
              </a:cxn>
              <a:cxn ang="T10">
                <a:pos x="T4" y="T5"/>
              </a:cxn>
              <a:cxn ang="T11">
                <a:pos x="T6" y="T7"/>
              </a:cxn>
            </a:cxnLst>
            <a:rect l="T12" t="T13" r="T14" b="T15"/>
            <a:pathLst>
              <a:path w="528" h="272">
                <a:moveTo>
                  <a:pt x="0" y="240"/>
                </a:moveTo>
                <a:cubicBezTo>
                  <a:pt x="112" y="256"/>
                  <a:pt x="224" y="272"/>
                  <a:pt x="288" y="240"/>
                </a:cubicBezTo>
                <a:cubicBezTo>
                  <a:pt x="352" y="208"/>
                  <a:pt x="344" y="88"/>
                  <a:pt x="384" y="48"/>
                </a:cubicBezTo>
                <a:cubicBezTo>
                  <a:pt x="424" y="8"/>
                  <a:pt x="476" y="4"/>
                  <a:pt x="528" y="0"/>
                </a:cubicBezTo>
              </a:path>
            </a:pathLst>
          </a:custGeom>
          <a:noFill/>
          <a:ln w="12700" cap="sq">
            <a:solidFill>
              <a:schemeClr val="tx1"/>
            </a:solidFill>
            <a:round/>
            <a:headEnd type="none" w="sm" len="sm"/>
            <a:tailEnd type="arrow" w="sm" len="med"/>
          </a:ln>
        </p:spPr>
        <p:txBody>
          <a:bodyPr/>
          <a:lstStyle/>
          <a:p>
            <a:endParaRPr lang="zh-CN" altLang="en-US"/>
          </a:p>
        </p:txBody>
      </p:sp>
      <p:sp>
        <p:nvSpPr>
          <p:cNvPr id="113679" name="Rectangle 28"/>
          <p:cNvSpPr>
            <a:spLocks noChangeArrowheads="1"/>
          </p:cNvSpPr>
          <p:nvPr/>
        </p:nvSpPr>
        <p:spPr bwMode="auto">
          <a:xfrm>
            <a:off x="7394349" y="5853984"/>
            <a:ext cx="762000" cy="762000"/>
          </a:xfrm>
          <a:prstGeom prst="rect">
            <a:avLst/>
          </a:prstGeom>
          <a:solidFill>
            <a:srgbClr val="99CCFF"/>
          </a:solidFill>
          <a:ln w="12700" cap="sq">
            <a:solidFill>
              <a:schemeClr val="tx1"/>
            </a:solidFill>
            <a:miter lim="800000"/>
            <a:headEnd type="none" w="sm" len="sm"/>
            <a:tailEnd type="none" w="sm" len="sm"/>
          </a:ln>
        </p:spPr>
        <p:txBody>
          <a:bodyPr wrap="none" anchor="ctr"/>
          <a:lstStyle/>
          <a:p>
            <a:pPr algn="ctr"/>
            <a:endParaRPr lang="zh-CN" altLang="zh-CN" sz="2400">
              <a:latin typeface="Times New Roman" panose="02020503050405090304" pitchFamily="18" charset="0"/>
            </a:endParaRPr>
          </a:p>
        </p:txBody>
      </p:sp>
      <p:sp>
        <p:nvSpPr>
          <p:cNvPr id="113680" name="Line 29"/>
          <p:cNvSpPr>
            <a:spLocks noChangeShapeType="1"/>
          </p:cNvSpPr>
          <p:nvPr/>
        </p:nvSpPr>
        <p:spPr bwMode="auto">
          <a:xfrm>
            <a:off x="7394349" y="6234984"/>
            <a:ext cx="762000" cy="0"/>
          </a:xfrm>
          <a:prstGeom prst="line">
            <a:avLst/>
          </a:prstGeom>
          <a:noFill/>
          <a:ln w="12700" cap="sq">
            <a:solidFill>
              <a:schemeClr val="tx1"/>
            </a:solidFill>
            <a:round/>
            <a:headEnd type="none" w="sm" len="sm"/>
            <a:tailEnd type="none" w="sm" len="sm"/>
          </a:ln>
        </p:spPr>
        <p:txBody>
          <a:bodyPr/>
          <a:lstStyle/>
          <a:p>
            <a:endParaRPr lang="zh-CN" altLang="en-US"/>
          </a:p>
        </p:txBody>
      </p:sp>
      <p:sp>
        <p:nvSpPr>
          <p:cNvPr id="113681" name="Text Box 30"/>
          <p:cNvSpPr txBox="1">
            <a:spLocks noChangeArrowheads="1"/>
          </p:cNvSpPr>
          <p:nvPr/>
        </p:nvSpPr>
        <p:spPr bwMode="auto">
          <a:xfrm>
            <a:off x="7622949" y="5777784"/>
            <a:ext cx="336550" cy="457200"/>
          </a:xfrm>
          <a:prstGeom prst="rect">
            <a:avLst/>
          </a:prstGeom>
          <a:noFill/>
          <a:ln w="12700" cap="sq">
            <a:noFill/>
            <a:miter lim="800000"/>
            <a:headEnd type="none" w="sm" len="sm"/>
            <a:tailEnd type="none" w="sm" len="sm"/>
          </a:ln>
        </p:spPr>
        <p:txBody>
          <a:bodyPr wrap="none">
            <a:spAutoFit/>
          </a:bodyPr>
          <a:lstStyle/>
          <a:p>
            <a:r>
              <a:rPr lang="en-US" altLang="zh-CN" sz="2400">
                <a:latin typeface="Times New Roman" panose="02020503050405090304" pitchFamily="18" charset="0"/>
              </a:rPr>
              <a:t>0</a:t>
            </a:r>
            <a:endParaRPr lang="en-US" altLang="zh-CN" sz="2400">
              <a:latin typeface="Times New Roman" panose="02020503050405090304" pitchFamily="18" charset="0"/>
            </a:endParaRPr>
          </a:p>
        </p:txBody>
      </p:sp>
      <p:sp>
        <p:nvSpPr>
          <p:cNvPr id="174111" name="Freeform 31"/>
          <p:cNvSpPr/>
          <p:nvPr/>
        </p:nvSpPr>
        <p:spPr bwMode="auto">
          <a:xfrm>
            <a:off x="7775349" y="6006384"/>
            <a:ext cx="838200" cy="457200"/>
          </a:xfrm>
          <a:custGeom>
            <a:avLst/>
            <a:gdLst>
              <a:gd name="T0" fmla="*/ 0 w 528"/>
              <a:gd name="T1" fmla="*/ 2147483647 h 272"/>
              <a:gd name="T2" fmla="*/ 2147483647 w 528"/>
              <a:gd name="T3" fmla="*/ 2147483647 h 272"/>
              <a:gd name="T4" fmla="*/ 2147483647 w 528"/>
              <a:gd name="T5" fmla="*/ 2147483647 h 272"/>
              <a:gd name="T6" fmla="*/ 2147483647 w 528"/>
              <a:gd name="T7" fmla="*/ 0 h 272"/>
              <a:gd name="T8" fmla="*/ 0 60000 65536"/>
              <a:gd name="T9" fmla="*/ 0 60000 65536"/>
              <a:gd name="T10" fmla="*/ 0 60000 65536"/>
              <a:gd name="T11" fmla="*/ 0 60000 65536"/>
              <a:gd name="T12" fmla="*/ 0 w 528"/>
              <a:gd name="T13" fmla="*/ 0 h 272"/>
              <a:gd name="T14" fmla="*/ 528 w 528"/>
              <a:gd name="T15" fmla="*/ 272 h 272"/>
            </a:gdLst>
            <a:ahLst/>
            <a:cxnLst>
              <a:cxn ang="T8">
                <a:pos x="T0" y="T1"/>
              </a:cxn>
              <a:cxn ang="T9">
                <a:pos x="T2" y="T3"/>
              </a:cxn>
              <a:cxn ang="T10">
                <a:pos x="T4" y="T5"/>
              </a:cxn>
              <a:cxn ang="T11">
                <a:pos x="T6" y="T7"/>
              </a:cxn>
            </a:cxnLst>
            <a:rect l="T12" t="T13" r="T14" b="T15"/>
            <a:pathLst>
              <a:path w="528" h="272">
                <a:moveTo>
                  <a:pt x="0" y="240"/>
                </a:moveTo>
                <a:cubicBezTo>
                  <a:pt x="112" y="256"/>
                  <a:pt x="224" y="272"/>
                  <a:pt x="288" y="240"/>
                </a:cubicBezTo>
                <a:cubicBezTo>
                  <a:pt x="352" y="208"/>
                  <a:pt x="344" y="88"/>
                  <a:pt x="384" y="48"/>
                </a:cubicBezTo>
                <a:cubicBezTo>
                  <a:pt x="424" y="8"/>
                  <a:pt x="476" y="4"/>
                  <a:pt x="528" y="0"/>
                </a:cubicBezTo>
              </a:path>
            </a:pathLst>
          </a:custGeom>
          <a:noFill/>
          <a:ln w="12700" cap="sq">
            <a:solidFill>
              <a:schemeClr val="tx1"/>
            </a:solidFill>
            <a:round/>
            <a:headEnd type="none" w="sm" len="sm"/>
            <a:tailEnd type="arrow" w="sm" len="med"/>
          </a:ln>
        </p:spPr>
        <p:txBody>
          <a:bodyPr/>
          <a:lstStyle/>
          <a:p>
            <a:endParaRPr lang="zh-CN" altLang="en-US"/>
          </a:p>
        </p:txBody>
      </p:sp>
      <p:sp>
        <p:nvSpPr>
          <p:cNvPr id="113683" name="Text Box 32"/>
          <p:cNvSpPr txBox="1">
            <a:spLocks noChangeArrowheads="1"/>
          </p:cNvSpPr>
          <p:nvPr/>
        </p:nvSpPr>
        <p:spPr bwMode="auto">
          <a:xfrm>
            <a:off x="9908949" y="5871447"/>
            <a:ext cx="793750" cy="366713"/>
          </a:xfrm>
          <a:prstGeom prst="rect">
            <a:avLst/>
          </a:prstGeom>
          <a:noFill/>
          <a:ln w="12700" cap="sq">
            <a:noFill/>
            <a:miter lim="800000"/>
            <a:headEnd type="none" w="sm" len="sm"/>
            <a:tailEnd type="none" w="sm" len="sm"/>
          </a:ln>
        </p:spPr>
        <p:txBody>
          <a:bodyPr wrap="none">
            <a:spAutoFit/>
          </a:bodyPr>
          <a:lstStyle/>
          <a:p>
            <a:r>
              <a:rPr lang="en-US" altLang="zh-CN">
                <a:latin typeface="Times New Roman" panose="02020503050405090304" pitchFamily="18" charset="0"/>
              </a:rPr>
              <a:t>NULL</a:t>
            </a:r>
            <a:endParaRPr lang="en-US" altLang="zh-CN">
              <a:latin typeface="Times New Roman" panose="02020503050405090304" pitchFamily="18" charset="0"/>
            </a:endParaRPr>
          </a:p>
        </p:txBody>
      </p:sp>
      <p:grpSp>
        <p:nvGrpSpPr>
          <p:cNvPr id="5" name="Group 33"/>
          <p:cNvGrpSpPr/>
          <p:nvPr/>
        </p:nvGrpSpPr>
        <p:grpSpPr bwMode="auto">
          <a:xfrm>
            <a:off x="9985149" y="5777784"/>
            <a:ext cx="2012950" cy="838200"/>
            <a:chOff x="1056" y="3120"/>
            <a:chExt cx="1268" cy="528"/>
          </a:xfrm>
        </p:grpSpPr>
        <p:sp>
          <p:nvSpPr>
            <p:cNvPr id="113694" name="Rectangle 34"/>
            <p:cNvSpPr>
              <a:spLocks noChangeArrowheads="1"/>
            </p:cNvSpPr>
            <p:nvPr/>
          </p:nvSpPr>
          <p:spPr bwMode="auto">
            <a:xfrm>
              <a:off x="1056" y="3168"/>
              <a:ext cx="480" cy="480"/>
            </a:xfrm>
            <a:prstGeom prst="rect">
              <a:avLst/>
            </a:prstGeom>
            <a:solidFill>
              <a:srgbClr val="99CCFF"/>
            </a:solidFill>
            <a:ln w="12700" cap="sq">
              <a:solidFill>
                <a:schemeClr val="tx1"/>
              </a:solidFill>
              <a:miter lim="800000"/>
              <a:headEnd type="none" w="sm" len="sm"/>
              <a:tailEnd type="none" w="sm" len="sm"/>
            </a:ln>
          </p:spPr>
          <p:txBody>
            <a:bodyPr wrap="none" anchor="ctr"/>
            <a:lstStyle/>
            <a:p>
              <a:pPr algn="ctr"/>
              <a:endParaRPr lang="zh-CN" altLang="zh-CN" sz="2400">
                <a:latin typeface="Times New Roman" panose="02020503050405090304" pitchFamily="18" charset="0"/>
              </a:endParaRPr>
            </a:p>
          </p:txBody>
        </p:sp>
        <p:sp>
          <p:nvSpPr>
            <p:cNvPr id="113695" name="Line 35"/>
            <p:cNvSpPr>
              <a:spLocks noChangeShapeType="1"/>
            </p:cNvSpPr>
            <p:nvPr/>
          </p:nvSpPr>
          <p:spPr bwMode="auto">
            <a:xfrm>
              <a:off x="1056" y="3408"/>
              <a:ext cx="480" cy="0"/>
            </a:xfrm>
            <a:prstGeom prst="line">
              <a:avLst/>
            </a:prstGeom>
            <a:noFill/>
            <a:ln w="12700" cap="sq">
              <a:solidFill>
                <a:schemeClr val="tx1"/>
              </a:solidFill>
              <a:round/>
              <a:headEnd type="none" w="sm" len="sm"/>
              <a:tailEnd type="none" w="sm" len="sm"/>
            </a:ln>
          </p:spPr>
          <p:txBody>
            <a:bodyPr/>
            <a:lstStyle/>
            <a:p>
              <a:endParaRPr lang="zh-CN" altLang="en-US"/>
            </a:p>
          </p:txBody>
        </p:sp>
        <p:sp>
          <p:nvSpPr>
            <p:cNvPr id="113696" name="Text Box 36"/>
            <p:cNvSpPr txBox="1">
              <a:spLocks noChangeArrowheads="1"/>
            </p:cNvSpPr>
            <p:nvPr/>
          </p:nvSpPr>
          <p:spPr bwMode="auto">
            <a:xfrm>
              <a:off x="1200" y="3120"/>
              <a:ext cx="212" cy="288"/>
            </a:xfrm>
            <a:prstGeom prst="rect">
              <a:avLst/>
            </a:prstGeom>
            <a:noFill/>
            <a:ln w="12700" cap="sq">
              <a:noFill/>
              <a:miter lim="800000"/>
              <a:headEnd type="none" w="sm" len="sm"/>
              <a:tailEnd type="none" w="sm" len="sm"/>
            </a:ln>
          </p:spPr>
          <p:txBody>
            <a:bodyPr wrap="none">
              <a:spAutoFit/>
            </a:bodyPr>
            <a:lstStyle/>
            <a:p>
              <a:r>
                <a:rPr lang="en-US" altLang="zh-CN" sz="2400">
                  <a:latin typeface="Times New Roman" panose="02020503050405090304" pitchFamily="18" charset="0"/>
                </a:rPr>
                <a:t>2</a:t>
              </a:r>
              <a:endParaRPr lang="en-US" altLang="zh-CN" sz="2400">
                <a:latin typeface="Times New Roman" panose="02020503050405090304" pitchFamily="18" charset="0"/>
              </a:endParaRPr>
            </a:p>
          </p:txBody>
        </p:sp>
        <p:sp>
          <p:nvSpPr>
            <p:cNvPr id="113697" name="Freeform 37"/>
            <p:cNvSpPr/>
            <p:nvPr/>
          </p:nvSpPr>
          <p:spPr bwMode="auto">
            <a:xfrm>
              <a:off x="1296" y="3264"/>
              <a:ext cx="528" cy="288"/>
            </a:xfrm>
            <a:custGeom>
              <a:avLst/>
              <a:gdLst>
                <a:gd name="T0" fmla="*/ 0 w 528"/>
                <a:gd name="T1" fmla="*/ 8323 h 272"/>
                <a:gd name="T2" fmla="*/ 288 w 528"/>
                <a:gd name="T3" fmla="*/ 8323 h 272"/>
                <a:gd name="T4" fmla="*/ 384 w 528"/>
                <a:gd name="T5" fmla="*/ 1657 h 272"/>
                <a:gd name="T6" fmla="*/ 528 w 528"/>
                <a:gd name="T7" fmla="*/ 0 h 272"/>
                <a:gd name="T8" fmla="*/ 0 60000 65536"/>
                <a:gd name="T9" fmla="*/ 0 60000 65536"/>
                <a:gd name="T10" fmla="*/ 0 60000 65536"/>
                <a:gd name="T11" fmla="*/ 0 60000 65536"/>
                <a:gd name="T12" fmla="*/ 0 w 528"/>
                <a:gd name="T13" fmla="*/ 0 h 272"/>
                <a:gd name="T14" fmla="*/ 528 w 528"/>
                <a:gd name="T15" fmla="*/ 272 h 272"/>
              </a:gdLst>
              <a:ahLst/>
              <a:cxnLst>
                <a:cxn ang="T8">
                  <a:pos x="T0" y="T1"/>
                </a:cxn>
                <a:cxn ang="T9">
                  <a:pos x="T2" y="T3"/>
                </a:cxn>
                <a:cxn ang="T10">
                  <a:pos x="T4" y="T5"/>
                </a:cxn>
                <a:cxn ang="T11">
                  <a:pos x="T6" y="T7"/>
                </a:cxn>
              </a:cxnLst>
              <a:rect l="T12" t="T13" r="T14" b="T15"/>
              <a:pathLst>
                <a:path w="528" h="272">
                  <a:moveTo>
                    <a:pt x="0" y="240"/>
                  </a:moveTo>
                  <a:cubicBezTo>
                    <a:pt x="112" y="256"/>
                    <a:pt x="224" y="272"/>
                    <a:pt x="288" y="240"/>
                  </a:cubicBezTo>
                  <a:cubicBezTo>
                    <a:pt x="352" y="208"/>
                    <a:pt x="344" y="88"/>
                    <a:pt x="384" y="48"/>
                  </a:cubicBezTo>
                  <a:cubicBezTo>
                    <a:pt x="424" y="8"/>
                    <a:pt x="476" y="4"/>
                    <a:pt x="528" y="0"/>
                  </a:cubicBezTo>
                </a:path>
              </a:pathLst>
            </a:custGeom>
            <a:noFill/>
            <a:ln w="12700" cap="sq">
              <a:solidFill>
                <a:schemeClr val="tx1"/>
              </a:solidFill>
              <a:round/>
              <a:headEnd type="none" w="sm" len="sm"/>
              <a:tailEnd type="arrow" w="sm" len="med"/>
            </a:ln>
          </p:spPr>
          <p:txBody>
            <a:bodyPr/>
            <a:lstStyle/>
            <a:p>
              <a:endParaRPr lang="zh-CN" altLang="en-US"/>
            </a:p>
          </p:txBody>
        </p:sp>
        <p:sp>
          <p:nvSpPr>
            <p:cNvPr id="113698" name="Text Box 38"/>
            <p:cNvSpPr txBox="1">
              <a:spLocks noChangeArrowheads="1"/>
            </p:cNvSpPr>
            <p:nvPr/>
          </p:nvSpPr>
          <p:spPr bwMode="auto">
            <a:xfrm>
              <a:off x="1824" y="3179"/>
              <a:ext cx="500" cy="231"/>
            </a:xfrm>
            <a:prstGeom prst="rect">
              <a:avLst/>
            </a:prstGeom>
            <a:noFill/>
            <a:ln w="12700" cap="sq">
              <a:noFill/>
              <a:miter lim="800000"/>
              <a:headEnd type="none" w="sm" len="sm"/>
              <a:tailEnd type="none" w="sm" len="sm"/>
            </a:ln>
          </p:spPr>
          <p:txBody>
            <a:bodyPr wrap="none">
              <a:spAutoFit/>
            </a:bodyPr>
            <a:lstStyle/>
            <a:p>
              <a:r>
                <a:rPr lang="en-US" altLang="zh-CN">
                  <a:latin typeface="Times New Roman" panose="02020503050405090304" pitchFamily="18" charset="0"/>
                </a:rPr>
                <a:t>NULL</a:t>
              </a:r>
              <a:endParaRPr lang="en-US" altLang="zh-CN">
                <a:latin typeface="Times New Roman" panose="02020503050405090304" pitchFamily="18" charset="0"/>
              </a:endParaRPr>
            </a:p>
          </p:txBody>
        </p:sp>
      </p:grpSp>
      <p:sp>
        <p:nvSpPr>
          <p:cNvPr id="174119" name="Freeform 39"/>
          <p:cNvSpPr/>
          <p:nvPr/>
        </p:nvSpPr>
        <p:spPr bwMode="auto">
          <a:xfrm>
            <a:off x="7786462" y="5511084"/>
            <a:ext cx="2209800" cy="927100"/>
          </a:xfrm>
          <a:custGeom>
            <a:avLst/>
            <a:gdLst>
              <a:gd name="T0" fmla="*/ 0 w 1392"/>
              <a:gd name="T1" fmla="*/ 2147483647 h 584"/>
              <a:gd name="T2" fmla="*/ 2147483647 w 1392"/>
              <a:gd name="T3" fmla="*/ 2147483647 h 584"/>
              <a:gd name="T4" fmla="*/ 2147483647 w 1392"/>
              <a:gd name="T5" fmla="*/ 2147483647 h 584"/>
              <a:gd name="T6" fmla="*/ 2147483647 w 1392"/>
              <a:gd name="T7" fmla="*/ 2147483647 h 584"/>
              <a:gd name="T8" fmla="*/ 2147483647 w 1392"/>
              <a:gd name="T9" fmla="*/ 2147483647 h 584"/>
              <a:gd name="T10" fmla="*/ 0 60000 65536"/>
              <a:gd name="T11" fmla="*/ 0 60000 65536"/>
              <a:gd name="T12" fmla="*/ 0 60000 65536"/>
              <a:gd name="T13" fmla="*/ 0 60000 65536"/>
              <a:gd name="T14" fmla="*/ 0 60000 65536"/>
              <a:gd name="T15" fmla="*/ 0 w 1392"/>
              <a:gd name="T16" fmla="*/ 0 h 584"/>
              <a:gd name="T17" fmla="*/ 1392 w 1392"/>
              <a:gd name="T18" fmla="*/ 584 h 584"/>
            </a:gdLst>
            <a:ahLst/>
            <a:cxnLst>
              <a:cxn ang="T10">
                <a:pos x="T0" y="T1"/>
              </a:cxn>
              <a:cxn ang="T11">
                <a:pos x="T2" y="T3"/>
              </a:cxn>
              <a:cxn ang="T12">
                <a:pos x="T4" y="T5"/>
              </a:cxn>
              <a:cxn ang="T13">
                <a:pos x="T6" y="T7"/>
              </a:cxn>
              <a:cxn ang="T14">
                <a:pos x="T8" y="T9"/>
              </a:cxn>
            </a:cxnLst>
            <a:rect l="T15" t="T16" r="T17" b="T18"/>
            <a:pathLst>
              <a:path w="1392" h="584">
                <a:moveTo>
                  <a:pt x="0" y="552"/>
                </a:moveTo>
                <a:cubicBezTo>
                  <a:pt x="124" y="568"/>
                  <a:pt x="248" y="584"/>
                  <a:pt x="336" y="504"/>
                </a:cubicBezTo>
                <a:cubicBezTo>
                  <a:pt x="424" y="424"/>
                  <a:pt x="408" y="144"/>
                  <a:pt x="528" y="72"/>
                </a:cubicBezTo>
                <a:cubicBezTo>
                  <a:pt x="648" y="0"/>
                  <a:pt x="912" y="32"/>
                  <a:pt x="1056" y="72"/>
                </a:cubicBezTo>
                <a:cubicBezTo>
                  <a:pt x="1200" y="112"/>
                  <a:pt x="1296" y="212"/>
                  <a:pt x="1392" y="312"/>
                </a:cubicBezTo>
              </a:path>
            </a:pathLst>
          </a:custGeom>
          <a:noFill/>
          <a:ln w="12700" cap="sq">
            <a:solidFill>
              <a:schemeClr val="tx1"/>
            </a:solidFill>
            <a:round/>
            <a:headEnd type="none" w="sm" len="sm"/>
            <a:tailEnd type="arrow" w="sm" len="med"/>
          </a:ln>
        </p:spPr>
        <p:txBody>
          <a:bodyPr/>
          <a:lstStyle/>
          <a:p>
            <a:endParaRPr lang="zh-CN" altLang="en-US"/>
          </a:p>
        </p:txBody>
      </p:sp>
      <p:sp>
        <p:nvSpPr>
          <p:cNvPr id="113686" name="Text Box 40"/>
          <p:cNvSpPr txBox="1">
            <a:spLocks noChangeArrowheads="1"/>
          </p:cNvSpPr>
          <p:nvPr/>
        </p:nvSpPr>
        <p:spPr bwMode="auto">
          <a:xfrm>
            <a:off x="7622949" y="5396784"/>
            <a:ext cx="300082" cy="369332"/>
          </a:xfrm>
          <a:prstGeom prst="rect">
            <a:avLst/>
          </a:prstGeom>
          <a:noFill/>
          <a:ln w="12700" cap="sq">
            <a:noFill/>
            <a:miter lim="800000"/>
            <a:headEnd type="none" w="sm" len="sm"/>
            <a:tailEnd type="none" w="sm" len="sm"/>
          </a:ln>
        </p:spPr>
        <p:txBody>
          <a:bodyPr wrap="none">
            <a:spAutoFit/>
          </a:bodyPr>
          <a:lstStyle/>
          <a:p>
            <a:r>
              <a:rPr lang="en-US" altLang="zh-CN">
                <a:latin typeface="Times New Roman" panose="02020503050405090304" pitchFamily="18" charset="0"/>
              </a:rPr>
              <a:t>p</a:t>
            </a:r>
            <a:endParaRPr lang="en-US" altLang="zh-CN">
              <a:latin typeface="Times New Roman" panose="02020503050405090304" pitchFamily="18" charset="0"/>
            </a:endParaRPr>
          </a:p>
        </p:txBody>
      </p:sp>
      <p:grpSp>
        <p:nvGrpSpPr>
          <p:cNvPr id="6" name="Group 41"/>
          <p:cNvGrpSpPr/>
          <p:nvPr/>
        </p:nvGrpSpPr>
        <p:grpSpPr bwMode="auto">
          <a:xfrm>
            <a:off x="8613549" y="5396784"/>
            <a:ext cx="1295400" cy="1219200"/>
            <a:chOff x="3628" y="2859"/>
            <a:chExt cx="816" cy="768"/>
          </a:xfrm>
        </p:grpSpPr>
        <p:sp>
          <p:nvSpPr>
            <p:cNvPr id="113688" name="Text Box 42"/>
            <p:cNvSpPr txBox="1">
              <a:spLocks noChangeArrowheads="1"/>
            </p:cNvSpPr>
            <p:nvPr/>
          </p:nvSpPr>
          <p:spPr bwMode="auto">
            <a:xfrm>
              <a:off x="3628" y="3158"/>
              <a:ext cx="500" cy="231"/>
            </a:xfrm>
            <a:prstGeom prst="rect">
              <a:avLst/>
            </a:prstGeom>
            <a:noFill/>
            <a:ln w="12700" cap="sq">
              <a:noFill/>
              <a:miter lim="800000"/>
              <a:headEnd type="none" w="sm" len="sm"/>
              <a:tailEnd type="none" w="sm" len="sm"/>
            </a:ln>
          </p:spPr>
          <p:txBody>
            <a:bodyPr wrap="none">
              <a:spAutoFit/>
            </a:bodyPr>
            <a:lstStyle/>
            <a:p>
              <a:r>
                <a:rPr lang="en-US" altLang="zh-CN">
                  <a:latin typeface="Times New Roman" panose="02020503050405090304" pitchFamily="18" charset="0"/>
                </a:rPr>
                <a:t>NULL</a:t>
              </a:r>
              <a:endParaRPr lang="en-US" altLang="zh-CN">
                <a:latin typeface="Times New Roman" panose="02020503050405090304" pitchFamily="18" charset="0"/>
              </a:endParaRPr>
            </a:p>
          </p:txBody>
        </p:sp>
        <p:sp>
          <p:nvSpPr>
            <p:cNvPr id="113689" name="Rectangle 43"/>
            <p:cNvSpPr>
              <a:spLocks noChangeArrowheads="1"/>
            </p:cNvSpPr>
            <p:nvPr/>
          </p:nvSpPr>
          <p:spPr bwMode="auto">
            <a:xfrm>
              <a:off x="3676" y="3147"/>
              <a:ext cx="480" cy="480"/>
            </a:xfrm>
            <a:prstGeom prst="rect">
              <a:avLst/>
            </a:prstGeom>
            <a:solidFill>
              <a:srgbClr val="99CCFF"/>
            </a:solidFill>
            <a:ln w="12700" cap="sq">
              <a:solidFill>
                <a:schemeClr val="tx1"/>
              </a:solidFill>
              <a:miter lim="800000"/>
              <a:headEnd type="none" w="sm" len="sm"/>
              <a:tailEnd type="none" w="sm" len="sm"/>
            </a:ln>
          </p:spPr>
          <p:txBody>
            <a:bodyPr wrap="none" anchor="ctr"/>
            <a:lstStyle/>
            <a:p>
              <a:pPr algn="ctr"/>
              <a:endParaRPr lang="zh-CN" altLang="zh-CN" sz="2400">
                <a:latin typeface="Times New Roman" panose="02020503050405090304" pitchFamily="18" charset="0"/>
              </a:endParaRPr>
            </a:p>
          </p:txBody>
        </p:sp>
        <p:sp>
          <p:nvSpPr>
            <p:cNvPr id="113690" name="Line 44"/>
            <p:cNvSpPr>
              <a:spLocks noChangeShapeType="1"/>
            </p:cNvSpPr>
            <p:nvPr/>
          </p:nvSpPr>
          <p:spPr bwMode="auto">
            <a:xfrm>
              <a:off x="3676" y="3387"/>
              <a:ext cx="480" cy="0"/>
            </a:xfrm>
            <a:prstGeom prst="line">
              <a:avLst/>
            </a:prstGeom>
            <a:noFill/>
            <a:ln w="12700" cap="sq">
              <a:solidFill>
                <a:schemeClr val="tx1"/>
              </a:solidFill>
              <a:round/>
              <a:headEnd type="none" w="sm" len="sm"/>
              <a:tailEnd type="none" w="sm" len="sm"/>
            </a:ln>
          </p:spPr>
          <p:txBody>
            <a:bodyPr/>
            <a:lstStyle/>
            <a:p>
              <a:endParaRPr lang="zh-CN" altLang="en-US"/>
            </a:p>
          </p:txBody>
        </p:sp>
        <p:sp>
          <p:nvSpPr>
            <p:cNvPr id="113691" name="Text Box 45"/>
            <p:cNvSpPr txBox="1">
              <a:spLocks noChangeArrowheads="1"/>
            </p:cNvSpPr>
            <p:nvPr/>
          </p:nvSpPr>
          <p:spPr bwMode="auto">
            <a:xfrm>
              <a:off x="3820" y="3099"/>
              <a:ext cx="212" cy="288"/>
            </a:xfrm>
            <a:prstGeom prst="rect">
              <a:avLst/>
            </a:prstGeom>
            <a:noFill/>
            <a:ln w="12700" cap="sq">
              <a:noFill/>
              <a:miter lim="800000"/>
              <a:headEnd type="none" w="sm" len="sm"/>
              <a:tailEnd type="none" w="sm" len="sm"/>
            </a:ln>
          </p:spPr>
          <p:txBody>
            <a:bodyPr wrap="none">
              <a:spAutoFit/>
            </a:bodyPr>
            <a:lstStyle/>
            <a:p>
              <a:r>
                <a:rPr lang="en-US" altLang="zh-CN" sz="2400">
                  <a:latin typeface="Times New Roman" panose="02020503050405090304" pitchFamily="18" charset="0"/>
                </a:rPr>
                <a:t>1</a:t>
              </a:r>
              <a:endParaRPr lang="en-US" altLang="zh-CN" sz="2400">
                <a:latin typeface="Times New Roman" panose="02020503050405090304" pitchFamily="18" charset="0"/>
              </a:endParaRPr>
            </a:p>
          </p:txBody>
        </p:sp>
        <p:sp>
          <p:nvSpPr>
            <p:cNvPr id="113692" name="Freeform 46"/>
            <p:cNvSpPr/>
            <p:nvPr/>
          </p:nvSpPr>
          <p:spPr bwMode="auto">
            <a:xfrm>
              <a:off x="3916" y="3243"/>
              <a:ext cx="528" cy="288"/>
            </a:xfrm>
            <a:custGeom>
              <a:avLst/>
              <a:gdLst>
                <a:gd name="T0" fmla="*/ 0 w 528"/>
                <a:gd name="T1" fmla="*/ 8323 h 272"/>
                <a:gd name="T2" fmla="*/ 288 w 528"/>
                <a:gd name="T3" fmla="*/ 8323 h 272"/>
                <a:gd name="T4" fmla="*/ 384 w 528"/>
                <a:gd name="T5" fmla="*/ 1657 h 272"/>
                <a:gd name="T6" fmla="*/ 528 w 528"/>
                <a:gd name="T7" fmla="*/ 0 h 272"/>
                <a:gd name="T8" fmla="*/ 0 60000 65536"/>
                <a:gd name="T9" fmla="*/ 0 60000 65536"/>
                <a:gd name="T10" fmla="*/ 0 60000 65536"/>
                <a:gd name="T11" fmla="*/ 0 60000 65536"/>
                <a:gd name="T12" fmla="*/ 0 w 528"/>
                <a:gd name="T13" fmla="*/ 0 h 272"/>
                <a:gd name="T14" fmla="*/ 528 w 528"/>
                <a:gd name="T15" fmla="*/ 272 h 272"/>
              </a:gdLst>
              <a:ahLst/>
              <a:cxnLst>
                <a:cxn ang="T8">
                  <a:pos x="T0" y="T1"/>
                </a:cxn>
                <a:cxn ang="T9">
                  <a:pos x="T2" y="T3"/>
                </a:cxn>
                <a:cxn ang="T10">
                  <a:pos x="T4" y="T5"/>
                </a:cxn>
                <a:cxn ang="T11">
                  <a:pos x="T6" y="T7"/>
                </a:cxn>
              </a:cxnLst>
              <a:rect l="T12" t="T13" r="T14" b="T15"/>
              <a:pathLst>
                <a:path w="528" h="272">
                  <a:moveTo>
                    <a:pt x="0" y="240"/>
                  </a:moveTo>
                  <a:cubicBezTo>
                    <a:pt x="112" y="256"/>
                    <a:pt x="224" y="272"/>
                    <a:pt x="288" y="240"/>
                  </a:cubicBezTo>
                  <a:cubicBezTo>
                    <a:pt x="352" y="208"/>
                    <a:pt x="344" y="88"/>
                    <a:pt x="384" y="48"/>
                  </a:cubicBezTo>
                  <a:cubicBezTo>
                    <a:pt x="424" y="8"/>
                    <a:pt x="476" y="4"/>
                    <a:pt x="528" y="0"/>
                  </a:cubicBezTo>
                </a:path>
              </a:pathLst>
            </a:custGeom>
            <a:noFill/>
            <a:ln w="12700" cap="sq">
              <a:solidFill>
                <a:schemeClr val="tx1"/>
              </a:solidFill>
              <a:round/>
              <a:headEnd type="none" w="sm" len="sm"/>
              <a:tailEnd type="arrow" w="sm" len="med"/>
            </a:ln>
          </p:spPr>
          <p:txBody>
            <a:bodyPr/>
            <a:lstStyle/>
            <a:p>
              <a:endParaRPr lang="zh-CN" altLang="en-US"/>
            </a:p>
          </p:txBody>
        </p:sp>
        <p:sp>
          <p:nvSpPr>
            <p:cNvPr id="113693" name="Text Box 47"/>
            <p:cNvSpPr txBox="1">
              <a:spLocks noChangeArrowheads="1"/>
            </p:cNvSpPr>
            <p:nvPr/>
          </p:nvSpPr>
          <p:spPr bwMode="auto">
            <a:xfrm>
              <a:off x="3820" y="2859"/>
              <a:ext cx="189" cy="233"/>
            </a:xfrm>
            <a:prstGeom prst="rect">
              <a:avLst/>
            </a:prstGeom>
            <a:noFill/>
            <a:ln w="12700" cap="sq">
              <a:noFill/>
              <a:miter lim="800000"/>
              <a:headEnd type="none" w="sm" len="sm"/>
              <a:tailEnd type="none" w="sm" len="sm"/>
            </a:ln>
          </p:spPr>
          <p:txBody>
            <a:bodyPr wrap="none">
              <a:spAutoFit/>
            </a:bodyPr>
            <a:lstStyle/>
            <a:p>
              <a:r>
                <a:rPr lang="en-US" altLang="zh-CN">
                  <a:latin typeface="Times New Roman" panose="02020503050405090304" pitchFamily="18" charset="0"/>
                </a:rPr>
                <a:t>q</a:t>
              </a:r>
              <a:endParaRPr lang="en-US" altLang="zh-CN">
                <a:latin typeface="Times New Roman" panose="02020503050405090304" pitchFamily="18" charset="0"/>
              </a:endParaRPr>
            </a:p>
          </p:txBody>
        </p:sp>
      </p:grpSp>
      <p:sp>
        <p:nvSpPr>
          <p:cNvPr id="50" name="圆角矩形标注 49"/>
          <p:cNvSpPr/>
          <p:nvPr/>
        </p:nvSpPr>
        <p:spPr bwMode="auto">
          <a:xfrm>
            <a:off x="-79297" y="3933056"/>
            <a:ext cx="1403648" cy="1055608"/>
          </a:xfrm>
          <a:prstGeom prst="wedgeRoundRectCallout">
            <a:avLst>
              <a:gd name="adj1" fmla="val 49229"/>
              <a:gd name="adj2" fmla="val -62849"/>
              <a:gd name="adj3" fmla="val 16667"/>
            </a:avLst>
          </a:prstGeom>
          <a:solidFill>
            <a:srgbClr val="FFFF99"/>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spAutoFit/>
          </a:bodyPr>
          <a:lstStyle/>
          <a:p>
            <a:r>
              <a:rPr lang="zh-CN" altLang="en-US" dirty="0">
                <a:latin typeface="楷体" panose="02010609060101010101" pitchFamily="49" charset="-122"/>
                <a:ea typeface="楷体" panose="02010609060101010101" pitchFamily="49" charset="-122"/>
              </a:rPr>
              <a:t>为什么首先要执行：</a:t>
            </a:r>
            <a:endParaRPr lang="en-US" altLang="zh-CN" dirty="0">
              <a:latin typeface="楷体" panose="02010609060101010101" pitchFamily="49" charset="-122"/>
              <a:ea typeface="楷体" panose="02010609060101010101" pitchFamily="49" charset="-122"/>
            </a:endParaRPr>
          </a:p>
          <a:p>
            <a:r>
              <a:rPr lang="en-US" altLang="zh-CN" sz="1600" dirty="0"/>
              <a:t>q = p-&gt;link</a:t>
            </a:r>
            <a:r>
              <a:rPr lang="zh-CN" altLang="en-US" dirty="0"/>
              <a:t>？</a:t>
            </a:r>
            <a:endParaRPr lang="zh-CN" altLang="en-US" sz="1600" dirty="0">
              <a:latin typeface="楷体" panose="02010609060101010101" pitchFamily="49" charset="-122"/>
              <a:ea typeface="楷体" panose="02010609060101010101" pitchFamily="49" charset="-122"/>
            </a:endParaRPr>
          </a:p>
        </p:txBody>
      </p:sp>
      <p:grpSp>
        <p:nvGrpSpPr>
          <p:cNvPr id="7" name="Group 3"/>
          <p:cNvGrpSpPr/>
          <p:nvPr/>
        </p:nvGrpSpPr>
        <p:grpSpPr bwMode="auto">
          <a:xfrm>
            <a:off x="2836864" y="-1589"/>
            <a:ext cx="7808913" cy="1082674"/>
            <a:chOff x="457" y="1658"/>
            <a:chExt cx="4919" cy="682"/>
          </a:xfrm>
        </p:grpSpPr>
        <p:sp>
          <p:nvSpPr>
            <p:cNvPr id="52" name="Text Box 4"/>
            <p:cNvSpPr txBox="1">
              <a:spLocks noChangeArrowheads="1"/>
            </p:cNvSpPr>
            <p:nvPr/>
          </p:nvSpPr>
          <p:spPr bwMode="auto">
            <a:xfrm>
              <a:off x="457" y="1658"/>
              <a:ext cx="311" cy="291"/>
            </a:xfrm>
            <a:prstGeom prst="rect">
              <a:avLst/>
            </a:prstGeom>
            <a:noFill/>
            <a:ln w="9525">
              <a:noFill/>
              <a:miter lim="800000"/>
            </a:ln>
          </p:spPr>
          <p:txBody>
            <a:bodyPr wrap="none" anchor="ctr">
              <a:spAutoFit/>
            </a:bodyPr>
            <a:lstStyle/>
            <a:p>
              <a:pPr algn="ctr" eaLnBrk="1" fontAlgn="base" hangingPunct="1"/>
              <a:r>
                <a:rPr kumimoji="1" lang="en-US" altLang="zh-CN" sz="2400">
                  <a:solidFill>
                    <a:srgbClr val="FF3300"/>
                  </a:solidFill>
                  <a:ea typeface="宋体" pitchFamily="2" charset="-122"/>
                </a:rPr>
                <a:t>list</a:t>
              </a:r>
              <a:endParaRPr kumimoji="1" lang="en-US" altLang="zh-CN" sz="2400">
                <a:solidFill>
                  <a:srgbClr val="FF3300"/>
                </a:solidFill>
                <a:ea typeface="宋体" pitchFamily="2" charset="-122"/>
              </a:endParaRPr>
            </a:p>
          </p:txBody>
        </p:sp>
        <p:sp>
          <p:nvSpPr>
            <p:cNvPr id="53" name="Line 5"/>
            <p:cNvSpPr>
              <a:spLocks noChangeShapeType="1"/>
            </p:cNvSpPr>
            <p:nvPr/>
          </p:nvSpPr>
          <p:spPr bwMode="auto">
            <a:xfrm>
              <a:off x="624" y="1899"/>
              <a:ext cx="240" cy="144"/>
            </a:xfrm>
            <a:prstGeom prst="line">
              <a:avLst/>
            </a:prstGeom>
            <a:noFill/>
            <a:ln w="15875">
              <a:solidFill>
                <a:schemeClr val="accent2"/>
              </a:solidFill>
              <a:round/>
              <a:tailEnd type="triangle" w="med" len="med"/>
            </a:ln>
          </p:spPr>
          <p:txBody>
            <a:bodyPr wrap="none" anchor="ctr"/>
            <a:lstStyle/>
            <a:p>
              <a:endParaRPr lang="zh-CN" altLang="en-US"/>
            </a:p>
          </p:txBody>
        </p:sp>
        <p:sp>
          <p:nvSpPr>
            <p:cNvPr id="54" name="Text Box 6"/>
            <p:cNvSpPr txBox="1">
              <a:spLocks noChangeArrowheads="1"/>
            </p:cNvSpPr>
            <p:nvPr/>
          </p:nvSpPr>
          <p:spPr bwMode="auto">
            <a:xfrm>
              <a:off x="5180" y="2049"/>
              <a:ext cx="191" cy="291"/>
            </a:xfrm>
            <a:prstGeom prst="rect">
              <a:avLst/>
            </a:prstGeom>
            <a:noFill/>
            <a:ln w="9525">
              <a:noFill/>
              <a:miter lim="800000"/>
            </a:ln>
          </p:spPr>
          <p:txBody>
            <a:bodyPr wrap="none" anchor="ctr">
              <a:spAutoFit/>
            </a:bodyPr>
            <a:lstStyle/>
            <a:p>
              <a:pPr algn="ctr" eaLnBrk="1" fontAlgn="base" hangingPunct="1"/>
              <a:r>
                <a:rPr kumimoji="1" lang="zh-CN" altLang="en-US" sz="2400">
                  <a:solidFill>
                    <a:schemeClr val="bg1"/>
                  </a:solidFill>
                  <a:ea typeface="宋体" pitchFamily="2" charset="-122"/>
                </a:rPr>
                <a:t>^</a:t>
              </a:r>
              <a:endParaRPr kumimoji="1" lang="zh-CN" altLang="en-US" sz="2400">
                <a:solidFill>
                  <a:schemeClr val="bg1"/>
                </a:solidFill>
                <a:ea typeface="宋体" pitchFamily="2" charset="-122"/>
              </a:endParaRPr>
            </a:p>
          </p:txBody>
        </p:sp>
        <p:sp>
          <p:nvSpPr>
            <p:cNvPr id="55" name="Text Box 7"/>
            <p:cNvSpPr txBox="1">
              <a:spLocks noChangeArrowheads="1"/>
            </p:cNvSpPr>
            <p:nvPr/>
          </p:nvSpPr>
          <p:spPr bwMode="auto">
            <a:xfrm>
              <a:off x="1724" y="1862"/>
              <a:ext cx="367" cy="223"/>
            </a:xfrm>
            <a:prstGeom prst="rect">
              <a:avLst/>
            </a:prstGeom>
            <a:noFill/>
            <a:ln w="9525">
              <a:noFill/>
              <a:miter lim="800000"/>
            </a:ln>
          </p:spPr>
          <p:txBody>
            <a:bodyPr wrap="none">
              <a:spAutoFit/>
            </a:bodyPr>
            <a:lstStyle/>
            <a:p>
              <a:pPr algn="ctr"/>
              <a:r>
                <a:rPr lang="zh-CN" altLang="en-US" sz="1700">
                  <a:solidFill>
                    <a:schemeClr val="accent2"/>
                  </a:solidFill>
                  <a:ea typeface="宋体" pitchFamily="2" charset="-122"/>
                </a:rPr>
                <a:t>1024</a:t>
              </a:r>
              <a:endParaRPr lang="zh-CN" altLang="en-US" sz="1700">
                <a:solidFill>
                  <a:schemeClr val="accent2"/>
                </a:solidFill>
                <a:ea typeface="宋体" pitchFamily="2" charset="-122"/>
              </a:endParaRPr>
            </a:p>
          </p:txBody>
        </p:sp>
        <p:sp>
          <p:nvSpPr>
            <p:cNvPr id="56" name="Text Box 8"/>
            <p:cNvSpPr txBox="1">
              <a:spLocks noChangeArrowheads="1"/>
            </p:cNvSpPr>
            <p:nvPr/>
          </p:nvSpPr>
          <p:spPr bwMode="auto">
            <a:xfrm>
              <a:off x="833" y="1877"/>
              <a:ext cx="304" cy="223"/>
            </a:xfrm>
            <a:prstGeom prst="rect">
              <a:avLst/>
            </a:prstGeom>
            <a:noFill/>
            <a:ln w="9525">
              <a:noFill/>
              <a:miter lim="800000"/>
            </a:ln>
          </p:spPr>
          <p:txBody>
            <a:bodyPr wrap="none">
              <a:spAutoFit/>
            </a:bodyPr>
            <a:lstStyle/>
            <a:p>
              <a:pPr algn="ctr"/>
              <a:r>
                <a:rPr lang="zh-CN" altLang="en-US" sz="1700">
                  <a:solidFill>
                    <a:schemeClr val="accent2"/>
                  </a:solidFill>
                  <a:ea typeface="宋体" pitchFamily="2" charset="-122"/>
                </a:rPr>
                <a:t>735</a:t>
              </a:r>
              <a:endParaRPr lang="zh-CN" altLang="en-US" sz="1700">
                <a:solidFill>
                  <a:schemeClr val="accent2"/>
                </a:solidFill>
                <a:ea typeface="宋体" pitchFamily="2" charset="-122"/>
              </a:endParaRPr>
            </a:p>
          </p:txBody>
        </p:sp>
        <p:sp>
          <p:nvSpPr>
            <p:cNvPr id="57" name="Text Box 9"/>
            <p:cNvSpPr txBox="1">
              <a:spLocks noChangeArrowheads="1"/>
            </p:cNvSpPr>
            <p:nvPr/>
          </p:nvSpPr>
          <p:spPr bwMode="auto">
            <a:xfrm>
              <a:off x="2646" y="1873"/>
              <a:ext cx="304" cy="223"/>
            </a:xfrm>
            <a:prstGeom prst="rect">
              <a:avLst/>
            </a:prstGeom>
            <a:noFill/>
            <a:ln w="9525">
              <a:noFill/>
              <a:miter lim="800000"/>
            </a:ln>
          </p:spPr>
          <p:txBody>
            <a:bodyPr wrap="none">
              <a:spAutoFit/>
            </a:bodyPr>
            <a:lstStyle/>
            <a:p>
              <a:pPr algn="ctr"/>
              <a:r>
                <a:rPr lang="zh-CN" altLang="en-US" sz="1700">
                  <a:solidFill>
                    <a:schemeClr val="accent2"/>
                  </a:solidFill>
                  <a:ea typeface="宋体" pitchFamily="2" charset="-122"/>
                </a:rPr>
                <a:t>622</a:t>
              </a:r>
              <a:endParaRPr lang="zh-CN" altLang="en-US" sz="1700">
                <a:solidFill>
                  <a:schemeClr val="accent2"/>
                </a:solidFill>
                <a:ea typeface="宋体" pitchFamily="2" charset="-122"/>
              </a:endParaRPr>
            </a:p>
          </p:txBody>
        </p:sp>
        <p:grpSp>
          <p:nvGrpSpPr>
            <p:cNvPr id="8" name="Group 10"/>
            <p:cNvGrpSpPr/>
            <p:nvPr/>
          </p:nvGrpSpPr>
          <p:grpSpPr bwMode="auto">
            <a:xfrm>
              <a:off x="864" y="2043"/>
              <a:ext cx="672" cy="240"/>
              <a:chOff x="576" y="3072"/>
              <a:chExt cx="672" cy="240"/>
            </a:xfrm>
          </p:grpSpPr>
          <p:sp>
            <p:nvSpPr>
              <p:cNvPr id="76" name="Rectangle 11"/>
              <p:cNvSpPr>
                <a:spLocks noChangeArrowheads="1"/>
              </p:cNvSpPr>
              <p:nvPr/>
            </p:nvSpPr>
            <p:spPr bwMode="auto">
              <a:xfrm>
                <a:off x="576" y="3072"/>
                <a:ext cx="480" cy="240"/>
              </a:xfrm>
              <a:prstGeom prst="rect">
                <a:avLst/>
              </a:prstGeom>
              <a:noFill/>
              <a:ln w="25400" cap="sq">
                <a:solidFill>
                  <a:srgbClr val="008000"/>
                </a:solidFill>
                <a:miter lim="800000"/>
              </a:ln>
            </p:spPr>
            <p:txBody>
              <a:bodyPr wrap="none" anchor="ctr"/>
              <a:lstStyle/>
              <a:p>
                <a:endParaRPr lang="zh-CN" altLang="en-US"/>
              </a:p>
            </p:txBody>
          </p:sp>
          <p:sp>
            <p:nvSpPr>
              <p:cNvPr id="77" name="Rectangle 12"/>
              <p:cNvSpPr>
                <a:spLocks noChangeArrowheads="1"/>
              </p:cNvSpPr>
              <p:nvPr/>
            </p:nvSpPr>
            <p:spPr bwMode="auto">
              <a:xfrm>
                <a:off x="1056" y="3072"/>
                <a:ext cx="192" cy="240"/>
              </a:xfrm>
              <a:prstGeom prst="rect">
                <a:avLst/>
              </a:prstGeom>
              <a:noFill/>
              <a:ln w="25400" cap="sq">
                <a:solidFill>
                  <a:srgbClr val="008000"/>
                </a:solidFill>
                <a:miter lim="800000"/>
              </a:ln>
            </p:spPr>
            <p:txBody>
              <a:bodyPr wrap="none" anchor="ctr"/>
              <a:lstStyle/>
              <a:p>
                <a:endParaRPr lang="zh-CN" altLang="en-US"/>
              </a:p>
            </p:txBody>
          </p:sp>
        </p:grpSp>
        <p:grpSp>
          <p:nvGrpSpPr>
            <p:cNvPr id="9" name="Group 13"/>
            <p:cNvGrpSpPr/>
            <p:nvPr/>
          </p:nvGrpSpPr>
          <p:grpSpPr bwMode="auto">
            <a:xfrm>
              <a:off x="1776" y="2043"/>
              <a:ext cx="672" cy="240"/>
              <a:chOff x="576" y="3072"/>
              <a:chExt cx="672" cy="240"/>
            </a:xfrm>
          </p:grpSpPr>
          <p:sp>
            <p:nvSpPr>
              <p:cNvPr id="74" name="Rectangle 14"/>
              <p:cNvSpPr>
                <a:spLocks noChangeArrowheads="1"/>
              </p:cNvSpPr>
              <p:nvPr/>
            </p:nvSpPr>
            <p:spPr bwMode="auto">
              <a:xfrm>
                <a:off x="576" y="3072"/>
                <a:ext cx="480" cy="240"/>
              </a:xfrm>
              <a:prstGeom prst="rect">
                <a:avLst/>
              </a:prstGeom>
              <a:noFill/>
              <a:ln w="25400" cap="sq">
                <a:solidFill>
                  <a:srgbClr val="008000"/>
                </a:solidFill>
                <a:miter lim="800000"/>
              </a:ln>
            </p:spPr>
            <p:txBody>
              <a:bodyPr wrap="none" anchor="ctr"/>
              <a:lstStyle/>
              <a:p>
                <a:endParaRPr lang="zh-CN" altLang="en-US"/>
              </a:p>
            </p:txBody>
          </p:sp>
          <p:sp>
            <p:nvSpPr>
              <p:cNvPr id="75" name="Rectangle 15"/>
              <p:cNvSpPr>
                <a:spLocks noChangeArrowheads="1"/>
              </p:cNvSpPr>
              <p:nvPr/>
            </p:nvSpPr>
            <p:spPr bwMode="auto">
              <a:xfrm>
                <a:off x="1056" y="3072"/>
                <a:ext cx="192" cy="240"/>
              </a:xfrm>
              <a:prstGeom prst="rect">
                <a:avLst/>
              </a:prstGeom>
              <a:noFill/>
              <a:ln w="25400" cap="sq">
                <a:solidFill>
                  <a:srgbClr val="008000"/>
                </a:solidFill>
                <a:miter lim="800000"/>
              </a:ln>
            </p:spPr>
            <p:txBody>
              <a:bodyPr wrap="none" anchor="ctr"/>
              <a:lstStyle/>
              <a:p>
                <a:endParaRPr lang="zh-CN" altLang="en-US"/>
              </a:p>
            </p:txBody>
          </p:sp>
        </p:grpSp>
        <p:grpSp>
          <p:nvGrpSpPr>
            <p:cNvPr id="10" name="Group 16"/>
            <p:cNvGrpSpPr/>
            <p:nvPr/>
          </p:nvGrpSpPr>
          <p:grpSpPr bwMode="auto">
            <a:xfrm>
              <a:off x="2688" y="2043"/>
              <a:ext cx="672" cy="240"/>
              <a:chOff x="576" y="3072"/>
              <a:chExt cx="672" cy="240"/>
            </a:xfrm>
          </p:grpSpPr>
          <p:sp>
            <p:nvSpPr>
              <p:cNvPr id="72" name="Rectangle 17"/>
              <p:cNvSpPr>
                <a:spLocks noChangeArrowheads="1"/>
              </p:cNvSpPr>
              <p:nvPr/>
            </p:nvSpPr>
            <p:spPr bwMode="auto">
              <a:xfrm>
                <a:off x="576" y="3072"/>
                <a:ext cx="480" cy="240"/>
              </a:xfrm>
              <a:prstGeom prst="rect">
                <a:avLst/>
              </a:prstGeom>
              <a:noFill/>
              <a:ln w="25400" cap="sq">
                <a:solidFill>
                  <a:srgbClr val="008000"/>
                </a:solidFill>
                <a:miter lim="800000"/>
              </a:ln>
            </p:spPr>
            <p:txBody>
              <a:bodyPr wrap="none" anchor="ctr"/>
              <a:lstStyle/>
              <a:p>
                <a:endParaRPr lang="zh-CN" altLang="en-US"/>
              </a:p>
            </p:txBody>
          </p:sp>
          <p:sp>
            <p:nvSpPr>
              <p:cNvPr id="73" name="Rectangle 18"/>
              <p:cNvSpPr>
                <a:spLocks noChangeArrowheads="1"/>
              </p:cNvSpPr>
              <p:nvPr/>
            </p:nvSpPr>
            <p:spPr bwMode="auto">
              <a:xfrm>
                <a:off x="1056" y="3072"/>
                <a:ext cx="192" cy="240"/>
              </a:xfrm>
              <a:prstGeom prst="rect">
                <a:avLst/>
              </a:prstGeom>
              <a:noFill/>
              <a:ln w="25400" cap="sq">
                <a:solidFill>
                  <a:srgbClr val="008000"/>
                </a:solidFill>
                <a:miter lim="800000"/>
              </a:ln>
            </p:spPr>
            <p:txBody>
              <a:bodyPr wrap="none" anchor="ctr"/>
              <a:lstStyle/>
              <a:p>
                <a:endParaRPr lang="zh-CN" altLang="en-US"/>
              </a:p>
            </p:txBody>
          </p:sp>
        </p:grpSp>
        <p:grpSp>
          <p:nvGrpSpPr>
            <p:cNvPr id="11" name="Group 19"/>
            <p:cNvGrpSpPr/>
            <p:nvPr/>
          </p:nvGrpSpPr>
          <p:grpSpPr bwMode="auto">
            <a:xfrm>
              <a:off x="4704" y="2043"/>
              <a:ext cx="672" cy="240"/>
              <a:chOff x="576" y="3072"/>
              <a:chExt cx="672" cy="240"/>
            </a:xfrm>
          </p:grpSpPr>
          <p:sp>
            <p:nvSpPr>
              <p:cNvPr id="70" name="Rectangle 20"/>
              <p:cNvSpPr>
                <a:spLocks noChangeArrowheads="1"/>
              </p:cNvSpPr>
              <p:nvPr/>
            </p:nvSpPr>
            <p:spPr bwMode="auto">
              <a:xfrm>
                <a:off x="576" y="3072"/>
                <a:ext cx="480" cy="240"/>
              </a:xfrm>
              <a:prstGeom prst="rect">
                <a:avLst/>
              </a:prstGeom>
              <a:noFill/>
              <a:ln w="25400" cap="sq">
                <a:solidFill>
                  <a:srgbClr val="008000"/>
                </a:solidFill>
                <a:miter lim="800000"/>
              </a:ln>
            </p:spPr>
            <p:txBody>
              <a:bodyPr wrap="none" anchor="ctr"/>
              <a:lstStyle/>
              <a:p>
                <a:endParaRPr lang="zh-CN" altLang="en-US"/>
              </a:p>
            </p:txBody>
          </p:sp>
          <p:sp>
            <p:nvSpPr>
              <p:cNvPr id="71" name="Rectangle 21"/>
              <p:cNvSpPr>
                <a:spLocks noChangeArrowheads="1"/>
              </p:cNvSpPr>
              <p:nvPr/>
            </p:nvSpPr>
            <p:spPr bwMode="auto">
              <a:xfrm>
                <a:off x="1056" y="3072"/>
                <a:ext cx="192" cy="240"/>
              </a:xfrm>
              <a:prstGeom prst="rect">
                <a:avLst/>
              </a:prstGeom>
              <a:noFill/>
              <a:ln w="25400" cap="sq">
                <a:solidFill>
                  <a:srgbClr val="008000"/>
                </a:solidFill>
                <a:miter lim="800000"/>
              </a:ln>
            </p:spPr>
            <p:txBody>
              <a:bodyPr wrap="none" anchor="ctr"/>
              <a:lstStyle/>
              <a:p>
                <a:endParaRPr lang="zh-CN" altLang="en-US"/>
              </a:p>
            </p:txBody>
          </p:sp>
        </p:grpSp>
        <p:sp>
          <p:nvSpPr>
            <p:cNvPr id="62" name="Line 22"/>
            <p:cNvSpPr>
              <a:spLocks noChangeShapeType="1"/>
            </p:cNvSpPr>
            <p:nvPr/>
          </p:nvSpPr>
          <p:spPr bwMode="auto">
            <a:xfrm>
              <a:off x="1473" y="2172"/>
              <a:ext cx="288" cy="0"/>
            </a:xfrm>
            <a:prstGeom prst="line">
              <a:avLst/>
            </a:prstGeom>
            <a:noFill/>
            <a:ln w="19050" cap="sq">
              <a:solidFill>
                <a:srgbClr val="000000"/>
              </a:solidFill>
              <a:round/>
              <a:tailEnd type="triangle" w="med" len="med"/>
            </a:ln>
          </p:spPr>
          <p:txBody>
            <a:bodyPr wrap="none" anchor="ctr"/>
            <a:lstStyle/>
            <a:p>
              <a:endParaRPr lang="zh-CN" altLang="en-US"/>
            </a:p>
          </p:txBody>
        </p:sp>
        <p:sp>
          <p:nvSpPr>
            <p:cNvPr id="63" name="Line 23"/>
            <p:cNvSpPr>
              <a:spLocks noChangeShapeType="1"/>
            </p:cNvSpPr>
            <p:nvPr/>
          </p:nvSpPr>
          <p:spPr bwMode="auto">
            <a:xfrm>
              <a:off x="2400" y="2172"/>
              <a:ext cx="288" cy="0"/>
            </a:xfrm>
            <a:prstGeom prst="line">
              <a:avLst/>
            </a:prstGeom>
            <a:noFill/>
            <a:ln w="19050" cap="sq">
              <a:solidFill>
                <a:srgbClr val="000000"/>
              </a:solidFill>
              <a:round/>
              <a:tailEnd type="triangle" w="med" len="med"/>
            </a:ln>
          </p:spPr>
          <p:txBody>
            <a:bodyPr wrap="none" anchor="ctr"/>
            <a:lstStyle/>
            <a:p>
              <a:endParaRPr lang="zh-CN" altLang="en-US"/>
            </a:p>
          </p:txBody>
        </p:sp>
        <p:sp>
          <p:nvSpPr>
            <p:cNvPr id="64" name="Line 24"/>
            <p:cNvSpPr>
              <a:spLocks noChangeShapeType="1"/>
            </p:cNvSpPr>
            <p:nvPr/>
          </p:nvSpPr>
          <p:spPr bwMode="auto">
            <a:xfrm>
              <a:off x="3216" y="2176"/>
              <a:ext cx="288" cy="0"/>
            </a:xfrm>
            <a:prstGeom prst="line">
              <a:avLst/>
            </a:prstGeom>
            <a:noFill/>
            <a:ln w="19050" cap="sq">
              <a:solidFill>
                <a:srgbClr val="000000"/>
              </a:solidFill>
              <a:round/>
              <a:tailEnd type="triangle" w="med" len="med"/>
            </a:ln>
          </p:spPr>
          <p:txBody>
            <a:bodyPr wrap="none" anchor="ctr"/>
            <a:lstStyle/>
            <a:p>
              <a:endParaRPr lang="zh-CN" altLang="en-US"/>
            </a:p>
          </p:txBody>
        </p:sp>
        <p:sp>
          <p:nvSpPr>
            <p:cNvPr id="65" name="Line 25"/>
            <p:cNvSpPr>
              <a:spLocks noChangeShapeType="1"/>
            </p:cNvSpPr>
            <p:nvPr/>
          </p:nvSpPr>
          <p:spPr bwMode="auto">
            <a:xfrm>
              <a:off x="4390" y="2183"/>
              <a:ext cx="288" cy="0"/>
            </a:xfrm>
            <a:prstGeom prst="line">
              <a:avLst/>
            </a:prstGeom>
            <a:noFill/>
            <a:ln w="19050" cap="sq">
              <a:solidFill>
                <a:srgbClr val="000000"/>
              </a:solidFill>
              <a:round/>
              <a:tailEnd type="triangle" w="med" len="med"/>
            </a:ln>
          </p:spPr>
          <p:txBody>
            <a:bodyPr wrap="none" anchor="ctr"/>
            <a:lstStyle/>
            <a:p>
              <a:endParaRPr lang="zh-CN" altLang="en-US"/>
            </a:p>
          </p:txBody>
        </p:sp>
        <p:sp>
          <p:nvSpPr>
            <p:cNvPr id="66" name="Rectangle 26"/>
            <p:cNvSpPr>
              <a:spLocks noChangeArrowheads="1"/>
            </p:cNvSpPr>
            <p:nvPr/>
          </p:nvSpPr>
          <p:spPr bwMode="auto">
            <a:xfrm>
              <a:off x="3759" y="1947"/>
              <a:ext cx="302" cy="330"/>
            </a:xfrm>
            <a:prstGeom prst="rect">
              <a:avLst/>
            </a:prstGeom>
            <a:noFill/>
            <a:ln w="12700" cap="sq">
              <a:noFill/>
              <a:miter lim="800000"/>
            </a:ln>
          </p:spPr>
          <p:txBody>
            <a:bodyPr wrap="none">
              <a:spAutoFit/>
            </a:bodyPr>
            <a:lstStyle/>
            <a:p>
              <a:pPr algn="ctr"/>
              <a:r>
                <a:rPr lang="en-US" altLang="zh-CN" sz="2800">
                  <a:solidFill>
                    <a:schemeClr val="bg1"/>
                  </a:solidFill>
                  <a:ea typeface="宋体" pitchFamily="2" charset="-122"/>
                  <a:cs typeface="Times New Roman" panose="02020503050405090304" pitchFamily="18" charset="0"/>
                </a:rPr>
                <a:t>…</a:t>
              </a:r>
              <a:endParaRPr lang="zh-CN" altLang="en-US" sz="2800">
                <a:solidFill>
                  <a:schemeClr val="bg1"/>
                </a:solidFill>
                <a:ea typeface="宋体" pitchFamily="2" charset="-122"/>
                <a:cs typeface="Times New Roman" panose="02020503050405090304" pitchFamily="18" charset="0"/>
              </a:endParaRPr>
            </a:p>
          </p:txBody>
        </p:sp>
        <p:sp>
          <p:nvSpPr>
            <p:cNvPr id="67" name="Rectangle 27"/>
            <p:cNvSpPr>
              <a:spLocks noChangeArrowheads="1"/>
            </p:cNvSpPr>
            <p:nvPr/>
          </p:nvSpPr>
          <p:spPr bwMode="auto">
            <a:xfrm>
              <a:off x="827" y="2032"/>
              <a:ext cx="572" cy="252"/>
            </a:xfrm>
            <a:prstGeom prst="rect">
              <a:avLst/>
            </a:prstGeom>
            <a:noFill/>
            <a:ln w="12700" cap="sq">
              <a:noFill/>
              <a:miter lim="800000"/>
            </a:ln>
          </p:spPr>
          <p:txBody>
            <a:bodyPr wrap="none">
              <a:spAutoFit/>
            </a:bodyPr>
            <a:lstStyle/>
            <a:p>
              <a:pPr algn="ctr"/>
              <a:r>
                <a:rPr kumimoji="1" lang="zh-CN" altLang="en-US" sz="2000">
                  <a:solidFill>
                    <a:srgbClr val="000099"/>
                  </a:solidFill>
                  <a:ea typeface="幼圆" pitchFamily="49" charset="-122"/>
                </a:rPr>
                <a:t>张三…</a:t>
              </a:r>
              <a:endParaRPr kumimoji="1" lang="zh-CN" altLang="en-US" sz="2000">
                <a:solidFill>
                  <a:srgbClr val="000099"/>
                </a:solidFill>
                <a:ea typeface="幼圆" pitchFamily="49" charset="-122"/>
              </a:endParaRPr>
            </a:p>
          </p:txBody>
        </p:sp>
        <p:sp>
          <p:nvSpPr>
            <p:cNvPr id="68" name="Rectangle 28"/>
            <p:cNvSpPr>
              <a:spLocks noChangeArrowheads="1"/>
            </p:cNvSpPr>
            <p:nvPr/>
          </p:nvSpPr>
          <p:spPr bwMode="auto">
            <a:xfrm>
              <a:off x="1734" y="2039"/>
              <a:ext cx="572" cy="252"/>
            </a:xfrm>
            <a:prstGeom prst="rect">
              <a:avLst/>
            </a:prstGeom>
            <a:noFill/>
            <a:ln w="12700" cap="sq">
              <a:noFill/>
              <a:miter lim="800000"/>
            </a:ln>
          </p:spPr>
          <p:txBody>
            <a:bodyPr wrap="none">
              <a:spAutoFit/>
            </a:bodyPr>
            <a:lstStyle/>
            <a:p>
              <a:pPr algn="ctr"/>
              <a:r>
                <a:rPr kumimoji="1" lang="zh-CN" altLang="en-US" sz="2000" dirty="0">
                  <a:solidFill>
                    <a:srgbClr val="000099"/>
                  </a:solidFill>
                  <a:ea typeface="幼圆" pitchFamily="49" charset="-122"/>
                </a:rPr>
                <a:t>李四…</a:t>
              </a:r>
              <a:endParaRPr kumimoji="1" lang="zh-CN" altLang="en-US" sz="2000" dirty="0">
                <a:solidFill>
                  <a:srgbClr val="000099"/>
                </a:solidFill>
                <a:ea typeface="幼圆" pitchFamily="49" charset="-122"/>
              </a:endParaRPr>
            </a:p>
          </p:txBody>
        </p:sp>
        <p:sp>
          <p:nvSpPr>
            <p:cNvPr id="69" name="Rectangle 29"/>
            <p:cNvSpPr>
              <a:spLocks noChangeArrowheads="1"/>
            </p:cNvSpPr>
            <p:nvPr/>
          </p:nvSpPr>
          <p:spPr bwMode="auto">
            <a:xfrm>
              <a:off x="2653" y="2043"/>
              <a:ext cx="572" cy="252"/>
            </a:xfrm>
            <a:prstGeom prst="rect">
              <a:avLst/>
            </a:prstGeom>
            <a:noFill/>
            <a:ln w="12700" cap="sq">
              <a:noFill/>
              <a:miter lim="800000"/>
            </a:ln>
          </p:spPr>
          <p:txBody>
            <a:bodyPr wrap="none">
              <a:spAutoFit/>
            </a:bodyPr>
            <a:lstStyle/>
            <a:p>
              <a:pPr algn="ctr"/>
              <a:r>
                <a:rPr kumimoji="1" lang="zh-CN" altLang="en-US" sz="2000">
                  <a:solidFill>
                    <a:srgbClr val="000099"/>
                  </a:solidFill>
                  <a:ea typeface="幼圆" pitchFamily="49" charset="-122"/>
                </a:rPr>
                <a:t>王五…</a:t>
              </a:r>
              <a:endParaRPr kumimoji="1" lang="zh-CN" altLang="en-US" sz="2000">
                <a:solidFill>
                  <a:srgbClr val="000099"/>
                </a:solidFill>
                <a:ea typeface="幼圆" pitchFamily="49" charset="-122"/>
              </a:endParaRPr>
            </a:p>
          </p:txBody>
        </p:sp>
      </p:grpSp>
      <p:sp>
        <p:nvSpPr>
          <p:cNvPr id="78" name="Text Box 30"/>
          <p:cNvSpPr txBox="1">
            <a:spLocks noChangeArrowheads="1"/>
          </p:cNvSpPr>
          <p:nvPr/>
        </p:nvSpPr>
        <p:spPr bwMode="auto">
          <a:xfrm>
            <a:off x="3418372" y="884237"/>
            <a:ext cx="359394" cy="553998"/>
          </a:xfrm>
          <a:prstGeom prst="rect">
            <a:avLst/>
          </a:prstGeom>
          <a:noFill/>
          <a:ln w="12700" cap="sq">
            <a:noFill/>
            <a:miter lim="800000"/>
          </a:ln>
        </p:spPr>
        <p:txBody>
          <a:bodyPr wrap="none">
            <a:spAutoFit/>
          </a:bodyPr>
          <a:lstStyle/>
          <a:p>
            <a:pPr algn="ctr"/>
            <a:r>
              <a:rPr lang="en-US" altLang="zh-CN" sz="3000" dirty="0">
                <a:solidFill>
                  <a:schemeClr val="accent2"/>
                </a:solidFill>
              </a:rPr>
              <a:t>p</a:t>
            </a:r>
            <a:endParaRPr lang="en-US" altLang="zh-CN" sz="3000" dirty="0">
              <a:solidFill>
                <a:schemeClr val="accent2"/>
              </a:solidFill>
            </a:endParaRPr>
          </a:p>
        </p:txBody>
      </p:sp>
      <p:sp>
        <p:nvSpPr>
          <p:cNvPr id="81" name="Text Box 33"/>
          <p:cNvSpPr txBox="1">
            <a:spLocks noChangeArrowheads="1"/>
          </p:cNvSpPr>
          <p:nvPr/>
        </p:nvSpPr>
        <p:spPr bwMode="auto">
          <a:xfrm>
            <a:off x="4875697" y="849312"/>
            <a:ext cx="359394" cy="553998"/>
          </a:xfrm>
          <a:prstGeom prst="rect">
            <a:avLst/>
          </a:prstGeom>
          <a:noFill/>
          <a:ln w="12700" cap="sq">
            <a:noFill/>
            <a:miter lim="800000"/>
          </a:ln>
        </p:spPr>
        <p:txBody>
          <a:bodyPr wrap="none">
            <a:spAutoFit/>
          </a:bodyPr>
          <a:lstStyle/>
          <a:p>
            <a:pPr algn="ctr"/>
            <a:r>
              <a:rPr lang="en-US" altLang="zh-CN" sz="3000" dirty="0">
                <a:solidFill>
                  <a:schemeClr val="accent2"/>
                </a:solidFill>
              </a:rPr>
              <a:t>p</a:t>
            </a:r>
            <a:endParaRPr lang="en-US" altLang="zh-CN" sz="3000" dirty="0">
              <a:solidFill>
                <a:schemeClr val="accent2"/>
              </a:solidFill>
            </a:endParaRPr>
          </a:p>
        </p:txBody>
      </p:sp>
      <p:sp>
        <p:nvSpPr>
          <p:cNvPr id="84" name="Text Box 36"/>
          <p:cNvSpPr txBox="1">
            <a:spLocks noChangeArrowheads="1"/>
          </p:cNvSpPr>
          <p:nvPr/>
        </p:nvSpPr>
        <p:spPr bwMode="auto">
          <a:xfrm>
            <a:off x="6340960" y="849312"/>
            <a:ext cx="359394" cy="553998"/>
          </a:xfrm>
          <a:prstGeom prst="rect">
            <a:avLst/>
          </a:prstGeom>
          <a:noFill/>
          <a:ln w="12700" cap="sq">
            <a:noFill/>
            <a:miter lim="800000"/>
          </a:ln>
        </p:spPr>
        <p:txBody>
          <a:bodyPr wrap="none">
            <a:spAutoFit/>
          </a:bodyPr>
          <a:lstStyle/>
          <a:p>
            <a:pPr algn="ctr"/>
            <a:r>
              <a:rPr lang="en-US" altLang="zh-CN" sz="3000" dirty="0">
                <a:solidFill>
                  <a:schemeClr val="accent2"/>
                </a:solidFill>
              </a:rPr>
              <a:t>p</a:t>
            </a:r>
            <a:endParaRPr lang="en-US" altLang="zh-CN" sz="3000" dirty="0">
              <a:solidFill>
                <a:schemeClr val="accent2"/>
              </a:solidFill>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3669">
                                            <p:txEl>
                                              <p:pRg st="0" end="0"/>
                                            </p:txEl>
                                          </p:spTgt>
                                        </p:tgtEl>
                                        <p:attrNameLst>
                                          <p:attrName>style.visibility</p:attrName>
                                        </p:attrNameLst>
                                      </p:cBhvr>
                                      <p:to>
                                        <p:strVal val="visible"/>
                                      </p:to>
                                    </p:set>
                                    <p:animEffect transition="in" filter="blinds(horizontal)">
                                      <p:cBhvr>
                                        <p:cTn id="7" dur="500"/>
                                        <p:tgtEl>
                                          <p:spTgt spid="113669">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13669">
                                            <p:txEl>
                                              <p:pRg st="1" end="1"/>
                                            </p:txEl>
                                          </p:spTgt>
                                        </p:tgtEl>
                                        <p:attrNameLst>
                                          <p:attrName>style.visibility</p:attrName>
                                        </p:attrNameLst>
                                      </p:cBhvr>
                                      <p:to>
                                        <p:strVal val="visible"/>
                                      </p:to>
                                    </p:set>
                                    <p:animEffect transition="in" filter="blinds(horizontal)">
                                      <p:cBhvr>
                                        <p:cTn id="10" dur="500"/>
                                        <p:tgtEl>
                                          <p:spTgt spid="113669">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78"/>
                                        </p:tgtEl>
                                        <p:attrNameLst>
                                          <p:attrName>style.visibility</p:attrName>
                                        </p:attrNameLst>
                                      </p:cBhvr>
                                      <p:to>
                                        <p:strVal val="visible"/>
                                      </p:to>
                                    </p:set>
                                    <p:animEffect transition="in" filter="dissolve">
                                      <p:cBhvr>
                                        <p:cTn id="20" dur="500"/>
                                        <p:tgtEl>
                                          <p:spTgt spid="78"/>
                                        </p:tgtEl>
                                      </p:cBhvr>
                                    </p:animEffect>
                                  </p:childTnLst>
                                  <p:subTnLst>
                                    <p:set>
                                      <p:cBhvr override="childStyle">
                                        <p:cTn dur="1" fill="hold" display="0" masterRel="nextClick" afterEffect="1"/>
                                        <p:tgtEl>
                                          <p:spTgt spid="78"/>
                                        </p:tgtEl>
                                        <p:attrNameLst>
                                          <p:attrName>style.visibility</p:attrName>
                                        </p:attrNameLst>
                                      </p:cBhvr>
                                      <p:to>
                                        <p:strVal val="hidden"/>
                                      </p:to>
                                    </p:set>
                                  </p:sub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81"/>
                                        </p:tgtEl>
                                        <p:attrNameLst>
                                          <p:attrName>style.visibility</p:attrName>
                                        </p:attrNameLst>
                                      </p:cBhvr>
                                      <p:to>
                                        <p:strVal val="visible"/>
                                      </p:to>
                                    </p:set>
                                    <p:animEffect transition="in" filter="blinds(horizontal)">
                                      <p:cBhvr>
                                        <p:cTn id="25" dur="500"/>
                                        <p:tgtEl>
                                          <p:spTgt spid="81"/>
                                        </p:tgtEl>
                                      </p:cBhvr>
                                    </p:animEffect>
                                  </p:childTnLst>
                                  <p:subTnLst>
                                    <p:set>
                                      <p:cBhvr override="childStyle">
                                        <p:cTn dur="1" fill="hold" display="0" masterRel="nextClick" afterEffect="1"/>
                                        <p:tgtEl>
                                          <p:spTgt spid="81"/>
                                        </p:tgtEl>
                                        <p:attrNameLst>
                                          <p:attrName>style.visibility</p:attrName>
                                        </p:attrNameLst>
                                      </p:cBhvr>
                                      <p:to>
                                        <p:strVal val="hidden"/>
                                      </p:to>
                                    </p:set>
                                  </p:sub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84"/>
                                        </p:tgtEl>
                                        <p:attrNameLst>
                                          <p:attrName>style.visibility</p:attrName>
                                        </p:attrNameLst>
                                      </p:cBhvr>
                                      <p:to>
                                        <p:strVal val="visible"/>
                                      </p:to>
                                    </p:set>
                                    <p:animEffect transition="in" filter="blinds(horizontal)">
                                      <p:cBhvr>
                                        <p:cTn id="30" dur="500"/>
                                        <p:tgtEl>
                                          <p:spTgt spid="84"/>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113669">
                                            <p:txEl>
                                              <p:pRg st="2" end="2"/>
                                            </p:txEl>
                                          </p:spTgt>
                                        </p:tgtEl>
                                        <p:attrNameLst>
                                          <p:attrName>style.visibility</p:attrName>
                                        </p:attrNameLst>
                                      </p:cBhvr>
                                      <p:to>
                                        <p:strVal val="visible"/>
                                      </p:to>
                                    </p:set>
                                    <p:animEffect transition="in" filter="blinds(horizontal)">
                                      <p:cBhvr>
                                        <p:cTn id="35" dur="500"/>
                                        <p:tgtEl>
                                          <p:spTgt spid="113669">
                                            <p:txEl>
                                              <p:pRg st="2" end="2"/>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113669">
                                            <p:txEl>
                                              <p:pRg st="3" end="3"/>
                                            </p:txEl>
                                          </p:spTgt>
                                        </p:tgtEl>
                                        <p:attrNameLst>
                                          <p:attrName>style.visibility</p:attrName>
                                        </p:attrNameLst>
                                      </p:cBhvr>
                                      <p:to>
                                        <p:strVal val="visible"/>
                                      </p:to>
                                    </p:set>
                                    <p:animEffect transition="in" filter="blinds(horizontal)">
                                      <p:cBhvr>
                                        <p:cTn id="38" dur="500"/>
                                        <p:tgtEl>
                                          <p:spTgt spid="113669">
                                            <p:txEl>
                                              <p:pRg st="3" end="3"/>
                                            </p:txEl>
                                          </p:spTgt>
                                        </p:tgtEl>
                                      </p:cBhvr>
                                    </p:animEffect>
                                  </p:childTnLst>
                                </p:cTn>
                              </p:par>
                              <p:par>
                                <p:cTn id="39" presetID="3" presetClass="entr" presetSubtype="10" fill="hold" nodeType="withEffect">
                                  <p:stCondLst>
                                    <p:cond delay="0"/>
                                  </p:stCondLst>
                                  <p:childTnLst>
                                    <p:set>
                                      <p:cBhvr>
                                        <p:cTn id="40" dur="1" fill="hold">
                                          <p:stCondLst>
                                            <p:cond delay="0"/>
                                          </p:stCondLst>
                                        </p:cTn>
                                        <p:tgtEl>
                                          <p:spTgt spid="113669">
                                            <p:txEl>
                                              <p:pRg st="4" end="4"/>
                                            </p:txEl>
                                          </p:spTgt>
                                        </p:tgtEl>
                                        <p:attrNameLst>
                                          <p:attrName>style.visibility</p:attrName>
                                        </p:attrNameLst>
                                      </p:cBhvr>
                                      <p:to>
                                        <p:strVal val="visible"/>
                                      </p:to>
                                    </p:set>
                                    <p:animEffect transition="in" filter="blinds(horizontal)">
                                      <p:cBhvr>
                                        <p:cTn id="41" dur="500"/>
                                        <p:tgtEl>
                                          <p:spTgt spid="113669">
                                            <p:txEl>
                                              <p:pRg st="4" end="4"/>
                                            </p:txEl>
                                          </p:spTgt>
                                        </p:tgtEl>
                                      </p:cBhvr>
                                    </p:animEffect>
                                  </p:childTnLst>
                                </p:cTn>
                              </p:par>
                              <p:par>
                                <p:cTn id="42" presetID="3" presetClass="entr" presetSubtype="10" fill="hold" nodeType="withEffect">
                                  <p:stCondLst>
                                    <p:cond delay="0"/>
                                  </p:stCondLst>
                                  <p:childTnLst>
                                    <p:set>
                                      <p:cBhvr>
                                        <p:cTn id="43" dur="1" fill="hold">
                                          <p:stCondLst>
                                            <p:cond delay="0"/>
                                          </p:stCondLst>
                                        </p:cTn>
                                        <p:tgtEl>
                                          <p:spTgt spid="113669">
                                            <p:txEl>
                                              <p:pRg st="5" end="5"/>
                                            </p:txEl>
                                          </p:spTgt>
                                        </p:tgtEl>
                                        <p:attrNameLst>
                                          <p:attrName>style.visibility</p:attrName>
                                        </p:attrNameLst>
                                      </p:cBhvr>
                                      <p:to>
                                        <p:strVal val="visible"/>
                                      </p:to>
                                    </p:set>
                                    <p:animEffect transition="in" filter="blinds(horizontal)">
                                      <p:cBhvr>
                                        <p:cTn id="44" dur="500"/>
                                        <p:tgtEl>
                                          <p:spTgt spid="113669">
                                            <p:txEl>
                                              <p:pRg st="5" end="5"/>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174104"/>
                                        </p:tgtEl>
                                        <p:attrNameLst>
                                          <p:attrName>style.visibility</p:attrName>
                                        </p:attrNameLst>
                                      </p:cBhvr>
                                      <p:to>
                                        <p:strVal val="visible"/>
                                      </p:to>
                                    </p:set>
                                    <p:anim calcmode="lin" valueType="num">
                                      <p:cBhvr additive="base">
                                        <p:cTn id="49" dur="500" fill="hold"/>
                                        <p:tgtEl>
                                          <p:spTgt spid="174104"/>
                                        </p:tgtEl>
                                        <p:attrNameLst>
                                          <p:attrName>ppt_x</p:attrName>
                                        </p:attrNameLst>
                                      </p:cBhvr>
                                      <p:tavLst>
                                        <p:tav tm="0">
                                          <p:val>
                                            <p:strVal val="1+#ppt_w/2"/>
                                          </p:val>
                                        </p:tav>
                                        <p:tav tm="100000">
                                          <p:val>
                                            <p:strVal val="#ppt_x"/>
                                          </p:val>
                                        </p:tav>
                                      </p:tavLst>
                                    </p:anim>
                                    <p:anim calcmode="lin" valueType="num">
                                      <p:cBhvr additive="base">
                                        <p:cTn id="50" dur="500" fill="hold"/>
                                        <p:tgtEl>
                                          <p:spTgt spid="174104"/>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grpId="0" nodeType="clickEffect">
                                  <p:stCondLst>
                                    <p:cond delay="0"/>
                                  </p:stCondLst>
                                  <p:childTnLst>
                                    <p:set>
                                      <p:cBhvr>
                                        <p:cTn id="54" dur="1" fill="hold">
                                          <p:stCondLst>
                                            <p:cond delay="0"/>
                                          </p:stCondLst>
                                        </p:cTn>
                                        <p:tgtEl>
                                          <p:spTgt spid="174107"/>
                                        </p:tgtEl>
                                        <p:attrNameLst>
                                          <p:attrName>style.visibility</p:attrName>
                                        </p:attrNameLst>
                                      </p:cBhvr>
                                      <p:to>
                                        <p:strVal val="hidden"/>
                                      </p:to>
                                    </p:set>
                                  </p:childTnLst>
                                </p:cTn>
                              </p:par>
                            </p:childTnLst>
                          </p:cTn>
                        </p:par>
                        <p:par>
                          <p:cTn id="55" fill="hold">
                            <p:stCondLst>
                              <p:cond delay="0"/>
                            </p:stCondLst>
                            <p:childTnLst>
                              <p:par>
                                <p:cTn id="56" presetID="2" presetClass="entr" presetSubtype="8" fill="hold" grpId="0" nodeType="afterEffect">
                                  <p:stCondLst>
                                    <p:cond delay="0"/>
                                  </p:stCondLst>
                                  <p:childTnLst>
                                    <p:set>
                                      <p:cBhvr>
                                        <p:cTn id="57" dur="1" fill="hold">
                                          <p:stCondLst>
                                            <p:cond delay="0"/>
                                          </p:stCondLst>
                                        </p:cTn>
                                        <p:tgtEl>
                                          <p:spTgt spid="174105"/>
                                        </p:tgtEl>
                                        <p:attrNameLst>
                                          <p:attrName>style.visibility</p:attrName>
                                        </p:attrNameLst>
                                      </p:cBhvr>
                                      <p:to>
                                        <p:strVal val="visible"/>
                                      </p:to>
                                    </p:set>
                                    <p:anim calcmode="lin" valueType="num">
                                      <p:cBhvr additive="base">
                                        <p:cTn id="58" dur="500" fill="hold"/>
                                        <p:tgtEl>
                                          <p:spTgt spid="174105"/>
                                        </p:tgtEl>
                                        <p:attrNameLst>
                                          <p:attrName>ppt_x</p:attrName>
                                        </p:attrNameLst>
                                      </p:cBhvr>
                                      <p:tavLst>
                                        <p:tav tm="0">
                                          <p:val>
                                            <p:strVal val="0-#ppt_w/2"/>
                                          </p:val>
                                        </p:tav>
                                        <p:tav tm="100000">
                                          <p:val>
                                            <p:strVal val="#ppt_x"/>
                                          </p:val>
                                        </p:tav>
                                      </p:tavLst>
                                    </p:anim>
                                    <p:anim calcmode="lin" valueType="num">
                                      <p:cBhvr additive="base">
                                        <p:cTn id="59" dur="500" fill="hold"/>
                                        <p:tgtEl>
                                          <p:spTgt spid="174105"/>
                                        </p:tgtEl>
                                        <p:attrNameLst>
                                          <p:attrName>ppt_y</p:attrName>
                                        </p:attrNameLst>
                                      </p:cBhvr>
                                      <p:tavLst>
                                        <p:tav tm="0">
                                          <p:val>
                                            <p:strVal val="#ppt_y"/>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nodeType="clickEffect">
                                  <p:stCondLst>
                                    <p:cond delay="0"/>
                                  </p:stCondLst>
                                  <p:childTnLst>
                                    <p:set>
                                      <p:cBhvr>
                                        <p:cTn id="63" dur="1" fill="hold">
                                          <p:stCondLst>
                                            <p:cond delay="0"/>
                                          </p:stCondLst>
                                        </p:cTn>
                                        <p:tgtEl>
                                          <p:spTgt spid="113669">
                                            <p:txEl>
                                              <p:pRg st="6" end="6"/>
                                            </p:txEl>
                                          </p:spTgt>
                                        </p:tgtEl>
                                        <p:attrNameLst>
                                          <p:attrName>style.visibility</p:attrName>
                                        </p:attrNameLst>
                                      </p:cBhvr>
                                      <p:to>
                                        <p:strVal val="visible"/>
                                      </p:to>
                                    </p:set>
                                    <p:animEffect transition="in" filter="blinds(horizontal)">
                                      <p:cBhvr>
                                        <p:cTn id="64" dur="500"/>
                                        <p:tgtEl>
                                          <p:spTgt spid="113669">
                                            <p:txEl>
                                              <p:pRg st="6" end="6"/>
                                            </p:txEl>
                                          </p:spTgt>
                                        </p:tgtEl>
                                      </p:cBhvr>
                                    </p:animEffect>
                                  </p:childTnLst>
                                </p:cTn>
                              </p:par>
                              <p:par>
                                <p:cTn id="65" presetID="3" presetClass="entr" presetSubtype="10" fill="hold" nodeType="withEffect">
                                  <p:stCondLst>
                                    <p:cond delay="0"/>
                                  </p:stCondLst>
                                  <p:childTnLst>
                                    <p:set>
                                      <p:cBhvr>
                                        <p:cTn id="66" dur="1" fill="hold">
                                          <p:stCondLst>
                                            <p:cond delay="0"/>
                                          </p:stCondLst>
                                        </p:cTn>
                                        <p:tgtEl>
                                          <p:spTgt spid="113669">
                                            <p:txEl>
                                              <p:pRg st="7" end="7"/>
                                            </p:txEl>
                                          </p:spTgt>
                                        </p:tgtEl>
                                        <p:attrNameLst>
                                          <p:attrName>style.visibility</p:attrName>
                                        </p:attrNameLst>
                                      </p:cBhvr>
                                      <p:to>
                                        <p:strVal val="visible"/>
                                      </p:to>
                                    </p:set>
                                    <p:animEffect transition="in" filter="blinds(horizontal)">
                                      <p:cBhvr>
                                        <p:cTn id="67" dur="500"/>
                                        <p:tgtEl>
                                          <p:spTgt spid="113669">
                                            <p:txEl>
                                              <p:pRg st="7" end="7"/>
                                            </p:txEl>
                                          </p:spTgt>
                                        </p:tgtEl>
                                      </p:cBhvr>
                                    </p:animEffect>
                                  </p:childTnLst>
                                </p:cTn>
                              </p:par>
                              <p:par>
                                <p:cTn id="68" presetID="3" presetClass="entr" presetSubtype="10" fill="hold" nodeType="withEffect">
                                  <p:stCondLst>
                                    <p:cond delay="0"/>
                                  </p:stCondLst>
                                  <p:childTnLst>
                                    <p:set>
                                      <p:cBhvr>
                                        <p:cTn id="69" dur="1" fill="hold">
                                          <p:stCondLst>
                                            <p:cond delay="0"/>
                                          </p:stCondLst>
                                        </p:cTn>
                                        <p:tgtEl>
                                          <p:spTgt spid="113669">
                                            <p:txEl>
                                              <p:pRg st="8" end="8"/>
                                            </p:txEl>
                                          </p:spTgt>
                                        </p:tgtEl>
                                        <p:attrNameLst>
                                          <p:attrName>style.visibility</p:attrName>
                                        </p:attrNameLst>
                                      </p:cBhvr>
                                      <p:to>
                                        <p:strVal val="visible"/>
                                      </p:to>
                                    </p:set>
                                    <p:animEffect transition="in" filter="blinds(horizontal)">
                                      <p:cBhvr>
                                        <p:cTn id="70" dur="500"/>
                                        <p:tgtEl>
                                          <p:spTgt spid="113669">
                                            <p:txEl>
                                              <p:pRg st="8" end="8"/>
                                            </p:txEl>
                                          </p:spTgt>
                                        </p:tgtEl>
                                      </p:cBhvr>
                                    </p:animEffect>
                                  </p:childTnLst>
                                </p:cTn>
                              </p:par>
                              <p:par>
                                <p:cTn id="71" presetID="3" presetClass="entr" presetSubtype="10" fill="hold" nodeType="withEffect">
                                  <p:stCondLst>
                                    <p:cond delay="0"/>
                                  </p:stCondLst>
                                  <p:childTnLst>
                                    <p:set>
                                      <p:cBhvr>
                                        <p:cTn id="72" dur="1" fill="hold">
                                          <p:stCondLst>
                                            <p:cond delay="0"/>
                                          </p:stCondLst>
                                        </p:cTn>
                                        <p:tgtEl>
                                          <p:spTgt spid="113669">
                                            <p:txEl>
                                              <p:pRg st="9" end="9"/>
                                            </p:txEl>
                                          </p:spTgt>
                                        </p:tgtEl>
                                        <p:attrNameLst>
                                          <p:attrName>style.visibility</p:attrName>
                                        </p:attrNameLst>
                                      </p:cBhvr>
                                      <p:to>
                                        <p:strVal val="visible"/>
                                      </p:to>
                                    </p:set>
                                    <p:animEffect transition="in" filter="blinds(horizontal)">
                                      <p:cBhvr>
                                        <p:cTn id="73" dur="500"/>
                                        <p:tgtEl>
                                          <p:spTgt spid="113669">
                                            <p:txEl>
                                              <p:pRg st="9" end="9"/>
                                            </p:txEl>
                                          </p:spTgt>
                                        </p:tgtEl>
                                      </p:cBhvr>
                                    </p:animEffect>
                                  </p:childTnLst>
                                </p:cTn>
                              </p:par>
                              <p:par>
                                <p:cTn id="74" presetID="3" presetClass="entr" presetSubtype="10" fill="hold" nodeType="withEffect">
                                  <p:stCondLst>
                                    <p:cond delay="0"/>
                                  </p:stCondLst>
                                  <p:childTnLst>
                                    <p:set>
                                      <p:cBhvr>
                                        <p:cTn id="75" dur="1" fill="hold">
                                          <p:stCondLst>
                                            <p:cond delay="0"/>
                                          </p:stCondLst>
                                        </p:cTn>
                                        <p:tgtEl>
                                          <p:spTgt spid="113669">
                                            <p:txEl>
                                              <p:pRg st="10" end="10"/>
                                            </p:txEl>
                                          </p:spTgt>
                                        </p:tgtEl>
                                        <p:attrNameLst>
                                          <p:attrName>style.visibility</p:attrName>
                                        </p:attrNameLst>
                                      </p:cBhvr>
                                      <p:to>
                                        <p:strVal val="visible"/>
                                      </p:to>
                                    </p:set>
                                    <p:animEffect transition="in" filter="blinds(horizontal)">
                                      <p:cBhvr>
                                        <p:cTn id="76" dur="500"/>
                                        <p:tgtEl>
                                          <p:spTgt spid="113669">
                                            <p:txEl>
                                              <p:pRg st="10" end="10"/>
                                            </p:txEl>
                                          </p:spTgt>
                                        </p:tgtEl>
                                      </p:cBhvr>
                                    </p:animEffect>
                                  </p:childTnLst>
                                </p:cTn>
                              </p:par>
                              <p:par>
                                <p:cTn id="77" presetID="3" presetClass="entr" presetSubtype="10" fill="hold" nodeType="withEffect">
                                  <p:stCondLst>
                                    <p:cond delay="0"/>
                                  </p:stCondLst>
                                  <p:childTnLst>
                                    <p:set>
                                      <p:cBhvr>
                                        <p:cTn id="78" dur="1" fill="hold">
                                          <p:stCondLst>
                                            <p:cond delay="0"/>
                                          </p:stCondLst>
                                        </p:cTn>
                                        <p:tgtEl>
                                          <p:spTgt spid="113669">
                                            <p:txEl>
                                              <p:pRg st="11" end="11"/>
                                            </p:txEl>
                                          </p:spTgt>
                                        </p:tgtEl>
                                        <p:attrNameLst>
                                          <p:attrName>style.visibility</p:attrName>
                                        </p:attrNameLst>
                                      </p:cBhvr>
                                      <p:to>
                                        <p:strVal val="visible"/>
                                      </p:to>
                                    </p:set>
                                    <p:animEffect transition="in" filter="blinds(horizontal)">
                                      <p:cBhvr>
                                        <p:cTn id="79" dur="500"/>
                                        <p:tgtEl>
                                          <p:spTgt spid="113669">
                                            <p:txEl>
                                              <p:pRg st="11" end="11"/>
                                            </p:txEl>
                                          </p:spTgt>
                                        </p:tgtEl>
                                      </p:cBhvr>
                                    </p:animEffect>
                                  </p:childTnLst>
                                </p:cTn>
                              </p:par>
                              <p:par>
                                <p:cTn id="80" presetID="3" presetClass="entr" presetSubtype="10" fill="hold" nodeType="withEffect">
                                  <p:stCondLst>
                                    <p:cond delay="0"/>
                                  </p:stCondLst>
                                  <p:childTnLst>
                                    <p:set>
                                      <p:cBhvr>
                                        <p:cTn id="81" dur="1" fill="hold">
                                          <p:stCondLst>
                                            <p:cond delay="0"/>
                                          </p:stCondLst>
                                        </p:cTn>
                                        <p:tgtEl>
                                          <p:spTgt spid="113669">
                                            <p:txEl>
                                              <p:pRg st="12" end="12"/>
                                            </p:txEl>
                                          </p:spTgt>
                                        </p:tgtEl>
                                        <p:attrNameLst>
                                          <p:attrName>style.visibility</p:attrName>
                                        </p:attrNameLst>
                                      </p:cBhvr>
                                      <p:to>
                                        <p:strVal val="visible"/>
                                      </p:to>
                                    </p:set>
                                    <p:animEffect transition="in" filter="blinds(horizontal)">
                                      <p:cBhvr>
                                        <p:cTn id="82" dur="500"/>
                                        <p:tgtEl>
                                          <p:spTgt spid="113669">
                                            <p:txEl>
                                              <p:pRg st="12" end="12"/>
                                            </p:txEl>
                                          </p:spTgt>
                                        </p:tgtEl>
                                      </p:cBhvr>
                                    </p:animEffect>
                                  </p:childTnLst>
                                </p:cTn>
                              </p:par>
                              <p:par>
                                <p:cTn id="83" presetID="3" presetClass="entr" presetSubtype="10" fill="hold" nodeType="withEffect">
                                  <p:stCondLst>
                                    <p:cond delay="0"/>
                                  </p:stCondLst>
                                  <p:childTnLst>
                                    <p:set>
                                      <p:cBhvr>
                                        <p:cTn id="84" dur="1" fill="hold">
                                          <p:stCondLst>
                                            <p:cond delay="0"/>
                                          </p:stCondLst>
                                        </p:cTn>
                                        <p:tgtEl>
                                          <p:spTgt spid="113669">
                                            <p:txEl>
                                              <p:pRg st="13" end="13"/>
                                            </p:txEl>
                                          </p:spTgt>
                                        </p:tgtEl>
                                        <p:attrNameLst>
                                          <p:attrName>style.visibility</p:attrName>
                                        </p:attrNameLst>
                                      </p:cBhvr>
                                      <p:to>
                                        <p:strVal val="visible"/>
                                      </p:to>
                                    </p:set>
                                    <p:animEffect transition="in" filter="blinds(horizontal)">
                                      <p:cBhvr>
                                        <p:cTn id="85" dur="500"/>
                                        <p:tgtEl>
                                          <p:spTgt spid="113669">
                                            <p:txEl>
                                              <p:pRg st="13" end="13"/>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1" presetClass="exit" presetSubtype="0" fill="hold" grpId="0" nodeType="clickEffect">
                                  <p:stCondLst>
                                    <p:cond delay="0"/>
                                  </p:stCondLst>
                                  <p:childTnLst>
                                    <p:set>
                                      <p:cBhvr>
                                        <p:cTn id="89" dur="1" fill="hold">
                                          <p:stCondLst>
                                            <p:cond delay="0"/>
                                          </p:stCondLst>
                                        </p:cTn>
                                        <p:tgtEl>
                                          <p:spTgt spid="174111"/>
                                        </p:tgtEl>
                                        <p:attrNameLst>
                                          <p:attrName>style.visibility</p:attrName>
                                        </p:attrNameLst>
                                      </p:cBhvr>
                                      <p:to>
                                        <p:strVal val="hidden"/>
                                      </p:to>
                                    </p:set>
                                  </p:childTnLst>
                                </p:cTn>
                              </p:par>
                            </p:childTnLst>
                          </p:cTn>
                        </p:par>
                        <p:par>
                          <p:cTn id="90" fill="hold">
                            <p:stCondLst>
                              <p:cond delay="0"/>
                            </p:stCondLst>
                            <p:childTnLst>
                              <p:par>
                                <p:cTn id="91" presetID="2" presetClass="entr" presetSubtype="8" fill="hold" grpId="0" nodeType="afterEffect">
                                  <p:stCondLst>
                                    <p:cond delay="0"/>
                                  </p:stCondLst>
                                  <p:childTnLst>
                                    <p:set>
                                      <p:cBhvr>
                                        <p:cTn id="92" dur="1" fill="hold">
                                          <p:stCondLst>
                                            <p:cond delay="0"/>
                                          </p:stCondLst>
                                        </p:cTn>
                                        <p:tgtEl>
                                          <p:spTgt spid="174119"/>
                                        </p:tgtEl>
                                        <p:attrNameLst>
                                          <p:attrName>style.visibility</p:attrName>
                                        </p:attrNameLst>
                                      </p:cBhvr>
                                      <p:to>
                                        <p:strVal val="visible"/>
                                      </p:to>
                                    </p:set>
                                    <p:anim calcmode="lin" valueType="num">
                                      <p:cBhvr additive="base">
                                        <p:cTn id="93" dur="500" fill="hold"/>
                                        <p:tgtEl>
                                          <p:spTgt spid="174119"/>
                                        </p:tgtEl>
                                        <p:attrNameLst>
                                          <p:attrName>ppt_x</p:attrName>
                                        </p:attrNameLst>
                                      </p:cBhvr>
                                      <p:tavLst>
                                        <p:tav tm="0">
                                          <p:val>
                                            <p:strVal val="0-#ppt_w/2"/>
                                          </p:val>
                                        </p:tav>
                                        <p:tav tm="100000">
                                          <p:val>
                                            <p:strVal val="#ppt_x"/>
                                          </p:val>
                                        </p:tav>
                                      </p:tavLst>
                                    </p:anim>
                                    <p:anim calcmode="lin" valueType="num">
                                      <p:cBhvr additive="base">
                                        <p:cTn id="94" dur="500" fill="hold"/>
                                        <p:tgtEl>
                                          <p:spTgt spid="174119"/>
                                        </p:tgtEl>
                                        <p:attrNameLst>
                                          <p:attrName>ppt_y</p:attrName>
                                        </p:attrNameLst>
                                      </p:cBhvr>
                                      <p:tavLst>
                                        <p:tav tm="0">
                                          <p:val>
                                            <p:strVal val="#ppt_y"/>
                                          </p:val>
                                        </p:tav>
                                        <p:tav tm="100000">
                                          <p:val>
                                            <p:strVal val="#ppt_y"/>
                                          </p:val>
                                        </p:tav>
                                      </p:tavLst>
                                    </p:anim>
                                  </p:childTnLst>
                                </p:cTn>
                              </p:par>
                            </p:childTnLst>
                          </p:cTn>
                        </p:par>
                      </p:childTnLst>
                    </p:cTn>
                  </p:par>
                  <p:par>
                    <p:cTn id="95" fill="hold">
                      <p:stCondLst>
                        <p:cond delay="indefinite"/>
                      </p:stCondLst>
                      <p:childTnLst>
                        <p:par>
                          <p:cTn id="96" fill="hold">
                            <p:stCondLst>
                              <p:cond delay="0"/>
                            </p:stCondLst>
                            <p:childTnLst>
                              <p:par>
                                <p:cTn id="97" presetID="1" presetClass="exit" presetSubtype="0" fill="hold" nodeType="clickEffect">
                                  <p:stCondLst>
                                    <p:cond delay="0"/>
                                  </p:stCondLst>
                                  <p:childTnLst>
                                    <p:set>
                                      <p:cBhvr>
                                        <p:cTn id="98" dur="1" fill="hold">
                                          <p:stCondLst>
                                            <p:cond delay="0"/>
                                          </p:stCondLst>
                                        </p:cTn>
                                        <p:tgtEl>
                                          <p:spTgt spid="6"/>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3" presetClass="entr" presetSubtype="10" fill="hold" grpId="0" nodeType="clickEffect">
                                  <p:stCondLst>
                                    <p:cond delay="0"/>
                                  </p:stCondLst>
                                  <p:childTnLst>
                                    <p:set>
                                      <p:cBhvr>
                                        <p:cTn id="102" dur="1" fill="hold">
                                          <p:stCondLst>
                                            <p:cond delay="0"/>
                                          </p:stCondLst>
                                        </p:cTn>
                                        <p:tgtEl>
                                          <p:spTgt spid="50"/>
                                        </p:tgtEl>
                                        <p:attrNameLst>
                                          <p:attrName>style.visibility</p:attrName>
                                        </p:attrNameLst>
                                      </p:cBhvr>
                                      <p:to>
                                        <p:strVal val="visible"/>
                                      </p:to>
                                    </p:set>
                                    <p:animEffect transition="in" filter="blinds(horizontal)">
                                      <p:cBhvr>
                                        <p:cTn id="103"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4" grpId="0" animBg="1"/>
      <p:bldP spid="174105" grpId="0" animBg="1"/>
      <p:bldP spid="174107" grpId="0" animBg="1"/>
      <p:bldP spid="174111" grpId="0" animBg="1"/>
      <p:bldP spid="174119" grpId="0" animBg="1"/>
      <p:bldP spid="50" grpId="0" animBg="1"/>
      <p:bldP spid="78" grpId="0" autoUpdateAnimBg="0"/>
      <p:bldP spid="81" grpId="0"/>
      <p:bldP spid="84"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3" name="Text Box 3"/>
          <p:cNvSpPr txBox="1">
            <a:spLocks noChangeArrowheads="1"/>
          </p:cNvSpPr>
          <p:nvPr/>
        </p:nvSpPr>
        <p:spPr bwMode="auto">
          <a:xfrm>
            <a:off x="1343472" y="4590189"/>
            <a:ext cx="4114800" cy="461665"/>
          </a:xfrm>
          <a:prstGeom prst="rect">
            <a:avLst/>
          </a:prstGeom>
          <a:noFill/>
          <a:ln w="9525">
            <a:noFill/>
            <a:miter lim="800000"/>
          </a:ln>
        </p:spPr>
        <p:txBody>
          <a:bodyPr>
            <a:spAutoFit/>
          </a:bodyPr>
          <a:lstStyle/>
          <a:p>
            <a:r>
              <a:rPr lang="zh-CN" altLang="en-US" sz="2400" dirty="0">
                <a:solidFill>
                  <a:srgbClr val="003399"/>
                </a:solidFill>
                <a:ea typeface="黑体" panose="02010609060101010101" pitchFamily="2" charset="-122"/>
              </a:rPr>
              <a:t>申请一个链结点的空间</a:t>
            </a:r>
            <a:endParaRPr lang="zh-CN" altLang="en-US" sz="2400" dirty="0">
              <a:solidFill>
                <a:srgbClr val="003399"/>
              </a:solidFill>
              <a:ea typeface="黑体" panose="02010609060101010101" pitchFamily="2" charset="-122"/>
            </a:endParaRPr>
          </a:p>
        </p:txBody>
      </p:sp>
      <p:sp>
        <p:nvSpPr>
          <p:cNvPr id="184324" name="Text Box 4"/>
          <p:cNvSpPr txBox="1">
            <a:spLocks noChangeArrowheads="1"/>
          </p:cNvSpPr>
          <p:nvPr/>
        </p:nvSpPr>
        <p:spPr bwMode="auto">
          <a:xfrm>
            <a:off x="1292151" y="5505407"/>
            <a:ext cx="3962400" cy="461665"/>
          </a:xfrm>
          <a:prstGeom prst="rect">
            <a:avLst/>
          </a:prstGeom>
          <a:noFill/>
          <a:ln w="9525">
            <a:noFill/>
            <a:miter lim="800000"/>
          </a:ln>
        </p:spPr>
        <p:txBody>
          <a:bodyPr>
            <a:spAutoFit/>
          </a:bodyPr>
          <a:lstStyle/>
          <a:p>
            <a:r>
              <a:rPr lang="zh-CN" altLang="en-US" sz="2400" dirty="0">
                <a:solidFill>
                  <a:srgbClr val="003399"/>
                </a:solidFill>
                <a:ea typeface="黑体" panose="02010609060101010101" pitchFamily="2" charset="-122"/>
              </a:rPr>
              <a:t>释放一个链结点的空间</a:t>
            </a:r>
            <a:endParaRPr lang="zh-CN" altLang="en-US" sz="2400" dirty="0">
              <a:solidFill>
                <a:srgbClr val="003399"/>
              </a:solidFill>
              <a:ea typeface="黑体" panose="02010609060101010101" pitchFamily="2" charset="-122"/>
            </a:endParaRPr>
          </a:p>
        </p:txBody>
      </p:sp>
      <p:sp>
        <p:nvSpPr>
          <p:cNvPr id="184356" name="Text Box 36"/>
          <p:cNvSpPr txBox="1">
            <a:spLocks noChangeArrowheads="1"/>
          </p:cNvSpPr>
          <p:nvPr/>
        </p:nvSpPr>
        <p:spPr bwMode="auto">
          <a:xfrm>
            <a:off x="6024564" y="373064"/>
            <a:ext cx="4664075" cy="549275"/>
          </a:xfrm>
          <a:prstGeom prst="rect">
            <a:avLst/>
          </a:prstGeom>
          <a:noFill/>
          <a:ln w="9525">
            <a:noFill/>
            <a:miter lim="800000"/>
          </a:ln>
        </p:spPr>
        <p:txBody>
          <a:bodyPr>
            <a:spAutoFit/>
          </a:bodyPr>
          <a:lstStyle/>
          <a:p>
            <a:r>
              <a:rPr lang="zh-CN" altLang="en-US" sz="3000">
                <a:solidFill>
                  <a:srgbClr val="000099"/>
                </a:solidFill>
                <a:ea typeface="宋体" pitchFamily="2" charset="-122"/>
              </a:rPr>
              <a:t>( </a:t>
            </a:r>
            <a:r>
              <a:rPr lang="en-US" altLang="zh-CN" sz="3000">
                <a:solidFill>
                  <a:srgbClr val="000099"/>
                </a:solidFill>
                <a:ea typeface="宋体" pitchFamily="2" charset="-122"/>
              </a:rPr>
              <a:t>a</a:t>
            </a:r>
            <a:r>
              <a:rPr lang="en-US" altLang="zh-CN" sz="3000" baseline="-46000">
                <a:solidFill>
                  <a:srgbClr val="000099"/>
                </a:solidFill>
                <a:ea typeface="宋体" pitchFamily="2" charset="-122"/>
              </a:rPr>
              <a:t>1</a:t>
            </a:r>
            <a:r>
              <a:rPr lang="en-US" altLang="zh-CN" sz="3000">
                <a:solidFill>
                  <a:srgbClr val="000099"/>
                </a:solidFill>
                <a:ea typeface="宋体" pitchFamily="2" charset="-122"/>
              </a:rPr>
              <a:t>,  a</a:t>
            </a:r>
            <a:r>
              <a:rPr lang="en-US" altLang="zh-CN" sz="3000" baseline="-46000">
                <a:solidFill>
                  <a:srgbClr val="000099"/>
                </a:solidFill>
                <a:ea typeface="宋体" pitchFamily="2" charset="-122"/>
              </a:rPr>
              <a:t>2</a:t>
            </a:r>
            <a:r>
              <a:rPr lang="en-US" altLang="zh-CN" sz="3000">
                <a:solidFill>
                  <a:srgbClr val="000099"/>
                </a:solidFill>
                <a:ea typeface="宋体" pitchFamily="2" charset="-122"/>
              </a:rPr>
              <a:t>,  a</a:t>
            </a:r>
            <a:r>
              <a:rPr lang="en-US" altLang="zh-CN" sz="3000" baseline="-46000">
                <a:solidFill>
                  <a:srgbClr val="000099"/>
                </a:solidFill>
                <a:ea typeface="宋体" pitchFamily="2" charset="-122"/>
              </a:rPr>
              <a:t>3</a:t>
            </a:r>
            <a:r>
              <a:rPr lang="en-US" altLang="zh-CN" sz="3000">
                <a:solidFill>
                  <a:srgbClr val="000099"/>
                </a:solidFill>
                <a:ea typeface="宋体" pitchFamily="2" charset="-122"/>
              </a:rPr>
              <a:t>,   </a:t>
            </a:r>
            <a:r>
              <a:rPr lang="en-US" altLang="zh-CN" sz="3000">
                <a:solidFill>
                  <a:srgbClr val="000099"/>
                </a:solidFill>
                <a:ea typeface="宋体" pitchFamily="2" charset="-122"/>
                <a:cs typeface="Times New Roman" panose="02020503050405090304" pitchFamily="18" charset="0"/>
              </a:rPr>
              <a:t>… ,  </a:t>
            </a:r>
            <a:r>
              <a:rPr lang="en-US" altLang="zh-CN" sz="3000">
                <a:solidFill>
                  <a:srgbClr val="000099"/>
                </a:solidFill>
                <a:ea typeface="宋体" pitchFamily="2" charset="-122"/>
              </a:rPr>
              <a:t>a</a:t>
            </a:r>
            <a:r>
              <a:rPr lang="en-US" altLang="zh-CN" sz="3000" baseline="-46000">
                <a:solidFill>
                  <a:srgbClr val="000099"/>
                </a:solidFill>
                <a:ea typeface="宋体" pitchFamily="2" charset="-122"/>
              </a:rPr>
              <a:t>n–1</a:t>
            </a:r>
            <a:r>
              <a:rPr lang="en-US" altLang="zh-CN" sz="3000">
                <a:solidFill>
                  <a:srgbClr val="000099"/>
                </a:solidFill>
                <a:ea typeface="宋体" pitchFamily="2" charset="-122"/>
              </a:rPr>
              <a:t>,  a</a:t>
            </a:r>
            <a:r>
              <a:rPr lang="en-US" altLang="zh-CN" sz="3000" baseline="-46000">
                <a:solidFill>
                  <a:srgbClr val="000099"/>
                </a:solidFill>
                <a:ea typeface="宋体" pitchFamily="2" charset="-122"/>
              </a:rPr>
              <a:t>n </a:t>
            </a:r>
            <a:r>
              <a:rPr lang="en-US" altLang="zh-CN" sz="3000">
                <a:solidFill>
                  <a:srgbClr val="000099"/>
                </a:solidFill>
                <a:ea typeface="宋体" pitchFamily="2" charset="-122"/>
              </a:rPr>
              <a:t>)</a:t>
            </a:r>
            <a:endParaRPr lang="en-US" altLang="zh-CN" sz="3000">
              <a:solidFill>
                <a:srgbClr val="000099"/>
              </a:solidFill>
              <a:ea typeface="宋体" pitchFamily="2" charset="-122"/>
            </a:endParaRPr>
          </a:p>
        </p:txBody>
      </p:sp>
      <p:sp>
        <p:nvSpPr>
          <p:cNvPr id="184380" name="Text Box 60"/>
          <p:cNvSpPr txBox="1">
            <a:spLocks noChangeArrowheads="1"/>
          </p:cNvSpPr>
          <p:nvPr/>
        </p:nvSpPr>
        <p:spPr bwMode="auto">
          <a:xfrm>
            <a:off x="2279577" y="5022236"/>
            <a:ext cx="5718175" cy="488950"/>
          </a:xfrm>
          <a:prstGeom prst="rect">
            <a:avLst/>
          </a:prstGeom>
          <a:noFill/>
          <a:ln w="9525">
            <a:noFill/>
            <a:miter lim="800000"/>
          </a:ln>
        </p:spPr>
        <p:txBody>
          <a:bodyPr>
            <a:spAutoFit/>
          </a:bodyPr>
          <a:lstStyle/>
          <a:p>
            <a:r>
              <a:rPr lang="en-US" altLang="zh-CN" sz="2600" dirty="0">
                <a:solidFill>
                  <a:schemeClr val="accent2"/>
                </a:solidFill>
                <a:ea typeface="宋体" pitchFamily="2" charset="-122"/>
              </a:rPr>
              <a:t>p=(</a:t>
            </a:r>
            <a:r>
              <a:rPr lang="en-US" altLang="zh-CN" sz="2600" dirty="0" err="1">
                <a:solidFill>
                  <a:schemeClr val="accent2"/>
                </a:solidFill>
                <a:ea typeface="宋体" pitchFamily="2" charset="-122"/>
              </a:rPr>
              <a:t>Nodeptr</a:t>
            </a:r>
            <a:r>
              <a:rPr lang="en-US" altLang="zh-CN" sz="2600" dirty="0">
                <a:solidFill>
                  <a:schemeClr val="accent2"/>
                </a:solidFill>
                <a:ea typeface="宋体" pitchFamily="2" charset="-122"/>
              </a:rPr>
              <a:t>)</a:t>
            </a:r>
            <a:r>
              <a:rPr lang="en-US" altLang="zh-CN" sz="2600" dirty="0" err="1">
                <a:solidFill>
                  <a:schemeClr val="accent2"/>
                </a:solidFill>
                <a:ea typeface="宋体" pitchFamily="2" charset="-122"/>
              </a:rPr>
              <a:t>malloc</a:t>
            </a:r>
            <a:r>
              <a:rPr lang="en-US" altLang="zh-CN" sz="2600" dirty="0">
                <a:solidFill>
                  <a:schemeClr val="accent2"/>
                </a:solidFill>
                <a:ea typeface="宋体" pitchFamily="2" charset="-122"/>
              </a:rPr>
              <a:t>(</a:t>
            </a:r>
            <a:r>
              <a:rPr lang="en-US" altLang="zh-CN" sz="2600" dirty="0" err="1">
                <a:solidFill>
                  <a:schemeClr val="accent2"/>
                </a:solidFill>
                <a:ea typeface="宋体" pitchFamily="2" charset="-122"/>
              </a:rPr>
              <a:t>sizeof</a:t>
            </a:r>
            <a:r>
              <a:rPr lang="en-US" altLang="zh-CN" sz="2600" dirty="0">
                <a:solidFill>
                  <a:schemeClr val="accent2"/>
                </a:solidFill>
                <a:ea typeface="宋体" pitchFamily="2" charset="-122"/>
              </a:rPr>
              <a:t>(Node));</a:t>
            </a:r>
            <a:endParaRPr lang="en-US" altLang="zh-CN" sz="2600" dirty="0">
              <a:solidFill>
                <a:schemeClr val="accent2"/>
              </a:solidFill>
              <a:ea typeface="宋体" pitchFamily="2" charset="-122"/>
            </a:endParaRPr>
          </a:p>
        </p:txBody>
      </p:sp>
      <p:sp>
        <p:nvSpPr>
          <p:cNvPr id="12294" name="Text Box 62"/>
          <p:cNvSpPr txBox="1">
            <a:spLocks noChangeArrowheads="1"/>
          </p:cNvSpPr>
          <p:nvPr/>
        </p:nvSpPr>
        <p:spPr bwMode="auto">
          <a:xfrm>
            <a:off x="8189035" y="5571813"/>
            <a:ext cx="1082348" cy="523220"/>
          </a:xfrm>
          <a:prstGeom prst="rect">
            <a:avLst/>
          </a:prstGeom>
          <a:noFill/>
          <a:ln w="12700" cap="sq">
            <a:noFill/>
            <a:miter lim="800000"/>
          </a:ln>
        </p:spPr>
        <p:txBody>
          <a:bodyPr wrap="none" anchor="ctr">
            <a:spAutoFit/>
          </a:bodyPr>
          <a:lstStyle/>
          <a:p>
            <a:pPr algn="ctr"/>
            <a:r>
              <a:rPr lang="en-US" altLang="zh-CN" sz="2800" dirty="0">
                <a:latin typeface="黑体" panose="02010609060101010101" pitchFamily="2" charset="-122"/>
                <a:ea typeface="黑体" panose="02010609060101010101" pitchFamily="2" charset="-122"/>
              </a:rPr>
              <a:t>C</a:t>
            </a:r>
            <a:r>
              <a:rPr lang="zh-CN" altLang="zh-CN" sz="2800" dirty="0">
                <a:latin typeface="黑体" panose="02010609060101010101" pitchFamily="2" charset="-122"/>
                <a:ea typeface="黑体" panose="02010609060101010101" pitchFamily="2" charset="-122"/>
              </a:rPr>
              <a:t>语言</a:t>
            </a:r>
            <a:endParaRPr lang="zh-CN" altLang="en-US" sz="2800" dirty="0">
              <a:latin typeface="黑体" panose="02010609060101010101" pitchFamily="2" charset="-122"/>
              <a:ea typeface="黑体" panose="02010609060101010101" pitchFamily="2" charset="-122"/>
            </a:endParaRPr>
          </a:p>
        </p:txBody>
      </p:sp>
      <p:sp>
        <p:nvSpPr>
          <p:cNvPr id="184387" name="Text Box 67"/>
          <p:cNvSpPr txBox="1">
            <a:spLocks noChangeArrowheads="1"/>
          </p:cNvSpPr>
          <p:nvPr/>
        </p:nvSpPr>
        <p:spPr bwMode="auto">
          <a:xfrm>
            <a:off x="4871865" y="5526292"/>
            <a:ext cx="1639887" cy="488950"/>
          </a:xfrm>
          <a:prstGeom prst="rect">
            <a:avLst/>
          </a:prstGeom>
          <a:noFill/>
          <a:ln w="9525">
            <a:noFill/>
            <a:miter lim="800000"/>
          </a:ln>
        </p:spPr>
        <p:txBody>
          <a:bodyPr>
            <a:spAutoFit/>
          </a:bodyPr>
          <a:lstStyle/>
          <a:p>
            <a:r>
              <a:rPr lang="en-US" altLang="zh-CN" sz="2600" dirty="0">
                <a:solidFill>
                  <a:schemeClr val="accent2"/>
                </a:solidFill>
                <a:ea typeface="宋体" pitchFamily="2" charset="-122"/>
              </a:rPr>
              <a:t>free(p);</a:t>
            </a:r>
            <a:endParaRPr lang="en-US" altLang="zh-CN" sz="2600" dirty="0">
              <a:solidFill>
                <a:srgbClr val="00FF00"/>
              </a:solidFill>
              <a:ea typeface="宋体" pitchFamily="2" charset="-122"/>
            </a:endParaRPr>
          </a:p>
        </p:txBody>
      </p:sp>
      <p:grpSp>
        <p:nvGrpSpPr>
          <p:cNvPr id="2" name="Group 174"/>
          <p:cNvGrpSpPr/>
          <p:nvPr/>
        </p:nvGrpSpPr>
        <p:grpSpPr bwMode="auto">
          <a:xfrm>
            <a:off x="904469" y="60203"/>
            <a:ext cx="4133850" cy="685800"/>
            <a:chOff x="2628" y="360"/>
            <a:chExt cx="2604" cy="432"/>
          </a:xfrm>
        </p:grpSpPr>
        <p:sp>
          <p:nvSpPr>
            <p:cNvPr id="12329" name="Rectangle 171"/>
            <p:cNvSpPr>
              <a:spLocks noChangeArrowheads="1"/>
            </p:cNvSpPr>
            <p:nvPr/>
          </p:nvSpPr>
          <p:spPr bwMode="auto">
            <a:xfrm>
              <a:off x="2628" y="360"/>
              <a:ext cx="2604" cy="432"/>
            </a:xfrm>
            <a:prstGeom prst="rect">
              <a:avLst/>
            </a:prstGeom>
            <a:solidFill>
              <a:srgbClr val="E1F0FF"/>
            </a:solidFill>
            <a:ln w="12700" cap="sq">
              <a:noFill/>
              <a:miter lim="800000"/>
            </a:ln>
            <a:effectLst>
              <a:outerShdw dist="117088" dir="2436078" algn="ctr" rotWithShape="0">
                <a:srgbClr val="B2B2B2"/>
              </a:outerShdw>
            </a:effectLst>
          </p:spPr>
          <p:txBody>
            <a:bodyPr wrap="none" anchor="ctr"/>
            <a:lstStyle/>
            <a:p>
              <a:endParaRPr lang="zh-CN" altLang="en-US"/>
            </a:p>
          </p:txBody>
        </p:sp>
        <p:sp>
          <p:nvSpPr>
            <p:cNvPr id="12330" name="Rectangle 173"/>
            <p:cNvSpPr>
              <a:spLocks noChangeArrowheads="1"/>
            </p:cNvSpPr>
            <p:nvPr/>
          </p:nvSpPr>
          <p:spPr bwMode="auto">
            <a:xfrm>
              <a:off x="2661" y="429"/>
              <a:ext cx="2475" cy="336"/>
            </a:xfrm>
            <a:prstGeom prst="rect">
              <a:avLst/>
            </a:prstGeom>
            <a:noFill/>
            <a:ln w="12700" cap="sq">
              <a:noFill/>
              <a:miter lim="800000"/>
            </a:ln>
            <a:effectLst>
              <a:outerShdw dist="12700" dir="5400000" algn="ctr" rotWithShape="0">
                <a:srgbClr val="000000"/>
              </a:outerShdw>
            </a:effectLst>
          </p:spPr>
          <p:txBody>
            <a:bodyPr>
              <a:spAutoFit/>
            </a:bodyPr>
            <a:lstStyle/>
            <a:p>
              <a:r>
                <a:rPr kumimoji="1" lang="zh-CN" altLang="en-US" sz="2900" dirty="0">
                  <a:solidFill>
                    <a:schemeClr val="accent2"/>
                  </a:solidFill>
                  <a:ea typeface="黑体" panose="02010609060101010101" pitchFamily="2" charset="-122"/>
                </a:rPr>
                <a:t> </a:t>
              </a:r>
              <a:r>
                <a:rPr kumimoji="1" lang="en-US" altLang="zh-CN" sz="2900" dirty="0">
                  <a:solidFill>
                    <a:schemeClr val="accent2"/>
                  </a:solidFill>
                  <a:ea typeface="黑体" panose="02010609060101010101" pitchFamily="2" charset="-122"/>
                </a:rPr>
                <a:t>1</a:t>
              </a:r>
              <a:r>
                <a:rPr kumimoji="1" lang="zh-CN" altLang="en-US" sz="2900" dirty="0">
                  <a:solidFill>
                    <a:schemeClr val="accent2"/>
                  </a:solidFill>
                  <a:latin typeface="黑体" panose="02010609060101010101" pitchFamily="2" charset="-122"/>
                  <a:ea typeface="黑体" panose="02010609060101010101" pitchFamily="2" charset="-122"/>
                </a:rPr>
                <a:t>. 建立一个线性链表</a:t>
              </a:r>
              <a:endParaRPr kumimoji="1" lang="zh-CN" altLang="en-US" sz="2900" dirty="0">
                <a:solidFill>
                  <a:schemeClr val="accent2"/>
                </a:solidFill>
                <a:latin typeface="黑体" panose="02010609060101010101" pitchFamily="2" charset="-122"/>
                <a:ea typeface="黑体" panose="02010609060101010101" pitchFamily="2" charset="-122"/>
              </a:endParaRPr>
            </a:p>
          </p:txBody>
        </p:sp>
      </p:grpSp>
      <p:grpSp>
        <p:nvGrpSpPr>
          <p:cNvPr id="3" name="Group 212"/>
          <p:cNvGrpSpPr/>
          <p:nvPr/>
        </p:nvGrpSpPr>
        <p:grpSpPr bwMode="auto">
          <a:xfrm>
            <a:off x="1451719" y="1042573"/>
            <a:ext cx="6646863" cy="1011238"/>
            <a:chOff x="715" y="1165"/>
            <a:chExt cx="4187" cy="637"/>
          </a:xfrm>
        </p:grpSpPr>
        <p:sp>
          <p:nvSpPr>
            <p:cNvPr id="12302" name="Text Box 33"/>
            <p:cNvSpPr txBox="1">
              <a:spLocks noChangeArrowheads="1"/>
            </p:cNvSpPr>
            <p:nvPr/>
          </p:nvSpPr>
          <p:spPr bwMode="auto">
            <a:xfrm>
              <a:off x="715" y="1165"/>
              <a:ext cx="404" cy="269"/>
            </a:xfrm>
            <a:prstGeom prst="rect">
              <a:avLst/>
            </a:prstGeom>
            <a:noFill/>
            <a:ln w="9525">
              <a:noFill/>
              <a:miter lim="800000"/>
            </a:ln>
          </p:spPr>
          <p:txBody>
            <a:bodyPr>
              <a:spAutoFit/>
            </a:bodyPr>
            <a:lstStyle/>
            <a:p>
              <a:r>
                <a:rPr lang="en-US" altLang="zh-CN" sz="2200">
                  <a:solidFill>
                    <a:schemeClr val="accent2"/>
                  </a:solidFill>
                  <a:ea typeface="宋体" pitchFamily="2" charset="-122"/>
                </a:rPr>
                <a:t>list</a:t>
              </a:r>
              <a:endParaRPr lang="en-US" altLang="zh-CN" sz="2200">
                <a:solidFill>
                  <a:schemeClr val="accent2"/>
                </a:solidFill>
                <a:ea typeface="宋体" pitchFamily="2" charset="-122"/>
              </a:endParaRPr>
            </a:p>
          </p:txBody>
        </p:sp>
        <p:sp>
          <p:nvSpPr>
            <p:cNvPr id="12303" name="Line 34"/>
            <p:cNvSpPr>
              <a:spLocks noChangeShapeType="1"/>
            </p:cNvSpPr>
            <p:nvPr/>
          </p:nvSpPr>
          <p:spPr bwMode="auto">
            <a:xfrm>
              <a:off x="1002" y="1381"/>
              <a:ext cx="144" cy="144"/>
            </a:xfrm>
            <a:prstGeom prst="line">
              <a:avLst/>
            </a:prstGeom>
            <a:noFill/>
            <a:ln w="19050">
              <a:solidFill>
                <a:schemeClr val="accent2"/>
              </a:solidFill>
              <a:round/>
              <a:tailEnd type="triangle" w="med" len="med"/>
            </a:ln>
          </p:spPr>
          <p:txBody>
            <a:bodyPr wrap="none" anchor="ctr"/>
            <a:lstStyle/>
            <a:p>
              <a:endParaRPr lang="zh-CN" altLang="en-US"/>
            </a:p>
          </p:txBody>
        </p:sp>
        <p:sp>
          <p:nvSpPr>
            <p:cNvPr id="12304" name="Text Box 35"/>
            <p:cNvSpPr txBox="1">
              <a:spLocks noChangeArrowheads="1"/>
            </p:cNvSpPr>
            <p:nvPr/>
          </p:nvSpPr>
          <p:spPr bwMode="auto">
            <a:xfrm>
              <a:off x="4711" y="1501"/>
              <a:ext cx="191" cy="291"/>
            </a:xfrm>
            <a:prstGeom prst="rect">
              <a:avLst/>
            </a:prstGeom>
            <a:noFill/>
            <a:ln w="9525">
              <a:noFill/>
              <a:miter lim="800000"/>
            </a:ln>
          </p:spPr>
          <p:txBody>
            <a:bodyPr wrap="none">
              <a:spAutoFit/>
            </a:bodyPr>
            <a:lstStyle/>
            <a:p>
              <a:pPr algn="ctr"/>
              <a:r>
                <a:rPr lang="zh-CN" altLang="en-US" sz="2400">
                  <a:solidFill>
                    <a:srgbClr val="000099"/>
                  </a:solidFill>
                  <a:ea typeface="宋体" pitchFamily="2" charset="-122"/>
                </a:rPr>
                <a:t>^</a:t>
              </a:r>
              <a:endParaRPr lang="zh-CN" altLang="en-US" sz="2400">
                <a:solidFill>
                  <a:srgbClr val="000099"/>
                </a:solidFill>
                <a:ea typeface="宋体" pitchFamily="2" charset="-122"/>
              </a:endParaRPr>
            </a:p>
          </p:txBody>
        </p:sp>
        <p:grpSp>
          <p:nvGrpSpPr>
            <p:cNvPr id="4" name="Group 183"/>
            <p:cNvGrpSpPr/>
            <p:nvPr/>
          </p:nvGrpSpPr>
          <p:grpSpPr bwMode="auto">
            <a:xfrm>
              <a:off x="1146" y="1483"/>
              <a:ext cx="628" cy="291"/>
              <a:chOff x="907" y="1476"/>
              <a:chExt cx="628" cy="291"/>
            </a:xfrm>
          </p:grpSpPr>
          <p:sp>
            <p:nvSpPr>
              <p:cNvPr id="12325" name="Rectangle 8"/>
              <p:cNvSpPr>
                <a:spLocks noChangeArrowheads="1"/>
              </p:cNvSpPr>
              <p:nvPr/>
            </p:nvSpPr>
            <p:spPr bwMode="auto">
              <a:xfrm>
                <a:off x="907" y="1539"/>
                <a:ext cx="288" cy="192"/>
              </a:xfrm>
              <a:prstGeom prst="rect">
                <a:avLst/>
              </a:prstGeom>
              <a:noFill/>
              <a:ln w="19050">
                <a:solidFill>
                  <a:srgbClr val="000080"/>
                </a:solidFill>
                <a:miter lim="800000"/>
              </a:ln>
            </p:spPr>
            <p:txBody>
              <a:bodyPr wrap="none" anchor="ctr"/>
              <a:lstStyle/>
              <a:p>
                <a:endParaRPr lang="zh-CN" altLang="en-US"/>
              </a:p>
            </p:txBody>
          </p:sp>
          <p:sp>
            <p:nvSpPr>
              <p:cNvPr id="12326" name="Text Box 10"/>
              <p:cNvSpPr txBox="1">
                <a:spLocks noChangeArrowheads="1"/>
              </p:cNvSpPr>
              <p:nvPr/>
            </p:nvSpPr>
            <p:spPr bwMode="auto">
              <a:xfrm>
                <a:off x="936" y="1476"/>
                <a:ext cx="264" cy="291"/>
              </a:xfrm>
              <a:prstGeom prst="rect">
                <a:avLst/>
              </a:prstGeom>
              <a:noFill/>
              <a:ln w="9525">
                <a:noFill/>
                <a:miter lim="800000"/>
              </a:ln>
            </p:spPr>
            <p:txBody>
              <a:bodyPr wrap="none">
                <a:spAutoFit/>
              </a:bodyPr>
              <a:lstStyle/>
              <a:p>
                <a:pPr algn="ctr"/>
                <a:r>
                  <a:rPr lang="en-US" altLang="zh-CN" sz="2400">
                    <a:solidFill>
                      <a:srgbClr val="000099"/>
                    </a:solidFill>
                    <a:ea typeface="宋体" pitchFamily="2" charset="-122"/>
                  </a:rPr>
                  <a:t>a</a:t>
                </a:r>
                <a:r>
                  <a:rPr lang="en-US" altLang="zh-CN" sz="2400" baseline="-42000">
                    <a:solidFill>
                      <a:srgbClr val="000099"/>
                    </a:solidFill>
                    <a:ea typeface="宋体" pitchFamily="2" charset="-122"/>
                  </a:rPr>
                  <a:t>1</a:t>
                </a:r>
                <a:endParaRPr lang="en-US" altLang="zh-CN" sz="2400" baseline="-42000">
                  <a:solidFill>
                    <a:srgbClr val="000099"/>
                  </a:solidFill>
                  <a:ea typeface="宋体" pitchFamily="2" charset="-122"/>
                </a:endParaRPr>
              </a:p>
            </p:txBody>
          </p:sp>
          <p:sp>
            <p:nvSpPr>
              <p:cNvPr id="12327" name="Line 27"/>
              <p:cNvSpPr>
                <a:spLocks noChangeShapeType="1"/>
              </p:cNvSpPr>
              <p:nvPr/>
            </p:nvSpPr>
            <p:spPr bwMode="auto">
              <a:xfrm>
                <a:off x="1247" y="1635"/>
                <a:ext cx="288" cy="0"/>
              </a:xfrm>
              <a:prstGeom prst="line">
                <a:avLst/>
              </a:prstGeom>
              <a:noFill/>
              <a:ln w="15875">
                <a:solidFill>
                  <a:schemeClr val="accent2"/>
                </a:solidFill>
                <a:round/>
                <a:tailEnd type="triangle" w="med" len="med"/>
              </a:ln>
            </p:spPr>
            <p:txBody>
              <a:bodyPr wrap="none" anchor="ctr"/>
              <a:lstStyle/>
              <a:p>
                <a:endParaRPr lang="zh-CN" altLang="en-US"/>
              </a:p>
            </p:txBody>
          </p:sp>
          <p:sp>
            <p:nvSpPr>
              <p:cNvPr id="12328" name="Rectangle 176"/>
              <p:cNvSpPr>
                <a:spLocks noChangeArrowheads="1"/>
              </p:cNvSpPr>
              <p:nvPr/>
            </p:nvSpPr>
            <p:spPr bwMode="auto">
              <a:xfrm>
                <a:off x="1195" y="1539"/>
                <a:ext cx="149" cy="192"/>
              </a:xfrm>
              <a:prstGeom prst="rect">
                <a:avLst/>
              </a:prstGeom>
              <a:noFill/>
              <a:ln w="19050">
                <a:solidFill>
                  <a:srgbClr val="000080"/>
                </a:solidFill>
                <a:miter lim="800000"/>
              </a:ln>
            </p:spPr>
            <p:txBody>
              <a:bodyPr wrap="none" anchor="ctr"/>
              <a:lstStyle/>
              <a:p>
                <a:endParaRPr lang="zh-CN" altLang="en-US"/>
              </a:p>
            </p:txBody>
          </p:sp>
        </p:grpSp>
        <p:grpSp>
          <p:nvGrpSpPr>
            <p:cNvPr id="5" name="Group 184"/>
            <p:cNvGrpSpPr/>
            <p:nvPr/>
          </p:nvGrpSpPr>
          <p:grpSpPr bwMode="auto">
            <a:xfrm>
              <a:off x="1765" y="1473"/>
              <a:ext cx="628" cy="291"/>
              <a:chOff x="907" y="1476"/>
              <a:chExt cx="628" cy="291"/>
            </a:xfrm>
          </p:grpSpPr>
          <p:sp>
            <p:nvSpPr>
              <p:cNvPr id="12321" name="Rectangle 185"/>
              <p:cNvSpPr>
                <a:spLocks noChangeArrowheads="1"/>
              </p:cNvSpPr>
              <p:nvPr/>
            </p:nvSpPr>
            <p:spPr bwMode="auto">
              <a:xfrm>
                <a:off x="907" y="1539"/>
                <a:ext cx="288" cy="192"/>
              </a:xfrm>
              <a:prstGeom prst="rect">
                <a:avLst/>
              </a:prstGeom>
              <a:noFill/>
              <a:ln w="19050">
                <a:solidFill>
                  <a:srgbClr val="000080"/>
                </a:solidFill>
                <a:miter lim="800000"/>
              </a:ln>
            </p:spPr>
            <p:txBody>
              <a:bodyPr wrap="none" anchor="ctr"/>
              <a:lstStyle/>
              <a:p>
                <a:endParaRPr lang="zh-CN" altLang="en-US"/>
              </a:p>
            </p:txBody>
          </p:sp>
          <p:sp>
            <p:nvSpPr>
              <p:cNvPr id="12322" name="Text Box 186"/>
              <p:cNvSpPr txBox="1">
                <a:spLocks noChangeArrowheads="1"/>
              </p:cNvSpPr>
              <p:nvPr/>
            </p:nvSpPr>
            <p:spPr bwMode="auto">
              <a:xfrm>
                <a:off x="936" y="1476"/>
                <a:ext cx="264" cy="291"/>
              </a:xfrm>
              <a:prstGeom prst="rect">
                <a:avLst/>
              </a:prstGeom>
              <a:noFill/>
              <a:ln w="9525">
                <a:noFill/>
                <a:miter lim="800000"/>
              </a:ln>
            </p:spPr>
            <p:txBody>
              <a:bodyPr wrap="none">
                <a:spAutoFit/>
              </a:bodyPr>
              <a:lstStyle/>
              <a:p>
                <a:pPr algn="ctr"/>
                <a:r>
                  <a:rPr lang="en-US" altLang="zh-CN" sz="2400">
                    <a:solidFill>
                      <a:srgbClr val="000099"/>
                    </a:solidFill>
                    <a:ea typeface="宋体" pitchFamily="2" charset="-122"/>
                  </a:rPr>
                  <a:t>a</a:t>
                </a:r>
                <a:r>
                  <a:rPr lang="en-US" altLang="zh-CN" sz="2400" baseline="-42000">
                    <a:solidFill>
                      <a:srgbClr val="000099"/>
                    </a:solidFill>
                    <a:ea typeface="宋体" pitchFamily="2" charset="-122"/>
                  </a:rPr>
                  <a:t>2</a:t>
                </a:r>
                <a:endParaRPr lang="en-US" altLang="zh-CN" sz="2400" baseline="-42000">
                  <a:solidFill>
                    <a:srgbClr val="000099"/>
                  </a:solidFill>
                  <a:ea typeface="宋体" pitchFamily="2" charset="-122"/>
                </a:endParaRPr>
              </a:p>
            </p:txBody>
          </p:sp>
          <p:sp>
            <p:nvSpPr>
              <p:cNvPr id="12323" name="Line 187"/>
              <p:cNvSpPr>
                <a:spLocks noChangeShapeType="1"/>
              </p:cNvSpPr>
              <p:nvPr/>
            </p:nvSpPr>
            <p:spPr bwMode="auto">
              <a:xfrm>
                <a:off x="1247" y="1635"/>
                <a:ext cx="288" cy="0"/>
              </a:xfrm>
              <a:prstGeom prst="line">
                <a:avLst/>
              </a:prstGeom>
              <a:noFill/>
              <a:ln w="15875">
                <a:solidFill>
                  <a:schemeClr val="accent2"/>
                </a:solidFill>
                <a:round/>
                <a:tailEnd type="triangle" w="med" len="med"/>
              </a:ln>
            </p:spPr>
            <p:txBody>
              <a:bodyPr wrap="none" anchor="ctr"/>
              <a:lstStyle/>
              <a:p>
                <a:endParaRPr lang="zh-CN" altLang="en-US"/>
              </a:p>
            </p:txBody>
          </p:sp>
          <p:sp>
            <p:nvSpPr>
              <p:cNvPr id="12324" name="Rectangle 188"/>
              <p:cNvSpPr>
                <a:spLocks noChangeArrowheads="1"/>
              </p:cNvSpPr>
              <p:nvPr/>
            </p:nvSpPr>
            <p:spPr bwMode="auto">
              <a:xfrm>
                <a:off x="1195" y="1539"/>
                <a:ext cx="149" cy="192"/>
              </a:xfrm>
              <a:prstGeom prst="rect">
                <a:avLst/>
              </a:prstGeom>
              <a:noFill/>
              <a:ln w="19050">
                <a:solidFill>
                  <a:srgbClr val="000080"/>
                </a:solidFill>
                <a:miter lim="800000"/>
              </a:ln>
            </p:spPr>
            <p:txBody>
              <a:bodyPr wrap="none" anchor="ctr"/>
              <a:lstStyle/>
              <a:p>
                <a:endParaRPr lang="zh-CN" altLang="en-US"/>
              </a:p>
            </p:txBody>
          </p:sp>
        </p:grpSp>
        <p:grpSp>
          <p:nvGrpSpPr>
            <p:cNvPr id="6" name="Group 189"/>
            <p:cNvGrpSpPr/>
            <p:nvPr/>
          </p:nvGrpSpPr>
          <p:grpSpPr bwMode="auto">
            <a:xfrm>
              <a:off x="2400" y="1473"/>
              <a:ext cx="628" cy="291"/>
              <a:chOff x="907" y="1476"/>
              <a:chExt cx="628" cy="291"/>
            </a:xfrm>
          </p:grpSpPr>
          <p:sp>
            <p:nvSpPr>
              <p:cNvPr id="12317" name="Rectangle 190"/>
              <p:cNvSpPr>
                <a:spLocks noChangeArrowheads="1"/>
              </p:cNvSpPr>
              <p:nvPr/>
            </p:nvSpPr>
            <p:spPr bwMode="auto">
              <a:xfrm>
                <a:off x="907" y="1539"/>
                <a:ext cx="288" cy="192"/>
              </a:xfrm>
              <a:prstGeom prst="rect">
                <a:avLst/>
              </a:prstGeom>
              <a:noFill/>
              <a:ln w="19050">
                <a:solidFill>
                  <a:srgbClr val="000080"/>
                </a:solidFill>
                <a:miter lim="800000"/>
              </a:ln>
            </p:spPr>
            <p:txBody>
              <a:bodyPr wrap="none" anchor="ctr"/>
              <a:lstStyle/>
              <a:p>
                <a:endParaRPr lang="zh-CN" altLang="en-US"/>
              </a:p>
            </p:txBody>
          </p:sp>
          <p:sp>
            <p:nvSpPr>
              <p:cNvPr id="12318" name="Text Box 191"/>
              <p:cNvSpPr txBox="1">
                <a:spLocks noChangeArrowheads="1"/>
              </p:cNvSpPr>
              <p:nvPr/>
            </p:nvSpPr>
            <p:spPr bwMode="auto">
              <a:xfrm>
                <a:off x="936" y="1476"/>
                <a:ext cx="264" cy="291"/>
              </a:xfrm>
              <a:prstGeom prst="rect">
                <a:avLst/>
              </a:prstGeom>
              <a:noFill/>
              <a:ln w="9525">
                <a:noFill/>
                <a:miter lim="800000"/>
              </a:ln>
            </p:spPr>
            <p:txBody>
              <a:bodyPr wrap="none">
                <a:spAutoFit/>
              </a:bodyPr>
              <a:lstStyle/>
              <a:p>
                <a:pPr algn="ctr"/>
                <a:r>
                  <a:rPr lang="en-US" altLang="zh-CN" sz="2400">
                    <a:solidFill>
                      <a:srgbClr val="000099"/>
                    </a:solidFill>
                    <a:ea typeface="宋体" pitchFamily="2" charset="-122"/>
                  </a:rPr>
                  <a:t>a</a:t>
                </a:r>
                <a:r>
                  <a:rPr lang="en-US" altLang="zh-CN" sz="2400" baseline="-42000">
                    <a:solidFill>
                      <a:srgbClr val="000099"/>
                    </a:solidFill>
                    <a:ea typeface="宋体" pitchFamily="2" charset="-122"/>
                  </a:rPr>
                  <a:t>3</a:t>
                </a:r>
                <a:endParaRPr lang="en-US" altLang="zh-CN" sz="2400" baseline="-42000">
                  <a:solidFill>
                    <a:srgbClr val="000099"/>
                  </a:solidFill>
                  <a:ea typeface="宋体" pitchFamily="2" charset="-122"/>
                </a:endParaRPr>
              </a:p>
            </p:txBody>
          </p:sp>
          <p:sp>
            <p:nvSpPr>
              <p:cNvPr id="12319" name="Line 192"/>
              <p:cNvSpPr>
                <a:spLocks noChangeShapeType="1"/>
              </p:cNvSpPr>
              <p:nvPr/>
            </p:nvSpPr>
            <p:spPr bwMode="auto">
              <a:xfrm>
                <a:off x="1247" y="1635"/>
                <a:ext cx="288" cy="0"/>
              </a:xfrm>
              <a:prstGeom prst="line">
                <a:avLst/>
              </a:prstGeom>
              <a:noFill/>
              <a:ln w="15875">
                <a:solidFill>
                  <a:schemeClr val="accent2"/>
                </a:solidFill>
                <a:round/>
                <a:tailEnd type="triangle" w="med" len="med"/>
              </a:ln>
            </p:spPr>
            <p:txBody>
              <a:bodyPr wrap="none" anchor="ctr"/>
              <a:lstStyle/>
              <a:p>
                <a:endParaRPr lang="zh-CN" altLang="en-US"/>
              </a:p>
            </p:txBody>
          </p:sp>
          <p:sp>
            <p:nvSpPr>
              <p:cNvPr id="12320" name="Rectangle 193"/>
              <p:cNvSpPr>
                <a:spLocks noChangeArrowheads="1"/>
              </p:cNvSpPr>
              <p:nvPr/>
            </p:nvSpPr>
            <p:spPr bwMode="auto">
              <a:xfrm>
                <a:off x="1195" y="1539"/>
                <a:ext cx="149" cy="192"/>
              </a:xfrm>
              <a:prstGeom prst="rect">
                <a:avLst/>
              </a:prstGeom>
              <a:noFill/>
              <a:ln w="19050">
                <a:solidFill>
                  <a:srgbClr val="000080"/>
                </a:solidFill>
                <a:miter lim="800000"/>
              </a:ln>
            </p:spPr>
            <p:txBody>
              <a:bodyPr wrap="none" anchor="ctr"/>
              <a:lstStyle/>
              <a:p>
                <a:endParaRPr lang="zh-CN" altLang="en-US"/>
              </a:p>
            </p:txBody>
          </p:sp>
        </p:grpSp>
        <p:sp>
          <p:nvSpPr>
            <p:cNvPr id="12308" name="Rectangle 195"/>
            <p:cNvSpPr>
              <a:spLocks noChangeArrowheads="1"/>
            </p:cNvSpPr>
            <p:nvPr/>
          </p:nvSpPr>
          <p:spPr bwMode="auto">
            <a:xfrm>
              <a:off x="3806" y="1527"/>
              <a:ext cx="288" cy="192"/>
            </a:xfrm>
            <a:prstGeom prst="rect">
              <a:avLst/>
            </a:prstGeom>
            <a:noFill/>
            <a:ln w="19050">
              <a:solidFill>
                <a:srgbClr val="000080"/>
              </a:solidFill>
              <a:miter lim="800000"/>
            </a:ln>
          </p:spPr>
          <p:txBody>
            <a:bodyPr wrap="none" anchor="ctr"/>
            <a:lstStyle/>
            <a:p>
              <a:endParaRPr lang="zh-CN" altLang="en-US"/>
            </a:p>
          </p:txBody>
        </p:sp>
        <p:sp>
          <p:nvSpPr>
            <p:cNvPr id="12309" name="Text Box 196"/>
            <p:cNvSpPr txBox="1">
              <a:spLocks noChangeArrowheads="1"/>
            </p:cNvSpPr>
            <p:nvPr/>
          </p:nvSpPr>
          <p:spPr bwMode="auto">
            <a:xfrm>
              <a:off x="3775" y="1464"/>
              <a:ext cx="358" cy="291"/>
            </a:xfrm>
            <a:prstGeom prst="rect">
              <a:avLst/>
            </a:prstGeom>
            <a:noFill/>
            <a:ln w="9525">
              <a:noFill/>
              <a:miter lim="800000"/>
            </a:ln>
          </p:spPr>
          <p:txBody>
            <a:bodyPr wrap="none">
              <a:spAutoFit/>
            </a:bodyPr>
            <a:lstStyle/>
            <a:p>
              <a:pPr algn="ctr"/>
              <a:r>
                <a:rPr lang="en-US" altLang="zh-CN" sz="2400">
                  <a:solidFill>
                    <a:srgbClr val="000099"/>
                  </a:solidFill>
                  <a:ea typeface="宋体" pitchFamily="2" charset="-122"/>
                </a:rPr>
                <a:t>a</a:t>
              </a:r>
              <a:r>
                <a:rPr lang="en-US" altLang="zh-CN" sz="2400" baseline="-42000">
                  <a:solidFill>
                    <a:srgbClr val="000099"/>
                  </a:solidFill>
                  <a:ea typeface="宋体" pitchFamily="2" charset="-122"/>
                </a:rPr>
                <a:t>n-1</a:t>
              </a:r>
              <a:endParaRPr lang="en-US" altLang="zh-CN" sz="2400" baseline="-42000">
                <a:solidFill>
                  <a:srgbClr val="000099"/>
                </a:solidFill>
                <a:ea typeface="宋体" pitchFamily="2" charset="-122"/>
              </a:endParaRPr>
            </a:p>
          </p:txBody>
        </p:sp>
        <p:sp>
          <p:nvSpPr>
            <p:cNvPr id="12310" name="Line 197"/>
            <p:cNvSpPr>
              <a:spLocks noChangeShapeType="1"/>
            </p:cNvSpPr>
            <p:nvPr/>
          </p:nvSpPr>
          <p:spPr bwMode="auto">
            <a:xfrm>
              <a:off x="4146" y="1623"/>
              <a:ext cx="288" cy="0"/>
            </a:xfrm>
            <a:prstGeom prst="line">
              <a:avLst/>
            </a:prstGeom>
            <a:noFill/>
            <a:ln w="15875">
              <a:solidFill>
                <a:schemeClr val="accent2"/>
              </a:solidFill>
              <a:round/>
              <a:tailEnd type="triangle" w="med" len="med"/>
            </a:ln>
          </p:spPr>
          <p:txBody>
            <a:bodyPr wrap="none" anchor="ctr"/>
            <a:lstStyle/>
            <a:p>
              <a:endParaRPr lang="zh-CN" altLang="en-US"/>
            </a:p>
          </p:txBody>
        </p:sp>
        <p:sp>
          <p:nvSpPr>
            <p:cNvPr id="12311" name="Rectangle 198"/>
            <p:cNvSpPr>
              <a:spLocks noChangeArrowheads="1"/>
            </p:cNvSpPr>
            <p:nvPr/>
          </p:nvSpPr>
          <p:spPr bwMode="auto">
            <a:xfrm>
              <a:off x="4094" y="1527"/>
              <a:ext cx="149" cy="192"/>
            </a:xfrm>
            <a:prstGeom prst="rect">
              <a:avLst/>
            </a:prstGeom>
            <a:noFill/>
            <a:ln w="19050">
              <a:solidFill>
                <a:srgbClr val="000080"/>
              </a:solidFill>
              <a:miter lim="800000"/>
            </a:ln>
          </p:spPr>
          <p:txBody>
            <a:bodyPr wrap="none" anchor="ctr"/>
            <a:lstStyle/>
            <a:p>
              <a:endParaRPr lang="zh-CN" altLang="en-US"/>
            </a:p>
          </p:txBody>
        </p:sp>
        <p:sp>
          <p:nvSpPr>
            <p:cNvPr id="12312" name="Rectangle 200"/>
            <p:cNvSpPr>
              <a:spLocks noChangeArrowheads="1"/>
            </p:cNvSpPr>
            <p:nvPr/>
          </p:nvSpPr>
          <p:spPr bwMode="auto">
            <a:xfrm>
              <a:off x="4441" y="1522"/>
              <a:ext cx="288" cy="192"/>
            </a:xfrm>
            <a:prstGeom prst="rect">
              <a:avLst/>
            </a:prstGeom>
            <a:noFill/>
            <a:ln w="19050">
              <a:solidFill>
                <a:srgbClr val="000080"/>
              </a:solidFill>
              <a:miter lim="800000"/>
            </a:ln>
          </p:spPr>
          <p:txBody>
            <a:bodyPr wrap="none" anchor="ctr"/>
            <a:lstStyle/>
            <a:p>
              <a:endParaRPr lang="zh-CN" altLang="en-US"/>
            </a:p>
          </p:txBody>
        </p:sp>
        <p:sp>
          <p:nvSpPr>
            <p:cNvPr id="12313" name="Text Box 201"/>
            <p:cNvSpPr txBox="1">
              <a:spLocks noChangeArrowheads="1"/>
            </p:cNvSpPr>
            <p:nvPr/>
          </p:nvSpPr>
          <p:spPr bwMode="auto">
            <a:xfrm>
              <a:off x="4471" y="1459"/>
              <a:ext cx="264" cy="291"/>
            </a:xfrm>
            <a:prstGeom prst="rect">
              <a:avLst/>
            </a:prstGeom>
            <a:noFill/>
            <a:ln w="9525">
              <a:noFill/>
              <a:miter lim="800000"/>
            </a:ln>
          </p:spPr>
          <p:txBody>
            <a:bodyPr wrap="none">
              <a:spAutoFit/>
            </a:bodyPr>
            <a:lstStyle/>
            <a:p>
              <a:pPr algn="ctr"/>
              <a:r>
                <a:rPr lang="en-US" altLang="zh-CN" sz="2400">
                  <a:solidFill>
                    <a:srgbClr val="000099"/>
                  </a:solidFill>
                  <a:ea typeface="宋体" pitchFamily="2" charset="-122"/>
                </a:rPr>
                <a:t>a</a:t>
              </a:r>
              <a:r>
                <a:rPr lang="en-US" altLang="zh-CN" sz="2400" baseline="-42000">
                  <a:solidFill>
                    <a:srgbClr val="000099"/>
                  </a:solidFill>
                  <a:ea typeface="宋体" pitchFamily="2" charset="-122"/>
                </a:rPr>
                <a:t>n</a:t>
              </a:r>
              <a:endParaRPr lang="en-US" altLang="zh-CN" sz="2400" baseline="-42000">
                <a:solidFill>
                  <a:srgbClr val="000099"/>
                </a:solidFill>
                <a:ea typeface="宋体" pitchFamily="2" charset="-122"/>
              </a:endParaRPr>
            </a:p>
          </p:txBody>
        </p:sp>
        <p:sp>
          <p:nvSpPr>
            <p:cNvPr id="12314" name="Rectangle 203"/>
            <p:cNvSpPr>
              <a:spLocks noChangeArrowheads="1"/>
            </p:cNvSpPr>
            <p:nvPr/>
          </p:nvSpPr>
          <p:spPr bwMode="auto">
            <a:xfrm>
              <a:off x="4729" y="1522"/>
              <a:ext cx="149" cy="192"/>
            </a:xfrm>
            <a:prstGeom prst="rect">
              <a:avLst/>
            </a:prstGeom>
            <a:noFill/>
            <a:ln w="19050">
              <a:solidFill>
                <a:srgbClr val="000080"/>
              </a:solidFill>
              <a:miter lim="800000"/>
            </a:ln>
          </p:spPr>
          <p:txBody>
            <a:bodyPr wrap="none" anchor="ctr"/>
            <a:lstStyle/>
            <a:p>
              <a:endParaRPr lang="zh-CN" altLang="en-US"/>
            </a:p>
          </p:txBody>
        </p:sp>
        <p:sp>
          <p:nvSpPr>
            <p:cNvPr id="12315" name="Line 208"/>
            <p:cNvSpPr>
              <a:spLocks noChangeShapeType="1"/>
            </p:cNvSpPr>
            <p:nvPr/>
          </p:nvSpPr>
          <p:spPr bwMode="auto">
            <a:xfrm>
              <a:off x="3504" y="1630"/>
              <a:ext cx="288" cy="0"/>
            </a:xfrm>
            <a:prstGeom prst="line">
              <a:avLst/>
            </a:prstGeom>
            <a:noFill/>
            <a:ln w="15875">
              <a:solidFill>
                <a:schemeClr val="accent2"/>
              </a:solidFill>
              <a:round/>
              <a:tailEnd type="triangle" w="med" len="med"/>
            </a:ln>
          </p:spPr>
          <p:txBody>
            <a:bodyPr wrap="none" anchor="ctr"/>
            <a:lstStyle/>
            <a:p>
              <a:endParaRPr lang="zh-CN" altLang="en-US"/>
            </a:p>
          </p:txBody>
        </p:sp>
        <p:sp>
          <p:nvSpPr>
            <p:cNvPr id="12316" name="Rectangle 210"/>
            <p:cNvSpPr>
              <a:spLocks noChangeArrowheads="1"/>
            </p:cNvSpPr>
            <p:nvPr/>
          </p:nvSpPr>
          <p:spPr bwMode="auto">
            <a:xfrm>
              <a:off x="3119" y="1434"/>
              <a:ext cx="328" cy="368"/>
            </a:xfrm>
            <a:prstGeom prst="rect">
              <a:avLst/>
            </a:prstGeom>
            <a:noFill/>
            <a:ln w="9525">
              <a:noFill/>
              <a:miter lim="800000"/>
            </a:ln>
          </p:spPr>
          <p:txBody>
            <a:bodyPr wrap="none">
              <a:spAutoFit/>
            </a:bodyPr>
            <a:lstStyle/>
            <a:p>
              <a:r>
                <a:rPr lang="en-US" altLang="zh-CN" sz="3200">
                  <a:solidFill>
                    <a:srgbClr val="000099"/>
                  </a:solidFill>
                </a:rPr>
                <a:t>…</a:t>
              </a:r>
              <a:endParaRPr lang="zh-CN" altLang="en-US" sz="3200">
                <a:solidFill>
                  <a:srgbClr val="000099"/>
                </a:solidFill>
              </a:endParaRPr>
            </a:p>
          </p:txBody>
        </p:sp>
      </p:grpSp>
      <p:grpSp>
        <p:nvGrpSpPr>
          <p:cNvPr id="7" name="Group 213"/>
          <p:cNvGrpSpPr/>
          <p:nvPr/>
        </p:nvGrpSpPr>
        <p:grpSpPr bwMode="auto">
          <a:xfrm>
            <a:off x="3173065" y="6050221"/>
            <a:ext cx="4570413" cy="678214"/>
            <a:chOff x="1248" y="3631"/>
            <a:chExt cx="2879" cy="336"/>
          </a:xfrm>
        </p:grpSpPr>
        <p:sp>
          <p:nvSpPr>
            <p:cNvPr id="12300" name="Rectangle 214"/>
            <p:cNvSpPr>
              <a:spLocks noChangeArrowheads="1"/>
            </p:cNvSpPr>
            <p:nvPr/>
          </p:nvSpPr>
          <p:spPr bwMode="auto">
            <a:xfrm>
              <a:off x="1248" y="3631"/>
              <a:ext cx="2812" cy="336"/>
            </a:xfrm>
            <a:prstGeom prst="rect">
              <a:avLst/>
            </a:prstGeom>
            <a:solidFill>
              <a:srgbClr val="FFFF99"/>
            </a:solidFill>
            <a:ln w="12700" cap="sq">
              <a:noFill/>
              <a:miter lim="800000"/>
            </a:ln>
            <a:effectLst>
              <a:outerShdw dist="81320" dir="3080412" algn="ctr" rotWithShape="0">
                <a:srgbClr val="B2B2B2"/>
              </a:outerShdw>
            </a:effectLst>
          </p:spPr>
          <p:txBody>
            <a:bodyPr wrap="none" anchor="ctr"/>
            <a:lstStyle/>
            <a:p>
              <a:endParaRPr lang="zh-CN" altLang="en-US"/>
            </a:p>
          </p:txBody>
        </p:sp>
        <p:sp>
          <p:nvSpPr>
            <p:cNvPr id="12301" name="Text Box 215"/>
            <p:cNvSpPr txBox="1">
              <a:spLocks noChangeArrowheads="1"/>
            </p:cNvSpPr>
            <p:nvPr/>
          </p:nvSpPr>
          <p:spPr bwMode="auto">
            <a:xfrm>
              <a:off x="1293" y="3645"/>
              <a:ext cx="2834" cy="259"/>
            </a:xfrm>
            <a:prstGeom prst="rect">
              <a:avLst/>
            </a:prstGeom>
            <a:noFill/>
            <a:ln w="12700" cap="sq">
              <a:noFill/>
              <a:miter lim="800000"/>
            </a:ln>
          </p:spPr>
          <p:txBody>
            <a:bodyPr wrap="square">
              <a:spAutoFit/>
            </a:bodyPr>
            <a:lstStyle/>
            <a:p>
              <a:r>
                <a:rPr lang="zh-CN" altLang="en-US" sz="2400" b="1" dirty="0">
                  <a:solidFill>
                    <a:srgbClr val="003399"/>
                  </a:solidFill>
                </a:rPr>
                <a:t>头文件</a:t>
              </a:r>
              <a:r>
                <a:rPr lang="zh-CN" altLang="en-US" sz="2800" dirty="0">
                  <a:solidFill>
                    <a:srgbClr val="003399"/>
                  </a:solidFill>
                </a:rPr>
                <a:t>：#</a:t>
              </a:r>
              <a:r>
                <a:rPr lang="en-US" altLang="zh-CN" sz="2800" dirty="0">
                  <a:solidFill>
                    <a:srgbClr val="003399"/>
                  </a:solidFill>
                </a:rPr>
                <a:t>include  &lt;</a:t>
              </a:r>
              <a:r>
                <a:rPr lang="en-US" altLang="zh-CN" sz="2800" dirty="0" err="1">
                  <a:solidFill>
                    <a:srgbClr val="003399"/>
                  </a:solidFill>
                </a:rPr>
                <a:t>stdlib.h</a:t>
              </a:r>
              <a:r>
                <a:rPr lang="en-US" altLang="zh-CN" sz="2800" dirty="0">
                  <a:solidFill>
                    <a:srgbClr val="003399"/>
                  </a:solidFill>
                </a:rPr>
                <a:t>&gt;</a:t>
              </a:r>
              <a:endParaRPr lang="en-US" altLang="zh-CN" sz="2800" dirty="0">
                <a:solidFill>
                  <a:srgbClr val="003399"/>
                </a:solidFill>
              </a:endParaRPr>
            </a:p>
          </p:txBody>
        </p:sp>
      </p:grpSp>
      <p:sp>
        <p:nvSpPr>
          <p:cNvPr id="47" name="Rectangle 10"/>
          <p:cNvSpPr>
            <a:spLocks noChangeArrowheads="1"/>
          </p:cNvSpPr>
          <p:nvPr/>
        </p:nvSpPr>
        <p:spPr bwMode="auto">
          <a:xfrm>
            <a:off x="2423592" y="2069909"/>
            <a:ext cx="4392290" cy="1539875"/>
          </a:xfrm>
          <a:prstGeom prst="rect">
            <a:avLst/>
          </a:prstGeom>
          <a:noFill/>
          <a:ln w="12700" cap="sq">
            <a:noFill/>
            <a:miter lim="800000"/>
          </a:ln>
        </p:spPr>
        <p:txBody>
          <a:bodyPr wrap="square">
            <a:spAutoFit/>
          </a:bodyPr>
          <a:lstStyle/>
          <a:p>
            <a:pPr fontAlgn="base">
              <a:lnSpc>
                <a:spcPct val="95000"/>
              </a:lnSpc>
              <a:spcBef>
                <a:spcPct val="0"/>
              </a:spcBef>
            </a:pPr>
            <a:r>
              <a:rPr lang="en-US" altLang="zh-CN" sz="2400" dirty="0" err="1">
                <a:solidFill>
                  <a:srgbClr val="003399"/>
                </a:solidFill>
                <a:ea typeface="宋体" pitchFamily="2" charset="-122"/>
              </a:rPr>
              <a:t>struct</a:t>
            </a:r>
            <a:r>
              <a:rPr lang="en-US" altLang="zh-CN" sz="2400" dirty="0">
                <a:solidFill>
                  <a:srgbClr val="003399"/>
                </a:solidFill>
                <a:ea typeface="宋体" pitchFamily="2" charset="-122"/>
              </a:rPr>
              <a:t> node{   </a:t>
            </a:r>
            <a:endParaRPr lang="en-US" altLang="zh-CN" sz="2400" dirty="0">
              <a:solidFill>
                <a:srgbClr val="003399"/>
              </a:solidFill>
              <a:ea typeface="宋体" pitchFamily="2" charset="-122"/>
            </a:endParaRPr>
          </a:p>
          <a:p>
            <a:pPr fontAlgn="base">
              <a:lnSpc>
                <a:spcPct val="95000"/>
              </a:lnSpc>
              <a:spcBef>
                <a:spcPct val="0"/>
              </a:spcBef>
            </a:pPr>
            <a:r>
              <a:rPr lang="en-US" altLang="zh-CN" sz="2400" dirty="0">
                <a:solidFill>
                  <a:srgbClr val="003399"/>
                </a:solidFill>
                <a:ea typeface="宋体" pitchFamily="2" charset="-122"/>
              </a:rPr>
              <a:t>        </a:t>
            </a:r>
            <a:r>
              <a:rPr lang="en-US" altLang="zh-CN" sz="2400" dirty="0" err="1">
                <a:solidFill>
                  <a:srgbClr val="003399"/>
                </a:solidFill>
                <a:ea typeface="宋体" pitchFamily="2" charset="-122"/>
              </a:rPr>
              <a:t>ElemType</a:t>
            </a:r>
            <a:r>
              <a:rPr lang="en-US" altLang="zh-CN" sz="2400" dirty="0">
                <a:solidFill>
                  <a:srgbClr val="003399"/>
                </a:solidFill>
                <a:ea typeface="宋体" pitchFamily="2" charset="-122"/>
              </a:rPr>
              <a:t>   data;</a:t>
            </a:r>
            <a:endParaRPr lang="en-US" altLang="zh-CN" sz="2400" dirty="0">
              <a:solidFill>
                <a:srgbClr val="003399"/>
              </a:solidFill>
              <a:ea typeface="宋体" pitchFamily="2" charset="-122"/>
            </a:endParaRPr>
          </a:p>
          <a:p>
            <a:pPr fontAlgn="base">
              <a:lnSpc>
                <a:spcPct val="95000"/>
              </a:lnSpc>
              <a:spcBef>
                <a:spcPct val="0"/>
              </a:spcBef>
            </a:pPr>
            <a:r>
              <a:rPr lang="en-US" altLang="zh-CN" sz="2400" dirty="0">
                <a:solidFill>
                  <a:srgbClr val="003399"/>
                </a:solidFill>
                <a:ea typeface="宋体" pitchFamily="2" charset="-122"/>
              </a:rPr>
              <a:t>        </a:t>
            </a:r>
            <a:r>
              <a:rPr lang="en-US" altLang="zh-CN" sz="2400" dirty="0" err="1">
                <a:solidFill>
                  <a:srgbClr val="003399"/>
                </a:solidFill>
                <a:ea typeface="宋体" pitchFamily="2" charset="-122"/>
              </a:rPr>
              <a:t>struct</a:t>
            </a:r>
            <a:r>
              <a:rPr lang="en-US" altLang="zh-CN" sz="2400" dirty="0">
                <a:solidFill>
                  <a:srgbClr val="003399"/>
                </a:solidFill>
                <a:ea typeface="宋体" pitchFamily="2" charset="-122"/>
              </a:rPr>
              <a:t> node   *link;</a:t>
            </a:r>
            <a:endParaRPr lang="en-US" altLang="zh-CN" sz="2400" dirty="0">
              <a:solidFill>
                <a:srgbClr val="003399"/>
              </a:solidFill>
              <a:ea typeface="宋体" pitchFamily="2" charset="-122"/>
            </a:endParaRPr>
          </a:p>
          <a:p>
            <a:pPr fontAlgn="base">
              <a:lnSpc>
                <a:spcPct val="95000"/>
              </a:lnSpc>
              <a:spcBef>
                <a:spcPct val="0"/>
              </a:spcBef>
            </a:pPr>
            <a:r>
              <a:rPr lang="en-US" altLang="zh-CN" sz="2400" dirty="0">
                <a:solidFill>
                  <a:srgbClr val="003399"/>
                </a:solidFill>
                <a:ea typeface="宋体" pitchFamily="2" charset="-122"/>
              </a:rPr>
              <a:t>} ;</a:t>
            </a:r>
            <a:endParaRPr lang="en-US" altLang="zh-CN" sz="2400" dirty="0">
              <a:solidFill>
                <a:srgbClr val="003399"/>
              </a:solidFill>
              <a:ea typeface="宋体" pitchFamily="2" charset="-122"/>
            </a:endParaRPr>
          </a:p>
        </p:txBody>
      </p:sp>
      <p:sp>
        <p:nvSpPr>
          <p:cNvPr id="43" name="矩形 42"/>
          <p:cNvSpPr/>
          <p:nvPr/>
        </p:nvSpPr>
        <p:spPr>
          <a:xfrm>
            <a:off x="2351584" y="3510069"/>
            <a:ext cx="4572000" cy="1086451"/>
          </a:xfrm>
          <a:prstGeom prst="rect">
            <a:avLst/>
          </a:prstGeom>
        </p:spPr>
        <p:txBody>
          <a:bodyPr>
            <a:spAutoFit/>
          </a:bodyPr>
          <a:lstStyle/>
          <a:p>
            <a:pPr fontAlgn="base">
              <a:lnSpc>
                <a:spcPct val="95000"/>
              </a:lnSpc>
              <a:spcBef>
                <a:spcPct val="0"/>
              </a:spcBef>
            </a:pPr>
            <a:r>
              <a:rPr lang="en-US" altLang="zh-CN" sz="2400" b="1" dirty="0" err="1">
                <a:solidFill>
                  <a:srgbClr val="003399"/>
                </a:solidFill>
                <a:ea typeface="宋体" pitchFamily="2" charset="-122"/>
              </a:rPr>
              <a:t>typedef</a:t>
            </a:r>
            <a:r>
              <a:rPr lang="en-US" altLang="zh-CN" sz="2400" b="1" dirty="0">
                <a:solidFill>
                  <a:srgbClr val="003399"/>
                </a:solidFill>
                <a:ea typeface="宋体" pitchFamily="2" charset="-122"/>
              </a:rPr>
              <a:t>  </a:t>
            </a:r>
            <a:r>
              <a:rPr lang="en-US" altLang="zh-CN" sz="2400" b="1" dirty="0" err="1">
                <a:solidFill>
                  <a:srgbClr val="003399"/>
                </a:solidFill>
                <a:ea typeface="宋体" pitchFamily="2" charset="-122"/>
              </a:rPr>
              <a:t>struct</a:t>
            </a:r>
            <a:r>
              <a:rPr lang="en-US" altLang="zh-CN" sz="2400" b="1" dirty="0">
                <a:solidFill>
                  <a:srgbClr val="003399"/>
                </a:solidFill>
                <a:ea typeface="宋体" pitchFamily="2" charset="-122"/>
              </a:rPr>
              <a:t> node *</a:t>
            </a:r>
            <a:r>
              <a:rPr lang="en-US" altLang="zh-CN" sz="2400" b="1" dirty="0" err="1">
                <a:solidFill>
                  <a:srgbClr val="003399"/>
                </a:solidFill>
                <a:ea typeface="宋体" pitchFamily="2" charset="-122"/>
              </a:rPr>
              <a:t>Nodeptr</a:t>
            </a:r>
            <a:r>
              <a:rPr lang="en-US" altLang="zh-CN" sz="2400" b="1" dirty="0">
                <a:solidFill>
                  <a:srgbClr val="003399"/>
                </a:solidFill>
                <a:ea typeface="宋体" pitchFamily="2" charset="-122"/>
              </a:rPr>
              <a:t>;</a:t>
            </a:r>
            <a:endParaRPr lang="en-US" altLang="zh-CN" sz="2400" b="1" dirty="0">
              <a:solidFill>
                <a:srgbClr val="003399"/>
              </a:solidFill>
              <a:ea typeface="宋体" pitchFamily="2" charset="-122"/>
            </a:endParaRPr>
          </a:p>
          <a:p>
            <a:pPr fontAlgn="base">
              <a:lnSpc>
                <a:spcPct val="95000"/>
              </a:lnSpc>
              <a:spcBef>
                <a:spcPct val="0"/>
              </a:spcBef>
            </a:pPr>
            <a:r>
              <a:rPr lang="en-US" altLang="zh-CN" sz="2400" b="1" dirty="0" err="1">
                <a:solidFill>
                  <a:srgbClr val="003399"/>
                </a:solidFill>
                <a:ea typeface="宋体" pitchFamily="2" charset="-122"/>
              </a:rPr>
              <a:t>typedef</a:t>
            </a:r>
            <a:r>
              <a:rPr lang="en-US" altLang="zh-CN" sz="2400" b="1" dirty="0">
                <a:solidFill>
                  <a:srgbClr val="003399"/>
                </a:solidFill>
                <a:ea typeface="宋体" pitchFamily="2" charset="-122"/>
              </a:rPr>
              <a:t>  </a:t>
            </a:r>
            <a:r>
              <a:rPr lang="en-US" altLang="zh-CN" sz="2400" b="1" dirty="0" err="1">
                <a:solidFill>
                  <a:srgbClr val="003399"/>
                </a:solidFill>
                <a:ea typeface="宋体" pitchFamily="2" charset="-122"/>
              </a:rPr>
              <a:t>struct</a:t>
            </a:r>
            <a:r>
              <a:rPr lang="en-US" altLang="zh-CN" sz="2400" b="1" dirty="0">
                <a:solidFill>
                  <a:srgbClr val="003399"/>
                </a:solidFill>
                <a:ea typeface="宋体" pitchFamily="2" charset="-122"/>
              </a:rPr>
              <a:t> node </a:t>
            </a:r>
            <a:r>
              <a:rPr lang="en-US" altLang="zh-CN" sz="2400" b="1" dirty="0" err="1">
                <a:solidFill>
                  <a:srgbClr val="003399"/>
                </a:solidFill>
                <a:ea typeface="宋体" pitchFamily="2" charset="-122"/>
              </a:rPr>
              <a:t>Node</a:t>
            </a:r>
            <a:r>
              <a:rPr lang="en-US" altLang="zh-CN" sz="2400" b="1" dirty="0">
                <a:solidFill>
                  <a:srgbClr val="003399"/>
                </a:solidFill>
                <a:ea typeface="宋体" pitchFamily="2" charset="-122"/>
              </a:rPr>
              <a:t>; </a:t>
            </a:r>
            <a:endParaRPr lang="en-US" altLang="zh-CN" sz="2400" b="1" dirty="0">
              <a:solidFill>
                <a:srgbClr val="003399"/>
              </a:solidFill>
              <a:ea typeface="宋体" pitchFamily="2" charset="-122"/>
            </a:endParaRPr>
          </a:p>
          <a:p>
            <a:pPr fontAlgn="base">
              <a:lnSpc>
                <a:spcPct val="95000"/>
              </a:lnSpc>
              <a:spcBef>
                <a:spcPct val="0"/>
              </a:spcBef>
            </a:pPr>
            <a:r>
              <a:rPr lang="en-US" altLang="zh-CN" sz="2000" b="1" dirty="0" err="1">
                <a:solidFill>
                  <a:schemeClr val="accent2"/>
                </a:solidFill>
                <a:ea typeface="宋体" pitchFamily="2" charset="-122"/>
              </a:rPr>
              <a:t>Nodeptr</a:t>
            </a:r>
            <a:r>
              <a:rPr lang="en-US" altLang="zh-CN" sz="2000" b="1" dirty="0">
                <a:solidFill>
                  <a:srgbClr val="FF3300"/>
                </a:solidFill>
                <a:ea typeface="宋体" pitchFamily="2" charset="-122"/>
              </a:rPr>
              <a:t>   list, p;</a:t>
            </a:r>
            <a:endParaRPr lang="zh-CN" altLang="en-US" sz="2000" b="1" dirty="0">
              <a:solidFill>
                <a:srgbClr val="FF3300"/>
              </a:solidFill>
              <a:ea typeface="宋体"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blinds(horizontal)">
                                      <p:cBhvr>
                                        <p:cTn id="7" dur="500"/>
                                        <p:tgtEl>
                                          <p:spTgt spid="47"/>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3"/>
                                        </p:tgtEl>
                                        <p:attrNameLst>
                                          <p:attrName>style.visibility</p:attrName>
                                        </p:attrNameLst>
                                      </p:cBhvr>
                                      <p:to>
                                        <p:strVal val="visible"/>
                                      </p:to>
                                    </p:set>
                                    <p:animEffect transition="in" filter="blinds(horizontal)">
                                      <p:cBhvr>
                                        <p:cTn id="10" dur="500"/>
                                        <p:tgtEl>
                                          <p:spTgt spid="43"/>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84323"/>
                                        </p:tgtEl>
                                        <p:attrNameLst>
                                          <p:attrName>style.visibility</p:attrName>
                                        </p:attrNameLst>
                                      </p:cBhvr>
                                      <p:to>
                                        <p:strVal val="visible"/>
                                      </p:to>
                                    </p:set>
                                    <p:animEffect transition="in" filter="blinds(horizontal)">
                                      <p:cBhvr>
                                        <p:cTn id="15" dur="500"/>
                                        <p:tgtEl>
                                          <p:spTgt spid="184323"/>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84324"/>
                                        </p:tgtEl>
                                        <p:attrNameLst>
                                          <p:attrName>style.visibility</p:attrName>
                                        </p:attrNameLst>
                                      </p:cBhvr>
                                      <p:to>
                                        <p:strVal val="visible"/>
                                      </p:to>
                                    </p:set>
                                    <p:animEffect transition="in" filter="blinds(horizontal)">
                                      <p:cBhvr>
                                        <p:cTn id="18" dur="500"/>
                                        <p:tgtEl>
                                          <p:spTgt spid="184324"/>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184380"/>
                                        </p:tgtEl>
                                        <p:attrNameLst>
                                          <p:attrName>style.visibility</p:attrName>
                                        </p:attrNameLst>
                                      </p:cBhvr>
                                      <p:to>
                                        <p:strVal val="visible"/>
                                      </p:to>
                                    </p:set>
                                    <p:animEffect transition="in" filter="blinds(horizontal)">
                                      <p:cBhvr>
                                        <p:cTn id="21" dur="500"/>
                                        <p:tgtEl>
                                          <p:spTgt spid="184380"/>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184387"/>
                                        </p:tgtEl>
                                        <p:attrNameLst>
                                          <p:attrName>style.visibility</p:attrName>
                                        </p:attrNameLst>
                                      </p:cBhvr>
                                      <p:to>
                                        <p:strVal val="visible"/>
                                      </p:to>
                                    </p:set>
                                    <p:animEffect transition="in" filter="blinds(horizontal)">
                                      <p:cBhvr>
                                        <p:cTn id="24" dur="500"/>
                                        <p:tgtEl>
                                          <p:spTgt spid="184387"/>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left)">
                                      <p:cBhvr>
                                        <p:cTn id="2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23" grpId="0"/>
      <p:bldP spid="184324" grpId="0"/>
      <p:bldP spid="184380" grpId="0"/>
      <p:bldP spid="184387" grpId="0"/>
      <p:bldP spid="47" grpId="0"/>
      <p:bldP spid="43"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2"/>
          <p:cNvSpPr txBox="1">
            <a:spLocks noChangeArrowheads="1"/>
          </p:cNvSpPr>
          <p:nvPr/>
        </p:nvSpPr>
        <p:spPr bwMode="auto">
          <a:xfrm>
            <a:off x="3046414" y="457201"/>
            <a:ext cx="6434137" cy="625475"/>
          </a:xfrm>
          <a:prstGeom prst="rect">
            <a:avLst/>
          </a:prstGeom>
          <a:noFill/>
          <a:ln w="9525">
            <a:noFill/>
            <a:miter lim="800000"/>
          </a:ln>
        </p:spPr>
        <p:txBody>
          <a:bodyPr>
            <a:spAutoFit/>
          </a:bodyPr>
          <a:lstStyle/>
          <a:p>
            <a:r>
              <a:rPr lang="zh-CN" altLang="en-US" sz="3500" dirty="0">
                <a:solidFill>
                  <a:srgbClr val="000099"/>
                </a:solidFill>
                <a:ea typeface="宋体" pitchFamily="2" charset="-122"/>
              </a:rPr>
              <a:t>(  </a:t>
            </a:r>
            <a:r>
              <a:rPr lang="en-US" altLang="zh-CN" sz="3500" dirty="0">
                <a:solidFill>
                  <a:srgbClr val="000099"/>
                </a:solidFill>
                <a:ea typeface="宋体" pitchFamily="2" charset="-122"/>
              </a:rPr>
              <a:t>a</a:t>
            </a:r>
            <a:r>
              <a:rPr lang="en-US" altLang="zh-CN" sz="3500" baseline="-46000" dirty="0">
                <a:solidFill>
                  <a:srgbClr val="000099"/>
                </a:solidFill>
                <a:ea typeface="宋体" pitchFamily="2" charset="-122"/>
              </a:rPr>
              <a:t>1</a:t>
            </a:r>
            <a:r>
              <a:rPr lang="en-US" altLang="zh-CN" sz="3500" dirty="0">
                <a:solidFill>
                  <a:srgbClr val="000099"/>
                </a:solidFill>
                <a:ea typeface="宋体" pitchFamily="2" charset="-122"/>
              </a:rPr>
              <a:t>,  a</a:t>
            </a:r>
            <a:r>
              <a:rPr lang="en-US" altLang="zh-CN" sz="3500" baseline="-46000" dirty="0">
                <a:solidFill>
                  <a:srgbClr val="000099"/>
                </a:solidFill>
                <a:ea typeface="宋体" pitchFamily="2" charset="-122"/>
              </a:rPr>
              <a:t>2</a:t>
            </a:r>
            <a:r>
              <a:rPr lang="en-US" altLang="zh-CN" sz="3500" dirty="0">
                <a:solidFill>
                  <a:srgbClr val="000099"/>
                </a:solidFill>
                <a:ea typeface="宋体" pitchFamily="2" charset="-122"/>
              </a:rPr>
              <a:t>,  a</a:t>
            </a:r>
            <a:r>
              <a:rPr lang="en-US" altLang="zh-CN" sz="3500" baseline="-46000" dirty="0">
                <a:solidFill>
                  <a:srgbClr val="000099"/>
                </a:solidFill>
                <a:ea typeface="宋体" pitchFamily="2" charset="-122"/>
              </a:rPr>
              <a:t>3</a:t>
            </a:r>
            <a:r>
              <a:rPr lang="en-US" altLang="zh-CN" sz="3500" dirty="0">
                <a:solidFill>
                  <a:srgbClr val="000099"/>
                </a:solidFill>
                <a:ea typeface="宋体" pitchFamily="2" charset="-122"/>
              </a:rPr>
              <a:t>,  a</a:t>
            </a:r>
            <a:r>
              <a:rPr lang="en-US" altLang="zh-CN" sz="3500" baseline="-46000" dirty="0">
                <a:solidFill>
                  <a:srgbClr val="000099"/>
                </a:solidFill>
                <a:ea typeface="宋体" pitchFamily="2" charset="-122"/>
              </a:rPr>
              <a:t>4</a:t>
            </a:r>
            <a:r>
              <a:rPr lang="en-US" altLang="zh-CN" sz="3500" dirty="0">
                <a:solidFill>
                  <a:srgbClr val="000099"/>
                </a:solidFill>
                <a:ea typeface="宋体" pitchFamily="2" charset="-122"/>
              </a:rPr>
              <a:t>,  </a:t>
            </a:r>
            <a:r>
              <a:rPr lang="en-US" altLang="zh-CN" sz="3500" dirty="0">
                <a:solidFill>
                  <a:srgbClr val="000099"/>
                </a:solidFill>
                <a:ea typeface="宋体" pitchFamily="2" charset="-122"/>
                <a:cs typeface="Times New Roman" panose="02020503050405090304" pitchFamily="18" charset="0"/>
              </a:rPr>
              <a:t>… ,  </a:t>
            </a:r>
            <a:r>
              <a:rPr lang="en-US" altLang="zh-CN" sz="3500" dirty="0">
                <a:solidFill>
                  <a:srgbClr val="000099"/>
                </a:solidFill>
                <a:ea typeface="宋体" pitchFamily="2" charset="-122"/>
              </a:rPr>
              <a:t>a</a:t>
            </a:r>
            <a:r>
              <a:rPr lang="en-US" altLang="zh-CN" sz="3500" baseline="-46000" dirty="0">
                <a:solidFill>
                  <a:srgbClr val="000099"/>
                </a:solidFill>
                <a:ea typeface="宋体" pitchFamily="2" charset="-122"/>
              </a:rPr>
              <a:t>n-1</a:t>
            </a:r>
            <a:r>
              <a:rPr lang="en-US" altLang="zh-CN" sz="3500" dirty="0">
                <a:solidFill>
                  <a:srgbClr val="000099"/>
                </a:solidFill>
                <a:ea typeface="宋体" pitchFamily="2" charset="-122"/>
              </a:rPr>
              <a:t>,  a</a:t>
            </a:r>
            <a:r>
              <a:rPr lang="en-US" altLang="zh-CN" sz="3500" baseline="-46000" dirty="0">
                <a:solidFill>
                  <a:srgbClr val="000099"/>
                </a:solidFill>
                <a:ea typeface="宋体" pitchFamily="2" charset="-122"/>
              </a:rPr>
              <a:t>n  </a:t>
            </a:r>
            <a:r>
              <a:rPr lang="en-US" altLang="zh-CN" sz="3500" dirty="0">
                <a:solidFill>
                  <a:srgbClr val="000099"/>
                </a:solidFill>
                <a:ea typeface="宋体" pitchFamily="2" charset="-122"/>
              </a:rPr>
              <a:t>)</a:t>
            </a:r>
            <a:endParaRPr lang="en-US" altLang="zh-CN" sz="3500" dirty="0">
              <a:solidFill>
                <a:srgbClr val="000099"/>
              </a:solidFill>
              <a:ea typeface="宋体" pitchFamily="2" charset="-122"/>
            </a:endParaRPr>
          </a:p>
        </p:txBody>
      </p:sp>
      <p:grpSp>
        <p:nvGrpSpPr>
          <p:cNvPr id="2" name="Group 3"/>
          <p:cNvGrpSpPr/>
          <p:nvPr/>
        </p:nvGrpSpPr>
        <p:grpSpPr bwMode="auto">
          <a:xfrm>
            <a:off x="3048000" y="2060579"/>
            <a:ext cx="762000" cy="554038"/>
            <a:chOff x="672" y="2518"/>
            <a:chExt cx="480" cy="349"/>
          </a:xfrm>
        </p:grpSpPr>
        <p:sp>
          <p:nvSpPr>
            <p:cNvPr id="13387" name="Rectangle 4"/>
            <p:cNvSpPr>
              <a:spLocks noChangeArrowheads="1"/>
            </p:cNvSpPr>
            <p:nvPr/>
          </p:nvSpPr>
          <p:spPr bwMode="auto">
            <a:xfrm>
              <a:off x="672" y="2592"/>
              <a:ext cx="336" cy="240"/>
            </a:xfrm>
            <a:prstGeom prst="rect">
              <a:avLst/>
            </a:prstGeom>
            <a:noFill/>
            <a:ln w="25400" cap="sq">
              <a:solidFill>
                <a:srgbClr val="008000"/>
              </a:solidFill>
              <a:miter lim="800000"/>
            </a:ln>
          </p:spPr>
          <p:txBody>
            <a:bodyPr wrap="none" anchor="ctr"/>
            <a:lstStyle/>
            <a:p>
              <a:endParaRPr lang="zh-CN" altLang="en-US"/>
            </a:p>
          </p:txBody>
        </p:sp>
        <p:sp>
          <p:nvSpPr>
            <p:cNvPr id="13388" name="Rectangle 5"/>
            <p:cNvSpPr>
              <a:spLocks noChangeArrowheads="1"/>
            </p:cNvSpPr>
            <p:nvPr/>
          </p:nvSpPr>
          <p:spPr bwMode="auto">
            <a:xfrm>
              <a:off x="1008" y="2592"/>
              <a:ext cx="144" cy="240"/>
            </a:xfrm>
            <a:prstGeom prst="rect">
              <a:avLst/>
            </a:prstGeom>
            <a:noFill/>
            <a:ln w="25400" cap="sq">
              <a:solidFill>
                <a:srgbClr val="008000"/>
              </a:solidFill>
              <a:miter lim="800000"/>
            </a:ln>
          </p:spPr>
          <p:txBody>
            <a:bodyPr wrap="none" anchor="ctr"/>
            <a:lstStyle/>
            <a:p>
              <a:endParaRPr lang="zh-CN" altLang="en-US"/>
            </a:p>
          </p:txBody>
        </p:sp>
        <p:sp>
          <p:nvSpPr>
            <p:cNvPr id="13389" name="Rectangle 6"/>
            <p:cNvSpPr>
              <a:spLocks noChangeArrowheads="1"/>
            </p:cNvSpPr>
            <p:nvPr/>
          </p:nvSpPr>
          <p:spPr bwMode="auto">
            <a:xfrm>
              <a:off x="687" y="2518"/>
              <a:ext cx="300" cy="349"/>
            </a:xfrm>
            <a:prstGeom prst="rect">
              <a:avLst/>
            </a:prstGeom>
            <a:noFill/>
            <a:ln w="12700" cap="sq">
              <a:noFill/>
              <a:miter lim="800000"/>
            </a:ln>
          </p:spPr>
          <p:txBody>
            <a:bodyPr wrap="none">
              <a:spAutoFit/>
            </a:bodyPr>
            <a:lstStyle/>
            <a:p>
              <a:pPr algn="ctr"/>
              <a:r>
                <a:rPr lang="en-US" altLang="zh-CN" sz="3000">
                  <a:solidFill>
                    <a:srgbClr val="000099"/>
                  </a:solidFill>
                  <a:ea typeface="宋体" pitchFamily="2" charset="-122"/>
                </a:rPr>
                <a:t>a</a:t>
              </a:r>
              <a:r>
                <a:rPr lang="en-US" altLang="zh-CN" sz="3000" baseline="-46000">
                  <a:solidFill>
                    <a:srgbClr val="000099"/>
                  </a:solidFill>
                  <a:ea typeface="宋体" pitchFamily="2" charset="-122"/>
                </a:rPr>
                <a:t>1</a:t>
              </a:r>
              <a:endParaRPr lang="en-US" altLang="zh-CN" sz="3000" baseline="-46000">
                <a:solidFill>
                  <a:srgbClr val="000099"/>
                </a:solidFill>
                <a:ea typeface="宋体" pitchFamily="2" charset="-122"/>
              </a:endParaRPr>
            </a:p>
          </p:txBody>
        </p:sp>
      </p:grpSp>
      <p:sp>
        <p:nvSpPr>
          <p:cNvPr id="540679" name="Text Box 7"/>
          <p:cNvSpPr txBox="1">
            <a:spLocks noChangeArrowheads="1"/>
          </p:cNvSpPr>
          <p:nvPr/>
        </p:nvSpPr>
        <p:spPr bwMode="auto">
          <a:xfrm>
            <a:off x="2534956" y="1447801"/>
            <a:ext cx="518091" cy="492443"/>
          </a:xfrm>
          <a:prstGeom prst="rect">
            <a:avLst/>
          </a:prstGeom>
          <a:noFill/>
          <a:ln w="9525">
            <a:noFill/>
            <a:miter lim="800000"/>
          </a:ln>
        </p:spPr>
        <p:txBody>
          <a:bodyPr wrap="none">
            <a:spAutoFit/>
          </a:bodyPr>
          <a:lstStyle/>
          <a:p>
            <a:pPr algn="ctr"/>
            <a:r>
              <a:rPr lang="en-US" altLang="zh-CN" sz="2600">
                <a:solidFill>
                  <a:srgbClr val="FF3300"/>
                </a:solidFill>
                <a:ea typeface="宋体" pitchFamily="2" charset="-122"/>
              </a:rPr>
              <a:t>list</a:t>
            </a:r>
            <a:endParaRPr lang="en-US" altLang="zh-CN" sz="2600">
              <a:solidFill>
                <a:srgbClr val="FF3300"/>
              </a:solidFill>
              <a:ea typeface="宋体" pitchFamily="2" charset="-122"/>
            </a:endParaRPr>
          </a:p>
        </p:txBody>
      </p:sp>
      <p:sp>
        <p:nvSpPr>
          <p:cNvPr id="540680" name="Line 8"/>
          <p:cNvSpPr>
            <a:spLocks noChangeShapeType="1"/>
          </p:cNvSpPr>
          <p:nvPr/>
        </p:nvSpPr>
        <p:spPr bwMode="auto">
          <a:xfrm>
            <a:off x="2819400" y="1855788"/>
            <a:ext cx="228600" cy="304800"/>
          </a:xfrm>
          <a:prstGeom prst="line">
            <a:avLst/>
          </a:prstGeom>
          <a:noFill/>
          <a:ln w="19050" cap="sq">
            <a:solidFill>
              <a:schemeClr val="accent2"/>
            </a:solidFill>
            <a:round/>
            <a:tailEnd type="triangle" w="med" len="med"/>
          </a:ln>
        </p:spPr>
        <p:txBody>
          <a:bodyPr wrap="none" anchor="ctr"/>
          <a:lstStyle/>
          <a:p>
            <a:endParaRPr lang="zh-CN" altLang="en-US"/>
          </a:p>
        </p:txBody>
      </p:sp>
      <p:grpSp>
        <p:nvGrpSpPr>
          <p:cNvPr id="3" name="Group 9"/>
          <p:cNvGrpSpPr/>
          <p:nvPr/>
        </p:nvGrpSpPr>
        <p:grpSpPr bwMode="auto">
          <a:xfrm>
            <a:off x="4191000" y="2060579"/>
            <a:ext cx="762000" cy="554038"/>
            <a:chOff x="672" y="2518"/>
            <a:chExt cx="480" cy="349"/>
          </a:xfrm>
        </p:grpSpPr>
        <p:sp>
          <p:nvSpPr>
            <p:cNvPr id="13384" name="Rectangle 10"/>
            <p:cNvSpPr>
              <a:spLocks noChangeArrowheads="1"/>
            </p:cNvSpPr>
            <p:nvPr/>
          </p:nvSpPr>
          <p:spPr bwMode="auto">
            <a:xfrm>
              <a:off x="672" y="2592"/>
              <a:ext cx="336" cy="240"/>
            </a:xfrm>
            <a:prstGeom prst="rect">
              <a:avLst/>
            </a:prstGeom>
            <a:noFill/>
            <a:ln w="25400" cap="sq">
              <a:solidFill>
                <a:srgbClr val="008000"/>
              </a:solidFill>
              <a:miter lim="800000"/>
            </a:ln>
          </p:spPr>
          <p:txBody>
            <a:bodyPr wrap="none" anchor="ctr"/>
            <a:lstStyle/>
            <a:p>
              <a:endParaRPr lang="zh-CN" altLang="en-US"/>
            </a:p>
          </p:txBody>
        </p:sp>
        <p:sp>
          <p:nvSpPr>
            <p:cNvPr id="13385" name="Rectangle 11"/>
            <p:cNvSpPr>
              <a:spLocks noChangeArrowheads="1"/>
            </p:cNvSpPr>
            <p:nvPr/>
          </p:nvSpPr>
          <p:spPr bwMode="auto">
            <a:xfrm>
              <a:off x="1008" y="2592"/>
              <a:ext cx="144" cy="240"/>
            </a:xfrm>
            <a:prstGeom prst="rect">
              <a:avLst/>
            </a:prstGeom>
            <a:noFill/>
            <a:ln w="25400" cap="sq">
              <a:solidFill>
                <a:srgbClr val="008000"/>
              </a:solidFill>
              <a:miter lim="800000"/>
            </a:ln>
          </p:spPr>
          <p:txBody>
            <a:bodyPr wrap="none" anchor="ctr"/>
            <a:lstStyle/>
            <a:p>
              <a:endParaRPr lang="zh-CN" altLang="en-US"/>
            </a:p>
          </p:txBody>
        </p:sp>
        <p:sp>
          <p:nvSpPr>
            <p:cNvPr id="13386" name="Rectangle 12"/>
            <p:cNvSpPr>
              <a:spLocks noChangeArrowheads="1"/>
            </p:cNvSpPr>
            <p:nvPr/>
          </p:nvSpPr>
          <p:spPr bwMode="auto">
            <a:xfrm>
              <a:off x="687" y="2518"/>
              <a:ext cx="300" cy="349"/>
            </a:xfrm>
            <a:prstGeom prst="rect">
              <a:avLst/>
            </a:prstGeom>
            <a:noFill/>
            <a:ln w="12700" cap="sq">
              <a:noFill/>
              <a:miter lim="800000"/>
            </a:ln>
          </p:spPr>
          <p:txBody>
            <a:bodyPr wrap="none">
              <a:spAutoFit/>
            </a:bodyPr>
            <a:lstStyle/>
            <a:p>
              <a:pPr algn="ctr"/>
              <a:r>
                <a:rPr lang="en-US" altLang="zh-CN" sz="3000">
                  <a:solidFill>
                    <a:srgbClr val="000099"/>
                  </a:solidFill>
                  <a:ea typeface="宋体" pitchFamily="2" charset="-122"/>
                </a:rPr>
                <a:t>a</a:t>
              </a:r>
              <a:r>
                <a:rPr lang="en-US" altLang="zh-CN" sz="3000" baseline="-46000">
                  <a:solidFill>
                    <a:srgbClr val="000099"/>
                  </a:solidFill>
                  <a:ea typeface="宋体" pitchFamily="2" charset="-122"/>
                </a:rPr>
                <a:t>2</a:t>
              </a:r>
              <a:endParaRPr lang="en-US" altLang="zh-CN" sz="3000" baseline="-46000">
                <a:solidFill>
                  <a:srgbClr val="000099"/>
                </a:solidFill>
                <a:ea typeface="宋体" pitchFamily="2" charset="-122"/>
              </a:endParaRPr>
            </a:p>
          </p:txBody>
        </p:sp>
      </p:grpSp>
      <p:sp>
        <p:nvSpPr>
          <p:cNvPr id="540685" name="Line 13"/>
          <p:cNvSpPr>
            <a:spLocks noChangeShapeType="1"/>
          </p:cNvSpPr>
          <p:nvPr/>
        </p:nvSpPr>
        <p:spPr bwMode="auto">
          <a:xfrm>
            <a:off x="3651250" y="2365375"/>
            <a:ext cx="533400" cy="0"/>
          </a:xfrm>
          <a:prstGeom prst="line">
            <a:avLst/>
          </a:prstGeom>
          <a:noFill/>
          <a:ln w="19050" cap="sq">
            <a:solidFill>
              <a:schemeClr val="accent2"/>
            </a:solidFill>
            <a:round/>
            <a:tailEnd type="triangle" w="med" len="med"/>
          </a:ln>
        </p:spPr>
        <p:txBody>
          <a:bodyPr wrap="none" anchor="ctr"/>
          <a:lstStyle/>
          <a:p>
            <a:endParaRPr lang="zh-CN" altLang="en-US"/>
          </a:p>
        </p:txBody>
      </p:sp>
      <p:grpSp>
        <p:nvGrpSpPr>
          <p:cNvPr id="4" name="Group 14"/>
          <p:cNvGrpSpPr/>
          <p:nvPr/>
        </p:nvGrpSpPr>
        <p:grpSpPr bwMode="auto">
          <a:xfrm>
            <a:off x="5351463" y="2060579"/>
            <a:ext cx="762000" cy="554038"/>
            <a:chOff x="672" y="2518"/>
            <a:chExt cx="480" cy="349"/>
          </a:xfrm>
        </p:grpSpPr>
        <p:sp>
          <p:nvSpPr>
            <p:cNvPr id="13381" name="Rectangle 15"/>
            <p:cNvSpPr>
              <a:spLocks noChangeArrowheads="1"/>
            </p:cNvSpPr>
            <p:nvPr/>
          </p:nvSpPr>
          <p:spPr bwMode="auto">
            <a:xfrm>
              <a:off x="672" y="2592"/>
              <a:ext cx="336" cy="240"/>
            </a:xfrm>
            <a:prstGeom prst="rect">
              <a:avLst/>
            </a:prstGeom>
            <a:noFill/>
            <a:ln w="25400" cap="sq">
              <a:solidFill>
                <a:srgbClr val="008000"/>
              </a:solidFill>
              <a:miter lim="800000"/>
            </a:ln>
          </p:spPr>
          <p:txBody>
            <a:bodyPr wrap="none" anchor="ctr"/>
            <a:lstStyle/>
            <a:p>
              <a:endParaRPr lang="zh-CN" altLang="en-US"/>
            </a:p>
          </p:txBody>
        </p:sp>
        <p:sp>
          <p:nvSpPr>
            <p:cNvPr id="13382" name="Rectangle 16"/>
            <p:cNvSpPr>
              <a:spLocks noChangeArrowheads="1"/>
            </p:cNvSpPr>
            <p:nvPr/>
          </p:nvSpPr>
          <p:spPr bwMode="auto">
            <a:xfrm>
              <a:off x="1008" y="2592"/>
              <a:ext cx="144" cy="240"/>
            </a:xfrm>
            <a:prstGeom prst="rect">
              <a:avLst/>
            </a:prstGeom>
            <a:noFill/>
            <a:ln w="25400" cap="sq">
              <a:solidFill>
                <a:srgbClr val="008000"/>
              </a:solidFill>
              <a:miter lim="800000"/>
            </a:ln>
          </p:spPr>
          <p:txBody>
            <a:bodyPr wrap="none" anchor="ctr"/>
            <a:lstStyle/>
            <a:p>
              <a:endParaRPr lang="zh-CN" altLang="en-US"/>
            </a:p>
          </p:txBody>
        </p:sp>
        <p:sp>
          <p:nvSpPr>
            <p:cNvPr id="13383" name="Rectangle 17"/>
            <p:cNvSpPr>
              <a:spLocks noChangeArrowheads="1"/>
            </p:cNvSpPr>
            <p:nvPr/>
          </p:nvSpPr>
          <p:spPr bwMode="auto">
            <a:xfrm>
              <a:off x="687" y="2518"/>
              <a:ext cx="300" cy="349"/>
            </a:xfrm>
            <a:prstGeom prst="rect">
              <a:avLst/>
            </a:prstGeom>
            <a:noFill/>
            <a:ln w="12700" cap="sq">
              <a:noFill/>
              <a:miter lim="800000"/>
            </a:ln>
          </p:spPr>
          <p:txBody>
            <a:bodyPr wrap="none">
              <a:spAutoFit/>
            </a:bodyPr>
            <a:lstStyle/>
            <a:p>
              <a:pPr algn="ctr"/>
              <a:r>
                <a:rPr lang="en-US" altLang="zh-CN" sz="3000">
                  <a:solidFill>
                    <a:srgbClr val="000099"/>
                  </a:solidFill>
                  <a:ea typeface="宋体" pitchFamily="2" charset="-122"/>
                </a:rPr>
                <a:t>a</a:t>
              </a:r>
              <a:r>
                <a:rPr lang="en-US" altLang="zh-CN" sz="3000" baseline="-46000">
                  <a:solidFill>
                    <a:srgbClr val="000099"/>
                  </a:solidFill>
                  <a:ea typeface="宋体" pitchFamily="2" charset="-122"/>
                </a:rPr>
                <a:t>3</a:t>
              </a:r>
              <a:endParaRPr lang="en-US" altLang="zh-CN" sz="3000" baseline="-46000">
                <a:solidFill>
                  <a:srgbClr val="000099"/>
                </a:solidFill>
                <a:ea typeface="宋体" pitchFamily="2" charset="-122"/>
              </a:endParaRPr>
            </a:p>
          </p:txBody>
        </p:sp>
      </p:grpSp>
      <p:sp>
        <p:nvSpPr>
          <p:cNvPr id="540690" name="Line 18"/>
          <p:cNvSpPr>
            <a:spLocks noChangeShapeType="1"/>
          </p:cNvSpPr>
          <p:nvPr/>
        </p:nvSpPr>
        <p:spPr bwMode="auto">
          <a:xfrm>
            <a:off x="4818063" y="2365375"/>
            <a:ext cx="533400" cy="0"/>
          </a:xfrm>
          <a:prstGeom prst="line">
            <a:avLst/>
          </a:prstGeom>
          <a:noFill/>
          <a:ln w="19050" cap="sq">
            <a:solidFill>
              <a:schemeClr val="accent2"/>
            </a:solidFill>
            <a:round/>
            <a:tailEnd type="triangle" w="med" len="med"/>
          </a:ln>
        </p:spPr>
        <p:txBody>
          <a:bodyPr wrap="none" anchor="ctr"/>
          <a:lstStyle/>
          <a:p>
            <a:endParaRPr lang="zh-CN" altLang="en-US"/>
          </a:p>
        </p:txBody>
      </p:sp>
      <p:grpSp>
        <p:nvGrpSpPr>
          <p:cNvPr id="5" name="Group 19"/>
          <p:cNvGrpSpPr/>
          <p:nvPr/>
        </p:nvGrpSpPr>
        <p:grpSpPr bwMode="auto">
          <a:xfrm>
            <a:off x="5978525" y="2060577"/>
            <a:ext cx="2268538" cy="560388"/>
            <a:chOff x="2795" y="1728"/>
            <a:chExt cx="1429" cy="353"/>
          </a:xfrm>
        </p:grpSpPr>
        <p:sp>
          <p:nvSpPr>
            <p:cNvPr id="13374" name="Line 20"/>
            <p:cNvSpPr>
              <a:spLocks noChangeShapeType="1"/>
            </p:cNvSpPr>
            <p:nvPr/>
          </p:nvSpPr>
          <p:spPr bwMode="auto">
            <a:xfrm>
              <a:off x="2795" y="1920"/>
              <a:ext cx="336" cy="0"/>
            </a:xfrm>
            <a:prstGeom prst="line">
              <a:avLst/>
            </a:prstGeom>
            <a:noFill/>
            <a:ln w="19050" cap="sq">
              <a:solidFill>
                <a:schemeClr val="accent2"/>
              </a:solidFill>
              <a:round/>
              <a:tailEnd type="triangle" w="med" len="med"/>
            </a:ln>
          </p:spPr>
          <p:txBody>
            <a:bodyPr wrap="none" anchor="ctr"/>
            <a:lstStyle/>
            <a:p>
              <a:endParaRPr lang="zh-CN" altLang="en-US"/>
            </a:p>
          </p:txBody>
        </p:sp>
        <p:sp>
          <p:nvSpPr>
            <p:cNvPr id="13375" name="Rectangle 21"/>
            <p:cNvSpPr>
              <a:spLocks noChangeArrowheads="1"/>
            </p:cNvSpPr>
            <p:nvPr/>
          </p:nvSpPr>
          <p:spPr bwMode="auto">
            <a:xfrm>
              <a:off x="3165" y="1728"/>
              <a:ext cx="275" cy="291"/>
            </a:xfrm>
            <a:prstGeom prst="rect">
              <a:avLst/>
            </a:prstGeom>
            <a:noFill/>
            <a:ln w="12700" cap="sq">
              <a:noFill/>
              <a:miter lim="800000"/>
            </a:ln>
          </p:spPr>
          <p:txBody>
            <a:bodyPr wrap="none">
              <a:spAutoFit/>
            </a:bodyPr>
            <a:lstStyle/>
            <a:p>
              <a:pPr algn="ctr"/>
              <a:r>
                <a:rPr lang="zh-CN" altLang="en-US" sz="2400">
                  <a:solidFill>
                    <a:schemeClr val="accent2"/>
                  </a:solidFill>
                  <a:ea typeface="宋体" pitchFamily="2" charset="-122"/>
                  <a:cs typeface="Times New Roman" panose="02020503050405090304" pitchFamily="18" charset="0"/>
                </a:rPr>
                <a:t>…</a:t>
              </a:r>
              <a:endParaRPr lang="zh-CN" altLang="en-US" sz="2400">
                <a:solidFill>
                  <a:schemeClr val="accent2"/>
                </a:solidFill>
                <a:ea typeface="宋体" pitchFamily="2" charset="-122"/>
                <a:cs typeface="Times New Roman" panose="02020503050405090304" pitchFamily="18" charset="0"/>
              </a:endParaRPr>
            </a:p>
          </p:txBody>
        </p:sp>
        <p:sp>
          <p:nvSpPr>
            <p:cNvPr id="13376" name="Line 22"/>
            <p:cNvSpPr>
              <a:spLocks noChangeShapeType="1"/>
            </p:cNvSpPr>
            <p:nvPr/>
          </p:nvSpPr>
          <p:spPr bwMode="auto">
            <a:xfrm>
              <a:off x="3415" y="1920"/>
              <a:ext cx="336" cy="0"/>
            </a:xfrm>
            <a:prstGeom prst="line">
              <a:avLst/>
            </a:prstGeom>
            <a:noFill/>
            <a:ln w="19050" cap="sq">
              <a:solidFill>
                <a:schemeClr val="accent2"/>
              </a:solidFill>
              <a:round/>
              <a:tailEnd type="triangle" w="med" len="med"/>
            </a:ln>
          </p:spPr>
          <p:txBody>
            <a:bodyPr wrap="none" anchor="ctr"/>
            <a:lstStyle/>
            <a:p>
              <a:endParaRPr lang="zh-CN" altLang="en-US"/>
            </a:p>
          </p:txBody>
        </p:sp>
        <p:grpSp>
          <p:nvGrpSpPr>
            <p:cNvPr id="6" name="Group 23"/>
            <p:cNvGrpSpPr/>
            <p:nvPr/>
          </p:nvGrpSpPr>
          <p:grpSpPr bwMode="auto">
            <a:xfrm>
              <a:off x="3701" y="1732"/>
              <a:ext cx="523" cy="349"/>
              <a:chOff x="629" y="2518"/>
              <a:chExt cx="523" cy="349"/>
            </a:xfrm>
          </p:grpSpPr>
          <p:sp>
            <p:nvSpPr>
              <p:cNvPr id="13378" name="Rectangle 24"/>
              <p:cNvSpPr>
                <a:spLocks noChangeArrowheads="1"/>
              </p:cNvSpPr>
              <p:nvPr/>
            </p:nvSpPr>
            <p:spPr bwMode="auto">
              <a:xfrm>
                <a:off x="672" y="2592"/>
                <a:ext cx="336" cy="240"/>
              </a:xfrm>
              <a:prstGeom prst="rect">
                <a:avLst/>
              </a:prstGeom>
              <a:noFill/>
              <a:ln w="25400" cap="sq">
                <a:solidFill>
                  <a:srgbClr val="008000"/>
                </a:solidFill>
                <a:miter lim="800000"/>
              </a:ln>
            </p:spPr>
            <p:txBody>
              <a:bodyPr wrap="none" anchor="ctr"/>
              <a:lstStyle/>
              <a:p>
                <a:endParaRPr lang="zh-CN" altLang="en-US"/>
              </a:p>
            </p:txBody>
          </p:sp>
          <p:sp>
            <p:nvSpPr>
              <p:cNvPr id="13379" name="Rectangle 25"/>
              <p:cNvSpPr>
                <a:spLocks noChangeArrowheads="1"/>
              </p:cNvSpPr>
              <p:nvPr/>
            </p:nvSpPr>
            <p:spPr bwMode="auto">
              <a:xfrm>
                <a:off x="1008" y="2592"/>
                <a:ext cx="144" cy="240"/>
              </a:xfrm>
              <a:prstGeom prst="rect">
                <a:avLst/>
              </a:prstGeom>
              <a:noFill/>
              <a:ln w="25400" cap="sq">
                <a:solidFill>
                  <a:srgbClr val="008000"/>
                </a:solidFill>
                <a:miter lim="800000"/>
              </a:ln>
            </p:spPr>
            <p:txBody>
              <a:bodyPr wrap="none" anchor="ctr"/>
              <a:lstStyle/>
              <a:p>
                <a:endParaRPr lang="zh-CN" altLang="en-US"/>
              </a:p>
            </p:txBody>
          </p:sp>
          <p:sp>
            <p:nvSpPr>
              <p:cNvPr id="13380" name="Rectangle 26"/>
              <p:cNvSpPr>
                <a:spLocks noChangeArrowheads="1"/>
              </p:cNvSpPr>
              <p:nvPr/>
            </p:nvSpPr>
            <p:spPr bwMode="auto">
              <a:xfrm>
                <a:off x="629" y="2518"/>
                <a:ext cx="418" cy="349"/>
              </a:xfrm>
              <a:prstGeom prst="rect">
                <a:avLst/>
              </a:prstGeom>
              <a:noFill/>
              <a:ln w="12700" cap="sq">
                <a:noFill/>
                <a:miter lim="800000"/>
              </a:ln>
            </p:spPr>
            <p:txBody>
              <a:bodyPr wrap="none">
                <a:spAutoFit/>
              </a:bodyPr>
              <a:lstStyle/>
              <a:p>
                <a:pPr algn="ctr"/>
                <a:r>
                  <a:rPr lang="en-US" altLang="zh-CN" sz="3000">
                    <a:solidFill>
                      <a:srgbClr val="000099"/>
                    </a:solidFill>
                    <a:ea typeface="宋体" pitchFamily="2" charset="-122"/>
                  </a:rPr>
                  <a:t>a</a:t>
                </a:r>
                <a:r>
                  <a:rPr lang="en-US" altLang="zh-CN" sz="3000" baseline="-46000">
                    <a:solidFill>
                      <a:srgbClr val="000099"/>
                    </a:solidFill>
                    <a:ea typeface="宋体" pitchFamily="2" charset="-122"/>
                  </a:rPr>
                  <a:t>n-1</a:t>
                </a:r>
                <a:endParaRPr lang="en-US" altLang="zh-CN" sz="3000" baseline="-46000">
                  <a:solidFill>
                    <a:srgbClr val="000099"/>
                  </a:solidFill>
                  <a:ea typeface="宋体" pitchFamily="2" charset="-122"/>
                </a:endParaRPr>
              </a:p>
            </p:txBody>
          </p:sp>
        </p:grpSp>
      </p:grpSp>
      <p:sp>
        <p:nvSpPr>
          <p:cNvPr id="540699" name="Line 27"/>
          <p:cNvSpPr>
            <a:spLocks noChangeShapeType="1"/>
          </p:cNvSpPr>
          <p:nvPr/>
        </p:nvSpPr>
        <p:spPr bwMode="auto">
          <a:xfrm>
            <a:off x="8129588" y="2347913"/>
            <a:ext cx="533400" cy="0"/>
          </a:xfrm>
          <a:prstGeom prst="line">
            <a:avLst/>
          </a:prstGeom>
          <a:noFill/>
          <a:ln w="19050" cap="sq">
            <a:solidFill>
              <a:schemeClr val="accent2"/>
            </a:solidFill>
            <a:round/>
            <a:tailEnd type="triangle" w="med" len="med"/>
          </a:ln>
        </p:spPr>
        <p:txBody>
          <a:bodyPr wrap="none" anchor="ctr"/>
          <a:lstStyle/>
          <a:p>
            <a:endParaRPr lang="zh-CN" altLang="en-US"/>
          </a:p>
        </p:txBody>
      </p:sp>
      <p:grpSp>
        <p:nvGrpSpPr>
          <p:cNvPr id="7" name="Group 28"/>
          <p:cNvGrpSpPr/>
          <p:nvPr/>
        </p:nvGrpSpPr>
        <p:grpSpPr bwMode="auto">
          <a:xfrm>
            <a:off x="8674105" y="2060577"/>
            <a:ext cx="830263" cy="649288"/>
            <a:chOff x="4460" y="1717"/>
            <a:chExt cx="523" cy="409"/>
          </a:xfrm>
        </p:grpSpPr>
        <p:grpSp>
          <p:nvGrpSpPr>
            <p:cNvPr id="8" name="Group 29"/>
            <p:cNvGrpSpPr/>
            <p:nvPr/>
          </p:nvGrpSpPr>
          <p:grpSpPr bwMode="auto">
            <a:xfrm>
              <a:off x="4460" y="1717"/>
              <a:ext cx="480" cy="349"/>
              <a:chOff x="672" y="2518"/>
              <a:chExt cx="480" cy="349"/>
            </a:xfrm>
          </p:grpSpPr>
          <p:sp>
            <p:nvSpPr>
              <p:cNvPr id="13371" name="Rectangle 30"/>
              <p:cNvSpPr>
                <a:spLocks noChangeArrowheads="1"/>
              </p:cNvSpPr>
              <p:nvPr/>
            </p:nvSpPr>
            <p:spPr bwMode="auto">
              <a:xfrm>
                <a:off x="672" y="2592"/>
                <a:ext cx="336" cy="240"/>
              </a:xfrm>
              <a:prstGeom prst="rect">
                <a:avLst/>
              </a:prstGeom>
              <a:noFill/>
              <a:ln w="25400" cap="sq">
                <a:solidFill>
                  <a:srgbClr val="008000"/>
                </a:solidFill>
                <a:miter lim="800000"/>
              </a:ln>
            </p:spPr>
            <p:txBody>
              <a:bodyPr wrap="none" anchor="ctr"/>
              <a:lstStyle/>
              <a:p>
                <a:endParaRPr lang="zh-CN" altLang="en-US"/>
              </a:p>
            </p:txBody>
          </p:sp>
          <p:sp>
            <p:nvSpPr>
              <p:cNvPr id="13372" name="Rectangle 31"/>
              <p:cNvSpPr>
                <a:spLocks noChangeArrowheads="1"/>
              </p:cNvSpPr>
              <p:nvPr/>
            </p:nvSpPr>
            <p:spPr bwMode="auto">
              <a:xfrm>
                <a:off x="1008" y="2592"/>
                <a:ext cx="144" cy="240"/>
              </a:xfrm>
              <a:prstGeom prst="rect">
                <a:avLst/>
              </a:prstGeom>
              <a:noFill/>
              <a:ln w="25400" cap="sq">
                <a:solidFill>
                  <a:srgbClr val="008000"/>
                </a:solidFill>
                <a:miter lim="800000"/>
              </a:ln>
            </p:spPr>
            <p:txBody>
              <a:bodyPr wrap="none" anchor="ctr"/>
              <a:lstStyle/>
              <a:p>
                <a:endParaRPr lang="zh-CN" altLang="en-US"/>
              </a:p>
            </p:txBody>
          </p:sp>
          <p:sp>
            <p:nvSpPr>
              <p:cNvPr id="13373" name="Rectangle 32"/>
              <p:cNvSpPr>
                <a:spLocks noChangeArrowheads="1"/>
              </p:cNvSpPr>
              <p:nvPr/>
            </p:nvSpPr>
            <p:spPr bwMode="auto">
              <a:xfrm>
                <a:off x="687" y="2518"/>
                <a:ext cx="300" cy="349"/>
              </a:xfrm>
              <a:prstGeom prst="rect">
                <a:avLst/>
              </a:prstGeom>
              <a:noFill/>
              <a:ln w="12700" cap="sq">
                <a:noFill/>
                <a:miter lim="800000"/>
              </a:ln>
            </p:spPr>
            <p:txBody>
              <a:bodyPr wrap="none">
                <a:spAutoFit/>
              </a:bodyPr>
              <a:lstStyle/>
              <a:p>
                <a:pPr algn="ctr"/>
                <a:r>
                  <a:rPr lang="en-US" altLang="zh-CN" sz="3000">
                    <a:solidFill>
                      <a:srgbClr val="000099"/>
                    </a:solidFill>
                    <a:ea typeface="宋体" pitchFamily="2" charset="-122"/>
                  </a:rPr>
                  <a:t>a</a:t>
                </a:r>
                <a:r>
                  <a:rPr lang="en-US" altLang="zh-CN" sz="3000" baseline="-46000">
                    <a:solidFill>
                      <a:srgbClr val="000099"/>
                    </a:solidFill>
                    <a:ea typeface="宋体" pitchFamily="2" charset="-122"/>
                  </a:rPr>
                  <a:t>n</a:t>
                </a:r>
                <a:endParaRPr lang="en-US" altLang="zh-CN" sz="3000" baseline="-46000">
                  <a:solidFill>
                    <a:srgbClr val="000099"/>
                  </a:solidFill>
                  <a:ea typeface="宋体" pitchFamily="2" charset="-122"/>
                </a:endParaRPr>
              </a:p>
            </p:txBody>
          </p:sp>
        </p:grpSp>
        <p:sp>
          <p:nvSpPr>
            <p:cNvPr id="13370" name="Text Box 33"/>
            <p:cNvSpPr txBox="1">
              <a:spLocks noChangeArrowheads="1"/>
            </p:cNvSpPr>
            <p:nvPr/>
          </p:nvSpPr>
          <p:spPr bwMode="auto">
            <a:xfrm>
              <a:off x="4777" y="1787"/>
              <a:ext cx="206" cy="339"/>
            </a:xfrm>
            <a:prstGeom prst="rect">
              <a:avLst/>
            </a:prstGeom>
            <a:noFill/>
            <a:ln w="12700" cap="sq">
              <a:noFill/>
              <a:miter lim="800000"/>
            </a:ln>
          </p:spPr>
          <p:txBody>
            <a:bodyPr wrap="none">
              <a:spAutoFit/>
            </a:bodyPr>
            <a:lstStyle/>
            <a:p>
              <a:pPr algn="ctr"/>
              <a:r>
                <a:rPr lang="en-US" altLang="zh-CN" sz="2900">
                  <a:solidFill>
                    <a:schemeClr val="bg2"/>
                  </a:solidFill>
                </a:rPr>
                <a:t>^</a:t>
              </a:r>
              <a:endParaRPr lang="zh-CN" altLang="en-US" sz="2900">
                <a:solidFill>
                  <a:schemeClr val="bg2"/>
                </a:solidFill>
              </a:endParaRPr>
            </a:p>
          </p:txBody>
        </p:sp>
      </p:grpSp>
      <p:grpSp>
        <p:nvGrpSpPr>
          <p:cNvPr id="9" name="Group 34"/>
          <p:cNvGrpSpPr/>
          <p:nvPr/>
        </p:nvGrpSpPr>
        <p:grpSpPr bwMode="auto">
          <a:xfrm>
            <a:off x="2486026" y="3775077"/>
            <a:ext cx="3675063" cy="1106488"/>
            <a:chOff x="606" y="2378"/>
            <a:chExt cx="2315" cy="697"/>
          </a:xfrm>
        </p:grpSpPr>
        <p:grpSp>
          <p:nvGrpSpPr>
            <p:cNvPr id="10" name="Group 35"/>
            <p:cNvGrpSpPr/>
            <p:nvPr/>
          </p:nvGrpSpPr>
          <p:grpSpPr bwMode="auto">
            <a:xfrm>
              <a:off x="960" y="2726"/>
              <a:ext cx="480" cy="349"/>
              <a:chOff x="672" y="2518"/>
              <a:chExt cx="480" cy="349"/>
            </a:xfrm>
          </p:grpSpPr>
          <p:sp>
            <p:nvSpPr>
              <p:cNvPr id="13366" name="Rectangle 36"/>
              <p:cNvSpPr>
                <a:spLocks noChangeArrowheads="1"/>
              </p:cNvSpPr>
              <p:nvPr/>
            </p:nvSpPr>
            <p:spPr bwMode="auto">
              <a:xfrm>
                <a:off x="672" y="2592"/>
                <a:ext cx="336" cy="240"/>
              </a:xfrm>
              <a:prstGeom prst="rect">
                <a:avLst/>
              </a:prstGeom>
              <a:noFill/>
              <a:ln w="25400" cap="sq">
                <a:solidFill>
                  <a:srgbClr val="008000"/>
                </a:solidFill>
                <a:miter lim="800000"/>
              </a:ln>
            </p:spPr>
            <p:txBody>
              <a:bodyPr wrap="none" anchor="ctr"/>
              <a:lstStyle/>
              <a:p>
                <a:endParaRPr lang="zh-CN" altLang="en-US"/>
              </a:p>
            </p:txBody>
          </p:sp>
          <p:sp>
            <p:nvSpPr>
              <p:cNvPr id="13367" name="Rectangle 37"/>
              <p:cNvSpPr>
                <a:spLocks noChangeArrowheads="1"/>
              </p:cNvSpPr>
              <p:nvPr/>
            </p:nvSpPr>
            <p:spPr bwMode="auto">
              <a:xfrm>
                <a:off x="1008" y="2592"/>
                <a:ext cx="144" cy="240"/>
              </a:xfrm>
              <a:prstGeom prst="rect">
                <a:avLst/>
              </a:prstGeom>
              <a:noFill/>
              <a:ln w="25400" cap="sq">
                <a:solidFill>
                  <a:srgbClr val="008000"/>
                </a:solidFill>
                <a:miter lim="800000"/>
              </a:ln>
            </p:spPr>
            <p:txBody>
              <a:bodyPr wrap="none" anchor="ctr"/>
              <a:lstStyle/>
              <a:p>
                <a:endParaRPr lang="zh-CN" altLang="en-US"/>
              </a:p>
            </p:txBody>
          </p:sp>
          <p:sp>
            <p:nvSpPr>
              <p:cNvPr id="13368" name="Rectangle 38"/>
              <p:cNvSpPr>
                <a:spLocks noChangeArrowheads="1"/>
              </p:cNvSpPr>
              <p:nvPr/>
            </p:nvSpPr>
            <p:spPr bwMode="auto">
              <a:xfrm>
                <a:off x="687" y="2518"/>
                <a:ext cx="300" cy="349"/>
              </a:xfrm>
              <a:prstGeom prst="rect">
                <a:avLst/>
              </a:prstGeom>
              <a:noFill/>
              <a:ln w="12700" cap="sq">
                <a:noFill/>
                <a:miter lim="800000"/>
              </a:ln>
            </p:spPr>
            <p:txBody>
              <a:bodyPr wrap="none">
                <a:spAutoFit/>
              </a:bodyPr>
              <a:lstStyle/>
              <a:p>
                <a:pPr algn="ctr"/>
                <a:r>
                  <a:rPr lang="en-US" altLang="zh-CN" sz="3000">
                    <a:solidFill>
                      <a:srgbClr val="000099"/>
                    </a:solidFill>
                    <a:ea typeface="宋体" pitchFamily="2" charset="-122"/>
                  </a:rPr>
                  <a:t>a</a:t>
                </a:r>
                <a:r>
                  <a:rPr lang="en-US" altLang="zh-CN" sz="3000" baseline="-46000">
                    <a:solidFill>
                      <a:srgbClr val="000099"/>
                    </a:solidFill>
                    <a:ea typeface="宋体" pitchFamily="2" charset="-122"/>
                  </a:rPr>
                  <a:t>1</a:t>
                </a:r>
                <a:endParaRPr lang="en-US" altLang="zh-CN" sz="3000" baseline="-46000">
                  <a:solidFill>
                    <a:srgbClr val="000099"/>
                  </a:solidFill>
                  <a:ea typeface="宋体" pitchFamily="2" charset="-122"/>
                </a:endParaRPr>
              </a:p>
            </p:txBody>
          </p:sp>
        </p:grpSp>
        <p:grpSp>
          <p:nvGrpSpPr>
            <p:cNvPr id="11" name="Group 39"/>
            <p:cNvGrpSpPr/>
            <p:nvPr/>
          </p:nvGrpSpPr>
          <p:grpSpPr bwMode="auto">
            <a:xfrm>
              <a:off x="1702" y="2726"/>
              <a:ext cx="480" cy="349"/>
              <a:chOff x="672" y="2518"/>
              <a:chExt cx="480" cy="349"/>
            </a:xfrm>
          </p:grpSpPr>
          <p:sp>
            <p:nvSpPr>
              <p:cNvPr id="13363" name="Rectangle 40"/>
              <p:cNvSpPr>
                <a:spLocks noChangeArrowheads="1"/>
              </p:cNvSpPr>
              <p:nvPr/>
            </p:nvSpPr>
            <p:spPr bwMode="auto">
              <a:xfrm>
                <a:off x="672" y="2592"/>
                <a:ext cx="336" cy="240"/>
              </a:xfrm>
              <a:prstGeom prst="rect">
                <a:avLst/>
              </a:prstGeom>
              <a:noFill/>
              <a:ln w="25400" cap="sq">
                <a:solidFill>
                  <a:srgbClr val="008000"/>
                </a:solidFill>
                <a:miter lim="800000"/>
              </a:ln>
            </p:spPr>
            <p:txBody>
              <a:bodyPr wrap="none" anchor="ctr"/>
              <a:lstStyle/>
              <a:p>
                <a:endParaRPr lang="zh-CN" altLang="en-US"/>
              </a:p>
            </p:txBody>
          </p:sp>
          <p:sp>
            <p:nvSpPr>
              <p:cNvPr id="13364" name="Rectangle 41"/>
              <p:cNvSpPr>
                <a:spLocks noChangeArrowheads="1"/>
              </p:cNvSpPr>
              <p:nvPr/>
            </p:nvSpPr>
            <p:spPr bwMode="auto">
              <a:xfrm>
                <a:off x="1008" y="2592"/>
                <a:ext cx="144" cy="240"/>
              </a:xfrm>
              <a:prstGeom prst="rect">
                <a:avLst/>
              </a:prstGeom>
              <a:noFill/>
              <a:ln w="25400" cap="sq">
                <a:solidFill>
                  <a:srgbClr val="008000"/>
                </a:solidFill>
                <a:miter lim="800000"/>
              </a:ln>
            </p:spPr>
            <p:txBody>
              <a:bodyPr wrap="none" anchor="ctr"/>
              <a:lstStyle/>
              <a:p>
                <a:endParaRPr lang="zh-CN" altLang="en-US"/>
              </a:p>
            </p:txBody>
          </p:sp>
          <p:sp>
            <p:nvSpPr>
              <p:cNvPr id="13365" name="Rectangle 42"/>
              <p:cNvSpPr>
                <a:spLocks noChangeArrowheads="1"/>
              </p:cNvSpPr>
              <p:nvPr/>
            </p:nvSpPr>
            <p:spPr bwMode="auto">
              <a:xfrm>
                <a:off x="687" y="2518"/>
                <a:ext cx="300" cy="349"/>
              </a:xfrm>
              <a:prstGeom prst="rect">
                <a:avLst/>
              </a:prstGeom>
              <a:noFill/>
              <a:ln w="12700" cap="sq">
                <a:noFill/>
                <a:miter lim="800000"/>
              </a:ln>
            </p:spPr>
            <p:txBody>
              <a:bodyPr wrap="none">
                <a:spAutoFit/>
              </a:bodyPr>
              <a:lstStyle/>
              <a:p>
                <a:pPr algn="ctr"/>
                <a:r>
                  <a:rPr lang="en-US" altLang="zh-CN" sz="3000">
                    <a:solidFill>
                      <a:srgbClr val="000099"/>
                    </a:solidFill>
                    <a:ea typeface="宋体" pitchFamily="2" charset="-122"/>
                  </a:rPr>
                  <a:t>a</a:t>
                </a:r>
                <a:r>
                  <a:rPr lang="en-US" altLang="zh-CN" sz="3000" baseline="-46000">
                    <a:solidFill>
                      <a:srgbClr val="000099"/>
                    </a:solidFill>
                    <a:ea typeface="宋体" pitchFamily="2" charset="-122"/>
                  </a:rPr>
                  <a:t>2</a:t>
                </a:r>
                <a:endParaRPr lang="en-US" altLang="zh-CN" sz="3000" baseline="-46000">
                  <a:solidFill>
                    <a:srgbClr val="000099"/>
                  </a:solidFill>
                  <a:ea typeface="宋体" pitchFamily="2" charset="-122"/>
                </a:endParaRPr>
              </a:p>
            </p:txBody>
          </p:sp>
        </p:grpSp>
        <p:grpSp>
          <p:nvGrpSpPr>
            <p:cNvPr id="12" name="Group 43"/>
            <p:cNvGrpSpPr/>
            <p:nvPr/>
          </p:nvGrpSpPr>
          <p:grpSpPr bwMode="auto">
            <a:xfrm>
              <a:off x="2441" y="2721"/>
              <a:ext cx="480" cy="349"/>
              <a:chOff x="672" y="2518"/>
              <a:chExt cx="480" cy="349"/>
            </a:xfrm>
          </p:grpSpPr>
          <p:sp>
            <p:nvSpPr>
              <p:cNvPr id="13360" name="Rectangle 44"/>
              <p:cNvSpPr>
                <a:spLocks noChangeArrowheads="1"/>
              </p:cNvSpPr>
              <p:nvPr/>
            </p:nvSpPr>
            <p:spPr bwMode="auto">
              <a:xfrm>
                <a:off x="672" y="2592"/>
                <a:ext cx="336" cy="240"/>
              </a:xfrm>
              <a:prstGeom prst="rect">
                <a:avLst/>
              </a:prstGeom>
              <a:noFill/>
              <a:ln w="25400" cap="sq">
                <a:solidFill>
                  <a:srgbClr val="008000"/>
                </a:solidFill>
                <a:miter lim="800000"/>
              </a:ln>
            </p:spPr>
            <p:txBody>
              <a:bodyPr wrap="none" anchor="ctr"/>
              <a:lstStyle/>
              <a:p>
                <a:endParaRPr lang="zh-CN" altLang="en-US"/>
              </a:p>
            </p:txBody>
          </p:sp>
          <p:sp>
            <p:nvSpPr>
              <p:cNvPr id="13361" name="Rectangle 45"/>
              <p:cNvSpPr>
                <a:spLocks noChangeArrowheads="1"/>
              </p:cNvSpPr>
              <p:nvPr/>
            </p:nvSpPr>
            <p:spPr bwMode="auto">
              <a:xfrm>
                <a:off x="1008" y="2592"/>
                <a:ext cx="144" cy="240"/>
              </a:xfrm>
              <a:prstGeom prst="rect">
                <a:avLst/>
              </a:prstGeom>
              <a:noFill/>
              <a:ln w="25400" cap="sq">
                <a:solidFill>
                  <a:srgbClr val="008000"/>
                </a:solidFill>
                <a:miter lim="800000"/>
              </a:ln>
            </p:spPr>
            <p:txBody>
              <a:bodyPr wrap="none" anchor="ctr"/>
              <a:lstStyle/>
              <a:p>
                <a:endParaRPr lang="zh-CN" altLang="en-US"/>
              </a:p>
            </p:txBody>
          </p:sp>
          <p:sp>
            <p:nvSpPr>
              <p:cNvPr id="13362" name="Rectangle 46"/>
              <p:cNvSpPr>
                <a:spLocks noChangeArrowheads="1"/>
              </p:cNvSpPr>
              <p:nvPr/>
            </p:nvSpPr>
            <p:spPr bwMode="auto">
              <a:xfrm>
                <a:off x="687" y="2518"/>
                <a:ext cx="300" cy="349"/>
              </a:xfrm>
              <a:prstGeom prst="rect">
                <a:avLst/>
              </a:prstGeom>
              <a:noFill/>
              <a:ln w="12700" cap="sq">
                <a:noFill/>
                <a:miter lim="800000"/>
              </a:ln>
            </p:spPr>
            <p:txBody>
              <a:bodyPr wrap="none">
                <a:spAutoFit/>
              </a:bodyPr>
              <a:lstStyle/>
              <a:p>
                <a:pPr algn="ctr"/>
                <a:r>
                  <a:rPr lang="en-US" altLang="zh-CN" sz="3000">
                    <a:solidFill>
                      <a:srgbClr val="000099"/>
                    </a:solidFill>
                    <a:ea typeface="宋体" pitchFamily="2" charset="-122"/>
                  </a:rPr>
                  <a:t>a</a:t>
                </a:r>
                <a:r>
                  <a:rPr lang="en-US" altLang="zh-CN" sz="3000" baseline="-46000">
                    <a:solidFill>
                      <a:srgbClr val="000099"/>
                    </a:solidFill>
                    <a:ea typeface="宋体" pitchFamily="2" charset="-122"/>
                  </a:rPr>
                  <a:t>3</a:t>
                </a:r>
                <a:endParaRPr lang="en-US" altLang="zh-CN" sz="3000" baseline="-46000">
                  <a:solidFill>
                    <a:srgbClr val="000099"/>
                  </a:solidFill>
                  <a:ea typeface="宋体" pitchFamily="2" charset="-122"/>
                </a:endParaRPr>
              </a:p>
            </p:txBody>
          </p:sp>
        </p:grpSp>
        <p:sp>
          <p:nvSpPr>
            <p:cNvPr id="13355" name="Line 47"/>
            <p:cNvSpPr>
              <a:spLocks noChangeShapeType="1"/>
            </p:cNvSpPr>
            <p:nvPr/>
          </p:nvSpPr>
          <p:spPr bwMode="auto">
            <a:xfrm>
              <a:off x="2090" y="2928"/>
              <a:ext cx="336" cy="0"/>
            </a:xfrm>
            <a:prstGeom prst="line">
              <a:avLst/>
            </a:prstGeom>
            <a:noFill/>
            <a:ln w="19050" cap="sq">
              <a:solidFill>
                <a:schemeClr val="accent2"/>
              </a:solidFill>
              <a:round/>
              <a:tailEnd type="triangle" w="med" len="med"/>
            </a:ln>
          </p:spPr>
          <p:txBody>
            <a:bodyPr wrap="none" anchor="ctr"/>
            <a:lstStyle/>
            <a:p>
              <a:endParaRPr lang="zh-CN" altLang="en-US"/>
            </a:p>
          </p:txBody>
        </p:sp>
        <p:sp>
          <p:nvSpPr>
            <p:cNvPr id="13356" name="Line 48"/>
            <p:cNvSpPr>
              <a:spLocks noChangeShapeType="1"/>
            </p:cNvSpPr>
            <p:nvPr/>
          </p:nvSpPr>
          <p:spPr bwMode="auto">
            <a:xfrm>
              <a:off x="1355" y="2917"/>
              <a:ext cx="336" cy="0"/>
            </a:xfrm>
            <a:prstGeom prst="line">
              <a:avLst/>
            </a:prstGeom>
            <a:noFill/>
            <a:ln w="19050" cap="sq">
              <a:solidFill>
                <a:schemeClr val="accent2"/>
              </a:solidFill>
              <a:round/>
              <a:tailEnd type="triangle" w="med" len="med"/>
            </a:ln>
          </p:spPr>
          <p:txBody>
            <a:bodyPr wrap="none" anchor="ctr"/>
            <a:lstStyle/>
            <a:p>
              <a:endParaRPr lang="zh-CN" altLang="en-US"/>
            </a:p>
          </p:txBody>
        </p:sp>
        <p:sp>
          <p:nvSpPr>
            <p:cNvPr id="13357" name="Text Box 49"/>
            <p:cNvSpPr txBox="1">
              <a:spLocks noChangeArrowheads="1"/>
            </p:cNvSpPr>
            <p:nvPr/>
          </p:nvSpPr>
          <p:spPr bwMode="auto">
            <a:xfrm>
              <a:off x="606" y="2378"/>
              <a:ext cx="326" cy="310"/>
            </a:xfrm>
            <a:prstGeom prst="rect">
              <a:avLst/>
            </a:prstGeom>
            <a:noFill/>
            <a:ln w="9525">
              <a:noFill/>
              <a:miter lim="800000"/>
            </a:ln>
          </p:spPr>
          <p:txBody>
            <a:bodyPr wrap="none">
              <a:spAutoFit/>
            </a:bodyPr>
            <a:lstStyle/>
            <a:p>
              <a:pPr algn="ctr"/>
              <a:r>
                <a:rPr lang="en-US" altLang="zh-CN" sz="2600">
                  <a:solidFill>
                    <a:srgbClr val="FF3300"/>
                  </a:solidFill>
                  <a:ea typeface="宋体" pitchFamily="2" charset="-122"/>
                </a:rPr>
                <a:t>list</a:t>
              </a:r>
              <a:endParaRPr lang="en-US" altLang="zh-CN" sz="2600">
                <a:solidFill>
                  <a:srgbClr val="FF3300"/>
                </a:solidFill>
                <a:ea typeface="宋体" pitchFamily="2" charset="-122"/>
              </a:endParaRPr>
            </a:p>
          </p:txBody>
        </p:sp>
        <p:sp>
          <p:nvSpPr>
            <p:cNvPr id="13358" name="Line 50"/>
            <p:cNvSpPr>
              <a:spLocks noChangeShapeType="1"/>
            </p:cNvSpPr>
            <p:nvPr/>
          </p:nvSpPr>
          <p:spPr bwMode="auto">
            <a:xfrm>
              <a:off x="816" y="2614"/>
              <a:ext cx="144" cy="192"/>
            </a:xfrm>
            <a:prstGeom prst="line">
              <a:avLst/>
            </a:prstGeom>
            <a:noFill/>
            <a:ln w="19050" cap="sq">
              <a:solidFill>
                <a:schemeClr val="accent2"/>
              </a:solidFill>
              <a:round/>
              <a:tailEnd type="triangle" w="med" len="med"/>
            </a:ln>
          </p:spPr>
          <p:txBody>
            <a:bodyPr wrap="none" anchor="ctr"/>
            <a:lstStyle/>
            <a:p>
              <a:endParaRPr lang="zh-CN" altLang="en-US"/>
            </a:p>
          </p:txBody>
        </p:sp>
        <p:sp>
          <p:nvSpPr>
            <p:cNvPr id="13359" name="Text Box 51"/>
            <p:cNvSpPr txBox="1">
              <a:spLocks noChangeArrowheads="1"/>
            </p:cNvSpPr>
            <p:nvPr/>
          </p:nvSpPr>
          <p:spPr bwMode="auto">
            <a:xfrm>
              <a:off x="2426" y="2387"/>
              <a:ext cx="249" cy="407"/>
            </a:xfrm>
            <a:prstGeom prst="rect">
              <a:avLst/>
            </a:prstGeom>
            <a:noFill/>
            <a:ln w="12700" cap="sq">
              <a:noFill/>
              <a:miter lim="800000"/>
            </a:ln>
          </p:spPr>
          <p:txBody>
            <a:bodyPr wrap="none">
              <a:spAutoFit/>
            </a:bodyPr>
            <a:lstStyle/>
            <a:p>
              <a:pPr algn="ctr"/>
              <a:r>
                <a:rPr lang="en-US" altLang="zh-CN" sz="3600" dirty="0">
                  <a:solidFill>
                    <a:schemeClr val="accent2"/>
                  </a:solidFill>
                </a:rPr>
                <a:t>p</a:t>
              </a:r>
              <a:endParaRPr lang="en-US" altLang="zh-CN" sz="3600" dirty="0">
                <a:solidFill>
                  <a:schemeClr val="accent2"/>
                </a:solidFill>
              </a:endParaRPr>
            </a:p>
          </p:txBody>
        </p:sp>
      </p:grpSp>
      <p:grpSp>
        <p:nvGrpSpPr>
          <p:cNvPr id="13" name="Group 52"/>
          <p:cNvGrpSpPr/>
          <p:nvPr/>
        </p:nvGrpSpPr>
        <p:grpSpPr bwMode="auto">
          <a:xfrm>
            <a:off x="6600056" y="4005066"/>
            <a:ext cx="782638" cy="841376"/>
            <a:chOff x="3170" y="2548"/>
            <a:chExt cx="493" cy="530"/>
          </a:xfrm>
        </p:grpSpPr>
        <p:grpSp>
          <p:nvGrpSpPr>
            <p:cNvPr id="14" name="Group 53"/>
            <p:cNvGrpSpPr/>
            <p:nvPr/>
          </p:nvGrpSpPr>
          <p:grpSpPr bwMode="auto">
            <a:xfrm>
              <a:off x="3183" y="2729"/>
              <a:ext cx="480" cy="349"/>
              <a:chOff x="672" y="2518"/>
              <a:chExt cx="480" cy="349"/>
            </a:xfrm>
          </p:grpSpPr>
          <p:sp>
            <p:nvSpPr>
              <p:cNvPr id="13349" name="Rectangle 54"/>
              <p:cNvSpPr>
                <a:spLocks noChangeArrowheads="1"/>
              </p:cNvSpPr>
              <p:nvPr/>
            </p:nvSpPr>
            <p:spPr bwMode="auto">
              <a:xfrm>
                <a:off x="672" y="2592"/>
                <a:ext cx="336" cy="240"/>
              </a:xfrm>
              <a:prstGeom prst="rect">
                <a:avLst/>
              </a:prstGeom>
              <a:noFill/>
              <a:ln w="25400" cap="sq">
                <a:solidFill>
                  <a:srgbClr val="008000"/>
                </a:solidFill>
                <a:miter lim="800000"/>
              </a:ln>
            </p:spPr>
            <p:txBody>
              <a:bodyPr wrap="none" anchor="ctr"/>
              <a:lstStyle/>
              <a:p>
                <a:endParaRPr lang="zh-CN" altLang="en-US"/>
              </a:p>
            </p:txBody>
          </p:sp>
          <p:sp>
            <p:nvSpPr>
              <p:cNvPr id="13350" name="Rectangle 55"/>
              <p:cNvSpPr>
                <a:spLocks noChangeArrowheads="1"/>
              </p:cNvSpPr>
              <p:nvPr/>
            </p:nvSpPr>
            <p:spPr bwMode="auto">
              <a:xfrm>
                <a:off x="1008" y="2592"/>
                <a:ext cx="144" cy="240"/>
              </a:xfrm>
              <a:prstGeom prst="rect">
                <a:avLst/>
              </a:prstGeom>
              <a:noFill/>
              <a:ln w="25400" cap="sq">
                <a:solidFill>
                  <a:srgbClr val="008000"/>
                </a:solidFill>
                <a:miter lim="800000"/>
              </a:ln>
            </p:spPr>
            <p:txBody>
              <a:bodyPr wrap="none" anchor="ctr"/>
              <a:lstStyle/>
              <a:p>
                <a:endParaRPr lang="zh-CN" altLang="en-US"/>
              </a:p>
            </p:txBody>
          </p:sp>
          <p:sp>
            <p:nvSpPr>
              <p:cNvPr id="13351" name="Rectangle 56"/>
              <p:cNvSpPr>
                <a:spLocks noChangeArrowheads="1"/>
              </p:cNvSpPr>
              <p:nvPr/>
            </p:nvSpPr>
            <p:spPr bwMode="auto">
              <a:xfrm>
                <a:off x="687" y="2518"/>
                <a:ext cx="300" cy="349"/>
              </a:xfrm>
              <a:prstGeom prst="rect">
                <a:avLst/>
              </a:prstGeom>
              <a:noFill/>
              <a:ln w="12700" cap="sq">
                <a:noFill/>
                <a:miter lim="800000"/>
              </a:ln>
            </p:spPr>
            <p:txBody>
              <a:bodyPr wrap="none">
                <a:spAutoFit/>
              </a:bodyPr>
              <a:lstStyle/>
              <a:p>
                <a:pPr algn="ctr"/>
                <a:r>
                  <a:rPr lang="en-US" altLang="zh-CN" sz="3000">
                    <a:solidFill>
                      <a:srgbClr val="000099"/>
                    </a:solidFill>
                    <a:ea typeface="宋体" pitchFamily="2" charset="-122"/>
                  </a:rPr>
                  <a:t>a</a:t>
                </a:r>
                <a:r>
                  <a:rPr lang="en-US" altLang="zh-CN" sz="3000" baseline="-46000">
                    <a:solidFill>
                      <a:srgbClr val="000099"/>
                    </a:solidFill>
                    <a:ea typeface="宋体" pitchFamily="2" charset="-122"/>
                  </a:rPr>
                  <a:t>4</a:t>
                </a:r>
                <a:endParaRPr lang="en-US" altLang="zh-CN" sz="3000" baseline="-46000">
                  <a:solidFill>
                    <a:srgbClr val="000099"/>
                  </a:solidFill>
                  <a:ea typeface="宋体" pitchFamily="2" charset="-122"/>
                </a:endParaRPr>
              </a:p>
            </p:txBody>
          </p:sp>
        </p:grpSp>
        <p:sp>
          <p:nvSpPr>
            <p:cNvPr id="13348" name="Text Box 57"/>
            <p:cNvSpPr txBox="1">
              <a:spLocks noChangeArrowheads="1"/>
            </p:cNvSpPr>
            <p:nvPr/>
          </p:nvSpPr>
          <p:spPr bwMode="auto">
            <a:xfrm>
              <a:off x="3170" y="2548"/>
              <a:ext cx="234" cy="368"/>
            </a:xfrm>
            <a:prstGeom prst="rect">
              <a:avLst/>
            </a:prstGeom>
            <a:noFill/>
            <a:ln w="12700" cap="sq">
              <a:noFill/>
              <a:miter lim="800000"/>
            </a:ln>
          </p:spPr>
          <p:txBody>
            <a:bodyPr wrap="none">
              <a:spAutoFit/>
            </a:bodyPr>
            <a:lstStyle/>
            <a:p>
              <a:pPr algn="ctr"/>
              <a:r>
                <a:rPr lang="en-US" altLang="zh-CN" sz="3200" dirty="0">
                  <a:solidFill>
                    <a:srgbClr val="008000"/>
                  </a:solidFill>
                </a:rPr>
                <a:t>q</a:t>
              </a:r>
              <a:endParaRPr lang="en-US" altLang="zh-CN" sz="3200" dirty="0">
                <a:solidFill>
                  <a:srgbClr val="008000"/>
                </a:solidFill>
              </a:endParaRPr>
            </a:p>
          </p:txBody>
        </p:sp>
      </p:grpSp>
      <p:sp>
        <p:nvSpPr>
          <p:cNvPr id="540730" name="Line 58"/>
          <p:cNvSpPr>
            <a:spLocks noChangeShapeType="1"/>
          </p:cNvSpPr>
          <p:nvPr/>
        </p:nvSpPr>
        <p:spPr bwMode="auto">
          <a:xfrm>
            <a:off x="6019800" y="4648200"/>
            <a:ext cx="533400" cy="0"/>
          </a:xfrm>
          <a:prstGeom prst="line">
            <a:avLst/>
          </a:prstGeom>
          <a:noFill/>
          <a:ln w="22225" cap="sq">
            <a:solidFill>
              <a:srgbClr val="FF0000"/>
            </a:solidFill>
            <a:round/>
            <a:tailEnd type="triangle" w="med" len="med"/>
          </a:ln>
        </p:spPr>
        <p:txBody>
          <a:bodyPr wrap="none" anchor="ctr"/>
          <a:lstStyle/>
          <a:p>
            <a:endParaRPr lang="zh-CN" altLang="en-US"/>
          </a:p>
        </p:txBody>
      </p:sp>
      <p:grpSp>
        <p:nvGrpSpPr>
          <p:cNvPr id="15" name="Group 89"/>
          <p:cNvGrpSpPr/>
          <p:nvPr/>
        </p:nvGrpSpPr>
        <p:grpSpPr bwMode="auto">
          <a:xfrm>
            <a:off x="4440238" y="5445124"/>
            <a:ext cx="2879053" cy="769938"/>
            <a:chOff x="1844" y="3544"/>
            <a:chExt cx="1604" cy="485"/>
          </a:xfrm>
        </p:grpSpPr>
        <p:sp>
          <p:nvSpPr>
            <p:cNvPr id="13345" name="AutoShape 60"/>
            <p:cNvSpPr>
              <a:spLocks noChangeArrowheads="1"/>
            </p:cNvSpPr>
            <p:nvPr/>
          </p:nvSpPr>
          <p:spPr bwMode="auto">
            <a:xfrm>
              <a:off x="1844" y="3593"/>
              <a:ext cx="1493" cy="424"/>
            </a:xfrm>
            <a:prstGeom prst="wedgeRectCallout">
              <a:avLst>
                <a:gd name="adj1" fmla="val 37074"/>
                <a:gd name="adj2" fmla="val -187500"/>
              </a:avLst>
            </a:prstGeom>
            <a:noFill/>
            <a:ln w="63500" cap="sq">
              <a:solidFill>
                <a:srgbClr val="00B4DE"/>
              </a:solidFill>
              <a:miter lim="800000"/>
            </a:ln>
          </p:spPr>
          <p:txBody>
            <a:bodyPr anchor="ctr"/>
            <a:lstStyle/>
            <a:p>
              <a:pPr algn="ctr"/>
              <a:endParaRPr lang="zh-CN" altLang="en-US" sz="2600"/>
            </a:p>
          </p:txBody>
        </p:sp>
        <p:sp>
          <p:nvSpPr>
            <p:cNvPr id="13346" name="Rectangle 61"/>
            <p:cNvSpPr>
              <a:spLocks noChangeArrowheads="1"/>
            </p:cNvSpPr>
            <p:nvPr/>
          </p:nvSpPr>
          <p:spPr bwMode="auto">
            <a:xfrm>
              <a:off x="1916" y="3544"/>
              <a:ext cx="1532" cy="485"/>
            </a:xfrm>
            <a:prstGeom prst="rect">
              <a:avLst/>
            </a:prstGeom>
            <a:noFill/>
            <a:ln w="12700" cap="sq">
              <a:noFill/>
              <a:miter lim="800000"/>
            </a:ln>
            <a:effectLst>
              <a:outerShdw dist="12700" algn="ctr" rotWithShape="0">
                <a:srgbClr val="000000"/>
              </a:outerShdw>
            </a:effectLst>
          </p:spPr>
          <p:txBody>
            <a:bodyPr wrap="square">
              <a:spAutoFit/>
            </a:bodyPr>
            <a:lstStyle/>
            <a:p>
              <a:r>
                <a:rPr lang="en-US" altLang="zh-CN" sz="4400" dirty="0">
                  <a:solidFill>
                    <a:srgbClr val="FF3300"/>
                  </a:solidFill>
                </a:rPr>
                <a:t>p</a:t>
              </a:r>
              <a:r>
                <a:rPr lang="en-US" altLang="zh-CN" sz="4400" dirty="0">
                  <a:solidFill>
                    <a:srgbClr val="FF3300"/>
                  </a:solidFill>
                  <a:latin typeface="宋体" pitchFamily="2" charset="-122"/>
                  <a:ea typeface="宋体" pitchFamily="2" charset="-122"/>
                </a:rPr>
                <a:t>-</a:t>
              </a:r>
              <a:r>
                <a:rPr lang="en-US" altLang="zh-CN" sz="4400" dirty="0">
                  <a:solidFill>
                    <a:srgbClr val="FF3300"/>
                  </a:solidFill>
                </a:rPr>
                <a:t>&gt;link</a:t>
              </a:r>
              <a:r>
                <a:rPr lang="en-US" altLang="zh-CN" sz="4400" dirty="0">
                  <a:solidFill>
                    <a:srgbClr val="FF3300"/>
                  </a:solidFill>
                  <a:sym typeface="Symbol" pitchFamily="18" charset="2"/>
                </a:rPr>
                <a:t>=q;</a:t>
              </a:r>
              <a:endParaRPr lang="en-US" altLang="zh-CN" sz="4400" dirty="0">
                <a:solidFill>
                  <a:srgbClr val="FF3300"/>
                </a:solidFill>
                <a:sym typeface="Symbol" pitchFamily="18" charset="2"/>
              </a:endParaRPr>
            </a:p>
          </p:txBody>
        </p:sp>
      </p:grpSp>
      <p:grpSp>
        <p:nvGrpSpPr>
          <p:cNvPr id="16" name="Group 72"/>
          <p:cNvGrpSpPr/>
          <p:nvPr/>
        </p:nvGrpSpPr>
        <p:grpSpPr bwMode="auto">
          <a:xfrm>
            <a:off x="5375920" y="3933056"/>
            <a:ext cx="1704976" cy="661988"/>
            <a:chOff x="2460" y="2531"/>
            <a:chExt cx="1074" cy="417"/>
          </a:xfrm>
        </p:grpSpPr>
        <p:sp>
          <p:nvSpPr>
            <p:cNvPr id="13343" name="Rectangle 73"/>
            <p:cNvSpPr>
              <a:spLocks noChangeArrowheads="1"/>
            </p:cNvSpPr>
            <p:nvPr/>
          </p:nvSpPr>
          <p:spPr bwMode="auto">
            <a:xfrm>
              <a:off x="2460" y="2544"/>
              <a:ext cx="192" cy="240"/>
            </a:xfrm>
            <a:prstGeom prst="rect">
              <a:avLst/>
            </a:prstGeom>
            <a:solidFill>
              <a:srgbClr val="FFFFFF"/>
            </a:solidFill>
            <a:ln w="12700" cap="sq">
              <a:noFill/>
              <a:miter lim="800000"/>
            </a:ln>
          </p:spPr>
          <p:txBody>
            <a:bodyPr wrap="none" anchor="ctr"/>
            <a:lstStyle/>
            <a:p>
              <a:endParaRPr lang="zh-CN" altLang="en-US"/>
            </a:p>
          </p:txBody>
        </p:sp>
        <p:sp>
          <p:nvSpPr>
            <p:cNvPr id="13344" name="Rectangle 74"/>
            <p:cNvSpPr>
              <a:spLocks noChangeArrowheads="1"/>
            </p:cNvSpPr>
            <p:nvPr/>
          </p:nvSpPr>
          <p:spPr bwMode="auto">
            <a:xfrm>
              <a:off x="3281" y="2531"/>
              <a:ext cx="253" cy="417"/>
            </a:xfrm>
            <a:prstGeom prst="rect">
              <a:avLst/>
            </a:prstGeom>
            <a:noFill/>
            <a:ln w="12700" cap="sq">
              <a:noFill/>
              <a:miter lim="800000"/>
            </a:ln>
          </p:spPr>
          <p:txBody>
            <a:bodyPr wrap="none">
              <a:spAutoFit/>
            </a:bodyPr>
            <a:lstStyle/>
            <a:p>
              <a:pPr algn="ctr"/>
              <a:r>
                <a:rPr lang="en-US" altLang="zh-CN" sz="3700" dirty="0">
                  <a:solidFill>
                    <a:schemeClr val="accent2"/>
                  </a:solidFill>
                </a:rPr>
                <a:t>p</a:t>
              </a:r>
              <a:endParaRPr lang="en-US" altLang="zh-CN" sz="3700" dirty="0">
                <a:solidFill>
                  <a:schemeClr val="accent2"/>
                </a:solidFill>
              </a:endParaRPr>
            </a:p>
          </p:txBody>
        </p:sp>
      </p:grpSp>
      <p:grpSp>
        <p:nvGrpSpPr>
          <p:cNvPr id="17" name="Group 75"/>
          <p:cNvGrpSpPr/>
          <p:nvPr/>
        </p:nvGrpSpPr>
        <p:grpSpPr bwMode="auto">
          <a:xfrm>
            <a:off x="8002590" y="3284538"/>
            <a:ext cx="1804988" cy="800100"/>
            <a:chOff x="3984" y="2136"/>
            <a:chExt cx="1137" cy="504"/>
          </a:xfrm>
        </p:grpSpPr>
        <p:sp>
          <p:nvSpPr>
            <p:cNvPr id="13341" name="AutoShape 76"/>
            <p:cNvSpPr>
              <a:spLocks noChangeArrowheads="1"/>
            </p:cNvSpPr>
            <p:nvPr/>
          </p:nvSpPr>
          <p:spPr bwMode="auto">
            <a:xfrm>
              <a:off x="3984" y="2208"/>
              <a:ext cx="816" cy="384"/>
            </a:xfrm>
            <a:prstGeom prst="wedgeEllipseCallout">
              <a:avLst>
                <a:gd name="adj1" fmla="val -106741"/>
                <a:gd name="adj2" fmla="val 79167"/>
              </a:avLst>
            </a:prstGeom>
            <a:noFill/>
            <a:ln w="60325" cap="sq">
              <a:solidFill>
                <a:srgbClr val="33CCCC"/>
              </a:solidFill>
              <a:miter lim="800000"/>
            </a:ln>
          </p:spPr>
          <p:txBody>
            <a:bodyPr anchor="ctr"/>
            <a:lstStyle/>
            <a:p>
              <a:pPr algn="ctr"/>
              <a:endParaRPr lang="zh-CN" altLang="en-US" sz="2600"/>
            </a:p>
          </p:txBody>
        </p:sp>
        <p:sp>
          <p:nvSpPr>
            <p:cNvPr id="13342" name="Rectangle 77"/>
            <p:cNvSpPr>
              <a:spLocks noChangeArrowheads="1"/>
            </p:cNvSpPr>
            <p:nvPr/>
          </p:nvSpPr>
          <p:spPr bwMode="auto">
            <a:xfrm>
              <a:off x="4116" y="2136"/>
              <a:ext cx="1005" cy="504"/>
            </a:xfrm>
            <a:prstGeom prst="rect">
              <a:avLst/>
            </a:prstGeom>
            <a:noFill/>
            <a:ln w="12700" cap="sq">
              <a:noFill/>
              <a:miter lim="800000"/>
            </a:ln>
            <a:effectLst>
              <a:outerShdw dist="12700" algn="ctr" rotWithShape="0">
                <a:srgbClr val="000000"/>
              </a:outerShdw>
            </a:effectLst>
          </p:spPr>
          <p:txBody>
            <a:bodyPr wrap="none">
              <a:spAutoFit/>
            </a:bodyPr>
            <a:lstStyle/>
            <a:p>
              <a:r>
                <a:rPr lang="en-US" altLang="zh-CN" sz="4600" dirty="0">
                  <a:solidFill>
                    <a:srgbClr val="FF3300"/>
                  </a:solidFill>
                  <a:sym typeface="Symbol" pitchFamily="18" charset="2"/>
                </a:rPr>
                <a:t>p=q；</a:t>
              </a:r>
              <a:endParaRPr lang="zh-CN" altLang="en-US" sz="4600" dirty="0">
                <a:solidFill>
                  <a:srgbClr val="FF3300"/>
                </a:solidFill>
                <a:sym typeface="Symbol" pitchFamily="18" charset="2"/>
              </a:endParaRPr>
            </a:p>
          </p:txBody>
        </p:sp>
      </p:grpSp>
      <p:grpSp>
        <p:nvGrpSpPr>
          <p:cNvPr id="18" name="Group 88"/>
          <p:cNvGrpSpPr/>
          <p:nvPr/>
        </p:nvGrpSpPr>
        <p:grpSpPr bwMode="auto">
          <a:xfrm>
            <a:off x="2362200" y="3200400"/>
            <a:ext cx="3290888" cy="533400"/>
            <a:chOff x="528" y="2016"/>
            <a:chExt cx="2073" cy="336"/>
          </a:xfrm>
        </p:grpSpPr>
        <p:sp>
          <p:nvSpPr>
            <p:cNvPr id="13339" name="Oval 79"/>
            <p:cNvSpPr>
              <a:spLocks noChangeArrowheads="1"/>
            </p:cNvSpPr>
            <p:nvPr/>
          </p:nvSpPr>
          <p:spPr bwMode="auto">
            <a:xfrm>
              <a:off x="528" y="2016"/>
              <a:ext cx="2016" cy="336"/>
            </a:xfrm>
            <a:prstGeom prst="ellipse">
              <a:avLst/>
            </a:prstGeom>
            <a:solidFill>
              <a:srgbClr val="CCFFFF"/>
            </a:solidFill>
            <a:ln w="12700" cap="sq">
              <a:noFill/>
              <a:round/>
            </a:ln>
            <a:effectLst>
              <a:outerShdw dist="56796" dir="1593903" algn="ctr" rotWithShape="0">
                <a:srgbClr val="B2B2B2"/>
              </a:outerShdw>
            </a:effectLst>
          </p:spPr>
          <p:txBody>
            <a:bodyPr wrap="none" anchor="ctr"/>
            <a:lstStyle/>
            <a:p>
              <a:endParaRPr lang="zh-CN" altLang="en-US"/>
            </a:p>
          </p:txBody>
        </p:sp>
        <p:sp>
          <p:nvSpPr>
            <p:cNvPr id="13340" name="Rectangle 80"/>
            <p:cNvSpPr>
              <a:spLocks noChangeArrowheads="1"/>
            </p:cNvSpPr>
            <p:nvPr/>
          </p:nvSpPr>
          <p:spPr bwMode="auto">
            <a:xfrm>
              <a:off x="545" y="2023"/>
              <a:ext cx="2056" cy="288"/>
            </a:xfrm>
            <a:prstGeom prst="rect">
              <a:avLst/>
            </a:prstGeom>
            <a:noFill/>
            <a:ln w="12700" cap="sq">
              <a:noFill/>
              <a:miter lim="800000"/>
            </a:ln>
          </p:spPr>
          <p:txBody>
            <a:bodyPr>
              <a:spAutoFit/>
            </a:bodyPr>
            <a:lstStyle/>
            <a:p>
              <a:r>
                <a:rPr lang="zh-CN" altLang="en-US" sz="2400">
                  <a:solidFill>
                    <a:schemeClr val="accent2"/>
                  </a:solidFill>
                  <a:ea typeface="黑体" panose="02010609060101010101" pitchFamily="2" charset="-122"/>
                </a:rPr>
                <a:t>一个结点的插入过程</a:t>
              </a:r>
              <a:endParaRPr lang="zh-CN" altLang="en-US" sz="2400">
                <a:solidFill>
                  <a:schemeClr val="accent2"/>
                </a:solidFill>
                <a:ea typeface="黑体" panose="0201060906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slide(fromLeft)">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500" fill="hold"/>
                                        <p:tgtEl>
                                          <p:spTgt spid="13"/>
                                        </p:tgtEl>
                                        <p:attrNameLst>
                                          <p:attrName>ppt_x</p:attrName>
                                        </p:attrNameLst>
                                      </p:cBhvr>
                                      <p:tavLst>
                                        <p:tav tm="0">
                                          <p:val>
                                            <p:strVal val="1+#ppt_w/2"/>
                                          </p:val>
                                        </p:tav>
                                        <p:tav tm="100000">
                                          <p:val>
                                            <p:strVal val="#ppt_x"/>
                                          </p:val>
                                        </p:tav>
                                      </p:tavLst>
                                    </p:anim>
                                    <p:anim calcmode="lin" valueType="num">
                                      <p:cBhvr additive="base">
                                        <p:cTn id="18"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540730"/>
                                        </p:tgtEl>
                                        <p:attrNameLst>
                                          <p:attrName>style.visibility</p:attrName>
                                        </p:attrNameLst>
                                      </p:cBhvr>
                                      <p:to>
                                        <p:strVal val="visible"/>
                                      </p:to>
                                    </p:set>
                                    <p:animEffect transition="in" filter="wipe(left)">
                                      <p:cBhvr>
                                        <p:cTn id="23" dur="500"/>
                                        <p:tgtEl>
                                          <p:spTgt spid="540730"/>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wipe(down)">
                                      <p:cBhvr>
                                        <p:cTn id="28" dur="500"/>
                                        <p:tgtEl>
                                          <p:spTgt spid="15"/>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wipe(left)">
                                      <p:cBhvr>
                                        <p:cTn id="33" dur="500"/>
                                        <p:tgtEl>
                                          <p:spTgt spid="16"/>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2" fill="hold" nodeType="click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wipe(right)">
                                      <p:cBhvr>
                                        <p:cTn id="3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0730"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p:cNvSpPr>
            <a:spLocks noChangeArrowheads="1"/>
          </p:cNvSpPr>
          <p:nvPr/>
        </p:nvSpPr>
        <p:spPr bwMode="auto">
          <a:xfrm>
            <a:off x="1509490" y="260350"/>
            <a:ext cx="8153400" cy="6337300"/>
          </a:xfrm>
          <a:prstGeom prst="rect">
            <a:avLst/>
          </a:prstGeom>
          <a:solidFill>
            <a:srgbClr val="E1F0FF"/>
          </a:solidFill>
          <a:ln w="9525">
            <a:noFill/>
            <a:miter lim="800000"/>
          </a:ln>
          <a:effectLst>
            <a:outerShdw dist="251447" dir="2700000" algn="ctr" rotWithShape="0">
              <a:srgbClr val="C0C0C0"/>
            </a:outerShdw>
          </a:effectLst>
        </p:spPr>
        <p:txBody>
          <a:bodyPr wrap="none" anchor="ctr"/>
          <a:lstStyle/>
          <a:p>
            <a:endParaRPr lang="zh-CN" altLang="en-US"/>
          </a:p>
        </p:txBody>
      </p:sp>
      <p:sp>
        <p:nvSpPr>
          <p:cNvPr id="510980" name="Text Box 4"/>
          <p:cNvSpPr txBox="1">
            <a:spLocks noChangeArrowheads="1"/>
          </p:cNvSpPr>
          <p:nvPr/>
        </p:nvSpPr>
        <p:spPr bwMode="auto">
          <a:xfrm>
            <a:off x="1276597" y="582614"/>
            <a:ext cx="8512175" cy="5618461"/>
          </a:xfrm>
          <a:prstGeom prst="rect">
            <a:avLst/>
          </a:prstGeom>
          <a:noFill/>
          <a:ln w="9525">
            <a:noFill/>
            <a:miter lim="800000"/>
          </a:ln>
        </p:spPr>
        <p:txBody>
          <a:bodyPr>
            <a:spAutoFit/>
          </a:bodyPr>
          <a:lstStyle/>
          <a:p>
            <a:pPr lvl="2" indent="-247650" algn="just" fontAlgn="base">
              <a:lnSpc>
                <a:spcPct val="70000"/>
              </a:lnSpc>
              <a:spcBef>
                <a:spcPct val="0"/>
              </a:spcBef>
            </a:pPr>
            <a:r>
              <a:rPr lang="en-US" altLang="zh-CN" sz="2600" dirty="0" err="1">
                <a:solidFill>
                  <a:srgbClr val="00297C"/>
                </a:solidFill>
              </a:rPr>
              <a:t>Nodeptr</a:t>
            </a:r>
            <a:r>
              <a:rPr lang="en-US" altLang="zh-CN" sz="2600" dirty="0">
                <a:solidFill>
                  <a:srgbClr val="00297C"/>
                </a:solidFill>
              </a:rPr>
              <a:t> </a:t>
            </a:r>
            <a:r>
              <a:rPr lang="en-US" altLang="zh-CN" sz="2600" dirty="0" err="1">
                <a:solidFill>
                  <a:srgbClr val="00297C"/>
                </a:solidFill>
              </a:rPr>
              <a:t>createList</a:t>
            </a:r>
            <a:r>
              <a:rPr lang="en-US" altLang="zh-CN" sz="2600" dirty="0">
                <a:solidFill>
                  <a:srgbClr val="00297C"/>
                </a:solidFill>
              </a:rPr>
              <a:t>( </a:t>
            </a:r>
            <a:r>
              <a:rPr lang="en-US" altLang="zh-CN" sz="2600" dirty="0" err="1">
                <a:solidFill>
                  <a:srgbClr val="00297C"/>
                </a:solidFill>
              </a:rPr>
              <a:t>int</a:t>
            </a:r>
            <a:r>
              <a:rPr lang="en-US" altLang="zh-CN" sz="2600" dirty="0">
                <a:solidFill>
                  <a:srgbClr val="00297C"/>
                </a:solidFill>
              </a:rPr>
              <a:t> n ) </a:t>
            </a:r>
            <a:r>
              <a:rPr lang="zh-CN" altLang="en-US" sz="2600" dirty="0">
                <a:solidFill>
                  <a:srgbClr val="00297C"/>
                </a:solidFill>
              </a:rPr>
              <a:t> </a:t>
            </a:r>
            <a:r>
              <a:rPr lang="en-US" altLang="zh-CN" sz="2000" dirty="0">
                <a:solidFill>
                  <a:srgbClr val="00297C"/>
                </a:solidFill>
              </a:rPr>
              <a:t>/*</a:t>
            </a:r>
            <a:r>
              <a:rPr lang="zh-CN" altLang="en-US" sz="2000" dirty="0">
                <a:solidFill>
                  <a:srgbClr val="00297C"/>
                </a:solidFill>
              </a:rPr>
              <a:t>创建一个具有</a:t>
            </a:r>
            <a:r>
              <a:rPr lang="en-US" altLang="zh-CN" sz="2000" dirty="0">
                <a:solidFill>
                  <a:srgbClr val="00297C"/>
                </a:solidFill>
              </a:rPr>
              <a:t>n</a:t>
            </a:r>
            <a:r>
              <a:rPr lang="zh-CN" altLang="en-US" sz="2000" dirty="0">
                <a:solidFill>
                  <a:srgbClr val="00297C"/>
                </a:solidFill>
              </a:rPr>
              <a:t>个结点的链表</a:t>
            </a:r>
            <a:r>
              <a:rPr lang="en-US" altLang="zh-CN" sz="2000" dirty="0">
                <a:solidFill>
                  <a:srgbClr val="00297C"/>
                </a:solidFill>
              </a:rPr>
              <a:t> */</a:t>
            </a:r>
            <a:endParaRPr lang="en-US" altLang="zh-CN" sz="2600" dirty="0">
              <a:solidFill>
                <a:srgbClr val="00297C"/>
              </a:solidFill>
            </a:endParaRPr>
          </a:p>
          <a:p>
            <a:pPr lvl="2" indent="-247650" algn="just" fontAlgn="base">
              <a:lnSpc>
                <a:spcPct val="70000"/>
              </a:lnSpc>
              <a:spcBef>
                <a:spcPct val="0"/>
              </a:spcBef>
            </a:pPr>
            <a:r>
              <a:rPr lang="en-US" altLang="zh-CN" sz="2600" dirty="0">
                <a:solidFill>
                  <a:srgbClr val="00297C"/>
                </a:solidFill>
              </a:rPr>
              <a:t>{</a:t>
            </a:r>
            <a:endParaRPr lang="en-US" altLang="zh-CN" sz="2600" dirty="0">
              <a:solidFill>
                <a:srgbClr val="00297C"/>
              </a:solidFill>
            </a:endParaRPr>
          </a:p>
          <a:p>
            <a:pPr lvl="2" indent="-247650" algn="just" fontAlgn="base">
              <a:lnSpc>
                <a:spcPct val="80000"/>
              </a:lnSpc>
              <a:spcBef>
                <a:spcPct val="0"/>
              </a:spcBef>
            </a:pPr>
            <a:r>
              <a:rPr lang="en-US" altLang="zh-CN" sz="2600" dirty="0">
                <a:solidFill>
                  <a:srgbClr val="00297C"/>
                </a:solidFill>
                <a:latin typeface="楷体_GB2312" panose="02010609030101010101" pitchFamily="49" charset="-122"/>
              </a:rPr>
              <a:t>   </a:t>
            </a:r>
            <a:r>
              <a:rPr lang="en-US" altLang="zh-CN" sz="2000" dirty="0">
                <a:solidFill>
                  <a:srgbClr val="00297C"/>
                </a:solidFill>
                <a:ea typeface="幼圆" pitchFamily="49" charset="-122"/>
              </a:rPr>
              <a:t>/* list</a:t>
            </a:r>
            <a:r>
              <a:rPr lang="zh-CN" altLang="en-US" sz="2000" dirty="0">
                <a:solidFill>
                  <a:srgbClr val="00297C"/>
                </a:solidFill>
                <a:ea typeface="幼圆" pitchFamily="49" charset="-122"/>
              </a:rPr>
              <a:t>是链表头指针</a:t>
            </a:r>
            <a:r>
              <a:rPr lang="en-US" altLang="zh-CN" sz="2000" dirty="0">
                <a:solidFill>
                  <a:srgbClr val="00297C"/>
                </a:solidFill>
                <a:ea typeface="幼圆" pitchFamily="49" charset="-122"/>
              </a:rPr>
              <a:t>, q</a:t>
            </a:r>
            <a:r>
              <a:rPr lang="zh-CN" altLang="en-US" sz="2000" dirty="0">
                <a:solidFill>
                  <a:srgbClr val="00297C"/>
                </a:solidFill>
                <a:ea typeface="幼圆" pitchFamily="49" charset="-122"/>
              </a:rPr>
              <a:t>指向新申请的结点，</a:t>
            </a:r>
            <a:r>
              <a:rPr lang="en-US" altLang="zh-CN" sz="2000" dirty="0">
                <a:solidFill>
                  <a:srgbClr val="00297C"/>
                </a:solidFill>
                <a:ea typeface="幼圆" pitchFamily="49" charset="-122"/>
              </a:rPr>
              <a:t>p</a:t>
            </a:r>
            <a:r>
              <a:rPr lang="zh-CN" altLang="en-US" sz="2000" dirty="0">
                <a:solidFill>
                  <a:srgbClr val="00297C"/>
                </a:solidFill>
                <a:ea typeface="幼圆" pitchFamily="49" charset="-122"/>
              </a:rPr>
              <a:t>指向最后一个结点*</a:t>
            </a:r>
            <a:r>
              <a:rPr lang="en-US" altLang="zh-CN" sz="2000" dirty="0">
                <a:solidFill>
                  <a:srgbClr val="00297C"/>
                </a:solidFill>
                <a:ea typeface="幼圆" pitchFamily="49" charset="-122"/>
              </a:rPr>
              <a:t>/</a:t>
            </a:r>
            <a:endParaRPr lang="en-US" altLang="zh-CN" sz="2000" dirty="0">
              <a:solidFill>
                <a:srgbClr val="00297C"/>
              </a:solidFill>
              <a:ea typeface="幼圆" pitchFamily="49" charset="-122"/>
            </a:endParaRPr>
          </a:p>
          <a:p>
            <a:pPr lvl="2" indent="-247650" algn="just" fontAlgn="base">
              <a:lnSpc>
                <a:spcPct val="80000"/>
              </a:lnSpc>
              <a:spcBef>
                <a:spcPct val="0"/>
              </a:spcBef>
            </a:pPr>
            <a:r>
              <a:rPr lang="en-US" altLang="zh-CN" sz="2600" dirty="0">
                <a:solidFill>
                  <a:srgbClr val="00297C"/>
                </a:solidFill>
              </a:rPr>
              <a:t>     </a:t>
            </a:r>
            <a:r>
              <a:rPr lang="en-US" altLang="zh-CN" sz="2600" dirty="0" err="1">
                <a:solidFill>
                  <a:srgbClr val="00297C"/>
                </a:solidFill>
              </a:rPr>
              <a:t>Nodeptr</a:t>
            </a:r>
            <a:r>
              <a:rPr lang="en-US" altLang="zh-CN" sz="2600" dirty="0">
                <a:solidFill>
                  <a:srgbClr val="00297C"/>
                </a:solidFill>
              </a:rPr>
              <a:t>  p, q, list=NULL;</a:t>
            </a:r>
            <a:endParaRPr lang="en-US" altLang="zh-CN" sz="2600" dirty="0">
              <a:solidFill>
                <a:srgbClr val="00297C"/>
              </a:solidFill>
            </a:endParaRPr>
          </a:p>
          <a:p>
            <a:pPr lvl="2" indent="-247650" algn="just" fontAlgn="base">
              <a:lnSpc>
                <a:spcPct val="80000"/>
              </a:lnSpc>
              <a:spcBef>
                <a:spcPct val="0"/>
              </a:spcBef>
            </a:pPr>
            <a:r>
              <a:rPr lang="zh-CN" altLang="en-US" sz="2200" dirty="0">
                <a:solidFill>
                  <a:srgbClr val="00297C"/>
                </a:solidFill>
              </a:rPr>
              <a:t>　  </a:t>
            </a:r>
            <a:r>
              <a:rPr lang="en-US" altLang="zh-CN" sz="2200" dirty="0" err="1">
                <a:solidFill>
                  <a:srgbClr val="00297C"/>
                </a:solidFill>
              </a:rPr>
              <a:t>int</a:t>
            </a:r>
            <a:r>
              <a:rPr lang="en-US" altLang="zh-CN" sz="2200" dirty="0">
                <a:solidFill>
                  <a:srgbClr val="00297C"/>
                </a:solidFill>
              </a:rPr>
              <a:t> </a:t>
            </a:r>
            <a:r>
              <a:rPr lang="en-US" altLang="zh-CN" sz="2200" dirty="0" err="1">
                <a:solidFill>
                  <a:srgbClr val="00297C"/>
                </a:solidFill>
              </a:rPr>
              <a:t>i</a:t>
            </a:r>
            <a:r>
              <a:rPr lang="en-US" altLang="zh-CN" sz="2200" dirty="0">
                <a:solidFill>
                  <a:srgbClr val="00297C"/>
                </a:solidFill>
              </a:rPr>
              <a:t>;</a:t>
            </a:r>
            <a:endParaRPr lang="en-US" altLang="zh-CN" sz="2600" dirty="0">
              <a:solidFill>
                <a:srgbClr val="00297C"/>
              </a:solidFill>
            </a:endParaRPr>
          </a:p>
          <a:p>
            <a:pPr lvl="2" indent="-247650" algn="just" fontAlgn="base">
              <a:lnSpc>
                <a:spcPct val="80000"/>
              </a:lnSpc>
              <a:spcBef>
                <a:spcPct val="0"/>
              </a:spcBef>
            </a:pPr>
            <a:r>
              <a:rPr lang="zh-CN" altLang="en-US" sz="2600" dirty="0">
                <a:solidFill>
                  <a:srgbClr val="00297C"/>
                </a:solidFill>
              </a:rPr>
              <a:t>     </a:t>
            </a:r>
            <a:r>
              <a:rPr lang="en-US" altLang="zh-CN" sz="2600" dirty="0">
                <a:solidFill>
                  <a:srgbClr val="00297C"/>
                </a:solidFill>
              </a:rPr>
              <a:t>for(</a:t>
            </a:r>
            <a:r>
              <a:rPr lang="en-US" altLang="zh-CN" sz="2600" dirty="0" err="1">
                <a:solidFill>
                  <a:srgbClr val="00297C"/>
                </a:solidFill>
              </a:rPr>
              <a:t>i</a:t>
            </a:r>
            <a:r>
              <a:rPr lang="en-US" altLang="zh-CN" sz="2600" dirty="0">
                <a:solidFill>
                  <a:srgbClr val="00297C"/>
                </a:solidFill>
              </a:rPr>
              <a:t>=0;i&lt;</a:t>
            </a:r>
            <a:r>
              <a:rPr lang="en-US" altLang="zh-CN" sz="2600" dirty="0" err="1">
                <a:solidFill>
                  <a:srgbClr val="00297C"/>
                </a:solidFill>
              </a:rPr>
              <a:t>n;i</a:t>
            </a:r>
            <a:r>
              <a:rPr lang="en-US" altLang="zh-CN" sz="2600" dirty="0">
                <a:solidFill>
                  <a:srgbClr val="00297C"/>
                </a:solidFill>
              </a:rPr>
              <a:t>++){</a:t>
            </a:r>
            <a:endParaRPr lang="en-US" altLang="zh-CN" sz="2600" dirty="0">
              <a:solidFill>
                <a:srgbClr val="00297C"/>
              </a:solidFill>
            </a:endParaRPr>
          </a:p>
          <a:p>
            <a:pPr lvl="2" indent="-247650" algn="just" fontAlgn="base">
              <a:lnSpc>
                <a:spcPct val="80000"/>
              </a:lnSpc>
              <a:spcBef>
                <a:spcPct val="0"/>
              </a:spcBef>
            </a:pPr>
            <a:r>
              <a:rPr lang="en-US" altLang="zh-CN" sz="2600" dirty="0">
                <a:solidFill>
                  <a:srgbClr val="00297C"/>
                </a:solidFill>
              </a:rPr>
              <a:t>          </a:t>
            </a:r>
            <a:r>
              <a:rPr lang="en-US" altLang="zh-CN" sz="2600" dirty="0">
                <a:solidFill>
                  <a:srgbClr val="FF3300"/>
                </a:solidFill>
              </a:rPr>
              <a:t>q=(</a:t>
            </a:r>
            <a:r>
              <a:rPr lang="en-US" altLang="zh-CN" sz="2600" dirty="0" err="1">
                <a:solidFill>
                  <a:srgbClr val="FF3300"/>
                </a:solidFill>
              </a:rPr>
              <a:t>Nodeptr</a:t>
            </a:r>
            <a:r>
              <a:rPr lang="en-US" altLang="zh-CN" sz="2600" dirty="0">
                <a:solidFill>
                  <a:srgbClr val="FF3300"/>
                </a:solidFill>
              </a:rPr>
              <a:t>)</a:t>
            </a:r>
            <a:r>
              <a:rPr lang="en-US" altLang="zh-CN" sz="2600" dirty="0" err="1">
                <a:solidFill>
                  <a:srgbClr val="FF3300"/>
                </a:solidFill>
              </a:rPr>
              <a:t>malloc</a:t>
            </a:r>
            <a:r>
              <a:rPr lang="en-US" altLang="zh-CN" sz="2600" dirty="0">
                <a:solidFill>
                  <a:srgbClr val="FF3300"/>
                </a:solidFill>
              </a:rPr>
              <a:t>(</a:t>
            </a:r>
            <a:r>
              <a:rPr lang="en-US" altLang="zh-CN" sz="2600" dirty="0" err="1">
                <a:solidFill>
                  <a:srgbClr val="FF3300"/>
                </a:solidFill>
              </a:rPr>
              <a:t>sizeof</a:t>
            </a:r>
            <a:r>
              <a:rPr lang="en-US" altLang="zh-CN" sz="2600" dirty="0">
                <a:solidFill>
                  <a:srgbClr val="FF3300"/>
                </a:solidFill>
              </a:rPr>
              <a:t>(Node));</a:t>
            </a:r>
            <a:endParaRPr lang="en-US" altLang="zh-CN" sz="2600" dirty="0">
              <a:solidFill>
                <a:srgbClr val="FF3300"/>
              </a:solidFill>
            </a:endParaRPr>
          </a:p>
          <a:p>
            <a:pPr lvl="2" indent="-247650" algn="just" fontAlgn="base">
              <a:lnSpc>
                <a:spcPct val="80000"/>
              </a:lnSpc>
              <a:spcBef>
                <a:spcPct val="0"/>
              </a:spcBef>
            </a:pPr>
            <a:r>
              <a:rPr lang="zh-CN" altLang="en-US" sz="2600" dirty="0">
                <a:solidFill>
                  <a:srgbClr val="00297C"/>
                </a:solidFill>
              </a:rPr>
              <a:t>         </a:t>
            </a:r>
            <a:r>
              <a:rPr lang="zh-CN" altLang="zh-CN" sz="2600" dirty="0">
                <a:solidFill>
                  <a:srgbClr val="00297C"/>
                </a:solidFill>
              </a:rPr>
              <a:t> </a:t>
            </a:r>
            <a:r>
              <a:rPr lang="en-US" altLang="zh-CN" sz="2600" dirty="0">
                <a:solidFill>
                  <a:srgbClr val="00297C"/>
                </a:solidFill>
              </a:rPr>
              <a:t>q</a:t>
            </a:r>
            <a:r>
              <a:rPr lang="zh-CN" altLang="en-US" sz="2600" dirty="0">
                <a:solidFill>
                  <a:srgbClr val="00297C"/>
                </a:solidFill>
                <a:latin typeface="宋体" pitchFamily="2" charset="-122"/>
                <a:ea typeface="宋体" pitchFamily="2" charset="-122"/>
              </a:rPr>
              <a:t>-</a:t>
            </a:r>
            <a:r>
              <a:rPr lang="zh-CN" altLang="en-US" sz="2600" dirty="0">
                <a:solidFill>
                  <a:srgbClr val="00297C"/>
                </a:solidFill>
              </a:rPr>
              <a:t>&gt;</a:t>
            </a:r>
            <a:r>
              <a:rPr lang="en-US" altLang="zh-CN" sz="2600" dirty="0">
                <a:solidFill>
                  <a:srgbClr val="00297C"/>
                </a:solidFill>
              </a:rPr>
              <a:t>data=read();</a:t>
            </a:r>
            <a:r>
              <a:rPr lang="en-US" altLang="zh-CN" sz="2000" dirty="0">
                <a:solidFill>
                  <a:srgbClr val="00297C"/>
                </a:solidFill>
              </a:rPr>
              <a:t>     	/* </a:t>
            </a:r>
            <a:r>
              <a:rPr lang="zh-CN" altLang="en-US" sz="2000" dirty="0">
                <a:solidFill>
                  <a:srgbClr val="00297C"/>
                </a:solidFill>
                <a:ea typeface="幼圆" pitchFamily="49" charset="-122"/>
              </a:rPr>
              <a:t>取一个数据元素</a:t>
            </a:r>
            <a:r>
              <a:rPr lang="zh-CN" altLang="en-US" sz="2000" dirty="0">
                <a:solidFill>
                  <a:srgbClr val="00297C"/>
                </a:solidFill>
              </a:rPr>
              <a:t> */</a:t>
            </a:r>
            <a:r>
              <a:rPr lang="zh-CN" altLang="en-US" sz="3200" dirty="0">
                <a:solidFill>
                  <a:srgbClr val="00297C"/>
                </a:solidFill>
              </a:rPr>
              <a:t> </a:t>
            </a:r>
            <a:endParaRPr lang="en-US" altLang="zh-CN" sz="2600" dirty="0">
              <a:solidFill>
                <a:srgbClr val="00297C"/>
              </a:solidFill>
            </a:endParaRPr>
          </a:p>
          <a:p>
            <a:pPr lvl="2" indent="-247650" algn="just" fontAlgn="base">
              <a:lnSpc>
                <a:spcPct val="80000"/>
              </a:lnSpc>
              <a:spcBef>
                <a:spcPct val="0"/>
              </a:spcBef>
            </a:pPr>
            <a:r>
              <a:rPr lang="en-US" altLang="zh-CN" sz="2600" dirty="0">
                <a:solidFill>
                  <a:srgbClr val="00297C"/>
                </a:solidFill>
              </a:rPr>
              <a:t>          q</a:t>
            </a:r>
            <a:r>
              <a:rPr lang="en-US" altLang="zh-CN" sz="2600" dirty="0">
                <a:solidFill>
                  <a:srgbClr val="00297C"/>
                </a:solidFill>
                <a:latin typeface="宋体" pitchFamily="2" charset="-122"/>
                <a:ea typeface="宋体" pitchFamily="2" charset="-122"/>
              </a:rPr>
              <a:t>-</a:t>
            </a:r>
            <a:r>
              <a:rPr lang="en-US" altLang="zh-CN" sz="2600" dirty="0">
                <a:solidFill>
                  <a:srgbClr val="00297C"/>
                </a:solidFill>
              </a:rPr>
              <a:t>&gt;link=NULL;</a:t>
            </a:r>
            <a:endParaRPr lang="en-US" altLang="zh-CN" sz="2600" dirty="0">
              <a:solidFill>
                <a:srgbClr val="00297C"/>
              </a:solidFill>
            </a:endParaRPr>
          </a:p>
          <a:p>
            <a:pPr lvl="2" indent="-247650" algn="just" fontAlgn="base">
              <a:lnSpc>
                <a:spcPct val="70000"/>
              </a:lnSpc>
              <a:spcBef>
                <a:spcPct val="0"/>
              </a:spcBef>
            </a:pPr>
            <a:r>
              <a:rPr lang="en-US" altLang="zh-CN" sz="2600" dirty="0">
                <a:solidFill>
                  <a:srgbClr val="00297C"/>
                </a:solidFill>
              </a:rPr>
              <a:t>          </a:t>
            </a:r>
            <a:endParaRPr lang="en-US" altLang="zh-CN" sz="2600" dirty="0">
              <a:solidFill>
                <a:srgbClr val="00297C"/>
              </a:solidFill>
            </a:endParaRPr>
          </a:p>
          <a:p>
            <a:pPr lvl="2" indent="-247650" algn="just" fontAlgn="base">
              <a:lnSpc>
                <a:spcPct val="70000"/>
              </a:lnSpc>
              <a:spcBef>
                <a:spcPct val="0"/>
              </a:spcBef>
            </a:pPr>
            <a:r>
              <a:rPr lang="en-US" altLang="zh-CN" sz="2600" dirty="0">
                <a:solidFill>
                  <a:srgbClr val="3333FF"/>
                </a:solidFill>
              </a:rPr>
              <a:t>	       if (list==NULL) 	/*</a:t>
            </a:r>
            <a:r>
              <a:rPr lang="zh-CN" altLang="en-US" sz="2600" dirty="0">
                <a:solidFill>
                  <a:srgbClr val="3333FF"/>
                </a:solidFill>
              </a:rPr>
              <a:t>链表为空</a:t>
            </a:r>
            <a:r>
              <a:rPr lang="en-US" altLang="zh-CN" sz="2600" dirty="0">
                <a:solidFill>
                  <a:srgbClr val="3333FF"/>
                </a:solidFill>
              </a:rPr>
              <a:t>*/</a:t>
            </a:r>
            <a:endParaRPr lang="en-US" altLang="zh-CN" sz="2600" dirty="0">
              <a:solidFill>
                <a:srgbClr val="3333FF"/>
              </a:solidFill>
            </a:endParaRPr>
          </a:p>
          <a:p>
            <a:pPr lvl="2" indent="-247650" algn="just" fontAlgn="base">
              <a:lnSpc>
                <a:spcPct val="70000"/>
              </a:lnSpc>
              <a:spcBef>
                <a:spcPct val="0"/>
              </a:spcBef>
            </a:pPr>
            <a:r>
              <a:rPr lang="en-US" altLang="zh-CN" sz="2600" dirty="0">
                <a:solidFill>
                  <a:srgbClr val="3333FF"/>
                </a:solidFill>
              </a:rPr>
              <a:t>                list=p=q;</a:t>
            </a:r>
            <a:endParaRPr lang="en-US" altLang="zh-CN" sz="2600" dirty="0">
              <a:solidFill>
                <a:srgbClr val="3333FF"/>
              </a:solidFill>
            </a:endParaRPr>
          </a:p>
          <a:p>
            <a:pPr lvl="2" indent="-247650" algn="just" fontAlgn="base">
              <a:lnSpc>
                <a:spcPct val="70000"/>
              </a:lnSpc>
              <a:spcBef>
                <a:spcPct val="0"/>
              </a:spcBef>
            </a:pPr>
            <a:r>
              <a:rPr lang="en-US" altLang="zh-CN" sz="2600" dirty="0">
                <a:solidFill>
                  <a:srgbClr val="3333FF"/>
                </a:solidFill>
              </a:rPr>
              <a:t>          else</a:t>
            </a:r>
            <a:endParaRPr lang="en-US" altLang="zh-CN" sz="2600" dirty="0">
              <a:solidFill>
                <a:srgbClr val="3333FF"/>
              </a:solidFill>
            </a:endParaRPr>
          </a:p>
          <a:p>
            <a:pPr lvl="2" indent="-247650" algn="just" fontAlgn="base">
              <a:lnSpc>
                <a:spcPct val="70000"/>
              </a:lnSpc>
              <a:spcBef>
                <a:spcPct val="0"/>
              </a:spcBef>
            </a:pPr>
            <a:r>
              <a:rPr lang="en-US" altLang="zh-CN" sz="2600" dirty="0">
                <a:solidFill>
                  <a:srgbClr val="3333FF"/>
                </a:solidFill>
              </a:rPr>
              <a:t>                p</a:t>
            </a:r>
            <a:r>
              <a:rPr lang="en-US" altLang="zh-CN" sz="2600" dirty="0">
                <a:solidFill>
                  <a:srgbClr val="3333FF"/>
                </a:solidFill>
                <a:latin typeface="宋体" pitchFamily="2" charset="-122"/>
                <a:ea typeface="宋体" pitchFamily="2" charset="-122"/>
              </a:rPr>
              <a:t>-</a:t>
            </a:r>
            <a:r>
              <a:rPr lang="en-US" altLang="zh-CN" sz="2600" dirty="0">
                <a:solidFill>
                  <a:srgbClr val="3333FF"/>
                </a:solidFill>
              </a:rPr>
              <a:t>&gt;link=q;       </a:t>
            </a:r>
            <a:r>
              <a:rPr lang="en-US" altLang="zh-CN" sz="2200" dirty="0">
                <a:solidFill>
                  <a:srgbClr val="3333FF"/>
                </a:solidFill>
              </a:rPr>
              <a:t>/* </a:t>
            </a:r>
            <a:r>
              <a:rPr lang="zh-CN" altLang="en-US" sz="2200" dirty="0">
                <a:solidFill>
                  <a:srgbClr val="3333FF"/>
                </a:solidFill>
                <a:ea typeface="幼圆" pitchFamily="49" charset="-122"/>
              </a:rPr>
              <a:t>将新结点链接在链表尾部</a:t>
            </a:r>
            <a:r>
              <a:rPr lang="zh-CN" altLang="en-US" sz="2200" dirty="0">
                <a:solidFill>
                  <a:srgbClr val="3333FF"/>
                </a:solidFill>
              </a:rPr>
              <a:t> */</a:t>
            </a:r>
            <a:endParaRPr lang="zh-CN" altLang="en-US" sz="2200" dirty="0">
              <a:solidFill>
                <a:srgbClr val="3333FF"/>
              </a:solidFill>
            </a:endParaRPr>
          </a:p>
          <a:p>
            <a:pPr algn="just" fontAlgn="base">
              <a:lnSpc>
                <a:spcPct val="65000"/>
              </a:lnSpc>
              <a:spcBef>
                <a:spcPct val="0"/>
              </a:spcBef>
            </a:pPr>
            <a:r>
              <a:rPr lang="zh-CN" altLang="en-US" sz="2600" dirty="0">
                <a:solidFill>
                  <a:srgbClr val="00297C"/>
                </a:solidFill>
              </a:rPr>
              <a:t>                  </a:t>
            </a:r>
            <a:endParaRPr lang="zh-CN" altLang="en-US" sz="2600" dirty="0">
              <a:solidFill>
                <a:srgbClr val="00297C"/>
              </a:solidFill>
            </a:endParaRPr>
          </a:p>
          <a:p>
            <a:pPr algn="just" fontAlgn="base">
              <a:lnSpc>
                <a:spcPct val="65000"/>
              </a:lnSpc>
              <a:spcBef>
                <a:spcPct val="0"/>
              </a:spcBef>
            </a:pPr>
            <a:r>
              <a:rPr lang="en-US" altLang="zh-CN" sz="2600" dirty="0">
                <a:solidFill>
                  <a:srgbClr val="00297C"/>
                </a:solidFill>
              </a:rPr>
              <a:t>	       p=q;</a:t>
            </a:r>
            <a:endParaRPr lang="en-US" altLang="zh-CN" sz="2600" dirty="0">
              <a:solidFill>
                <a:srgbClr val="00297C"/>
              </a:solidFill>
            </a:endParaRPr>
          </a:p>
          <a:p>
            <a:pPr algn="just" fontAlgn="base">
              <a:lnSpc>
                <a:spcPct val="65000"/>
              </a:lnSpc>
              <a:spcBef>
                <a:spcPct val="0"/>
              </a:spcBef>
            </a:pPr>
            <a:r>
              <a:rPr lang="en-US" altLang="zh-CN" sz="2600" dirty="0">
                <a:solidFill>
                  <a:srgbClr val="00297C"/>
                </a:solidFill>
              </a:rPr>
              <a:t>             }</a:t>
            </a:r>
            <a:endParaRPr lang="en-US" altLang="zh-CN" sz="2600" dirty="0">
              <a:solidFill>
                <a:srgbClr val="00297C"/>
              </a:solidFill>
            </a:endParaRPr>
          </a:p>
          <a:p>
            <a:pPr algn="just" fontAlgn="base">
              <a:lnSpc>
                <a:spcPct val="65000"/>
              </a:lnSpc>
              <a:spcBef>
                <a:spcPct val="0"/>
              </a:spcBef>
            </a:pPr>
            <a:r>
              <a:rPr lang="en-US" altLang="zh-CN" sz="2600" dirty="0">
                <a:solidFill>
                  <a:srgbClr val="00297C"/>
                </a:solidFill>
              </a:rPr>
              <a:t>             return list;</a:t>
            </a:r>
            <a:endParaRPr lang="en-US" altLang="zh-CN" sz="2600" dirty="0">
              <a:solidFill>
                <a:srgbClr val="00297C"/>
              </a:solidFill>
            </a:endParaRPr>
          </a:p>
          <a:p>
            <a:pPr algn="just" fontAlgn="base">
              <a:lnSpc>
                <a:spcPct val="65000"/>
              </a:lnSpc>
              <a:spcBef>
                <a:spcPct val="0"/>
              </a:spcBef>
            </a:pPr>
            <a:r>
              <a:rPr lang="zh-CN" altLang="zh-CN" sz="2600" dirty="0">
                <a:solidFill>
                  <a:srgbClr val="00297C"/>
                </a:solidFill>
              </a:rPr>
              <a:t>        </a:t>
            </a:r>
            <a:r>
              <a:rPr lang="zh-CN" altLang="en-US" sz="2600" dirty="0">
                <a:solidFill>
                  <a:srgbClr val="00297C"/>
                </a:solidFill>
              </a:rPr>
              <a:t>}</a:t>
            </a:r>
            <a:endParaRPr lang="en-US" altLang="zh-CN" sz="2600" dirty="0">
              <a:solidFill>
                <a:srgbClr val="00297C"/>
              </a:solidFill>
            </a:endParaRPr>
          </a:p>
        </p:txBody>
      </p:sp>
      <p:grpSp>
        <p:nvGrpSpPr>
          <p:cNvPr id="2" name="Group 12"/>
          <p:cNvGrpSpPr/>
          <p:nvPr/>
        </p:nvGrpSpPr>
        <p:grpSpPr bwMode="auto">
          <a:xfrm rot="-647433">
            <a:off x="8183564" y="115888"/>
            <a:ext cx="1982787" cy="1014412"/>
            <a:chOff x="175" y="39"/>
            <a:chExt cx="1249" cy="639"/>
          </a:xfrm>
        </p:grpSpPr>
        <p:sp>
          <p:nvSpPr>
            <p:cNvPr id="14348" name="AutoShape 13"/>
            <p:cNvSpPr>
              <a:spLocks noChangeArrowheads="1"/>
            </p:cNvSpPr>
            <p:nvPr/>
          </p:nvSpPr>
          <p:spPr bwMode="auto">
            <a:xfrm rot="1193954">
              <a:off x="175" y="39"/>
              <a:ext cx="1249" cy="639"/>
            </a:xfrm>
            <a:prstGeom prst="irregularSeal2">
              <a:avLst/>
            </a:prstGeom>
            <a:solidFill>
              <a:srgbClr val="FF9393"/>
            </a:solidFill>
            <a:ln w="82550" cap="sq">
              <a:solidFill>
                <a:srgbClr val="FFFF00"/>
              </a:solidFill>
              <a:miter lim="800000"/>
            </a:ln>
            <a:effectLst>
              <a:outerShdw dist="169439" dir="779677" algn="ctr" rotWithShape="0">
                <a:srgbClr val="B2B2B2"/>
              </a:outerShdw>
            </a:effectLst>
          </p:spPr>
          <p:txBody>
            <a:bodyPr wrap="none" anchor="ctr"/>
            <a:lstStyle/>
            <a:p>
              <a:endParaRPr lang="zh-CN" altLang="en-US"/>
            </a:p>
          </p:txBody>
        </p:sp>
        <p:sp>
          <p:nvSpPr>
            <p:cNvPr id="14349" name="Rectangle 14"/>
            <p:cNvSpPr>
              <a:spLocks noChangeArrowheads="1"/>
            </p:cNvSpPr>
            <p:nvPr/>
          </p:nvSpPr>
          <p:spPr bwMode="auto">
            <a:xfrm rot="-243528">
              <a:off x="289" y="57"/>
              <a:ext cx="1007" cy="519"/>
            </a:xfrm>
            <a:prstGeom prst="rect">
              <a:avLst/>
            </a:prstGeom>
            <a:noFill/>
            <a:ln w="12700" cap="sq">
              <a:noFill/>
              <a:miter lim="800000"/>
            </a:ln>
            <a:effectLst>
              <a:outerShdw dist="35921" dir="2700000" algn="ctr" rotWithShape="0">
                <a:schemeClr val="bg1"/>
              </a:outerShdw>
            </a:effectLst>
          </p:spPr>
          <p:txBody>
            <a:bodyPr>
              <a:spAutoFit/>
            </a:bodyPr>
            <a:lstStyle/>
            <a:p>
              <a:r>
                <a:rPr lang="zh-CN" altLang="en-US" sz="4800" i="1" dirty="0">
                  <a:solidFill>
                    <a:srgbClr val="FF0000"/>
                  </a:solidFill>
                  <a:ea typeface="黑体" panose="02010609060101010101" pitchFamily="2" charset="-122"/>
                </a:rPr>
                <a:t>算法</a:t>
              </a:r>
              <a:endParaRPr lang="zh-CN" altLang="en-US" sz="4800" i="1" dirty="0">
                <a:solidFill>
                  <a:srgbClr val="FF0000"/>
                </a:solidFill>
                <a:ea typeface="黑体" panose="02010609060101010101" pitchFamily="2" charset="-122"/>
              </a:endParaRPr>
            </a:p>
          </p:txBody>
        </p:sp>
      </p:grpSp>
      <p:grpSp>
        <p:nvGrpSpPr>
          <p:cNvPr id="3" name="Group 28"/>
          <p:cNvGrpSpPr/>
          <p:nvPr/>
        </p:nvGrpSpPr>
        <p:grpSpPr bwMode="auto">
          <a:xfrm>
            <a:off x="2788443" y="2780928"/>
            <a:ext cx="6615113" cy="1028700"/>
            <a:chOff x="1176" y="2064"/>
            <a:chExt cx="4167" cy="648"/>
          </a:xfrm>
        </p:grpSpPr>
        <p:sp>
          <p:nvSpPr>
            <p:cNvPr id="14345" name="AutoShape 29"/>
            <p:cNvSpPr>
              <a:spLocks noChangeArrowheads="1"/>
            </p:cNvSpPr>
            <p:nvPr/>
          </p:nvSpPr>
          <p:spPr bwMode="auto">
            <a:xfrm>
              <a:off x="3240" y="2379"/>
              <a:ext cx="1872" cy="333"/>
            </a:xfrm>
            <a:prstGeom prst="wedgeRoundRectCallout">
              <a:avLst>
                <a:gd name="adj1" fmla="val -48398"/>
                <a:gd name="adj2" fmla="val -128977"/>
                <a:gd name="adj3" fmla="val 16667"/>
              </a:avLst>
            </a:prstGeom>
            <a:noFill/>
            <a:ln w="63500" cap="sq">
              <a:solidFill>
                <a:srgbClr val="33CCCC"/>
              </a:solidFill>
              <a:miter lim="800000"/>
            </a:ln>
          </p:spPr>
          <p:txBody>
            <a:bodyPr anchor="ctr"/>
            <a:lstStyle/>
            <a:p>
              <a:pPr>
                <a:spcBef>
                  <a:spcPct val="0"/>
                </a:spcBef>
              </a:pPr>
              <a:endParaRPr lang="zh-CN" altLang="en-US" sz="2600">
                <a:ea typeface="宋体" pitchFamily="2" charset="-122"/>
              </a:endParaRPr>
            </a:p>
          </p:txBody>
        </p:sp>
        <p:sp>
          <p:nvSpPr>
            <p:cNvPr id="14346" name="Rectangle 30"/>
            <p:cNvSpPr>
              <a:spLocks noChangeArrowheads="1"/>
            </p:cNvSpPr>
            <p:nvPr/>
          </p:nvSpPr>
          <p:spPr bwMode="auto">
            <a:xfrm>
              <a:off x="3269" y="2393"/>
              <a:ext cx="2074" cy="279"/>
            </a:xfrm>
            <a:prstGeom prst="rect">
              <a:avLst/>
            </a:prstGeom>
            <a:noFill/>
            <a:ln w="12700" cap="sq">
              <a:noFill/>
              <a:miter lim="800000"/>
            </a:ln>
            <a:effectLst>
              <a:outerShdw dist="17961" dir="2700000" algn="ctr" rotWithShape="0">
                <a:schemeClr val="bg1"/>
              </a:outerShdw>
            </a:effectLst>
          </p:spPr>
          <p:txBody>
            <a:bodyPr>
              <a:spAutoFit/>
            </a:bodyPr>
            <a:lstStyle/>
            <a:p>
              <a:r>
                <a:rPr lang="zh-CN" altLang="en-US" sz="2300">
                  <a:solidFill>
                    <a:srgbClr val="FF3300"/>
                  </a:solidFill>
                  <a:ea typeface="黑体" panose="02010609060101010101" pitchFamily="2" charset="-122"/>
                </a:rPr>
                <a:t>申请一个新的链结点</a:t>
              </a:r>
              <a:endParaRPr lang="zh-CN" altLang="en-US" sz="2300">
                <a:solidFill>
                  <a:srgbClr val="FF3300"/>
                </a:solidFill>
                <a:ea typeface="黑体" panose="02010609060101010101" pitchFamily="2" charset="-122"/>
              </a:endParaRPr>
            </a:p>
          </p:txBody>
        </p:sp>
        <p:sp>
          <p:nvSpPr>
            <p:cNvPr id="14347" name="Line 31"/>
            <p:cNvSpPr>
              <a:spLocks noChangeShapeType="1"/>
            </p:cNvSpPr>
            <p:nvPr/>
          </p:nvSpPr>
          <p:spPr bwMode="auto">
            <a:xfrm>
              <a:off x="1176" y="2064"/>
              <a:ext cx="3264" cy="0"/>
            </a:xfrm>
            <a:prstGeom prst="line">
              <a:avLst/>
            </a:prstGeom>
            <a:noFill/>
            <a:ln w="60325" cap="sq">
              <a:solidFill>
                <a:srgbClr val="33CCCC"/>
              </a:solidFill>
              <a:round/>
            </a:ln>
          </p:spPr>
          <p:txBody>
            <a:bodyPr wrap="none" anchor="ctr"/>
            <a:lstStyle/>
            <a:p>
              <a:endParaRPr lang="zh-CN" altLang="en-US"/>
            </a:p>
          </p:txBody>
        </p:sp>
      </p:grpSp>
      <p:grpSp>
        <p:nvGrpSpPr>
          <p:cNvPr id="4" name="Group 25"/>
          <p:cNvGrpSpPr/>
          <p:nvPr/>
        </p:nvGrpSpPr>
        <p:grpSpPr bwMode="auto">
          <a:xfrm>
            <a:off x="4497634" y="5411788"/>
            <a:ext cx="3619500" cy="609600"/>
            <a:chOff x="2136" y="3360"/>
            <a:chExt cx="2280" cy="384"/>
          </a:xfrm>
        </p:grpSpPr>
        <p:sp>
          <p:nvSpPr>
            <p:cNvPr id="14343" name="Oval 26"/>
            <p:cNvSpPr>
              <a:spLocks noChangeArrowheads="1"/>
            </p:cNvSpPr>
            <p:nvPr/>
          </p:nvSpPr>
          <p:spPr bwMode="auto">
            <a:xfrm>
              <a:off x="2136" y="3360"/>
              <a:ext cx="2112" cy="384"/>
            </a:xfrm>
            <a:prstGeom prst="ellipse">
              <a:avLst/>
            </a:prstGeom>
            <a:solidFill>
              <a:srgbClr val="CCFFCC"/>
            </a:solidFill>
            <a:ln w="12700" cap="sq">
              <a:noFill/>
              <a:round/>
            </a:ln>
            <a:effectLst>
              <a:outerShdw dist="68392" dir="1308085" algn="ctr" rotWithShape="0">
                <a:srgbClr val="B2B2B2"/>
              </a:outerShdw>
            </a:effectLst>
          </p:spPr>
          <p:txBody>
            <a:bodyPr wrap="none" anchor="ctr"/>
            <a:lstStyle/>
            <a:p>
              <a:endParaRPr lang="zh-CN" altLang="en-US"/>
            </a:p>
          </p:txBody>
        </p:sp>
        <p:sp>
          <p:nvSpPr>
            <p:cNvPr id="14344" name="Rectangle 27"/>
            <p:cNvSpPr>
              <a:spLocks noChangeArrowheads="1"/>
            </p:cNvSpPr>
            <p:nvPr/>
          </p:nvSpPr>
          <p:spPr bwMode="auto">
            <a:xfrm>
              <a:off x="2352" y="3372"/>
              <a:ext cx="2064" cy="336"/>
            </a:xfrm>
            <a:prstGeom prst="rect">
              <a:avLst/>
            </a:prstGeom>
            <a:noFill/>
            <a:ln w="12700" cap="sq">
              <a:noFill/>
              <a:miter lim="800000"/>
            </a:ln>
            <a:effectLst>
              <a:outerShdw dist="12700" dir="5400000" algn="ctr" rotWithShape="0">
                <a:srgbClr val="000000"/>
              </a:outerShdw>
            </a:effectLst>
          </p:spPr>
          <p:txBody>
            <a:bodyPr>
              <a:spAutoFit/>
            </a:bodyPr>
            <a:lstStyle/>
            <a:p>
              <a:r>
                <a:rPr lang="zh-CN" altLang="en-US" sz="2900" dirty="0">
                  <a:solidFill>
                    <a:srgbClr val="FF3300"/>
                  </a:solidFill>
                  <a:ea typeface="幼圆" pitchFamily="49" charset="-122"/>
                </a:rPr>
                <a:t>时间复杂度</a:t>
              </a:r>
              <a:r>
                <a:rPr lang="en-US" altLang="zh-CN" sz="2900" dirty="0">
                  <a:solidFill>
                    <a:srgbClr val="FF3300"/>
                  </a:solidFill>
                  <a:ea typeface="幼圆" pitchFamily="49" charset="-122"/>
                </a:rPr>
                <a:t>O(n)</a:t>
              </a:r>
              <a:endParaRPr lang="zh-CN" altLang="en-US" sz="2900" dirty="0">
                <a:solidFill>
                  <a:srgbClr val="FF3300"/>
                </a:solidFill>
                <a:ea typeface="幼圆" pitchFamily="49"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10980"/>
                                        </p:tgtEl>
                                        <p:attrNameLst>
                                          <p:attrName>style.visibility</p:attrName>
                                        </p:attrNameLst>
                                      </p:cBhvr>
                                      <p:to>
                                        <p:strVal val="visible"/>
                                      </p:to>
                                    </p:set>
                                    <p:animEffect transition="in" filter="blinds(horizontal)">
                                      <p:cBhvr>
                                        <p:cTn id="7" dur="500"/>
                                        <p:tgtEl>
                                          <p:spTgt spid="51098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0980"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69"/>
          <p:cNvGrpSpPr/>
          <p:nvPr/>
        </p:nvGrpSpPr>
        <p:grpSpPr bwMode="auto">
          <a:xfrm>
            <a:off x="845344" y="56592"/>
            <a:ext cx="4149725" cy="685800"/>
            <a:chOff x="242" y="336"/>
            <a:chExt cx="2614" cy="432"/>
          </a:xfrm>
        </p:grpSpPr>
        <p:sp>
          <p:nvSpPr>
            <p:cNvPr id="9258" name="Rectangle 3"/>
            <p:cNvSpPr>
              <a:spLocks noChangeArrowheads="1"/>
            </p:cNvSpPr>
            <p:nvPr/>
          </p:nvSpPr>
          <p:spPr bwMode="auto">
            <a:xfrm>
              <a:off x="288" y="336"/>
              <a:ext cx="2411" cy="432"/>
            </a:xfrm>
            <a:prstGeom prst="rect">
              <a:avLst/>
            </a:prstGeom>
            <a:solidFill>
              <a:srgbClr val="E1F0FF"/>
            </a:solidFill>
            <a:ln w="12700" cap="sq">
              <a:noFill/>
              <a:miter lim="800000"/>
            </a:ln>
            <a:effectLst>
              <a:outerShdw dist="117088" dir="2436078" algn="ctr" rotWithShape="0">
                <a:srgbClr val="B2B2B2"/>
              </a:outerShdw>
            </a:effectLst>
          </p:spPr>
          <p:txBody>
            <a:bodyPr wrap="none" anchor="ctr"/>
            <a:lstStyle/>
            <a:p>
              <a:endParaRPr lang="zh-CN" altLang="en-US"/>
            </a:p>
          </p:txBody>
        </p:sp>
        <p:sp>
          <p:nvSpPr>
            <p:cNvPr id="9259" name="Rectangle 4"/>
            <p:cNvSpPr>
              <a:spLocks noChangeArrowheads="1"/>
            </p:cNvSpPr>
            <p:nvPr/>
          </p:nvSpPr>
          <p:spPr bwMode="auto">
            <a:xfrm>
              <a:off x="242" y="405"/>
              <a:ext cx="2614" cy="336"/>
            </a:xfrm>
            <a:prstGeom prst="rect">
              <a:avLst/>
            </a:prstGeom>
            <a:noFill/>
            <a:ln w="12700" cap="sq">
              <a:noFill/>
              <a:miter lim="800000"/>
            </a:ln>
            <a:effectLst>
              <a:outerShdw dist="12700" dir="5400000" algn="ctr" rotWithShape="0">
                <a:schemeClr val="bg1"/>
              </a:outerShdw>
            </a:effectLst>
          </p:spPr>
          <p:txBody>
            <a:bodyPr>
              <a:spAutoFit/>
            </a:bodyPr>
            <a:lstStyle/>
            <a:p>
              <a:r>
                <a:rPr kumimoji="1" lang="zh-CN" altLang="en-US" sz="2900" dirty="0">
                  <a:solidFill>
                    <a:srgbClr val="CC0000"/>
                  </a:solidFill>
                  <a:latin typeface="黑体" panose="02010609060101010101" pitchFamily="2" charset="-122"/>
                  <a:ea typeface="黑体" panose="02010609060101010101" pitchFamily="2" charset="-122"/>
                </a:rPr>
                <a:t> </a:t>
              </a:r>
              <a:r>
                <a:rPr kumimoji="1" lang="en-US" altLang="zh-CN" sz="2900" dirty="0">
                  <a:solidFill>
                    <a:srgbClr val="CC0000"/>
                  </a:solidFill>
                  <a:ea typeface="黑体" panose="02010609060101010101" pitchFamily="2" charset="-122"/>
                </a:rPr>
                <a:t>2</a:t>
              </a:r>
              <a:r>
                <a:rPr kumimoji="1" lang="zh-CN" altLang="en-US" sz="2900" dirty="0">
                  <a:solidFill>
                    <a:srgbClr val="CC0000"/>
                  </a:solidFill>
                  <a:latin typeface="黑体" panose="02010609060101010101" pitchFamily="2" charset="-122"/>
                  <a:ea typeface="黑体" panose="02010609060101010101" pitchFamily="2" charset="-122"/>
                </a:rPr>
                <a:t>.求线性链表的长度</a:t>
              </a:r>
              <a:endParaRPr kumimoji="1" lang="zh-CN" altLang="en-US" sz="2900" dirty="0">
                <a:solidFill>
                  <a:srgbClr val="CC0000"/>
                </a:solidFill>
                <a:latin typeface="黑体" panose="02010609060101010101" pitchFamily="2" charset="-122"/>
                <a:ea typeface="黑体" panose="02010609060101010101" pitchFamily="2" charset="-122"/>
              </a:endParaRPr>
            </a:p>
          </p:txBody>
        </p:sp>
      </p:grpSp>
      <p:grpSp>
        <p:nvGrpSpPr>
          <p:cNvPr id="3" name="Group 5"/>
          <p:cNvGrpSpPr/>
          <p:nvPr/>
        </p:nvGrpSpPr>
        <p:grpSpPr bwMode="auto">
          <a:xfrm>
            <a:off x="2176463" y="2133600"/>
            <a:ext cx="7227888" cy="1358900"/>
            <a:chOff x="487" y="1440"/>
            <a:chExt cx="4553" cy="856"/>
          </a:xfrm>
        </p:grpSpPr>
        <p:grpSp>
          <p:nvGrpSpPr>
            <p:cNvPr id="4" name="Group 6"/>
            <p:cNvGrpSpPr/>
            <p:nvPr/>
          </p:nvGrpSpPr>
          <p:grpSpPr bwMode="auto">
            <a:xfrm>
              <a:off x="864" y="1920"/>
              <a:ext cx="624" cy="288"/>
              <a:chOff x="1008" y="2256"/>
              <a:chExt cx="624" cy="288"/>
            </a:xfrm>
          </p:grpSpPr>
          <p:sp>
            <p:nvSpPr>
              <p:cNvPr id="9256" name="Rectangle 7"/>
              <p:cNvSpPr>
                <a:spLocks noChangeArrowheads="1"/>
              </p:cNvSpPr>
              <p:nvPr/>
            </p:nvSpPr>
            <p:spPr bwMode="auto">
              <a:xfrm>
                <a:off x="1008" y="2256"/>
                <a:ext cx="432" cy="288"/>
              </a:xfrm>
              <a:prstGeom prst="rect">
                <a:avLst/>
              </a:prstGeom>
              <a:noFill/>
              <a:ln w="25400" cap="sq">
                <a:solidFill>
                  <a:srgbClr val="339966"/>
                </a:solidFill>
                <a:miter lim="800000"/>
              </a:ln>
            </p:spPr>
            <p:txBody>
              <a:bodyPr wrap="none" anchor="ctr"/>
              <a:lstStyle/>
              <a:p>
                <a:endParaRPr lang="zh-CN" altLang="en-US"/>
              </a:p>
            </p:txBody>
          </p:sp>
          <p:sp>
            <p:nvSpPr>
              <p:cNvPr id="9257" name="Rectangle 8"/>
              <p:cNvSpPr>
                <a:spLocks noChangeArrowheads="1"/>
              </p:cNvSpPr>
              <p:nvPr/>
            </p:nvSpPr>
            <p:spPr bwMode="auto">
              <a:xfrm>
                <a:off x="1440" y="2256"/>
                <a:ext cx="192" cy="288"/>
              </a:xfrm>
              <a:prstGeom prst="rect">
                <a:avLst/>
              </a:prstGeom>
              <a:noFill/>
              <a:ln w="25400" cap="sq">
                <a:solidFill>
                  <a:srgbClr val="339966"/>
                </a:solidFill>
                <a:miter lim="800000"/>
              </a:ln>
            </p:spPr>
            <p:txBody>
              <a:bodyPr wrap="none" anchor="ctr"/>
              <a:lstStyle/>
              <a:p>
                <a:endParaRPr lang="zh-CN" altLang="en-US"/>
              </a:p>
            </p:txBody>
          </p:sp>
        </p:grpSp>
        <p:grpSp>
          <p:nvGrpSpPr>
            <p:cNvPr id="5" name="Group 9"/>
            <p:cNvGrpSpPr/>
            <p:nvPr/>
          </p:nvGrpSpPr>
          <p:grpSpPr bwMode="auto">
            <a:xfrm>
              <a:off x="1776" y="1920"/>
              <a:ext cx="624" cy="288"/>
              <a:chOff x="1008" y="2256"/>
              <a:chExt cx="624" cy="288"/>
            </a:xfrm>
          </p:grpSpPr>
          <p:sp>
            <p:nvSpPr>
              <p:cNvPr id="9254" name="Rectangle 10"/>
              <p:cNvSpPr>
                <a:spLocks noChangeArrowheads="1"/>
              </p:cNvSpPr>
              <p:nvPr/>
            </p:nvSpPr>
            <p:spPr bwMode="auto">
              <a:xfrm>
                <a:off x="1008" y="2256"/>
                <a:ext cx="432" cy="288"/>
              </a:xfrm>
              <a:prstGeom prst="rect">
                <a:avLst/>
              </a:prstGeom>
              <a:noFill/>
              <a:ln w="25400" cap="sq">
                <a:solidFill>
                  <a:srgbClr val="339966"/>
                </a:solidFill>
                <a:miter lim="800000"/>
              </a:ln>
            </p:spPr>
            <p:txBody>
              <a:bodyPr wrap="none" anchor="ctr"/>
              <a:lstStyle/>
              <a:p>
                <a:endParaRPr lang="zh-CN" altLang="en-US"/>
              </a:p>
            </p:txBody>
          </p:sp>
          <p:sp>
            <p:nvSpPr>
              <p:cNvPr id="9255" name="Rectangle 11"/>
              <p:cNvSpPr>
                <a:spLocks noChangeArrowheads="1"/>
              </p:cNvSpPr>
              <p:nvPr/>
            </p:nvSpPr>
            <p:spPr bwMode="auto">
              <a:xfrm>
                <a:off x="1440" y="2256"/>
                <a:ext cx="192" cy="288"/>
              </a:xfrm>
              <a:prstGeom prst="rect">
                <a:avLst/>
              </a:prstGeom>
              <a:noFill/>
              <a:ln w="25400" cap="sq">
                <a:solidFill>
                  <a:srgbClr val="339966"/>
                </a:solidFill>
                <a:miter lim="800000"/>
              </a:ln>
            </p:spPr>
            <p:txBody>
              <a:bodyPr wrap="none" anchor="ctr"/>
              <a:lstStyle/>
              <a:p>
                <a:endParaRPr lang="zh-CN" altLang="en-US"/>
              </a:p>
            </p:txBody>
          </p:sp>
        </p:grpSp>
        <p:grpSp>
          <p:nvGrpSpPr>
            <p:cNvPr id="6" name="Group 12"/>
            <p:cNvGrpSpPr/>
            <p:nvPr/>
          </p:nvGrpSpPr>
          <p:grpSpPr bwMode="auto">
            <a:xfrm>
              <a:off x="2688" y="1920"/>
              <a:ext cx="624" cy="288"/>
              <a:chOff x="1008" y="2256"/>
              <a:chExt cx="624" cy="288"/>
            </a:xfrm>
          </p:grpSpPr>
          <p:sp>
            <p:nvSpPr>
              <p:cNvPr id="9252" name="Rectangle 13"/>
              <p:cNvSpPr>
                <a:spLocks noChangeArrowheads="1"/>
              </p:cNvSpPr>
              <p:nvPr/>
            </p:nvSpPr>
            <p:spPr bwMode="auto">
              <a:xfrm>
                <a:off x="1008" y="2256"/>
                <a:ext cx="432" cy="288"/>
              </a:xfrm>
              <a:prstGeom prst="rect">
                <a:avLst/>
              </a:prstGeom>
              <a:noFill/>
              <a:ln w="25400" cap="sq">
                <a:solidFill>
                  <a:srgbClr val="339966"/>
                </a:solidFill>
                <a:miter lim="800000"/>
              </a:ln>
            </p:spPr>
            <p:txBody>
              <a:bodyPr wrap="none" anchor="ctr"/>
              <a:lstStyle/>
              <a:p>
                <a:endParaRPr lang="zh-CN" altLang="en-US"/>
              </a:p>
            </p:txBody>
          </p:sp>
          <p:sp>
            <p:nvSpPr>
              <p:cNvPr id="9253" name="Rectangle 14"/>
              <p:cNvSpPr>
                <a:spLocks noChangeArrowheads="1"/>
              </p:cNvSpPr>
              <p:nvPr/>
            </p:nvSpPr>
            <p:spPr bwMode="auto">
              <a:xfrm>
                <a:off x="1440" y="2256"/>
                <a:ext cx="192" cy="288"/>
              </a:xfrm>
              <a:prstGeom prst="rect">
                <a:avLst/>
              </a:prstGeom>
              <a:noFill/>
              <a:ln w="25400" cap="sq">
                <a:solidFill>
                  <a:srgbClr val="339966"/>
                </a:solidFill>
                <a:miter lim="800000"/>
              </a:ln>
            </p:spPr>
            <p:txBody>
              <a:bodyPr wrap="none" anchor="ctr"/>
              <a:lstStyle/>
              <a:p>
                <a:endParaRPr lang="zh-CN" altLang="en-US"/>
              </a:p>
            </p:txBody>
          </p:sp>
        </p:grpSp>
        <p:grpSp>
          <p:nvGrpSpPr>
            <p:cNvPr id="7" name="Group 15"/>
            <p:cNvGrpSpPr/>
            <p:nvPr/>
          </p:nvGrpSpPr>
          <p:grpSpPr bwMode="auto">
            <a:xfrm>
              <a:off x="4416" y="1920"/>
              <a:ext cx="624" cy="288"/>
              <a:chOff x="1008" y="2256"/>
              <a:chExt cx="624" cy="288"/>
            </a:xfrm>
          </p:grpSpPr>
          <p:sp>
            <p:nvSpPr>
              <p:cNvPr id="9250" name="Rectangle 16"/>
              <p:cNvSpPr>
                <a:spLocks noChangeArrowheads="1"/>
              </p:cNvSpPr>
              <p:nvPr/>
            </p:nvSpPr>
            <p:spPr bwMode="auto">
              <a:xfrm>
                <a:off x="1008" y="2256"/>
                <a:ext cx="432" cy="288"/>
              </a:xfrm>
              <a:prstGeom prst="rect">
                <a:avLst/>
              </a:prstGeom>
              <a:noFill/>
              <a:ln w="25400" cap="sq">
                <a:solidFill>
                  <a:srgbClr val="339966"/>
                </a:solidFill>
                <a:miter lim="800000"/>
              </a:ln>
            </p:spPr>
            <p:txBody>
              <a:bodyPr wrap="none" anchor="ctr"/>
              <a:lstStyle/>
              <a:p>
                <a:endParaRPr lang="zh-CN" altLang="en-US"/>
              </a:p>
            </p:txBody>
          </p:sp>
          <p:sp>
            <p:nvSpPr>
              <p:cNvPr id="9251" name="Rectangle 17"/>
              <p:cNvSpPr>
                <a:spLocks noChangeArrowheads="1"/>
              </p:cNvSpPr>
              <p:nvPr/>
            </p:nvSpPr>
            <p:spPr bwMode="auto">
              <a:xfrm>
                <a:off x="1440" y="2256"/>
                <a:ext cx="192" cy="288"/>
              </a:xfrm>
              <a:prstGeom prst="rect">
                <a:avLst/>
              </a:prstGeom>
              <a:noFill/>
              <a:ln w="25400" cap="sq">
                <a:solidFill>
                  <a:srgbClr val="339966"/>
                </a:solidFill>
                <a:miter lim="800000"/>
              </a:ln>
            </p:spPr>
            <p:txBody>
              <a:bodyPr wrap="none" anchor="ctr"/>
              <a:lstStyle/>
              <a:p>
                <a:endParaRPr lang="zh-CN" altLang="en-US"/>
              </a:p>
            </p:txBody>
          </p:sp>
        </p:grpSp>
        <p:sp>
          <p:nvSpPr>
            <p:cNvPr id="9241" name="Line 18"/>
            <p:cNvSpPr>
              <a:spLocks noChangeShapeType="1"/>
            </p:cNvSpPr>
            <p:nvPr/>
          </p:nvSpPr>
          <p:spPr bwMode="auto">
            <a:xfrm>
              <a:off x="1440" y="2064"/>
              <a:ext cx="336" cy="0"/>
            </a:xfrm>
            <a:prstGeom prst="line">
              <a:avLst/>
            </a:prstGeom>
            <a:noFill/>
            <a:ln w="19050" cap="sq">
              <a:solidFill>
                <a:srgbClr val="008080"/>
              </a:solidFill>
              <a:round/>
              <a:tailEnd type="triangle" w="med" len="med"/>
            </a:ln>
          </p:spPr>
          <p:txBody>
            <a:bodyPr wrap="none" anchor="ctr"/>
            <a:lstStyle/>
            <a:p>
              <a:endParaRPr lang="zh-CN" altLang="en-US"/>
            </a:p>
          </p:txBody>
        </p:sp>
        <p:sp>
          <p:nvSpPr>
            <p:cNvPr id="9242" name="Line 19"/>
            <p:cNvSpPr>
              <a:spLocks noChangeShapeType="1"/>
            </p:cNvSpPr>
            <p:nvPr/>
          </p:nvSpPr>
          <p:spPr bwMode="auto">
            <a:xfrm>
              <a:off x="2352" y="2064"/>
              <a:ext cx="336" cy="0"/>
            </a:xfrm>
            <a:prstGeom prst="line">
              <a:avLst/>
            </a:prstGeom>
            <a:noFill/>
            <a:ln w="19050" cap="sq">
              <a:solidFill>
                <a:srgbClr val="008080"/>
              </a:solidFill>
              <a:round/>
              <a:tailEnd type="triangle" w="med" len="med"/>
            </a:ln>
          </p:spPr>
          <p:txBody>
            <a:bodyPr wrap="none" anchor="ctr"/>
            <a:lstStyle/>
            <a:p>
              <a:endParaRPr lang="zh-CN" altLang="en-US"/>
            </a:p>
          </p:txBody>
        </p:sp>
        <p:sp>
          <p:nvSpPr>
            <p:cNvPr id="9243" name="Line 20"/>
            <p:cNvSpPr>
              <a:spLocks noChangeShapeType="1"/>
            </p:cNvSpPr>
            <p:nvPr/>
          </p:nvSpPr>
          <p:spPr bwMode="auto">
            <a:xfrm>
              <a:off x="3168" y="2064"/>
              <a:ext cx="336" cy="0"/>
            </a:xfrm>
            <a:prstGeom prst="line">
              <a:avLst/>
            </a:prstGeom>
            <a:noFill/>
            <a:ln w="19050" cap="sq">
              <a:solidFill>
                <a:srgbClr val="008080"/>
              </a:solidFill>
              <a:round/>
              <a:tailEnd type="triangle" w="med" len="med"/>
            </a:ln>
          </p:spPr>
          <p:txBody>
            <a:bodyPr wrap="none" anchor="ctr"/>
            <a:lstStyle/>
            <a:p>
              <a:endParaRPr lang="zh-CN" altLang="en-US"/>
            </a:p>
          </p:txBody>
        </p:sp>
        <p:sp>
          <p:nvSpPr>
            <p:cNvPr id="9244" name="Line 21"/>
            <p:cNvSpPr>
              <a:spLocks noChangeShapeType="1"/>
            </p:cNvSpPr>
            <p:nvPr/>
          </p:nvSpPr>
          <p:spPr bwMode="auto">
            <a:xfrm>
              <a:off x="4080" y="2064"/>
              <a:ext cx="336" cy="0"/>
            </a:xfrm>
            <a:prstGeom prst="line">
              <a:avLst/>
            </a:prstGeom>
            <a:noFill/>
            <a:ln w="19050" cap="sq">
              <a:solidFill>
                <a:srgbClr val="008080"/>
              </a:solidFill>
              <a:round/>
              <a:tailEnd type="triangle" w="med" len="med"/>
            </a:ln>
          </p:spPr>
          <p:txBody>
            <a:bodyPr wrap="none" anchor="ctr"/>
            <a:lstStyle/>
            <a:p>
              <a:endParaRPr lang="zh-CN" altLang="en-US"/>
            </a:p>
          </p:txBody>
        </p:sp>
        <p:sp>
          <p:nvSpPr>
            <p:cNvPr id="9245" name="Rectangle 22"/>
            <p:cNvSpPr>
              <a:spLocks noChangeArrowheads="1"/>
            </p:cNvSpPr>
            <p:nvPr/>
          </p:nvSpPr>
          <p:spPr bwMode="auto">
            <a:xfrm>
              <a:off x="3569" y="1876"/>
              <a:ext cx="275" cy="291"/>
            </a:xfrm>
            <a:prstGeom prst="rect">
              <a:avLst/>
            </a:prstGeom>
            <a:noFill/>
            <a:ln w="12700" cap="sq">
              <a:noFill/>
              <a:miter lim="800000"/>
            </a:ln>
          </p:spPr>
          <p:txBody>
            <a:bodyPr wrap="none">
              <a:spAutoFit/>
            </a:bodyPr>
            <a:lstStyle/>
            <a:p>
              <a:pPr algn="ctr" eaLnBrk="1" fontAlgn="base" hangingPunct="1"/>
              <a:r>
                <a:rPr kumimoji="1" lang="zh-CN" altLang="en-US" sz="2400">
                  <a:solidFill>
                    <a:srgbClr val="000099"/>
                  </a:solidFill>
                  <a:ea typeface="宋体" pitchFamily="2" charset="-122"/>
                </a:rPr>
                <a:t>…</a:t>
              </a:r>
              <a:endParaRPr kumimoji="1" lang="zh-CN" altLang="en-US" sz="2400">
                <a:solidFill>
                  <a:srgbClr val="000099"/>
                </a:solidFill>
                <a:ea typeface="宋体" pitchFamily="2" charset="-122"/>
              </a:endParaRPr>
            </a:p>
          </p:txBody>
        </p:sp>
        <p:sp>
          <p:nvSpPr>
            <p:cNvPr id="9246" name="Rectangle 23"/>
            <p:cNvSpPr>
              <a:spLocks noChangeArrowheads="1"/>
            </p:cNvSpPr>
            <p:nvPr/>
          </p:nvSpPr>
          <p:spPr bwMode="auto">
            <a:xfrm>
              <a:off x="3765" y="1872"/>
              <a:ext cx="275" cy="291"/>
            </a:xfrm>
            <a:prstGeom prst="rect">
              <a:avLst/>
            </a:prstGeom>
            <a:noFill/>
            <a:ln w="12700" cap="sq">
              <a:noFill/>
              <a:miter lim="800000"/>
            </a:ln>
          </p:spPr>
          <p:txBody>
            <a:bodyPr wrap="none">
              <a:spAutoFit/>
            </a:bodyPr>
            <a:lstStyle/>
            <a:p>
              <a:pPr algn="ctr" eaLnBrk="1" fontAlgn="base" hangingPunct="1"/>
              <a:r>
                <a:rPr kumimoji="1" lang="zh-CN" altLang="en-US" sz="2400">
                  <a:solidFill>
                    <a:srgbClr val="000099"/>
                  </a:solidFill>
                  <a:ea typeface="宋体" pitchFamily="2" charset="-122"/>
                </a:rPr>
                <a:t>…</a:t>
              </a:r>
              <a:endParaRPr kumimoji="1" lang="zh-CN" altLang="en-US" sz="2400">
                <a:solidFill>
                  <a:srgbClr val="000099"/>
                </a:solidFill>
                <a:ea typeface="宋体" pitchFamily="2" charset="-122"/>
              </a:endParaRPr>
            </a:p>
          </p:txBody>
        </p:sp>
        <p:sp>
          <p:nvSpPr>
            <p:cNvPr id="9247" name="Text Box 24"/>
            <p:cNvSpPr txBox="1">
              <a:spLocks noChangeArrowheads="1"/>
            </p:cNvSpPr>
            <p:nvPr/>
          </p:nvSpPr>
          <p:spPr bwMode="auto">
            <a:xfrm>
              <a:off x="487" y="1440"/>
              <a:ext cx="393" cy="388"/>
            </a:xfrm>
            <a:prstGeom prst="rect">
              <a:avLst/>
            </a:prstGeom>
            <a:noFill/>
            <a:ln w="12700" cap="sq">
              <a:noFill/>
              <a:miter lim="800000"/>
            </a:ln>
            <a:effectLst>
              <a:outerShdw dist="12700" dir="5400000" algn="ctr" rotWithShape="0">
                <a:schemeClr val="bg2"/>
              </a:outerShdw>
            </a:effectLst>
          </p:spPr>
          <p:txBody>
            <a:bodyPr wrap="none">
              <a:spAutoFit/>
            </a:bodyPr>
            <a:lstStyle/>
            <a:p>
              <a:pPr algn="ctr"/>
              <a:r>
                <a:rPr lang="en-US" altLang="zh-CN" sz="3400">
                  <a:solidFill>
                    <a:srgbClr val="FF3300"/>
                  </a:solidFill>
                </a:rPr>
                <a:t>list</a:t>
              </a:r>
              <a:endParaRPr lang="en-US" altLang="zh-CN" sz="3400">
                <a:solidFill>
                  <a:srgbClr val="FF3300"/>
                </a:solidFill>
              </a:endParaRPr>
            </a:p>
          </p:txBody>
        </p:sp>
        <p:sp>
          <p:nvSpPr>
            <p:cNvPr id="9248" name="Line 25"/>
            <p:cNvSpPr>
              <a:spLocks noChangeShapeType="1"/>
            </p:cNvSpPr>
            <p:nvPr/>
          </p:nvSpPr>
          <p:spPr bwMode="auto">
            <a:xfrm>
              <a:off x="768" y="1728"/>
              <a:ext cx="144" cy="192"/>
            </a:xfrm>
            <a:prstGeom prst="line">
              <a:avLst/>
            </a:prstGeom>
            <a:noFill/>
            <a:ln w="19050" cap="sq">
              <a:solidFill>
                <a:srgbClr val="008080"/>
              </a:solidFill>
              <a:round/>
              <a:tailEnd type="triangle" w="med" len="med"/>
            </a:ln>
          </p:spPr>
          <p:txBody>
            <a:bodyPr wrap="none" anchor="ctr"/>
            <a:lstStyle/>
            <a:p>
              <a:endParaRPr lang="zh-CN" altLang="en-US"/>
            </a:p>
          </p:txBody>
        </p:sp>
        <p:sp>
          <p:nvSpPr>
            <p:cNvPr id="9249" name="Text Box 26"/>
            <p:cNvSpPr txBox="1">
              <a:spLocks noChangeArrowheads="1"/>
            </p:cNvSpPr>
            <p:nvPr/>
          </p:nvSpPr>
          <p:spPr bwMode="auto">
            <a:xfrm>
              <a:off x="4832" y="1957"/>
              <a:ext cx="206" cy="339"/>
            </a:xfrm>
            <a:prstGeom prst="rect">
              <a:avLst/>
            </a:prstGeom>
            <a:noFill/>
            <a:ln w="12700" cap="sq">
              <a:noFill/>
              <a:miter lim="800000"/>
            </a:ln>
          </p:spPr>
          <p:txBody>
            <a:bodyPr wrap="none">
              <a:spAutoFit/>
            </a:bodyPr>
            <a:lstStyle/>
            <a:p>
              <a:pPr algn="ctr"/>
              <a:r>
                <a:rPr lang="zh-CN" altLang="en-US" sz="2900">
                  <a:solidFill>
                    <a:schemeClr val="bg1"/>
                  </a:solidFill>
                </a:rPr>
                <a:t>^</a:t>
              </a:r>
              <a:endParaRPr lang="zh-CN" altLang="en-US" sz="2900">
                <a:solidFill>
                  <a:schemeClr val="bg1"/>
                </a:solidFill>
              </a:endParaRPr>
            </a:p>
          </p:txBody>
        </p:sp>
      </p:grpSp>
      <p:sp>
        <p:nvSpPr>
          <p:cNvPr id="436251" name="Rectangle 27"/>
          <p:cNvSpPr>
            <a:spLocks noChangeArrowheads="1"/>
          </p:cNvSpPr>
          <p:nvPr/>
        </p:nvSpPr>
        <p:spPr bwMode="auto">
          <a:xfrm>
            <a:off x="4953000" y="4127501"/>
            <a:ext cx="2209800" cy="549275"/>
          </a:xfrm>
          <a:prstGeom prst="rect">
            <a:avLst/>
          </a:prstGeom>
          <a:noFill/>
          <a:ln w="9525">
            <a:noFill/>
            <a:miter lim="800000"/>
          </a:ln>
        </p:spPr>
        <p:txBody>
          <a:bodyPr>
            <a:spAutoFit/>
          </a:bodyPr>
          <a:lstStyle/>
          <a:p>
            <a:pPr algn="ctr"/>
            <a:r>
              <a:rPr lang="en-US" altLang="zh-CN" sz="3000">
                <a:solidFill>
                  <a:srgbClr val="000099"/>
                </a:solidFill>
              </a:rPr>
              <a:t>p=p</a:t>
            </a:r>
            <a:r>
              <a:rPr lang="en-US" altLang="zh-CN" sz="3000">
                <a:solidFill>
                  <a:srgbClr val="000099"/>
                </a:solidFill>
                <a:latin typeface="宋体" pitchFamily="2" charset="-122"/>
                <a:ea typeface="宋体" pitchFamily="2" charset="-122"/>
              </a:rPr>
              <a:t>-</a:t>
            </a:r>
            <a:r>
              <a:rPr lang="en-US" altLang="zh-CN" sz="3000">
                <a:solidFill>
                  <a:srgbClr val="000099"/>
                </a:solidFill>
              </a:rPr>
              <a:t>&gt;link;</a:t>
            </a:r>
            <a:endParaRPr lang="zh-CN" altLang="en-US" sz="3000">
              <a:solidFill>
                <a:srgbClr val="000099"/>
              </a:solidFill>
            </a:endParaRPr>
          </a:p>
        </p:txBody>
      </p:sp>
      <p:sp>
        <p:nvSpPr>
          <p:cNvPr id="436252" name="Text Box 28"/>
          <p:cNvSpPr txBox="1">
            <a:spLocks noChangeArrowheads="1"/>
          </p:cNvSpPr>
          <p:nvPr/>
        </p:nvSpPr>
        <p:spPr bwMode="auto">
          <a:xfrm>
            <a:off x="2740510" y="3235325"/>
            <a:ext cx="359394" cy="553998"/>
          </a:xfrm>
          <a:prstGeom prst="rect">
            <a:avLst/>
          </a:prstGeom>
          <a:noFill/>
          <a:ln w="12700" cap="sq">
            <a:noFill/>
            <a:miter lim="800000"/>
          </a:ln>
        </p:spPr>
        <p:txBody>
          <a:bodyPr wrap="none">
            <a:spAutoFit/>
          </a:bodyPr>
          <a:lstStyle/>
          <a:p>
            <a:pPr algn="ctr"/>
            <a:r>
              <a:rPr lang="en-US" altLang="zh-CN" sz="3000">
                <a:solidFill>
                  <a:schemeClr val="accent2"/>
                </a:solidFill>
              </a:rPr>
              <a:t>p</a:t>
            </a:r>
            <a:endParaRPr lang="en-US" altLang="zh-CN" sz="3000">
              <a:solidFill>
                <a:schemeClr val="accent2"/>
              </a:solidFill>
            </a:endParaRPr>
          </a:p>
        </p:txBody>
      </p:sp>
      <p:sp>
        <p:nvSpPr>
          <p:cNvPr id="436259" name="Rectangle 35"/>
          <p:cNvSpPr>
            <a:spLocks noChangeArrowheads="1"/>
          </p:cNvSpPr>
          <p:nvPr/>
        </p:nvSpPr>
        <p:spPr bwMode="auto">
          <a:xfrm>
            <a:off x="4953000" y="4572000"/>
            <a:ext cx="1219200" cy="565150"/>
          </a:xfrm>
          <a:prstGeom prst="rect">
            <a:avLst/>
          </a:prstGeom>
          <a:noFill/>
          <a:ln w="9525">
            <a:noFill/>
            <a:miter lim="800000"/>
          </a:ln>
        </p:spPr>
        <p:txBody>
          <a:bodyPr>
            <a:spAutoFit/>
          </a:bodyPr>
          <a:lstStyle/>
          <a:p>
            <a:pPr algn="ctr"/>
            <a:r>
              <a:rPr lang="en-US" altLang="zh-CN" sz="3100">
                <a:solidFill>
                  <a:schemeClr val="accent2"/>
                </a:solidFill>
              </a:rPr>
              <a:t>n++;</a:t>
            </a:r>
            <a:endParaRPr lang="zh-CN" altLang="en-US" sz="3100">
              <a:solidFill>
                <a:schemeClr val="accent2"/>
              </a:solidFill>
            </a:endParaRPr>
          </a:p>
        </p:txBody>
      </p:sp>
      <p:sp>
        <p:nvSpPr>
          <p:cNvPr id="436260" name="Text Box 36"/>
          <p:cNvSpPr txBox="1">
            <a:spLocks noChangeArrowheads="1"/>
          </p:cNvSpPr>
          <p:nvPr/>
        </p:nvSpPr>
        <p:spPr bwMode="auto">
          <a:xfrm>
            <a:off x="9545639" y="3313113"/>
            <a:ext cx="992579" cy="400110"/>
          </a:xfrm>
          <a:prstGeom prst="rect">
            <a:avLst/>
          </a:prstGeom>
          <a:noFill/>
          <a:ln w="12700" cap="sq">
            <a:noFill/>
            <a:miter lim="800000"/>
          </a:ln>
        </p:spPr>
        <p:txBody>
          <a:bodyPr wrap="none">
            <a:spAutoFit/>
          </a:bodyPr>
          <a:lstStyle/>
          <a:p>
            <a:r>
              <a:rPr lang="zh-CN" altLang="en-US" sz="2000" b="1" dirty="0">
                <a:solidFill>
                  <a:srgbClr val="0000CC"/>
                </a:solidFill>
              </a:rPr>
              <a:t>=</a:t>
            </a:r>
            <a:r>
              <a:rPr lang="en-US" altLang="zh-CN" sz="2000" b="1" dirty="0">
                <a:solidFill>
                  <a:srgbClr val="0000CC"/>
                </a:solidFill>
              </a:rPr>
              <a:t>=NULL</a:t>
            </a:r>
            <a:endParaRPr lang="en-US" altLang="zh-CN" sz="2000" b="1" dirty="0">
              <a:solidFill>
                <a:srgbClr val="0000CC"/>
              </a:solidFill>
            </a:endParaRPr>
          </a:p>
        </p:txBody>
      </p:sp>
      <p:grpSp>
        <p:nvGrpSpPr>
          <p:cNvPr id="10" name="Group 68"/>
          <p:cNvGrpSpPr/>
          <p:nvPr/>
        </p:nvGrpSpPr>
        <p:grpSpPr bwMode="auto">
          <a:xfrm>
            <a:off x="5478463" y="5421314"/>
            <a:ext cx="2849785" cy="830262"/>
            <a:chOff x="2400" y="3415"/>
            <a:chExt cx="1387" cy="523"/>
          </a:xfrm>
        </p:grpSpPr>
        <p:sp>
          <p:nvSpPr>
            <p:cNvPr id="9231" name="AutoShape 48"/>
            <p:cNvSpPr>
              <a:spLocks noChangeArrowheads="1"/>
            </p:cNvSpPr>
            <p:nvPr/>
          </p:nvSpPr>
          <p:spPr bwMode="auto">
            <a:xfrm>
              <a:off x="2400" y="3502"/>
              <a:ext cx="1248" cy="336"/>
            </a:xfrm>
            <a:prstGeom prst="wedgeRectCallout">
              <a:avLst>
                <a:gd name="adj1" fmla="val -49037"/>
                <a:gd name="adj2" fmla="val -131546"/>
              </a:avLst>
            </a:prstGeom>
            <a:noFill/>
            <a:ln w="66675" cap="sq">
              <a:solidFill>
                <a:srgbClr val="33CCCC"/>
              </a:solidFill>
              <a:miter lim="800000"/>
            </a:ln>
          </p:spPr>
          <p:txBody>
            <a:bodyPr anchor="ctr"/>
            <a:lstStyle/>
            <a:p>
              <a:pPr algn="ctr"/>
              <a:endParaRPr lang="zh-CN" altLang="en-US" sz="2600"/>
            </a:p>
          </p:txBody>
        </p:sp>
        <p:sp>
          <p:nvSpPr>
            <p:cNvPr id="9232" name="Text Box 49"/>
            <p:cNvSpPr txBox="1">
              <a:spLocks noChangeArrowheads="1"/>
            </p:cNvSpPr>
            <p:nvPr/>
          </p:nvSpPr>
          <p:spPr bwMode="auto">
            <a:xfrm>
              <a:off x="2448" y="3415"/>
              <a:ext cx="1339" cy="523"/>
            </a:xfrm>
            <a:prstGeom prst="rect">
              <a:avLst/>
            </a:prstGeom>
            <a:noFill/>
            <a:ln w="12700" cap="sq">
              <a:noFill/>
              <a:miter lim="800000"/>
            </a:ln>
            <a:effectLst>
              <a:outerShdw dist="12700" dir="5400000" algn="ctr" rotWithShape="0">
                <a:schemeClr val="bg1"/>
              </a:outerShdw>
            </a:effectLst>
          </p:spPr>
          <p:txBody>
            <a:bodyPr>
              <a:spAutoFit/>
            </a:bodyPr>
            <a:lstStyle/>
            <a:p>
              <a:r>
                <a:rPr lang="zh-CN" altLang="en-US" sz="4800" dirty="0">
                  <a:solidFill>
                    <a:srgbClr val="FF3300"/>
                  </a:solidFill>
                  <a:ea typeface="方正舒体" pitchFamily="2" charset="-122"/>
                </a:rPr>
                <a:t>链表长度</a:t>
              </a:r>
              <a:endParaRPr lang="zh-CN" altLang="en-US" sz="4800" dirty="0">
                <a:solidFill>
                  <a:srgbClr val="FF3300"/>
                </a:solidFill>
                <a:ea typeface="方正舒体" pitchFamily="2" charset="-122"/>
              </a:endParaRPr>
            </a:p>
          </p:txBody>
        </p:sp>
      </p:grpSp>
      <p:sp>
        <p:nvSpPr>
          <p:cNvPr id="9230" name="Text Box 52"/>
          <p:cNvSpPr txBox="1">
            <a:spLocks noChangeArrowheads="1"/>
          </p:cNvSpPr>
          <p:nvPr/>
        </p:nvSpPr>
        <p:spPr bwMode="auto">
          <a:xfrm>
            <a:off x="9319112" y="3284542"/>
            <a:ext cx="359394" cy="553998"/>
          </a:xfrm>
          <a:prstGeom prst="rect">
            <a:avLst/>
          </a:prstGeom>
          <a:noFill/>
          <a:ln w="12700" cap="sq">
            <a:noFill/>
            <a:miter lim="800000"/>
          </a:ln>
        </p:spPr>
        <p:txBody>
          <a:bodyPr wrap="none">
            <a:spAutoFit/>
          </a:bodyPr>
          <a:lstStyle/>
          <a:p>
            <a:pPr algn="ctr"/>
            <a:r>
              <a:rPr lang="en-US" altLang="zh-CN" sz="3000" dirty="0">
                <a:solidFill>
                  <a:schemeClr val="accent2"/>
                </a:solidFill>
              </a:rPr>
              <a:t>p</a:t>
            </a:r>
            <a:endParaRPr lang="en-US" altLang="zh-CN" sz="3000" dirty="0">
              <a:solidFill>
                <a:schemeClr val="accent2"/>
              </a:solidFill>
            </a:endParaRPr>
          </a:p>
        </p:txBody>
      </p:sp>
      <p:sp>
        <p:nvSpPr>
          <p:cNvPr id="436277" name="Rectangle 53"/>
          <p:cNvSpPr>
            <a:spLocks noChangeArrowheads="1"/>
          </p:cNvSpPr>
          <p:nvPr/>
        </p:nvSpPr>
        <p:spPr bwMode="auto">
          <a:xfrm>
            <a:off x="1981200" y="4090988"/>
            <a:ext cx="2209800" cy="1851276"/>
          </a:xfrm>
          <a:prstGeom prst="rect">
            <a:avLst/>
          </a:prstGeom>
          <a:noFill/>
          <a:ln w="9525">
            <a:noFill/>
            <a:miter lim="800000"/>
          </a:ln>
        </p:spPr>
        <p:txBody>
          <a:bodyPr>
            <a:spAutoFit/>
          </a:bodyPr>
          <a:lstStyle/>
          <a:p>
            <a:pPr>
              <a:lnSpc>
                <a:spcPct val="90000"/>
              </a:lnSpc>
              <a:spcBef>
                <a:spcPct val="0"/>
              </a:spcBef>
            </a:pPr>
            <a:r>
              <a:rPr lang="zh-CN" altLang="en-US" sz="4800" dirty="0">
                <a:solidFill>
                  <a:srgbClr val="000099"/>
                </a:solidFill>
                <a:ea typeface="方正舒体" pitchFamily="2" charset="-122"/>
              </a:rPr>
              <a:t>初始：</a:t>
            </a:r>
            <a:endParaRPr lang="zh-CN" altLang="en-US" sz="4800" dirty="0">
              <a:solidFill>
                <a:srgbClr val="000099"/>
              </a:solidFill>
              <a:ea typeface="方正舒体" pitchFamily="2" charset="-122"/>
            </a:endParaRPr>
          </a:p>
          <a:p>
            <a:pPr>
              <a:lnSpc>
                <a:spcPct val="90000"/>
              </a:lnSpc>
              <a:spcBef>
                <a:spcPct val="0"/>
              </a:spcBef>
            </a:pPr>
            <a:r>
              <a:rPr lang="en-US" altLang="zh-CN" sz="4800" dirty="0">
                <a:solidFill>
                  <a:srgbClr val="000099"/>
                </a:solidFill>
                <a:ea typeface="方正舒体" pitchFamily="2" charset="-122"/>
              </a:rPr>
              <a:t>          </a:t>
            </a:r>
            <a:r>
              <a:rPr lang="en-US" altLang="zh-CN" sz="3100" dirty="0">
                <a:solidFill>
                  <a:schemeClr val="accent2"/>
                </a:solidFill>
              </a:rPr>
              <a:t>n=0;</a:t>
            </a:r>
            <a:endParaRPr lang="en-US" altLang="zh-CN" sz="3100" dirty="0">
              <a:solidFill>
                <a:schemeClr val="accent2"/>
              </a:solidFill>
            </a:endParaRPr>
          </a:p>
          <a:p>
            <a:pPr algn="r">
              <a:lnSpc>
                <a:spcPct val="90000"/>
              </a:lnSpc>
              <a:spcBef>
                <a:spcPct val="0"/>
              </a:spcBef>
            </a:pPr>
            <a:r>
              <a:rPr lang="en-US" altLang="zh-CN" sz="3100" dirty="0">
                <a:solidFill>
                  <a:schemeClr val="accent2"/>
                </a:solidFill>
              </a:rPr>
              <a:t>p=list;</a:t>
            </a:r>
            <a:endParaRPr lang="zh-CN" altLang="en-US" sz="3100" dirty="0">
              <a:solidFill>
                <a:schemeClr val="accent2"/>
              </a:solidFill>
            </a:endParaRPr>
          </a:p>
        </p:txBody>
      </p:sp>
      <p:sp>
        <p:nvSpPr>
          <p:cNvPr id="44" name="TextBox 43"/>
          <p:cNvSpPr txBox="1"/>
          <p:nvPr/>
        </p:nvSpPr>
        <p:spPr>
          <a:xfrm>
            <a:off x="7032104" y="0"/>
            <a:ext cx="3635896" cy="1484784"/>
          </a:xfrm>
          <a:prstGeom prst="rect">
            <a:avLst/>
          </a:prstGeo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noAutofit/>
          </a:bodyPr>
          <a:lstStyle/>
          <a:p>
            <a:r>
              <a:rPr lang="en-US" altLang="zh-CN" sz="2000" dirty="0">
                <a:ea typeface="楷体" panose="02010609060101010101" pitchFamily="49" charset="-122"/>
              </a:rPr>
              <a:t>list</a:t>
            </a:r>
            <a:r>
              <a:rPr lang="zh-CN" altLang="en-US" sz="2000" dirty="0">
                <a:ea typeface="楷体" panose="02010609060101010101" pitchFamily="49" charset="-122"/>
              </a:rPr>
              <a:t>实际上就是一个指向链表头节点的指针。在实际使用时千万不要</a:t>
            </a:r>
            <a:r>
              <a:rPr lang="zh-CN" altLang="en-US" sz="2000" b="1" dirty="0">
                <a:solidFill>
                  <a:srgbClr val="FF0000"/>
                </a:solidFill>
                <a:ea typeface="楷体" panose="02010609060101010101" pitchFamily="49" charset="-122"/>
              </a:rPr>
              <a:t>移动链表头结点指针！</a:t>
            </a:r>
            <a:r>
              <a:rPr lang="zh-CN" altLang="en-US" sz="2000" dirty="0">
                <a:solidFill>
                  <a:srgbClr val="FF0000"/>
                </a:solidFill>
                <a:ea typeface="楷体" panose="02010609060101010101" pitchFamily="49" charset="-122"/>
              </a:rPr>
              <a:t>（有什么后果？）</a:t>
            </a:r>
            <a:endParaRPr lang="zh-CN" altLang="en-US" sz="2000" b="1" dirty="0">
              <a:solidFill>
                <a:srgbClr val="FF0000"/>
              </a:solidFill>
              <a:ea typeface="楷体" panose="02010609060101010101" pitchFamily="49" charset="-122"/>
            </a:endParaRPr>
          </a:p>
        </p:txBody>
      </p:sp>
      <p:pic>
        <p:nvPicPr>
          <p:cNvPr id="45" name="Picture 2" descr="C:\Users\YHH\AppData\Local\Microsoft\Windows\Temporary Internet Files\Content.IE5\PNH2O19V\lgi01a201308090000[1].jpg"/>
          <p:cNvPicPr>
            <a:picLocks noChangeAspect="1" noChangeArrowheads="1"/>
          </p:cNvPicPr>
          <p:nvPr/>
        </p:nvPicPr>
        <p:blipFill>
          <a:blip r:embed="rId1" cstate="print"/>
          <a:srcRect/>
          <a:stretch>
            <a:fillRect/>
          </a:stretch>
        </p:blipFill>
        <p:spPr bwMode="auto">
          <a:xfrm>
            <a:off x="5519936" y="0"/>
            <a:ext cx="1485400" cy="1484784"/>
          </a:xfrm>
          <a:prstGeom prst="rect">
            <a:avLst/>
          </a:prstGeom>
          <a:noFill/>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36251"/>
                                        </p:tgtEl>
                                        <p:attrNameLst>
                                          <p:attrName>style.visibility</p:attrName>
                                        </p:attrNameLst>
                                      </p:cBhvr>
                                      <p:to>
                                        <p:strVal val="visible"/>
                                      </p:to>
                                    </p:set>
                                    <p:animEffect transition="in" filter="blinds(horizontal)">
                                      <p:cBhvr>
                                        <p:cTn id="7" dur="500"/>
                                        <p:tgtEl>
                                          <p:spTgt spid="436251"/>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36259"/>
                                        </p:tgtEl>
                                        <p:attrNameLst>
                                          <p:attrName>style.visibility</p:attrName>
                                        </p:attrNameLst>
                                      </p:cBhvr>
                                      <p:to>
                                        <p:strVal val="visible"/>
                                      </p:to>
                                    </p:set>
                                    <p:animEffect transition="in" filter="blinds(horizontal)">
                                      <p:cBhvr>
                                        <p:cTn id="10" dur="500"/>
                                        <p:tgtEl>
                                          <p:spTgt spid="436259"/>
                                        </p:tgtEl>
                                      </p:cBhvr>
                                    </p:animEffect>
                                  </p:childTnLst>
                                </p:cTn>
                              </p:par>
                              <p:par>
                                <p:cTn id="11" presetID="3" presetClass="entr" presetSubtype="1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blinds(horizontal)">
                                      <p:cBhvr>
                                        <p:cTn id="13" dur="500"/>
                                        <p:tgtEl>
                                          <p:spTgt spid="10"/>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436277"/>
                                        </p:tgtEl>
                                        <p:attrNameLst>
                                          <p:attrName>style.visibility</p:attrName>
                                        </p:attrNameLst>
                                      </p:cBhvr>
                                      <p:to>
                                        <p:strVal val="visible"/>
                                      </p:to>
                                    </p:set>
                                    <p:animEffect transition="in" filter="blinds(horizontal)">
                                      <p:cBhvr>
                                        <p:cTn id="16" dur="500"/>
                                        <p:tgtEl>
                                          <p:spTgt spid="436277"/>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44"/>
                                        </p:tgtEl>
                                        <p:attrNameLst>
                                          <p:attrName>style.visibility</p:attrName>
                                        </p:attrNameLst>
                                      </p:cBhvr>
                                      <p:to>
                                        <p:strVal val="visible"/>
                                      </p:to>
                                    </p:set>
                                    <p:animEffect transition="in" filter="blinds(horizontal)">
                                      <p:cBhvr>
                                        <p:cTn id="21" dur="500"/>
                                        <p:tgtEl>
                                          <p:spTgt spid="44"/>
                                        </p:tgtEl>
                                      </p:cBhvr>
                                    </p:animEffect>
                                  </p:childTnLst>
                                </p:cTn>
                              </p:par>
                              <p:par>
                                <p:cTn id="22" presetID="3" presetClass="entr" presetSubtype="10" fill="hold" nodeType="withEffect">
                                  <p:stCondLst>
                                    <p:cond delay="0"/>
                                  </p:stCondLst>
                                  <p:childTnLst>
                                    <p:set>
                                      <p:cBhvr>
                                        <p:cTn id="23" dur="1" fill="hold">
                                          <p:stCondLst>
                                            <p:cond delay="0"/>
                                          </p:stCondLst>
                                        </p:cTn>
                                        <p:tgtEl>
                                          <p:spTgt spid="45"/>
                                        </p:tgtEl>
                                        <p:attrNameLst>
                                          <p:attrName>style.visibility</p:attrName>
                                        </p:attrNameLst>
                                      </p:cBhvr>
                                      <p:to>
                                        <p:strVal val="visible"/>
                                      </p:to>
                                    </p:set>
                                    <p:animEffect transition="in" filter="blinds(horizontal)">
                                      <p:cBhvr>
                                        <p:cTn id="24"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6251" grpId="0"/>
      <p:bldP spid="436259" grpId="0"/>
      <p:bldP spid="436277" grpId="0"/>
      <p:bldP spid="44"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3"/>
          <p:cNvSpPr>
            <a:spLocks noChangeArrowheads="1"/>
          </p:cNvSpPr>
          <p:nvPr/>
        </p:nvSpPr>
        <p:spPr bwMode="auto">
          <a:xfrm>
            <a:off x="1561727" y="908497"/>
            <a:ext cx="7989888" cy="4191000"/>
          </a:xfrm>
          <a:prstGeom prst="rect">
            <a:avLst/>
          </a:prstGeom>
          <a:solidFill>
            <a:srgbClr val="CCFFCC"/>
          </a:solidFill>
          <a:ln w="9525">
            <a:noFill/>
            <a:miter lim="800000"/>
          </a:ln>
          <a:effectLst>
            <a:outerShdw dist="260582" dir="2818496" algn="ctr" rotWithShape="0">
              <a:srgbClr val="B2B2B2"/>
            </a:outerShdw>
          </a:effectLst>
        </p:spPr>
        <p:txBody>
          <a:bodyPr wrap="none" anchor="ctr"/>
          <a:lstStyle/>
          <a:p>
            <a:endParaRPr lang="zh-CN" altLang="en-US"/>
          </a:p>
        </p:txBody>
      </p:sp>
      <p:sp>
        <p:nvSpPr>
          <p:cNvPr id="598020" name="Text Box 4"/>
          <p:cNvSpPr txBox="1">
            <a:spLocks noChangeArrowheads="1"/>
          </p:cNvSpPr>
          <p:nvPr/>
        </p:nvSpPr>
        <p:spPr bwMode="auto">
          <a:xfrm>
            <a:off x="1631504" y="1268760"/>
            <a:ext cx="7770813" cy="3539430"/>
          </a:xfrm>
          <a:prstGeom prst="rect">
            <a:avLst/>
          </a:prstGeom>
          <a:noFill/>
          <a:ln w="9525">
            <a:noFill/>
            <a:miter lim="800000"/>
          </a:ln>
        </p:spPr>
        <p:txBody>
          <a:bodyPr>
            <a:spAutoFit/>
          </a:bodyPr>
          <a:lstStyle/>
          <a:p>
            <a:pPr marL="381000" lvl="2" fontAlgn="base">
              <a:lnSpc>
                <a:spcPct val="80000"/>
              </a:lnSpc>
              <a:spcBef>
                <a:spcPct val="0"/>
              </a:spcBef>
            </a:pPr>
            <a:r>
              <a:rPr lang="en-US" altLang="zh-CN" sz="2800" dirty="0" err="1">
                <a:solidFill>
                  <a:srgbClr val="003399"/>
                </a:solidFill>
              </a:rPr>
              <a:t>int</a:t>
            </a:r>
            <a:r>
              <a:rPr lang="en-US" altLang="zh-CN" sz="2800" dirty="0">
                <a:solidFill>
                  <a:srgbClr val="003399"/>
                </a:solidFill>
              </a:rPr>
              <a:t> </a:t>
            </a:r>
            <a:r>
              <a:rPr lang="en-US" altLang="zh-CN" sz="2800" dirty="0" err="1">
                <a:solidFill>
                  <a:srgbClr val="003399"/>
                </a:solidFill>
              </a:rPr>
              <a:t>getLength</a:t>
            </a:r>
            <a:r>
              <a:rPr lang="en-US" altLang="zh-CN" sz="2800" dirty="0">
                <a:solidFill>
                  <a:srgbClr val="003399"/>
                </a:solidFill>
              </a:rPr>
              <a:t>( </a:t>
            </a:r>
            <a:r>
              <a:rPr lang="en-US" altLang="zh-CN" sz="2800" dirty="0" err="1">
                <a:solidFill>
                  <a:srgbClr val="003399"/>
                </a:solidFill>
              </a:rPr>
              <a:t>Nodeptr</a:t>
            </a:r>
            <a:r>
              <a:rPr lang="en-US" altLang="zh-CN" sz="2800" dirty="0">
                <a:solidFill>
                  <a:srgbClr val="003399"/>
                </a:solidFill>
              </a:rPr>
              <a:t> list )</a:t>
            </a:r>
            <a:endParaRPr lang="en-US" altLang="zh-CN" sz="2800" dirty="0">
              <a:solidFill>
                <a:srgbClr val="003399"/>
              </a:solidFill>
            </a:endParaRPr>
          </a:p>
          <a:p>
            <a:pPr marL="381000" lvl="2" fontAlgn="base">
              <a:lnSpc>
                <a:spcPct val="80000"/>
              </a:lnSpc>
              <a:spcBef>
                <a:spcPct val="0"/>
              </a:spcBef>
            </a:pPr>
            <a:r>
              <a:rPr lang="en-US" altLang="zh-CN" sz="2800" dirty="0">
                <a:solidFill>
                  <a:srgbClr val="003399"/>
                </a:solidFill>
              </a:rPr>
              <a:t>{</a:t>
            </a:r>
            <a:endParaRPr lang="en-US" altLang="zh-CN" sz="2800" dirty="0">
              <a:solidFill>
                <a:srgbClr val="003399"/>
              </a:solidFill>
            </a:endParaRPr>
          </a:p>
          <a:p>
            <a:pPr marL="381000" lvl="2" fontAlgn="base">
              <a:lnSpc>
                <a:spcPct val="80000"/>
              </a:lnSpc>
              <a:spcBef>
                <a:spcPct val="0"/>
              </a:spcBef>
            </a:pPr>
            <a:r>
              <a:rPr lang="en-US" altLang="zh-CN" sz="2800" dirty="0">
                <a:solidFill>
                  <a:srgbClr val="003399"/>
                </a:solidFill>
              </a:rPr>
              <a:t>      </a:t>
            </a:r>
            <a:r>
              <a:rPr lang="en-US" altLang="zh-CN" sz="2800" dirty="0" err="1">
                <a:solidFill>
                  <a:srgbClr val="003399"/>
                </a:solidFill>
              </a:rPr>
              <a:t>Nodeptr</a:t>
            </a:r>
            <a:r>
              <a:rPr lang="en-US" altLang="zh-CN" sz="2800" dirty="0">
                <a:solidFill>
                  <a:srgbClr val="003399"/>
                </a:solidFill>
              </a:rPr>
              <a:t> p;     </a:t>
            </a:r>
            <a:r>
              <a:rPr lang="en-US" altLang="zh-CN" sz="2200" dirty="0">
                <a:solidFill>
                  <a:srgbClr val="003399"/>
                </a:solidFill>
                <a:latin typeface="幼圆" pitchFamily="49" charset="-122"/>
                <a:ea typeface="幼圆" pitchFamily="49" charset="-122"/>
              </a:rPr>
              <a:t>/* p</a:t>
            </a:r>
            <a:r>
              <a:rPr lang="zh-CN" altLang="en-US" sz="2200" dirty="0">
                <a:solidFill>
                  <a:srgbClr val="003399"/>
                </a:solidFill>
                <a:latin typeface="幼圆" pitchFamily="49" charset="-122"/>
                <a:ea typeface="幼圆" pitchFamily="49" charset="-122"/>
              </a:rPr>
              <a:t>为遍历链表结点的指针 */</a:t>
            </a:r>
            <a:r>
              <a:rPr lang="en-US" altLang="zh-CN" sz="2800" dirty="0">
                <a:solidFill>
                  <a:srgbClr val="003399"/>
                </a:solidFill>
              </a:rPr>
              <a:t> </a:t>
            </a:r>
            <a:endParaRPr lang="en-US" altLang="zh-CN" sz="2800" dirty="0">
              <a:solidFill>
                <a:srgbClr val="003399"/>
              </a:solidFill>
            </a:endParaRPr>
          </a:p>
          <a:p>
            <a:pPr marL="381000" lvl="2" fontAlgn="base">
              <a:lnSpc>
                <a:spcPct val="80000"/>
              </a:lnSpc>
              <a:spcBef>
                <a:spcPct val="0"/>
              </a:spcBef>
            </a:pPr>
            <a:r>
              <a:rPr lang="en-US" altLang="zh-CN" sz="2800" dirty="0">
                <a:solidFill>
                  <a:srgbClr val="003399"/>
                </a:solidFill>
              </a:rPr>
              <a:t>      </a:t>
            </a:r>
            <a:r>
              <a:rPr lang="en-US" altLang="zh-CN" sz="2800" dirty="0" err="1">
                <a:solidFill>
                  <a:srgbClr val="003399"/>
                </a:solidFill>
              </a:rPr>
              <a:t>int</a:t>
            </a:r>
            <a:r>
              <a:rPr lang="en-US" altLang="zh-CN" sz="2800" dirty="0">
                <a:solidFill>
                  <a:srgbClr val="003399"/>
                </a:solidFill>
              </a:rPr>
              <a:t> n=0;                  </a:t>
            </a:r>
            <a:r>
              <a:rPr lang="en-US" altLang="zh-CN" sz="2200" dirty="0">
                <a:solidFill>
                  <a:srgbClr val="003399"/>
                </a:solidFill>
              </a:rPr>
              <a:t>/* </a:t>
            </a:r>
            <a:r>
              <a:rPr lang="zh-CN" altLang="en-US" sz="2200" dirty="0">
                <a:solidFill>
                  <a:srgbClr val="003399"/>
                </a:solidFill>
                <a:latin typeface="幼圆" pitchFamily="49" charset="-122"/>
                <a:ea typeface="幼圆" pitchFamily="49" charset="-122"/>
              </a:rPr>
              <a:t>链表的长度</a:t>
            </a:r>
            <a:r>
              <a:rPr lang="zh-CN" altLang="zh-CN" sz="2200" dirty="0">
                <a:solidFill>
                  <a:srgbClr val="003399"/>
                </a:solidFill>
                <a:latin typeface="幼圆" pitchFamily="49" charset="-122"/>
                <a:ea typeface="幼圆" pitchFamily="49" charset="-122"/>
              </a:rPr>
              <a:t>置</a:t>
            </a:r>
            <a:r>
              <a:rPr lang="zh-CN" altLang="en-US" sz="2200" dirty="0">
                <a:solidFill>
                  <a:srgbClr val="003399"/>
                </a:solidFill>
                <a:latin typeface="幼圆" pitchFamily="49" charset="-122"/>
                <a:ea typeface="幼圆" pitchFamily="49" charset="-122"/>
              </a:rPr>
              <a:t>初值</a:t>
            </a:r>
            <a:r>
              <a:rPr lang="zh-CN" altLang="en-US" sz="2200" dirty="0">
                <a:solidFill>
                  <a:srgbClr val="003399"/>
                </a:solidFill>
                <a:ea typeface="幼圆" pitchFamily="49" charset="-122"/>
              </a:rPr>
              <a:t>0</a:t>
            </a:r>
            <a:r>
              <a:rPr lang="zh-CN" altLang="en-US" sz="2200" dirty="0">
                <a:solidFill>
                  <a:srgbClr val="003399"/>
                </a:solidFill>
                <a:latin typeface="宋体" pitchFamily="2" charset="-122"/>
              </a:rPr>
              <a:t> */</a:t>
            </a:r>
            <a:r>
              <a:rPr lang="zh-CN" altLang="en-US" sz="2500" dirty="0">
                <a:solidFill>
                  <a:srgbClr val="003399"/>
                </a:solidFill>
                <a:latin typeface="宋体" pitchFamily="2" charset="-122"/>
              </a:rPr>
              <a:t> </a:t>
            </a:r>
            <a:endParaRPr lang="zh-CN" altLang="en-US" sz="2800" dirty="0">
              <a:solidFill>
                <a:srgbClr val="003399"/>
              </a:solidFill>
            </a:endParaRPr>
          </a:p>
          <a:p>
            <a:pPr marL="381000" lvl="2" algn="just" fontAlgn="base">
              <a:lnSpc>
                <a:spcPct val="80000"/>
              </a:lnSpc>
              <a:spcBef>
                <a:spcPct val="0"/>
              </a:spcBef>
            </a:pPr>
            <a:r>
              <a:rPr lang="zh-CN" altLang="zh-CN" sz="2800" dirty="0">
                <a:solidFill>
                  <a:srgbClr val="003399"/>
                </a:solidFill>
                <a:latin typeface="宋体" pitchFamily="2" charset="-122"/>
              </a:rPr>
              <a:t>  </a:t>
            </a:r>
            <a:r>
              <a:rPr lang="en-US" altLang="zh-CN" sz="2800" dirty="0">
                <a:solidFill>
                  <a:srgbClr val="003399"/>
                </a:solidFill>
                <a:latin typeface="宋体" pitchFamily="2" charset="-122"/>
              </a:rPr>
              <a:t> </a:t>
            </a:r>
            <a:r>
              <a:rPr lang="en-US" altLang="zh-CN" sz="2800" dirty="0">
                <a:solidFill>
                  <a:srgbClr val="003399"/>
                </a:solidFill>
              </a:rPr>
              <a:t>for(p=list; p!=NULL; p=p-&gt;link)</a:t>
            </a:r>
            <a:endParaRPr lang="en-US" altLang="zh-CN" sz="2800" dirty="0">
              <a:solidFill>
                <a:srgbClr val="003399"/>
              </a:solidFill>
            </a:endParaRPr>
          </a:p>
          <a:p>
            <a:pPr marL="381000" lvl="2" algn="just" fontAlgn="base">
              <a:lnSpc>
                <a:spcPct val="80000"/>
              </a:lnSpc>
              <a:spcBef>
                <a:spcPct val="0"/>
              </a:spcBef>
            </a:pPr>
            <a:r>
              <a:rPr lang="en-US" altLang="zh-CN" sz="2200" dirty="0">
                <a:solidFill>
                  <a:srgbClr val="003399"/>
                </a:solidFill>
                <a:latin typeface="幼圆" pitchFamily="49" charset="-122"/>
                <a:ea typeface="幼圆" pitchFamily="49" charset="-122"/>
              </a:rPr>
              <a:t>                      /* p</a:t>
            </a:r>
            <a:r>
              <a:rPr lang="zh-CN" altLang="en-US" sz="2200" dirty="0">
                <a:solidFill>
                  <a:srgbClr val="003399"/>
                </a:solidFill>
                <a:latin typeface="幼圆" pitchFamily="49" charset="-122"/>
                <a:ea typeface="幼圆" pitchFamily="49" charset="-122"/>
              </a:rPr>
              <a:t>依次指向链表的下一结点 */</a:t>
            </a:r>
            <a:r>
              <a:rPr lang="zh-CN" altLang="en-US" dirty="0"/>
              <a:t> </a:t>
            </a:r>
            <a:endParaRPr lang="en-US" altLang="zh-CN" sz="2800" dirty="0">
              <a:solidFill>
                <a:srgbClr val="003399"/>
              </a:solidFill>
            </a:endParaRPr>
          </a:p>
          <a:p>
            <a:pPr marL="381000" lvl="2" fontAlgn="base">
              <a:lnSpc>
                <a:spcPct val="80000"/>
              </a:lnSpc>
              <a:spcBef>
                <a:spcPct val="0"/>
              </a:spcBef>
            </a:pPr>
            <a:r>
              <a:rPr lang="en-US" altLang="zh-CN" sz="2800" dirty="0">
                <a:solidFill>
                  <a:srgbClr val="003399"/>
                </a:solidFill>
              </a:rPr>
              <a:t>            n++;    	</a:t>
            </a:r>
            <a:r>
              <a:rPr lang="zh-CN" altLang="en-US" sz="2800" dirty="0">
                <a:solidFill>
                  <a:srgbClr val="003399"/>
                </a:solidFill>
              </a:rPr>
              <a:t>　　</a:t>
            </a:r>
            <a:r>
              <a:rPr lang="en-US" altLang="zh-CN" sz="2200" dirty="0">
                <a:solidFill>
                  <a:srgbClr val="003399"/>
                </a:solidFill>
                <a:latin typeface="幼圆" pitchFamily="49" charset="-122"/>
                <a:ea typeface="幼圆" pitchFamily="49" charset="-122"/>
              </a:rPr>
              <a:t>/* </a:t>
            </a:r>
            <a:r>
              <a:rPr lang="zh-CN" altLang="en-US" sz="2200" dirty="0">
                <a:solidFill>
                  <a:srgbClr val="003399"/>
                </a:solidFill>
                <a:latin typeface="幼圆" pitchFamily="49" charset="-122"/>
                <a:ea typeface="幼圆" pitchFamily="49" charset="-122"/>
              </a:rPr>
              <a:t>对链表结点累计计数 */</a:t>
            </a:r>
            <a:r>
              <a:rPr lang="zh-CN" altLang="en-US" dirty="0"/>
              <a:t> </a:t>
            </a:r>
            <a:endParaRPr lang="en-US" altLang="zh-CN" sz="2800" dirty="0">
              <a:solidFill>
                <a:srgbClr val="003399"/>
              </a:solidFill>
            </a:endParaRPr>
          </a:p>
          <a:p>
            <a:pPr marL="381000" lvl="2" algn="just" fontAlgn="base">
              <a:lnSpc>
                <a:spcPct val="80000"/>
              </a:lnSpc>
              <a:spcBef>
                <a:spcPct val="0"/>
              </a:spcBef>
            </a:pPr>
            <a:r>
              <a:rPr lang="en-US" altLang="zh-CN" sz="2800" dirty="0">
                <a:solidFill>
                  <a:srgbClr val="003399"/>
                </a:solidFill>
              </a:rPr>
              <a:t>      </a:t>
            </a:r>
            <a:endParaRPr lang="en-US" altLang="zh-CN" sz="2800" dirty="0">
              <a:solidFill>
                <a:srgbClr val="003399"/>
              </a:solidFill>
            </a:endParaRPr>
          </a:p>
          <a:p>
            <a:pPr marL="381000" lvl="2" algn="just" fontAlgn="base">
              <a:lnSpc>
                <a:spcPct val="80000"/>
              </a:lnSpc>
              <a:spcBef>
                <a:spcPct val="0"/>
              </a:spcBef>
            </a:pPr>
            <a:r>
              <a:rPr lang="en-US" altLang="zh-CN" sz="2800" dirty="0">
                <a:solidFill>
                  <a:srgbClr val="003399"/>
                </a:solidFill>
              </a:rPr>
              <a:t>      return n;                   </a:t>
            </a:r>
            <a:r>
              <a:rPr lang="en-US" altLang="zh-CN" sz="2200" dirty="0">
                <a:solidFill>
                  <a:srgbClr val="003399"/>
                </a:solidFill>
              </a:rPr>
              <a:t>/* </a:t>
            </a:r>
            <a:r>
              <a:rPr lang="zh-CN" altLang="en-US" sz="2200" dirty="0">
                <a:solidFill>
                  <a:srgbClr val="003399"/>
                </a:solidFill>
                <a:latin typeface="宋体" pitchFamily="2" charset="-122"/>
                <a:ea typeface="幼圆" pitchFamily="49" charset="-122"/>
              </a:rPr>
              <a:t>返回链表的长度</a:t>
            </a:r>
            <a:r>
              <a:rPr lang="en-US" altLang="en-US" sz="2200" dirty="0">
                <a:solidFill>
                  <a:srgbClr val="003399"/>
                </a:solidFill>
                <a:latin typeface="宋体" pitchFamily="2" charset="-122"/>
              </a:rPr>
              <a:t>n </a:t>
            </a:r>
            <a:r>
              <a:rPr lang="en-US" altLang="zh-CN" sz="2200" dirty="0">
                <a:solidFill>
                  <a:srgbClr val="003399"/>
                </a:solidFill>
              </a:rPr>
              <a:t>*/</a:t>
            </a:r>
            <a:r>
              <a:rPr lang="en-US" altLang="zh-CN" sz="2800" dirty="0">
                <a:solidFill>
                  <a:srgbClr val="003399"/>
                </a:solidFill>
              </a:rPr>
              <a:t> </a:t>
            </a:r>
            <a:endParaRPr lang="en-US" altLang="zh-CN" sz="2800" dirty="0">
              <a:solidFill>
                <a:srgbClr val="003399"/>
              </a:solidFill>
              <a:latin typeface="宋体" pitchFamily="2" charset="-122"/>
            </a:endParaRPr>
          </a:p>
          <a:p>
            <a:pPr algn="just" fontAlgn="base">
              <a:lnSpc>
                <a:spcPct val="80000"/>
              </a:lnSpc>
              <a:spcBef>
                <a:spcPct val="0"/>
              </a:spcBef>
            </a:pPr>
            <a:r>
              <a:rPr lang="zh-CN" altLang="en-US" sz="2800" dirty="0">
                <a:solidFill>
                  <a:srgbClr val="003399"/>
                </a:solidFill>
                <a:latin typeface="宋体" pitchFamily="2" charset="-122"/>
              </a:rPr>
              <a:t>  </a:t>
            </a:r>
            <a:r>
              <a:rPr lang="en-US" altLang="zh-CN" sz="2800" dirty="0">
                <a:solidFill>
                  <a:srgbClr val="003399"/>
                </a:solidFill>
              </a:rPr>
              <a:t>}</a:t>
            </a:r>
            <a:endParaRPr lang="zh-CN" altLang="en-US" sz="2800" dirty="0">
              <a:solidFill>
                <a:srgbClr val="003399"/>
              </a:solidFill>
            </a:endParaRPr>
          </a:p>
        </p:txBody>
      </p:sp>
      <p:grpSp>
        <p:nvGrpSpPr>
          <p:cNvPr id="2" name="Group 5"/>
          <p:cNvGrpSpPr/>
          <p:nvPr/>
        </p:nvGrpSpPr>
        <p:grpSpPr bwMode="auto">
          <a:xfrm>
            <a:off x="1093415" y="149672"/>
            <a:ext cx="1687512" cy="1223962"/>
            <a:chOff x="137" y="185"/>
            <a:chExt cx="1063" cy="771"/>
          </a:xfrm>
        </p:grpSpPr>
        <p:sp>
          <p:nvSpPr>
            <p:cNvPr id="10258" name="AutoShape 6"/>
            <p:cNvSpPr>
              <a:spLocks noChangeArrowheads="1"/>
            </p:cNvSpPr>
            <p:nvPr/>
          </p:nvSpPr>
          <p:spPr bwMode="auto">
            <a:xfrm rot="423291">
              <a:off x="137" y="185"/>
              <a:ext cx="1056" cy="771"/>
            </a:xfrm>
            <a:prstGeom prst="irregularSeal2">
              <a:avLst/>
            </a:prstGeom>
            <a:solidFill>
              <a:srgbClr val="CCFFFF"/>
            </a:solidFill>
            <a:ln w="79375" cap="sq">
              <a:solidFill>
                <a:srgbClr val="FFFF00"/>
              </a:solidFill>
              <a:miter lim="800000"/>
            </a:ln>
            <a:effectLst>
              <a:outerShdw dist="132592" dir="1001955" algn="ctr" rotWithShape="0">
                <a:srgbClr val="B2B2B2"/>
              </a:outerShdw>
            </a:effectLst>
          </p:spPr>
          <p:txBody>
            <a:bodyPr wrap="none" anchor="ctr"/>
            <a:lstStyle/>
            <a:p>
              <a:endParaRPr lang="zh-CN" altLang="en-US"/>
            </a:p>
          </p:txBody>
        </p:sp>
        <p:sp>
          <p:nvSpPr>
            <p:cNvPr id="10259" name="Rectangle 7"/>
            <p:cNvSpPr>
              <a:spLocks noChangeArrowheads="1"/>
            </p:cNvSpPr>
            <p:nvPr/>
          </p:nvSpPr>
          <p:spPr bwMode="auto">
            <a:xfrm>
              <a:off x="176" y="310"/>
              <a:ext cx="1024" cy="490"/>
            </a:xfrm>
            <a:prstGeom prst="rect">
              <a:avLst/>
            </a:prstGeom>
            <a:noFill/>
            <a:ln w="12700" cap="sq">
              <a:noFill/>
              <a:miter lim="800000"/>
            </a:ln>
            <a:effectLst>
              <a:outerShdw dist="35921" dir="2700000" algn="ctr" rotWithShape="0">
                <a:schemeClr val="bg1"/>
              </a:outerShdw>
            </a:effectLst>
          </p:spPr>
          <p:txBody>
            <a:bodyPr>
              <a:spAutoFit/>
            </a:bodyPr>
            <a:lstStyle/>
            <a:p>
              <a:r>
                <a:rPr lang="zh-CN" altLang="en-US" sz="4500" i="1">
                  <a:solidFill>
                    <a:srgbClr val="FF3300"/>
                  </a:solidFill>
                  <a:ea typeface="黑体" panose="02010609060101010101" pitchFamily="2" charset="-122"/>
                </a:rPr>
                <a:t>算法</a:t>
              </a:r>
              <a:endParaRPr lang="zh-CN" altLang="en-US" sz="4500" i="1">
                <a:solidFill>
                  <a:srgbClr val="FF3300"/>
                </a:solidFill>
                <a:ea typeface="黑体" panose="02010609060101010101" pitchFamily="2" charset="-122"/>
              </a:endParaRPr>
            </a:p>
          </p:txBody>
        </p:sp>
      </p:grpSp>
      <p:sp>
        <p:nvSpPr>
          <p:cNvPr id="598025" name="Rectangle 9"/>
          <p:cNvSpPr>
            <a:spLocks noChangeArrowheads="1"/>
          </p:cNvSpPr>
          <p:nvPr/>
        </p:nvSpPr>
        <p:spPr bwMode="auto">
          <a:xfrm>
            <a:off x="6528047" y="1268760"/>
            <a:ext cx="3098800" cy="579438"/>
          </a:xfrm>
          <a:prstGeom prst="rect">
            <a:avLst/>
          </a:prstGeom>
          <a:noFill/>
          <a:ln w="12700" cap="sq">
            <a:noFill/>
            <a:miter lim="800000"/>
          </a:ln>
          <a:effectLst>
            <a:outerShdw dist="17961" dir="2700000" algn="ctr" rotWithShape="0">
              <a:schemeClr val="bg1"/>
            </a:outerShdw>
          </a:effectLst>
        </p:spPr>
        <p:txBody>
          <a:bodyPr>
            <a:spAutoFit/>
          </a:bodyPr>
          <a:lstStyle/>
          <a:p>
            <a:r>
              <a:rPr lang="zh-CN" altLang="en-US" sz="2700" b="1" dirty="0">
                <a:solidFill>
                  <a:srgbClr val="FF3300"/>
                </a:solidFill>
                <a:ea typeface="幼圆" pitchFamily="49" charset="-122"/>
              </a:rPr>
              <a:t>时间复杂度</a:t>
            </a:r>
            <a:r>
              <a:rPr lang="en-US" altLang="zh-CN" sz="3200" b="1" dirty="0">
                <a:solidFill>
                  <a:srgbClr val="FF3300"/>
                </a:solidFill>
                <a:ea typeface="幼圆" pitchFamily="49" charset="-122"/>
              </a:rPr>
              <a:t>O(n)</a:t>
            </a:r>
            <a:endParaRPr lang="zh-CN" altLang="en-US" sz="3200" b="1" dirty="0">
              <a:solidFill>
                <a:srgbClr val="FF3300"/>
              </a:solidFill>
              <a:ea typeface="幼圆" pitchFamily="49" charset="-122"/>
            </a:endParaRPr>
          </a:p>
        </p:txBody>
      </p:sp>
      <p:sp>
        <p:nvSpPr>
          <p:cNvPr id="598033" name="Text Box 17"/>
          <p:cNvSpPr txBox="1">
            <a:spLocks noChangeArrowheads="1"/>
          </p:cNvSpPr>
          <p:nvPr/>
        </p:nvSpPr>
        <p:spPr bwMode="auto">
          <a:xfrm>
            <a:off x="3720728" y="5755135"/>
            <a:ext cx="5688013" cy="549275"/>
          </a:xfrm>
          <a:prstGeom prst="rect">
            <a:avLst/>
          </a:prstGeom>
          <a:noFill/>
          <a:ln w="9525">
            <a:noFill/>
            <a:miter lim="800000"/>
          </a:ln>
        </p:spPr>
        <p:txBody>
          <a:bodyPr>
            <a:spAutoFit/>
          </a:bodyPr>
          <a:lstStyle/>
          <a:p>
            <a:r>
              <a:rPr lang="zh-CN" altLang="en-US" sz="3000" dirty="0">
                <a:solidFill>
                  <a:srgbClr val="000099"/>
                </a:solidFill>
                <a:ea typeface="宋体" pitchFamily="2" charset="-122"/>
              </a:rPr>
              <a:t>( </a:t>
            </a:r>
            <a:r>
              <a:rPr lang="en-US" altLang="zh-CN" sz="3000" dirty="0">
                <a:solidFill>
                  <a:srgbClr val="000099"/>
                </a:solidFill>
                <a:ea typeface="宋体" pitchFamily="2" charset="-122"/>
              </a:rPr>
              <a:t>a</a:t>
            </a:r>
            <a:r>
              <a:rPr lang="en-US" altLang="zh-CN" sz="3000" baseline="-46000" dirty="0">
                <a:solidFill>
                  <a:srgbClr val="000099"/>
                </a:solidFill>
                <a:ea typeface="宋体" pitchFamily="2" charset="-122"/>
              </a:rPr>
              <a:t>1</a:t>
            </a:r>
            <a:r>
              <a:rPr lang="en-US" altLang="zh-CN" sz="3000" dirty="0">
                <a:solidFill>
                  <a:srgbClr val="000099"/>
                </a:solidFill>
                <a:ea typeface="宋体" pitchFamily="2" charset="-122"/>
              </a:rPr>
              <a:t>,  a</a:t>
            </a:r>
            <a:r>
              <a:rPr lang="en-US" altLang="zh-CN" sz="3000" baseline="-46000" dirty="0">
                <a:solidFill>
                  <a:srgbClr val="000099"/>
                </a:solidFill>
                <a:ea typeface="宋体" pitchFamily="2" charset="-122"/>
              </a:rPr>
              <a:t>2</a:t>
            </a:r>
            <a:r>
              <a:rPr lang="en-US" altLang="zh-CN" sz="3000" dirty="0">
                <a:solidFill>
                  <a:srgbClr val="000099"/>
                </a:solidFill>
                <a:ea typeface="宋体" pitchFamily="2" charset="-122"/>
              </a:rPr>
              <a:t>,  a</a:t>
            </a:r>
            <a:r>
              <a:rPr lang="en-US" altLang="zh-CN" sz="3000" baseline="-46000" dirty="0">
                <a:solidFill>
                  <a:srgbClr val="000099"/>
                </a:solidFill>
                <a:ea typeface="宋体" pitchFamily="2" charset="-122"/>
              </a:rPr>
              <a:t>3</a:t>
            </a:r>
            <a:r>
              <a:rPr lang="en-US" altLang="zh-CN" sz="3000" dirty="0">
                <a:solidFill>
                  <a:srgbClr val="000099"/>
                </a:solidFill>
                <a:ea typeface="宋体" pitchFamily="2" charset="-122"/>
              </a:rPr>
              <a:t>,   </a:t>
            </a:r>
            <a:r>
              <a:rPr lang="en-US" altLang="zh-CN" sz="3000" dirty="0">
                <a:solidFill>
                  <a:srgbClr val="000099"/>
                </a:solidFill>
                <a:ea typeface="宋体" pitchFamily="2" charset="-122"/>
                <a:cs typeface="Times New Roman" panose="02020503050405090304" pitchFamily="18" charset="0"/>
              </a:rPr>
              <a:t>… ,  </a:t>
            </a:r>
            <a:r>
              <a:rPr lang="en-US" altLang="zh-CN" sz="3000" dirty="0">
                <a:solidFill>
                  <a:srgbClr val="000099"/>
                </a:solidFill>
                <a:ea typeface="宋体" pitchFamily="2" charset="-122"/>
              </a:rPr>
              <a:t>a</a:t>
            </a:r>
            <a:r>
              <a:rPr lang="en-US" altLang="zh-CN" sz="3000" baseline="-46000" dirty="0">
                <a:solidFill>
                  <a:srgbClr val="000099"/>
                </a:solidFill>
                <a:ea typeface="宋体" pitchFamily="2" charset="-122"/>
              </a:rPr>
              <a:t>n–1</a:t>
            </a:r>
            <a:r>
              <a:rPr lang="en-US" altLang="zh-CN" sz="3000" dirty="0">
                <a:solidFill>
                  <a:srgbClr val="000099"/>
                </a:solidFill>
                <a:ea typeface="宋体" pitchFamily="2" charset="-122"/>
              </a:rPr>
              <a:t>,  a</a:t>
            </a:r>
            <a:r>
              <a:rPr lang="en-US" altLang="zh-CN" sz="3000" baseline="-46000" dirty="0">
                <a:solidFill>
                  <a:srgbClr val="000099"/>
                </a:solidFill>
                <a:ea typeface="宋体" pitchFamily="2" charset="-122"/>
              </a:rPr>
              <a:t>n </a:t>
            </a:r>
            <a:r>
              <a:rPr lang="en-US" altLang="zh-CN" sz="3000" dirty="0">
                <a:solidFill>
                  <a:srgbClr val="000099"/>
                </a:solidFill>
                <a:ea typeface="宋体" pitchFamily="2" charset="-122"/>
              </a:rPr>
              <a:t>)  </a:t>
            </a:r>
            <a:r>
              <a:rPr lang="zh-CN" altLang="en-US" sz="3000" dirty="0">
                <a:solidFill>
                  <a:srgbClr val="000099"/>
                </a:solidFill>
                <a:ea typeface="宋体" pitchFamily="2" charset="-122"/>
              </a:rPr>
              <a:t>求</a:t>
            </a:r>
            <a:r>
              <a:rPr lang="en-US" altLang="zh-CN" sz="3000" dirty="0">
                <a:solidFill>
                  <a:srgbClr val="000099"/>
                </a:solidFill>
                <a:ea typeface="宋体" pitchFamily="2" charset="-122"/>
              </a:rPr>
              <a:t>n</a:t>
            </a:r>
            <a:endParaRPr lang="en-US" altLang="zh-CN" sz="3000" dirty="0">
              <a:solidFill>
                <a:srgbClr val="000099"/>
              </a:solidFill>
              <a:ea typeface="宋体"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98020"/>
                                        </p:tgtEl>
                                        <p:attrNameLst>
                                          <p:attrName>style.visibility</p:attrName>
                                        </p:attrNameLst>
                                      </p:cBhvr>
                                      <p:to>
                                        <p:strVal val="visible"/>
                                      </p:to>
                                    </p:set>
                                    <p:animEffect transition="in" filter="blinds(horizontal)">
                                      <p:cBhvr>
                                        <p:cTn id="7" dur="500"/>
                                        <p:tgtEl>
                                          <p:spTgt spid="5980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98025"/>
                                        </p:tgtEl>
                                        <p:attrNameLst>
                                          <p:attrName>style.visibility</p:attrName>
                                        </p:attrNameLst>
                                      </p:cBhvr>
                                      <p:to>
                                        <p:strVal val="visible"/>
                                      </p:to>
                                    </p:set>
                                    <p:animEffect transition="in" filter="wipe(left)">
                                      <p:cBhvr>
                                        <p:cTn id="12" dur="500"/>
                                        <p:tgtEl>
                                          <p:spTgt spid="5980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8020" grpId="0"/>
      <p:bldP spid="598025"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9"/>
          <p:cNvGrpSpPr/>
          <p:nvPr/>
        </p:nvGrpSpPr>
        <p:grpSpPr bwMode="auto">
          <a:xfrm>
            <a:off x="3663950" y="1676400"/>
            <a:ext cx="6015038" cy="1422400"/>
            <a:chOff x="1226" y="1584"/>
            <a:chExt cx="3789" cy="896"/>
          </a:xfrm>
        </p:grpSpPr>
        <p:grpSp>
          <p:nvGrpSpPr>
            <p:cNvPr id="3" name="Group 11"/>
            <p:cNvGrpSpPr/>
            <p:nvPr/>
          </p:nvGrpSpPr>
          <p:grpSpPr bwMode="auto">
            <a:xfrm>
              <a:off x="1680" y="2112"/>
              <a:ext cx="624" cy="240"/>
              <a:chOff x="1488" y="2064"/>
              <a:chExt cx="624" cy="240"/>
            </a:xfrm>
          </p:grpSpPr>
          <p:sp>
            <p:nvSpPr>
              <p:cNvPr id="15423" name="Rectangle 9"/>
              <p:cNvSpPr>
                <a:spLocks noChangeArrowheads="1"/>
              </p:cNvSpPr>
              <p:nvPr/>
            </p:nvSpPr>
            <p:spPr bwMode="auto">
              <a:xfrm>
                <a:off x="1488" y="2064"/>
                <a:ext cx="432" cy="240"/>
              </a:xfrm>
              <a:prstGeom prst="rect">
                <a:avLst/>
              </a:prstGeom>
              <a:noFill/>
              <a:ln w="25400" cap="sq">
                <a:solidFill>
                  <a:srgbClr val="339966"/>
                </a:solidFill>
                <a:miter lim="800000"/>
              </a:ln>
            </p:spPr>
            <p:txBody>
              <a:bodyPr wrap="none" anchor="ctr"/>
              <a:lstStyle/>
              <a:p>
                <a:endParaRPr lang="zh-CN" altLang="en-US"/>
              </a:p>
            </p:txBody>
          </p:sp>
          <p:sp>
            <p:nvSpPr>
              <p:cNvPr id="15424" name="Rectangle 10"/>
              <p:cNvSpPr>
                <a:spLocks noChangeArrowheads="1"/>
              </p:cNvSpPr>
              <p:nvPr/>
            </p:nvSpPr>
            <p:spPr bwMode="auto">
              <a:xfrm>
                <a:off x="1920" y="2064"/>
                <a:ext cx="192" cy="240"/>
              </a:xfrm>
              <a:prstGeom prst="rect">
                <a:avLst/>
              </a:prstGeom>
              <a:noFill/>
              <a:ln w="25400" cap="sq">
                <a:solidFill>
                  <a:srgbClr val="339966"/>
                </a:solidFill>
                <a:miter lim="800000"/>
              </a:ln>
            </p:spPr>
            <p:txBody>
              <a:bodyPr wrap="none" anchor="ctr"/>
              <a:lstStyle/>
              <a:p>
                <a:endParaRPr lang="zh-CN" altLang="en-US"/>
              </a:p>
            </p:txBody>
          </p:sp>
        </p:grpSp>
        <p:grpSp>
          <p:nvGrpSpPr>
            <p:cNvPr id="4" name="Group 12"/>
            <p:cNvGrpSpPr/>
            <p:nvPr/>
          </p:nvGrpSpPr>
          <p:grpSpPr bwMode="auto">
            <a:xfrm>
              <a:off x="2592" y="2112"/>
              <a:ext cx="624" cy="240"/>
              <a:chOff x="1488" y="2064"/>
              <a:chExt cx="624" cy="240"/>
            </a:xfrm>
          </p:grpSpPr>
          <p:sp>
            <p:nvSpPr>
              <p:cNvPr id="15421" name="Rectangle 13"/>
              <p:cNvSpPr>
                <a:spLocks noChangeArrowheads="1"/>
              </p:cNvSpPr>
              <p:nvPr/>
            </p:nvSpPr>
            <p:spPr bwMode="auto">
              <a:xfrm>
                <a:off x="1488" y="2064"/>
                <a:ext cx="432" cy="240"/>
              </a:xfrm>
              <a:prstGeom prst="rect">
                <a:avLst/>
              </a:prstGeom>
              <a:noFill/>
              <a:ln w="25400" cap="sq">
                <a:solidFill>
                  <a:srgbClr val="339966"/>
                </a:solidFill>
                <a:miter lim="800000"/>
              </a:ln>
            </p:spPr>
            <p:txBody>
              <a:bodyPr wrap="none" anchor="ctr"/>
              <a:lstStyle/>
              <a:p>
                <a:endParaRPr lang="zh-CN" altLang="en-US"/>
              </a:p>
            </p:txBody>
          </p:sp>
          <p:sp>
            <p:nvSpPr>
              <p:cNvPr id="15422" name="Rectangle 14"/>
              <p:cNvSpPr>
                <a:spLocks noChangeArrowheads="1"/>
              </p:cNvSpPr>
              <p:nvPr/>
            </p:nvSpPr>
            <p:spPr bwMode="auto">
              <a:xfrm>
                <a:off x="1920" y="2064"/>
                <a:ext cx="192" cy="240"/>
              </a:xfrm>
              <a:prstGeom prst="rect">
                <a:avLst/>
              </a:prstGeom>
              <a:noFill/>
              <a:ln w="25400" cap="sq">
                <a:solidFill>
                  <a:srgbClr val="339966"/>
                </a:solidFill>
                <a:miter lim="800000"/>
              </a:ln>
            </p:spPr>
            <p:txBody>
              <a:bodyPr wrap="none" anchor="ctr"/>
              <a:lstStyle/>
              <a:p>
                <a:endParaRPr lang="zh-CN" altLang="en-US"/>
              </a:p>
            </p:txBody>
          </p:sp>
        </p:grpSp>
        <p:grpSp>
          <p:nvGrpSpPr>
            <p:cNvPr id="5" name="Group 16"/>
            <p:cNvGrpSpPr/>
            <p:nvPr/>
          </p:nvGrpSpPr>
          <p:grpSpPr bwMode="auto">
            <a:xfrm>
              <a:off x="4368" y="2112"/>
              <a:ext cx="624" cy="240"/>
              <a:chOff x="1488" y="2064"/>
              <a:chExt cx="624" cy="240"/>
            </a:xfrm>
          </p:grpSpPr>
          <p:sp>
            <p:nvSpPr>
              <p:cNvPr id="15419" name="Rectangle 17"/>
              <p:cNvSpPr>
                <a:spLocks noChangeArrowheads="1"/>
              </p:cNvSpPr>
              <p:nvPr/>
            </p:nvSpPr>
            <p:spPr bwMode="auto">
              <a:xfrm>
                <a:off x="1488" y="2064"/>
                <a:ext cx="432" cy="240"/>
              </a:xfrm>
              <a:prstGeom prst="rect">
                <a:avLst/>
              </a:prstGeom>
              <a:noFill/>
              <a:ln w="25400" cap="sq">
                <a:solidFill>
                  <a:srgbClr val="339966"/>
                </a:solidFill>
                <a:miter lim="800000"/>
              </a:ln>
            </p:spPr>
            <p:txBody>
              <a:bodyPr wrap="none" anchor="ctr"/>
              <a:lstStyle/>
              <a:p>
                <a:endParaRPr lang="zh-CN" altLang="en-US"/>
              </a:p>
            </p:txBody>
          </p:sp>
          <p:sp>
            <p:nvSpPr>
              <p:cNvPr id="15420" name="Rectangle 18"/>
              <p:cNvSpPr>
                <a:spLocks noChangeArrowheads="1"/>
              </p:cNvSpPr>
              <p:nvPr/>
            </p:nvSpPr>
            <p:spPr bwMode="auto">
              <a:xfrm>
                <a:off x="1920" y="2064"/>
                <a:ext cx="192" cy="240"/>
              </a:xfrm>
              <a:prstGeom prst="rect">
                <a:avLst/>
              </a:prstGeom>
              <a:noFill/>
              <a:ln w="25400" cap="sq">
                <a:solidFill>
                  <a:srgbClr val="339966"/>
                </a:solidFill>
                <a:miter lim="800000"/>
              </a:ln>
            </p:spPr>
            <p:txBody>
              <a:bodyPr wrap="none" anchor="ctr"/>
              <a:lstStyle/>
              <a:p>
                <a:endParaRPr lang="zh-CN" altLang="en-US"/>
              </a:p>
            </p:txBody>
          </p:sp>
        </p:grpSp>
        <p:sp>
          <p:nvSpPr>
            <p:cNvPr id="15409" name="Line 19"/>
            <p:cNvSpPr>
              <a:spLocks noChangeShapeType="1"/>
            </p:cNvSpPr>
            <p:nvPr/>
          </p:nvSpPr>
          <p:spPr bwMode="auto">
            <a:xfrm>
              <a:off x="2208" y="2230"/>
              <a:ext cx="384" cy="0"/>
            </a:xfrm>
            <a:prstGeom prst="line">
              <a:avLst/>
            </a:prstGeom>
            <a:noFill/>
            <a:ln w="19050" cap="sq">
              <a:solidFill>
                <a:srgbClr val="333300"/>
              </a:solidFill>
              <a:round/>
              <a:tailEnd type="triangle" w="med" len="lg"/>
            </a:ln>
          </p:spPr>
          <p:txBody>
            <a:bodyPr wrap="none" anchor="ctr"/>
            <a:lstStyle/>
            <a:p>
              <a:endParaRPr lang="zh-CN" altLang="en-US"/>
            </a:p>
          </p:txBody>
        </p:sp>
        <p:grpSp>
          <p:nvGrpSpPr>
            <p:cNvPr id="6" name="Group 20"/>
            <p:cNvGrpSpPr/>
            <p:nvPr/>
          </p:nvGrpSpPr>
          <p:grpSpPr bwMode="auto">
            <a:xfrm>
              <a:off x="2592" y="2112"/>
              <a:ext cx="624" cy="240"/>
              <a:chOff x="1488" y="2064"/>
              <a:chExt cx="624" cy="240"/>
            </a:xfrm>
          </p:grpSpPr>
          <p:sp>
            <p:nvSpPr>
              <p:cNvPr id="15417" name="Rectangle 21"/>
              <p:cNvSpPr>
                <a:spLocks noChangeArrowheads="1"/>
              </p:cNvSpPr>
              <p:nvPr/>
            </p:nvSpPr>
            <p:spPr bwMode="auto">
              <a:xfrm>
                <a:off x="1488" y="2064"/>
                <a:ext cx="432" cy="240"/>
              </a:xfrm>
              <a:prstGeom prst="rect">
                <a:avLst/>
              </a:prstGeom>
              <a:noFill/>
              <a:ln w="25400" cap="sq">
                <a:solidFill>
                  <a:srgbClr val="339966"/>
                </a:solidFill>
                <a:miter lim="800000"/>
              </a:ln>
            </p:spPr>
            <p:txBody>
              <a:bodyPr wrap="none" anchor="ctr"/>
              <a:lstStyle/>
              <a:p>
                <a:endParaRPr lang="zh-CN" altLang="en-US"/>
              </a:p>
            </p:txBody>
          </p:sp>
          <p:sp>
            <p:nvSpPr>
              <p:cNvPr id="15418" name="Rectangle 22"/>
              <p:cNvSpPr>
                <a:spLocks noChangeArrowheads="1"/>
              </p:cNvSpPr>
              <p:nvPr/>
            </p:nvSpPr>
            <p:spPr bwMode="auto">
              <a:xfrm>
                <a:off x="1920" y="2064"/>
                <a:ext cx="192" cy="240"/>
              </a:xfrm>
              <a:prstGeom prst="rect">
                <a:avLst/>
              </a:prstGeom>
              <a:noFill/>
              <a:ln w="25400" cap="sq">
                <a:solidFill>
                  <a:srgbClr val="339966"/>
                </a:solidFill>
                <a:miter lim="800000"/>
              </a:ln>
            </p:spPr>
            <p:txBody>
              <a:bodyPr wrap="none" anchor="ctr"/>
              <a:lstStyle/>
              <a:p>
                <a:endParaRPr lang="zh-CN" altLang="en-US"/>
              </a:p>
            </p:txBody>
          </p:sp>
        </p:grpSp>
        <p:sp>
          <p:nvSpPr>
            <p:cNvPr id="15411" name="Line 23"/>
            <p:cNvSpPr>
              <a:spLocks noChangeShapeType="1"/>
            </p:cNvSpPr>
            <p:nvPr/>
          </p:nvSpPr>
          <p:spPr bwMode="auto">
            <a:xfrm>
              <a:off x="3124" y="2230"/>
              <a:ext cx="384" cy="0"/>
            </a:xfrm>
            <a:prstGeom prst="line">
              <a:avLst/>
            </a:prstGeom>
            <a:noFill/>
            <a:ln w="19050" cap="sq">
              <a:solidFill>
                <a:srgbClr val="808000"/>
              </a:solidFill>
              <a:round/>
              <a:tailEnd type="triangle" w="med" len="lg"/>
            </a:ln>
          </p:spPr>
          <p:txBody>
            <a:bodyPr wrap="none" anchor="ctr"/>
            <a:lstStyle/>
            <a:p>
              <a:endParaRPr lang="zh-CN" altLang="en-US"/>
            </a:p>
          </p:txBody>
        </p:sp>
        <p:sp>
          <p:nvSpPr>
            <p:cNvPr id="15412" name="Line 24"/>
            <p:cNvSpPr>
              <a:spLocks noChangeShapeType="1"/>
            </p:cNvSpPr>
            <p:nvPr/>
          </p:nvSpPr>
          <p:spPr bwMode="auto">
            <a:xfrm>
              <a:off x="3984" y="2230"/>
              <a:ext cx="384" cy="0"/>
            </a:xfrm>
            <a:prstGeom prst="line">
              <a:avLst/>
            </a:prstGeom>
            <a:noFill/>
            <a:ln w="19050" cap="sq">
              <a:solidFill>
                <a:srgbClr val="003300"/>
              </a:solidFill>
              <a:round/>
              <a:tailEnd type="triangle" w="med" len="lg"/>
            </a:ln>
          </p:spPr>
          <p:txBody>
            <a:bodyPr wrap="none" anchor="ctr"/>
            <a:lstStyle/>
            <a:p>
              <a:endParaRPr lang="zh-CN" altLang="en-US"/>
            </a:p>
          </p:txBody>
        </p:sp>
        <p:sp>
          <p:nvSpPr>
            <p:cNvPr id="15413" name="Rectangle 25"/>
            <p:cNvSpPr>
              <a:spLocks noChangeArrowheads="1"/>
            </p:cNvSpPr>
            <p:nvPr/>
          </p:nvSpPr>
          <p:spPr bwMode="auto">
            <a:xfrm>
              <a:off x="3645" y="2016"/>
              <a:ext cx="275" cy="291"/>
            </a:xfrm>
            <a:prstGeom prst="rect">
              <a:avLst/>
            </a:prstGeom>
            <a:noFill/>
            <a:ln w="12700" cap="sq">
              <a:noFill/>
              <a:miter lim="800000"/>
            </a:ln>
          </p:spPr>
          <p:txBody>
            <a:bodyPr wrap="none">
              <a:spAutoFit/>
            </a:bodyPr>
            <a:lstStyle/>
            <a:p>
              <a:pPr algn="ctr"/>
              <a:r>
                <a:rPr lang="zh-CN" altLang="en-US" sz="2400">
                  <a:solidFill>
                    <a:srgbClr val="008000"/>
                  </a:solidFill>
                  <a:ea typeface="宋体" pitchFamily="2" charset="-122"/>
                  <a:cs typeface="Times New Roman" panose="02020503050405090304" pitchFamily="18" charset="0"/>
                </a:rPr>
                <a:t>…</a:t>
              </a:r>
              <a:endParaRPr lang="zh-CN" altLang="en-US" sz="2400">
                <a:solidFill>
                  <a:srgbClr val="008000"/>
                </a:solidFill>
                <a:ea typeface="宋体" pitchFamily="2" charset="-122"/>
                <a:cs typeface="Times New Roman" panose="02020503050405090304" pitchFamily="18" charset="0"/>
              </a:endParaRPr>
            </a:p>
          </p:txBody>
        </p:sp>
        <p:sp>
          <p:nvSpPr>
            <p:cNvPr id="15414" name="Text Box 26"/>
            <p:cNvSpPr txBox="1">
              <a:spLocks noChangeArrowheads="1"/>
            </p:cNvSpPr>
            <p:nvPr/>
          </p:nvSpPr>
          <p:spPr bwMode="auto">
            <a:xfrm>
              <a:off x="4799" y="2112"/>
              <a:ext cx="216" cy="368"/>
            </a:xfrm>
            <a:prstGeom prst="rect">
              <a:avLst/>
            </a:prstGeom>
            <a:noFill/>
            <a:ln w="12700" cap="sq">
              <a:noFill/>
              <a:miter lim="800000"/>
            </a:ln>
          </p:spPr>
          <p:txBody>
            <a:bodyPr wrap="none">
              <a:spAutoFit/>
            </a:bodyPr>
            <a:lstStyle/>
            <a:p>
              <a:pPr algn="ctr"/>
              <a:r>
                <a:rPr lang="zh-CN" altLang="en-US" sz="3200">
                  <a:solidFill>
                    <a:srgbClr val="008000"/>
                  </a:solidFill>
                </a:rPr>
                <a:t>^</a:t>
              </a:r>
              <a:endParaRPr lang="zh-CN" altLang="en-US" sz="3200">
                <a:solidFill>
                  <a:srgbClr val="008000"/>
                </a:solidFill>
              </a:endParaRPr>
            </a:p>
          </p:txBody>
        </p:sp>
        <p:sp>
          <p:nvSpPr>
            <p:cNvPr id="15415" name="Text Box 27"/>
            <p:cNvSpPr txBox="1">
              <a:spLocks noChangeArrowheads="1"/>
            </p:cNvSpPr>
            <p:nvPr/>
          </p:nvSpPr>
          <p:spPr bwMode="auto">
            <a:xfrm>
              <a:off x="1226" y="1584"/>
              <a:ext cx="376" cy="368"/>
            </a:xfrm>
            <a:prstGeom prst="rect">
              <a:avLst/>
            </a:prstGeom>
            <a:noFill/>
            <a:ln w="12700" cap="sq">
              <a:noFill/>
              <a:miter lim="800000"/>
            </a:ln>
          </p:spPr>
          <p:txBody>
            <a:bodyPr wrap="none">
              <a:spAutoFit/>
            </a:bodyPr>
            <a:lstStyle/>
            <a:p>
              <a:pPr algn="ctr"/>
              <a:r>
                <a:rPr lang="en-US" altLang="zh-CN" sz="3200">
                  <a:solidFill>
                    <a:srgbClr val="FF3300"/>
                  </a:solidFill>
                </a:rPr>
                <a:t>list</a:t>
              </a:r>
              <a:endParaRPr lang="en-US" altLang="zh-CN" sz="3200">
                <a:solidFill>
                  <a:srgbClr val="FF3300"/>
                </a:solidFill>
              </a:endParaRPr>
            </a:p>
          </p:txBody>
        </p:sp>
        <p:sp>
          <p:nvSpPr>
            <p:cNvPr id="15416" name="Line 28"/>
            <p:cNvSpPr>
              <a:spLocks noChangeShapeType="1"/>
            </p:cNvSpPr>
            <p:nvPr/>
          </p:nvSpPr>
          <p:spPr bwMode="auto">
            <a:xfrm>
              <a:off x="1488" y="1872"/>
              <a:ext cx="192" cy="192"/>
            </a:xfrm>
            <a:prstGeom prst="line">
              <a:avLst/>
            </a:prstGeom>
            <a:noFill/>
            <a:ln w="22225" cap="sq">
              <a:solidFill>
                <a:schemeClr val="tx1"/>
              </a:solidFill>
              <a:round/>
              <a:tailEnd type="triangle" w="med" len="med"/>
            </a:ln>
          </p:spPr>
          <p:txBody>
            <a:bodyPr wrap="none" anchor="ctr"/>
            <a:lstStyle/>
            <a:p>
              <a:endParaRPr lang="zh-CN" altLang="en-US"/>
            </a:p>
          </p:txBody>
        </p:sp>
      </p:grpSp>
      <p:grpSp>
        <p:nvGrpSpPr>
          <p:cNvPr id="7" name="Group 54"/>
          <p:cNvGrpSpPr/>
          <p:nvPr/>
        </p:nvGrpSpPr>
        <p:grpSpPr bwMode="auto">
          <a:xfrm>
            <a:off x="2782888" y="1989139"/>
            <a:ext cx="1103312" cy="896938"/>
            <a:chOff x="793" y="1787"/>
            <a:chExt cx="695" cy="565"/>
          </a:xfrm>
        </p:grpSpPr>
        <p:grpSp>
          <p:nvGrpSpPr>
            <p:cNvPr id="8" name="Group 50"/>
            <p:cNvGrpSpPr/>
            <p:nvPr/>
          </p:nvGrpSpPr>
          <p:grpSpPr bwMode="auto">
            <a:xfrm>
              <a:off x="864" y="2112"/>
              <a:ext cx="624" cy="240"/>
              <a:chOff x="1488" y="2064"/>
              <a:chExt cx="624" cy="240"/>
            </a:xfrm>
          </p:grpSpPr>
          <p:sp>
            <p:nvSpPr>
              <p:cNvPr id="15404" name="Rectangle 51"/>
              <p:cNvSpPr>
                <a:spLocks noChangeArrowheads="1"/>
              </p:cNvSpPr>
              <p:nvPr/>
            </p:nvSpPr>
            <p:spPr bwMode="auto">
              <a:xfrm>
                <a:off x="1488" y="2064"/>
                <a:ext cx="432" cy="240"/>
              </a:xfrm>
              <a:prstGeom prst="rect">
                <a:avLst/>
              </a:prstGeom>
              <a:noFill/>
              <a:ln w="25400" cap="sq">
                <a:solidFill>
                  <a:schemeClr val="tx1"/>
                </a:solidFill>
                <a:miter lim="800000"/>
              </a:ln>
            </p:spPr>
            <p:txBody>
              <a:bodyPr wrap="none" anchor="ctr"/>
              <a:lstStyle/>
              <a:p>
                <a:endParaRPr lang="zh-CN" altLang="en-US"/>
              </a:p>
            </p:txBody>
          </p:sp>
          <p:sp>
            <p:nvSpPr>
              <p:cNvPr id="15405" name="Rectangle 52"/>
              <p:cNvSpPr>
                <a:spLocks noChangeArrowheads="1"/>
              </p:cNvSpPr>
              <p:nvPr/>
            </p:nvSpPr>
            <p:spPr bwMode="auto">
              <a:xfrm>
                <a:off x="1920" y="2064"/>
                <a:ext cx="192" cy="240"/>
              </a:xfrm>
              <a:prstGeom prst="rect">
                <a:avLst/>
              </a:prstGeom>
              <a:noFill/>
              <a:ln w="25400" cap="sq">
                <a:solidFill>
                  <a:schemeClr val="tx1"/>
                </a:solidFill>
                <a:miter lim="800000"/>
              </a:ln>
            </p:spPr>
            <p:txBody>
              <a:bodyPr wrap="none" anchor="ctr"/>
              <a:lstStyle/>
              <a:p>
                <a:endParaRPr lang="zh-CN" altLang="en-US"/>
              </a:p>
            </p:txBody>
          </p:sp>
        </p:grpSp>
        <p:sp>
          <p:nvSpPr>
            <p:cNvPr id="15403" name="Text Box 53"/>
            <p:cNvSpPr txBox="1">
              <a:spLocks noChangeArrowheads="1"/>
            </p:cNvSpPr>
            <p:nvPr/>
          </p:nvSpPr>
          <p:spPr bwMode="auto">
            <a:xfrm>
              <a:off x="793" y="1787"/>
              <a:ext cx="215" cy="368"/>
            </a:xfrm>
            <a:prstGeom prst="rect">
              <a:avLst/>
            </a:prstGeom>
            <a:noFill/>
            <a:ln w="12700" cap="sq">
              <a:noFill/>
              <a:miter lim="800000"/>
            </a:ln>
          </p:spPr>
          <p:txBody>
            <a:bodyPr wrap="square">
              <a:spAutoFit/>
            </a:bodyPr>
            <a:lstStyle/>
            <a:p>
              <a:pPr algn="ctr"/>
              <a:r>
                <a:rPr lang="en-US" altLang="zh-CN" sz="3200">
                  <a:solidFill>
                    <a:srgbClr val="FF3300"/>
                  </a:solidFill>
                </a:rPr>
                <a:t>p</a:t>
              </a:r>
              <a:endParaRPr lang="en-US" altLang="zh-CN" sz="3200">
                <a:solidFill>
                  <a:srgbClr val="FF3300"/>
                </a:solidFill>
              </a:endParaRPr>
            </a:p>
          </p:txBody>
        </p:sp>
      </p:grpSp>
      <p:sp>
        <p:nvSpPr>
          <p:cNvPr id="320567" name="Text Box 55"/>
          <p:cNvSpPr txBox="1">
            <a:spLocks noChangeArrowheads="1"/>
          </p:cNvSpPr>
          <p:nvPr/>
        </p:nvSpPr>
        <p:spPr bwMode="auto">
          <a:xfrm>
            <a:off x="2895601" y="2439989"/>
            <a:ext cx="1039813" cy="584775"/>
          </a:xfrm>
          <a:prstGeom prst="rect">
            <a:avLst/>
          </a:prstGeom>
          <a:noFill/>
          <a:ln w="12700" cap="sq">
            <a:noFill/>
            <a:miter lim="800000"/>
          </a:ln>
        </p:spPr>
        <p:txBody>
          <a:bodyPr>
            <a:spAutoFit/>
          </a:bodyPr>
          <a:lstStyle/>
          <a:p>
            <a:r>
              <a:rPr lang="en-US" altLang="zh-CN" sz="3200" dirty="0">
                <a:solidFill>
                  <a:srgbClr val="0000CC"/>
                </a:solidFill>
              </a:rPr>
              <a:t>item</a:t>
            </a:r>
            <a:endParaRPr lang="en-US" altLang="zh-CN" sz="3200" dirty="0">
              <a:solidFill>
                <a:srgbClr val="0000CC"/>
              </a:solidFill>
            </a:endParaRPr>
          </a:p>
        </p:txBody>
      </p:sp>
      <p:sp>
        <p:nvSpPr>
          <p:cNvPr id="320568" name="Line 56"/>
          <p:cNvSpPr>
            <a:spLocks noChangeShapeType="1"/>
          </p:cNvSpPr>
          <p:nvPr/>
        </p:nvSpPr>
        <p:spPr bwMode="auto">
          <a:xfrm>
            <a:off x="3733800" y="2701925"/>
            <a:ext cx="609600" cy="0"/>
          </a:xfrm>
          <a:prstGeom prst="line">
            <a:avLst/>
          </a:prstGeom>
          <a:noFill/>
          <a:ln w="22225" cap="sq">
            <a:solidFill>
              <a:schemeClr val="accent2"/>
            </a:solidFill>
            <a:round/>
            <a:tailEnd type="triangle" w="med" len="lg"/>
          </a:ln>
        </p:spPr>
        <p:txBody>
          <a:bodyPr wrap="none" anchor="ctr"/>
          <a:lstStyle/>
          <a:p>
            <a:endParaRPr lang="zh-CN" altLang="en-US"/>
          </a:p>
        </p:txBody>
      </p:sp>
      <p:sp>
        <p:nvSpPr>
          <p:cNvPr id="320569" name="Line 57"/>
          <p:cNvSpPr>
            <a:spLocks noChangeShapeType="1"/>
          </p:cNvSpPr>
          <p:nvPr/>
        </p:nvSpPr>
        <p:spPr bwMode="auto">
          <a:xfrm flipH="1">
            <a:off x="3173760" y="2132856"/>
            <a:ext cx="533400" cy="381000"/>
          </a:xfrm>
          <a:prstGeom prst="line">
            <a:avLst/>
          </a:prstGeom>
          <a:noFill/>
          <a:ln w="22225" cap="sq">
            <a:solidFill>
              <a:schemeClr val="accent2"/>
            </a:solidFill>
            <a:round/>
            <a:tailEnd type="triangle" w="med" len="med"/>
          </a:ln>
        </p:spPr>
        <p:txBody>
          <a:bodyPr wrap="none" anchor="ctr"/>
          <a:lstStyle/>
          <a:p>
            <a:endParaRPr lang="zh-CN" altLang="en-US"/>
          </a:p>
        </p:txBody>
      </p:sp>
      <p:sp>
        <p:nvSpPr>
          <p:cNvPr id="320570" name="Rectangle 58"/>
          <p:cNvSpPr>
            <a:spLocks noChangeArrowheads="1"/>
          </p:cNvSpPr>
          <p:nvPr/>
        </p:nvSpPr>
        <p:spPr bwMode="auto">
          <a:xfrm>
            <a:off x="3935760" y="2132856"/>
            <a:ext cx="533400" cy="381000"/>
          </a:xfrm>
          <a:prstGeom prst="rect">
            <a:avLst/>
          </a:prstGeom>
          <a:solidFill>
            <a:srgbClr val="FFFFFF"/>
          </a:solidFill>
          <a:ln w="12700" cap="sq">
            <a:noFill/>
            <a:miter lim="800000"/>
          </a:ln>
        </p:spPr>
        <p:txBody>
          <a:bodyPr wrap="none" anchor="ctr"/>
          <a:lstStyle/>
          <a:p>
            <a:endParaRPr lang="zh-CN" altLang="en-US"/>
          </a:p>
        </p:txBody>
      </p:sp>
      <p:grpSp>
        <p:nvGrpSpPr>
          <p:cNvPr id="9" name="Group 96"/>
          <p:cNvGrpSpPr/>
          <p:nvPr/>
        </p:nvGrpSpPr>
        <p:grpSpPr bwMode="auto">
          <a:xfrm>
            <a:off x="2244726" y="4522789"/>
            <a:ext cx="7516813" cy="1309687"/>
            <a:chOff x="454" y="2736"/>
            <a:chExt cx="4735" cy="825"/>
          </a:xfrm>
        </p:grpSpPr>
        <p:grpSp>
          <p:nvGrpSpPr>
            <p:cNvPr id="10" name="Group 31"/>
            <p:cNvGrpSpPr/>
            <p:nvPr/>
          </p:nvGrpSpPr>
          <p:grpSpPr bwMode="auto">
            <a:xfrm>
              <a:off x="1854" y="3193"/>
              <a:ext cx="624" cy="240"/>
              <a:chOff x="1488" y="2064"/>
              <a:chExt cx="624" cy="240"/>
            </a:xfrm>
          </p:grpSpPr>
          <p:sp>
            <p:nvSpPr>
              <p:cNvPr id="15400" name="Rectangle 32"/>
              <p:cNvSpPr>
                <a:spLocks noChangeArrowheads="1"/>
              </p:cNvSpPr>
              <p:nvPr/>
            </p:nvSpPr>
            <p:spPr bwMode="auto">
              <a:xfrm>
                <a:off x="1488" y="2064"/>
                <a:ext cx="432" cy="240"/>
              </a:xfrm>
              <a:prstGeom prst="rect">
                <a:avLst/>
              </a:prstGeom>
              <a:noFill/>
              <a:ln w="25400" cap="sq">
                <a:solidFill>
                  <a:srgbClr val="339966"/>
                </a:solidFill>
                <a:miter lim="800000"/>
              </a:ln>
            </p:spPr>
            <p:txBody>
              <a:bodyPr wrap="none" anchor="ctr"/>
              <a:lstStyle/>
              <a:p>
                <a:endParaRPr lang="zh-CN" altLang="en-US"/>
              </a:p>
            </p:txBody>
          </p:sp>
          <p:sp>
            <p:nvSpPr>
              <p:cNvPr id="15401" name="Rectangle 33"/>
              <p:cNvSpPr>
                <a:spLocks noChangeArrowheads="1"/>
              </p:cNvSpPr>
              <p:nvPr/>
            </p:nvSpPr>
            <p:spPr bwMode="auto">
              <a:xfrm>
                <a:off x="1920" y="2064"/>
                <a:ext cx="192" cy="240"/>
              </a:xfrm>
              <a:prstGeom prst="rect">
                <a:avLst/>
              </a:prstGeom>
              <a:noFill/>
              <a:ln w="25400" cap="sq">
                <a:solidFill>
                  <a:srgbClr val="339966"/>
                </a:solidFill>
                <a:miter lim="800000"/>
              </a:ln>
            </p:spPr>
            <p:txBody>
              <a:bodyPr wrap="none" anchor="ctr"/>
              <a:lstStyle/>
              <a:p>
                <a:endParaRPr lang="zh-CN" altLang="en-US"/>
              </a:p>
            </p:txBody>
          </p:sp>
        </p:grpSp>
        <p:grpSp>
          <p:nvGrpSpPr>
            <p:cNvPr id="11" name="Group 34"/>
            <p:cNvGrpSpPr/>
            <p:nvPr/>
          </p:nvGrpSpPr>
          <p:grpSpPr bwMode="auto">
            <a:xfrm>
              <a:off x="2766" y="3193"/>
              <a:ext cx="624" cy="240"/>
              <a:chOff x="1488" y="2064"/>
              <a:chExt cx="624" cy="240"/>
            </a:xfrm>
          </p:grpSpPr>
          <p:sp>
            <p:nvSpPr>
              <p:cNvPr id="15398" name="Rectangle 35"/>
              <p:cNvSpPr>
                <a:spLocks noChangeArrowheads="1"/>
              </p:cNvSpPr>
              <p:nvPr/>
            </p:nvSpPr>
            <p:spPr bwMode="auto">
              <a:xfrm>
                <a:off x="1488" y="2064"/>
                <a:ext cx="432" cy="240"/>
              </a:xfrm>
              <a:prstGeom prst="rect">
                <a:avLst/>
              </a:prstGeom>
              <a:noFill/>
              <a:ln w="25400" cap="sq">
                <a:solidFill>
                  <a:srgbClr val="339966"/>
                </a:solidFill>
                <a:miter lim="800000"/>
              </a:ln>
            </p:spPr>
            <p:txBody>
              <a:bodyPr wrap="none" anchor="ctr"/>
              <a:lstStyle/>
              <a:p>
                <a:endParaRPr lang="zh-CN" altLang="en-US"/>
              </a:p>
            </p:txBody>
          </p:sp>
          <p:sp>
            <p:nvSpPr>
              <p:cNvPr id="15399" name="Rectangle 36"/>
              <p:cNvSpPr>
                <a:spLocks noChangeArrowheads="1"/>
              </p:cNvSpPr>
              <p:nvPr/>
            </p:nvSpPr>
            <p:spPr bwMode="auto">
              <a:xfrm>
                <a:off x="1920" y="2064"/>
                <a:ext cx="192" cy="240"/>
              </a:xfrm>
              <a:prstGeom prst="rect">
                <a:avLst/>
              </a:prstGeom>
              <a:noFill/>
              <a:ln w="25400" cap="sq">
                <a:solidFill>
                  <a:srgbClr val="339966"/>
                </a:solidFill>
                <a:miter lim="800000"/>
              </a:ln>
            </p:spPr>
            <p:txBody>
              <a:bodyPr wrap="none" anchor="ctr"/>
              <a:lstStyle/>
              <a:p>
                <a:endParaRPr lang="zh-CN" altLang="en-US"/>
              </a:p>
            </p:txBody>
          </p:sp>
        </p:grpSp>
        <p:grpSp>
          <p:nvGrpSpPr>
            <p:cNvPr id="12" name="Group 37"/>
            <p:cNvGrpSpPr/>
            <p:nvPr/>
          </p:nvGrpSpPr>
          <p:grpSpPr bwMode="auto">
            <a:xfrm>
              <a:off x="4542" y="3193"/>
              <a:ext cx="624" cy="240"/>
              <a:chOff x="1488" y="2064"/>
              <a:chExt cx="624" cy="240"/>
            </a:xfrm>
          </p:grpSpPr>
          <p:sp>
            <p:nvSpPr>
              <p:cNvPr id="15396" name="Rectangle 38"/>
              <p:cNvSpPr>
                <a:spLocks noChangeArrowheads="1"/>
              </p:cNvSpPr>
              <p:nvPr/>
            </p:nvSpPr>
            <p:spPr bwMode="auto">
              <a:xfrm>
                <a:off x="1488" y="2064"/>
                <a:ext cx="432" cy="240"/>
              </a:xfrm>
              <a:prstGeom prst="rect">
                <a:avLst/>
              </a:prstGeom>
              <a:noFill/>
              <a:ln w="25400" cap="sq">
                <a:solidFill>
                  <a:srgbClr val="339966"/>
                </a:solidFill>
                <a:miter lim="800000"/>
              </a:ln>
            </p:spPr>
            <p:txBody>
              <a:bodyPr wrap="none" anchor="ctr"/>
              <a:lstStyle/>
              <a:p>
                <a:endParaRPr lang="zh-CN" altLang="en-US"/>
              </a:p>
            </p:txBody>
          </p:sp>
          <p:sp>
            <p:nvSpPr>
              <p:cNvPr id="15397" name="Rectangle 39"/>
              <p:cNvSpPr>
                <a:spLocks noChangeArrowheads="1"/>
              </p:cNvSpPr>
              <p:nvPr/>
            </p:nvSpPr>
            <p:spPr bwMode="auto">
              <a:xfrm>
                <a:off x="1920" y="2064"/>
                <a:ext cx="192" cy="240"/>
              </a:xfrm>
              <a:prstGeom prst="rect">
                <a:avLst/>
              </a:prstGeom>
              <a:noFill/>
              <a:ln w="25400" cap="sq">
                <a:solidFill>
                  <a:srgbClr val="339966"/>
                </a:solidFill>
                <a:miter lim="800000"/>
              </a:ln>
            </p:spPr>
            <p:txBody>
              <a:bodyPr wrap="none" anchor="ctr"/>
              <a:lstStyle/>
              <a:p>
                <a:endParaRPr lang="zh-CN" altLang="en-US"/>
              </a:p>
            </p:txBody>
          </p:sp>
        </p:grpSp>
        <p:sp>
          <p:nvSpPr>
            <p:cNvPr id="15381" name="Line 40"/>
            <p:cNvSpPr>
              <a:spLocks noChangeShapeType="1"/>
            </p:cNvSpPr>
            <p:nvPr/>
          </p:nvSpPr>
          <p:spPr bwMode="auto">
            <a:xfrm>
              <a:off x="2382" y="3311"/>
              <a:ext cx="384" cy="0"/>
            </a:xfrm>
            <a:prstGeom prst="line">
              <a:avLst/>
            </a:prstGeom>
            <a:noFill/>
            <a:ln w="19050" cap="sq">
              <a:solidFill>
                <a:srgbClr val="333300"/>
              </a:solidFill>
              <a:round/>
              <a:tailEnd type="triangle" w="med" len="lg"/>
            </a:ln>
          </p:spPr>
          <p:txBody>
            <a:bodyPr wrap="none" anchor="ctr"/>
            <a:lstStyle/>
            <a:p>
              <a:endParaRPr lang="zh-CN" altLang="en-US"/>
            </a:p>
          </p:txBody>
        </p:sp>
        <p:grpSp>
          <p:nvGrpSpPr>
            <p:cNvPr id="13" name="Group 41"/>
            <p:cNvGrpSpPr/>
            <p:nvPr/>
          </p:nvGrpSpPr>
          <p:grpSpPr bwMode="auto">
            <a:xfrm>
              <a:off x="2766" y="3193"/>
              <a:ext cx="624" cy="240"/>
              <a:chOff x="1488" y="2064"/>
              <a:chExt cx="624" cy="240"/>
            </a:xfrm>
          </p:grpSpPr>
          <p:sp>
            <p:nvSpPr>
              <p:cNvPr id="15394" name="Rectangle 42"/>
              <p:cNvSpPr>
                <a:spLocks noChangeArrowheads="1"/>
              </p:cNvSpPr>
              <p:nvPr/>
            </p:nvSpPr>
            <p:spPr bwMode="auto">
              <a:xfrm>
                <a:off x="1488" y="2064"/>
                <a:ext cx="432" cy="240"/>
              </a:xfrm>
              <a:prstGeom prst="rect">
                <a:avLst/>
              </a:prstGeom>
              <a:noFill/>
              <a:ln w="25400" cap="sq">
                <a:solidFill>
                  <a:srgbClr val="339966"/>
                </a:solidFill>
                <a:miter lim="800000"/>
              </a:ln>
            </p:spPr>
            <p:txBody>
              <a:bodyPr wrap="none" anchor="ctr"/>
              <a:lstStyle/>
              <a:p>
                <a:endParaRPr lang="zh-CN" altLang="en-US"/>
              </a:p>
            </p:txBody>
          </p:sp>
          <p:sp>
            <p:nvSpPr>
              <p:cNvPr id="15395" name="Rectangle 43"/>
              <p:cNvSpPr>
                <a:spLocks noChangeArrowheads="1"/>
              </p:cNvSpPr>
              <p:nvPr/>
            </p:nvSpPr>
            <p:spPr bwMode="auto">
              <a:xfrm>
                <a:off x="1920" y="2064"/>
                <a:ext cx="192" cy="240"/>
              </a:xfrm>
              <a:prstGeom prst="rect">
                <a:avLst/>
              </a:prstGeom>
              <a:noFill/>
              <a:ln w="25400" cap="sq">
                <a:solidFill>
                  <a:srgbClr val="339966"/>
                </a:solidFill>
                <a:miter lim="800000"/>
              </a:ln>
            </p:spPr>
            <p:txBody>
              <a:bodyPr wrap="none" anchor="ctr"/>
              <a:lstStyle/>
              <a:p>
                <a:endParaRPr lang="zh-CN" altLang="en-US"/>
              </a:p>
            </p:txBody>
          </p:sp>
        </p:grpSp>
        <p:sp>
          <p:nvSpPr>
            <p:cNvPr id="15383" name="Line 44"/>
            <p:cNvSpPr>
              <a:spLocks noChangeShapeType="1"/>
            </p:cNvSpPr>
            <p:nvPr/>
          </p:nvSpPr>
          <p:spPr bwMode="auto">
            <a:xfrm>
              <a:off x="3298" y="3311"/>
              <a:ext cx="384" cy="0"/>
            </a:xfrm>
            <a:prstGeom prst="line">
              <a:avLst/>
            </a:prstGeom>
            <a:noFill/>
            <a:ln w="19050" cap="sq">
              <a:solidFill>
                <a:srgbClr val="000000"/>
              </a:solidFill>
              <a:round/>
              <a:tailEnd type="triangle" w="med" len="lg"/>
            </a:ln>
          </p:spPr>
          <p:txBody>
            <a:bodyPr wrap="none" anchor="ctr"/>
            <a:lstStyle/>
            <a:p>
              <a:endParaRPr lang="zh-CN" altLang="en-US"/>
            </a:p>
          </p:txBody>
        </p:sp>
        <p:sp>
          <p:nvSpPr>
            <p:cNvPr id="15384" name="Line 45"/>
            <p:cNvSpPr>
              <a:spLocks noChangeShapeType="1"/>
            </p:cNvSpPr>
            <p:nvPr/>
          </p:nvSpPr>
          <p:spPr bwMode="auto">
            <a:xfrm>
              <a:off x="4158" y="3311"/>
              <a:ext cx="384" cy="0"/>
            </a:xfrm>
            <a:prstGeom prst="line">
              <a:avLst/>
            </a:prstGeom>
            <a:noFill/>
            <a:ln w="19050" cap="sq">
              <a:solidFill>
                <a:srgbClr val="003300"/>
              </a:solidFill>
              <a:round/>
              <a:tailEnd type="triangle" w="med" len="lg"/>
            </a:ln>
          </p:spPr>
          <p:txBody>
            <a:bodyPr wrap="none" anchor="ctr"/>
            <a:lstStyle/>
            <a:p>
              <a:endParaRPr lang="zh-CN" altLang="en-US"/>
            </a:p>
          </p:txBody>
        </p:sp>
        <p:sp>
          <p:nvSpPr>
            <p:cNvPr id="15385" name="Rectangle 46"/>
            <p:cNvSpPr>
              <a:spLocks noChangeArrowheads="1"/>
            </p:cNvSpPr>
            <p:nvPr/>
          </p:nvSpPr>
          <p:spPr bwMode="auto">
            <a:xfrm>
              <a:off x="3819" y="3097"/>
              <a:ext cx="275" cy="291"/>
            </a:xfrm>
            <a:prstGeom prst="rect">
              <a:avLst/>
            </a:prstGeom>
            <a:noFill/>
            <a:ln w="12700" cap="sq">
              <a:noFill/>
              <a:miter lim="800000"/>
            </a:ln>
          </p:spPr>
          <p:txBody>
            <a:bodyPr wrap="none">
              <a:spAutoFit/>
            </a:bodyPr>
            <a:lstStyle/>
            <a:p>
              <a:pPr algn="ctr"/>
              <a:r>
                <a:rPr lang="zh-CN" altLang="en-US" sz="2400">
                  <a:solidFill>
                    <a:srgbClr val="008000"/>
                  </a:solidFill>
                  <a:ea typeface="宋体" pitchFamily="2" charset="-122"/>
                  <a:cs typeface="Times New Roman" panose="02020503050405090304" pitchFamily="18" charset="0"/>
                </a:rPr>
                <a:t>…</a:t>
              </a:r>
              <a:endParaRPr lang="zh-CN" altLang="en-US" sz="2400">
                <a:solidFill>
                  <a:srgbClr val="008000"/>
                </a:solidFill>
                <a:ea typeface="宋体" pitchFamily="2" charset="-122"/>
                <a:cs typeface="Times New Roman" panose="02020503050405090304" pitchFamily="18" charset="0"/>
              </a:endParaRPr>
            </a:p>
          </p:txBody>
        </p:sp>
        <p:sp>
          <p:nvSpPr>
            <p:cNvPr id="15386" name="Text Box 47"/>
            <p:cNvSpPr txBox="1">
              <a:spLocks noChangeArrowheads="1"/>
            </p:cNvSpPr>
            <p:nvPr/>
          </p:nvSpPr>
          <p:spPr bwMode="auto">
            <a:xfrm>
              <a:off x="4973" y="3193"/>
              <a:ext cx="216" cy="368"/>
            </a:xfrm>
            <a:prstGeom prst="rect">
              <a:avLst/>
            </a:prstGeom>
            <a:noFill/>
            <a:ln w="12700" cap="sq">
              <a:noFill/>
              <a:miter lim="800000"/>
            </a:ln>
          </p:spPr>
          <p:txBody>
            <a:bodyPr wrap="none">
              <a:spAutoFit/>
            </a:bodyPr>
            <a:lstStyle/>
            <a:p>
              <a:pPr algn="ctr"/>
              <a:r>
                <a:rPr lang="zh-CN" altLang="en-US" sz="3200">
                  <a:solidFill>
                    <a:srgbClr val="008000"/>
                  </a:solidFill>
                </a:rPr>
                <a:t>^</a:t>
              </a:r>
              <a:endParaRPr lang="zh-CN" altLang="en-US" sz="3200">
                <a:solidFill>
                  <a:srgbClr val="008000"/>
                </a:solidFill>
              </a:endParaRPr>
            </a:p>
          </p:txBody>
        </p:sp>
        <p:grpSp>
          <p:nvGrpSpPr>
            <p:cNvPr id="14" name="Group 60"/>
            <p:cNvGrpSpPr/>
            <p:nvPr/>
          </p:nvGrpSpPr>
          <p:grpSpPr bwMode="auto">
            <a:xfrm>
              <a:off x="916" y="3199"/>
              <a:ext cx="624" cy="240"/>
              <a:chOff x="1488" y="2064"/>
              <a:chExt cx="624" cy="240"/>
            </a:xfrm>
          </p:grpSpPr>
          <p:sp>
            <p:nvSpPr>
              <p:cNvPr id="15392" name="Rectangle 61"/>
              <p:cNvSpPr>
                <a:spLocks noChangeArrowheads="1"/>
              </p:cNvSpPr>
              <p:nvPr/>
            </p:nvSpPr>
            <p:spPr bwMode="auto">
              <a:xfrm>
                <a:off x="1488" y="2064"/>
                <a:ext cx="432" cy="240"/>
              </a:xfrm>
              <a:prstGeom prst="rect">
                <a:avLst/>
              </a:prstGeom>
              <a:noFill/>
              <a:ln w="25400" cap="sq">
                <a:solidFill>
                  <a:schemeClr val="accent1"/>
                </a:solidFill>
                <a:miter lim="800000"/>
              </a:ln>
            </p:spPr>
            <p:txBody>
              <a:bodyPr wrap="none" anchor="ctr"/>
              <a:lstStyle/>
              <a:p>
                <a:endParaRPr lang="zh-CN" altLang="en-US"/>
              </a:p>
            </p:txBody>
          </p:sp>
          <p:sp>
            <p:nvSpPr>
              <p:cNvPr id="15393" name="Rectangle 62"/>
              <p:cNvSpPr>
                <a:spLocks noChangeArrowheads="1"/>
              </p:cNvSpPr>
              <p:nvPr/>
            </p:nvSpPr>
            <p:spPr bwMode="auto">
              <a:xfrm>
                <a:off x="1920" y="2064"/>
                <a:ext cx="192" cy="240"/>
              </a:xfrm>
              <a:prstGeom prst="rect">
                <a:avLst/>
              </a:prstGeom>
              <a:noFill/>
              <a:ln w="25400" cap="sq">
                <a:solidFill>
                  <a:schemeClr val="accent1"/>
                </a:solidFill>
                <a:miter lim="800000"/>
              </a:ln>
            </p:spPr>
            <p:txBody>
              <a:bodyPr wrap="none" anchor="ctr"/>
              <a:lstStyle/>
              <a:p>
                <a:endParaRPr lang="zh-CN" altLang="en-US"/>
              </a:p>
            </p:txBody>
          </p:sp>
        </p:grpSp>
        <p:sp>
          <p:nvSpPr>
            <p:cNvPr id="15388" name="Line 63"/>
            <p:cNvSpPr>
              <a:spLocks noChangeShapeType="1"/>
            </p:cNvSpPr>
            <p:nvPr/>
          </p:nvSpPr>
          <p:spPr bwMode="auto">
            <a:xfrm>
              <a:off x="1466" y="3302"/>
              <a:ext cx="384" cy="0"/>
            </a:xfrm>
            <a:prstGeom prst="line">
              <a:avLst/>
            </a:prstGeom>
            <a:noFill/>
            <a:ln w="19050" cap="sq">
              <a:solidFill>
                <a:srgbClr val="333300"/>
              </a:solidFill>
              <a:round/>
              <a:tailEnd type="triangle" w="med" len="lg"/>
            </a:ln>
          </p:spPr>
          <p:txBody>
            <a:bodyPr wrap="none" anchor="ctr"/>
            <a:lstStyle/>
            <a:p>
              <a:endParaRPr lang="zh-CN" altLang="en-US"/>
            </a:p>
          </p:txBody>
        </p:sp>
        <p:sp>
          <p:nvSpPr>
            <p:cNvPr id="15389" name="Rectangle 64"/>
            <p:cNvSpPr>
              <a:spLocks noChangeArrowheads="1"/>
            </p:cNvSpPr>
            <p:nvPr/>
          </p:nvSpPr>
          <p:spPr bwMode="auto">
            <a:xfrm>
              <a:off x="878" y="3164"/>
              <a:ext cx="517" cy="368"/>
            </a:xfrm>
            <a:prstGeom prst="rect">
              <a:avLst/>
            </a:prstGeom>
            <a:noFill/>
            <a:ln w="12700" cap="sq">
              <a:noFill/>
              <a:miter lim="800000"/>
            </a:ln>
          </p:spPr>
          <p:txBody>
            <a:bodyPr wrap="none">
              <a:spAutoFit/>
            </a:bodyPr>
            <a:lstStyle/>
            <a:p>
              <a:pPr algn="ctr"/>
              <a:r>
                <a:rPr lang="en-US" altLang="zh-CN" sz="3200">
                  <a:solidFill>
                    <a:srgbClr val="0000CC"/>
                  </a:solidFill>
                </a:rPr>
                <a:t>item</a:t>
              </a:r>
              <a:endParaRPr lang="en-US" altLang="zh-CN" sz="3200">
                <a:solidFill>
                  <a:srgbClr val="0000CC"/>
                </a:solidFill>
              </a:endParaRPr>
            </a:p>
          </p:txBody>
        </p:sp>
        <p:sp>
          <p:nvSpPr>
            <p:cNvPr id="15390" name="Rectangle 65"/>
            <p:cNvSpPr>
              <a:spLocks noChangeArrowheads="1"/>
            </p:cNvSpPr>
            <p:nvPr/>
          </p:nvSpPr>
          <p:spPr bwMode="auto">
            <a:xfrm>
              <a:off x="454" y="2736"/>
              <a:ext cx="376" cy="368"/>
            </a:xfrm>
            <a:prstGeom prst="rect">
              <a:avLst/>
            </a:prstGeom>
            <a:noFill/>
            <a:ln w="12700" cap="sq">
              <a:noFill/>
              <a:miter lim="800000"/>
            </a:ln>
          </p:spPr>
          <p:txBody>
            <a:bodyPr wrap="none">
              <a:spAutoFit/>
            </a:bodyPr>
            <a:lstStyle/>
            <a:p>
              <a:pPr algn="ctr"/>
              <a:r>
                <a:rPr lang="en-US" altLang="zh-CN" sz="3200">
                  <a:solidFill>
                    <a:srgbClr val="FF3300"/>
                  </a:solidFill>
                </a:rPr>
                <a:t>list</a:t>
              </a:r>
              <a:endParaRPr lang="en-US" altLang="zh-CN" sz="3200">
                <a:solidFill>
                  <a:srgbClr val="FF3300"/>
                </a:solidFill>
              </a:endParaRPr>
            </a:p>
          </p:txBody>
        </p:sp>
        <p:sp>
          <p:nvSpPr>
            <p:cNvPr id="15391" name="Line 66"/>
            <p:cNvSpPr>
              <a:spLocks noChangeShapeType="1"/>
            </p:cNvSpPr>
            <p:nvPr/>
          </p:nvSpPr>
          <p:spPr bwMode="auto">
            <a:xfrm>
              <a:off x="713" y="2981"/>
              <a:ext cx="192" cy="192"/>
            </a:xfrm>
            <a:prstGeom prst="line">
              <a:avLst/>
            </a:prstGeom>
            <a:noFill/>
            <a:ln w="22225" cap="sq">
              <a:solidFill>
                <a:schemeClr val="accent2"/>
              </a:solidFill>
              <a:round/>
              <a:tailEnd type="triangle" w="med" len="med"/>
            </a:ln>
          </p:spPr>
          <p:txBody>
            <a:bodyPr wrap="none" anchor="ctr"/>
            <a:lstStyle/>
            <a:p>
              <a:endParaRPr lang="zh-CN" altLang="en-US"/>
            </a:p>
          </p:txBody>
        </p:sp>
      </p:grpSp>
      <p:grpSp>
        <p:nvGrpSpPr>
          <p:cNvPr id="15" name="Group 92"/>
          <p:cNvGrpSpPr/>
          <p:nvPr/>
        </p:nvGrpSpPr>
        <p:grpSpPr bwMode="auto">
          <a:xfrm>
            <a:off x="4200525" y="3313114"/>
            <a:ext cx="2133600" cy="547687"/>
            <a:chOff x="1632" y="2151"/>
            <a:chExt cx="1344" cy="345"/>
          </a:xfrm>
        </p:grpSpPr>
        <p:sp>
          <p:nvSpPr>
            <p:cNvPr id="15376" name="AutoShape 80"/>
            <p:cNvSpPr>
              <a:spLocks noChangeArrowheads="1"/>
            </p:cNvSpPr>
            <p:nvPr/>
          </p:nvSpPr>
          <p:spPr bwMode="auto">
            <a:xfrm>
              <a:off x="1632" y="2164"/>
              <a:ext cx="1344" cy="332"/>
            </a:xfrm>
            <a:prstGeom prst="wedgeRectCallout">
              <a:avLst>
                <a:gd name="adj1" fmla="val -54764"/>
                <a:gd name="adj2" fmla="val -141565"/>
              </a:avLst>
            </a:prstGeom>
            <a:noFill/>
            <a:ln w="60325" cap="sq">
              <a:solidFill>
                <a:srgbClr val="2DB6B3"/>
              </a:solidFill>
              <a:miter lim="800000"/>
            </a:ln>
          </p:spPr>
          <p:txBody>
            <a:bodyPr anchor="ctr"/>
            <a:lstStyle/>
            <a:p>
              <a:pPr algn="ctr"/>
              <a:endParaRPr lang="zh-CN" altLang="en-US" sz="2600"/>
            </a:p>
          </p:txBody>
        </p:sp>
        <p:sp>
          <p:nvSpPr>
            <p:cNvPr id="15377" name="Text Box 81"/>
            <p:cNvSpPr txBox="1">
              <a:spLocks noChangeArrowheads="1"/>
            </p:cNvSpPr>
            <p:nvPr/>
          </p:nvSpPr>
          <p:spPr bwMode="auto">
            <a:xfrm>
              <a:off x="1649" y="2151"/>
              <a:ext cx="1281" cy="330"/>
            </a:xfrm>
            <a:prstGeom prst="rect">
              <a:avLst/>
            </a:prstGeom>
            <a:noFill/>
            <a:ln w="12700" cap="sq">
              <a:noFill/>
              <a:miter lim="800000"/>
            </a:ln>
          </p:spPr>
          <p:txBody>
            <a:bodyPr wrap="none">
              <a:spAutoFit/>
            </a:bodyPr>
            <a:lstStyle/>
            <a:p>
              <a:r>
                <a:rPr kumimoji="1" lang="en-US" altLang="zh-CN" sz="2800">
                  <a:solidFill>
                    <a:srgbClr val="00297C"/>
                  </a:solidFill>
                  <a:ea typeface="黑体" panose="02010609060101010101" pitchFamily="2" charset="-122"/>
                </a:rPr>
                <a:t>p</a:t>
              </a:r>
              <a:r>
                <a:rPr kumimoji="1" lang="en-US" altLang="zh-CN" sz="2800">
                  <a:solidFill>
                    <a:srgbClr val="00297C"/>
                  </a:solidFill>
                  <a:latin typeface="宋体" pitchFamily="2" charset="-122"/>
                  <a:ea typeface="宋体" pitchFamily="2" charset="-122"/>
                </a:rPr>
                <a:t>-</a:t>
              </a:r>
              <a:r>
                <a:rPr kumimoji="1" lang="en-US" altLang="zh-CN" sz="2800">
                  <a:solidFill>
                    <a:srgbClr val="00297C"/>
                  </a:solidFill>
                  <a:ea typeface="黑体" panose="02010609060101010101" pitchFamily="2" charset="-122"/>
                </a:rPr>
                <a:t>&gt;link</a:t>
              </a:r>
              <a:r>
                <a:rPr kumimoji="1" lang="en-US" altLang="zh-CN" sz="2800">
                  <a:solidFill>
                    <a:srgbClr val="00297C"/>
                  </a:solidFill>
                  <a:ea typeface="黑体" panose="02010609060101010101" pitchFamily="2" charset="-122"/>
                  <a:sym typeface="Symbol" pitchFamily="18" charset="2"/>
                </a:rPr>
                <a:t>=</a:t>
              </a:r>
              <a:r>
                <a:rPr kumimoji="1" lang="en-US" altLang="zh-CN" sz="2800">
                  <a:solidFill>
                    <a:srgbClr val="00297C"/>
                  </a:solidFill>
                  <a:ea typeface="黑体" panose="02010609060101010101" pitchFamily="2" charset="-122"/>
                </a:rPr>
                <a:t>list；</a:t>
              </a:r>
              <a:endParaRPr kumimoji="1" lang="en-US" altLang="zh-CN" sz="2800">
                <a:solidFill>
                  <a:srgbClr val="00297C"/>
                </a:solidFill>
                <a:ea typeface="黑体" panose="02010609060101010101" pitchFamily="2" charset="-122"/>
              </a:endParaRPr>
            </a:p>
          </p:txBody>
        </p:sp>
      </p:grpSp>
      <p:grpSp>
        <p:nvGrpSpPr>
          <p:cNvPr id="16" name="Group 91"/>
          <p:cNvGrpSpPr/>
          <p:nvPr/>
        </p:nvGrpSpPr>
        <p:grpSpPr bwMode="auto">
          <a:xfrm>
            <a:off x="962026" y="103189"/>
            <a:ext cx="8878888" cy="1066800"/>
            <a:chOff x="360" y="288"/>
            <a:chExt cx="5593" cy="672"/>
          </a:xfrm>
        </p:grpSpPr>
        <p:sp>
          <p:nvSpPr>
            <p:cNvPr id="15374" name="Rectangle 88"/>
            <p:cNvSpPr>
              <a:spLocks noChangeArrowheads="1"/>
            </p:cNvSpPr>
            <p:nvPr/>
          </p:nvSpPr>
          <p:spPr bwMode="auto">
            <a:xfrm>
              <a:off x="360" y="288"/>
              <a:ext cx="5184" cy="672"/>
            </a:xfrm>
            <a:prstGeom prst="rect">
              <a:avLst/>
            </a:prstGeom>
            <a:solidFill>
              <a:srgbClr val="E1F0FF"/>
            </a:solidFill>
            <a:ln w="12700" cap="sq">
              <a:noFill/>
              <a:miter lim="800000"/>
            </a:ln>
            <a:effectLst>
              <a:outerShdw dist="125724" dir="2700000" algn="ctr" rotWithShape="0">
                <a:srgbClr val="B2B2B2"/>
              </a:outerShdw>
            </a:effectLst>
          </p:spPr>
          <p:txBody>
            <a:bodyPr wrap="none" anchor="ctr"/>
            <a:lstStyle/>
            <a:p>
              <a:endParaRPr lang="zh-CN" altLang="en-US"/>
            </a:p>
          </p:txBody>
        </p:sp>
        <p:sp>
          <p:nvSpPr>
            <p:cNvPr id="15375" name="Rectangle 90"/>
            <p:cNvSpPr>
              <a:spLocks noChangeArrowheads="1"/>
            </p:cNvSpPr>
            <p:nvPr/>
          </p:nvSpPr>
          <p:spPr bwMode="auto">
            <a:xfrm>
              <a:off x="360" y="384"/>
              <a:ext cx="5593" cy="516"/>
            </a:xfrm>
            <a:prstGeom prst="rect">
              <a:avLst/>
            </a:prstGeom>
            <a:noFill/>
            <a:ln w="12700" cap="sq">
              <a:noFill/>
              <a:miter lim="800000"/>
            </a:ln>
            <a:effectLst>
              <a:outerShdw dist="12700" algn="ctr" rotWithShape="0">
                <a:schemeClr val="bg1"/>
              </a:outerShdw>
            </a:effectLst>
          </p:spPr>
          <p:txBody>
            <a:bodyPr wrap="square">
              <a:spAutoFit/>
            </a:bodyPr>
            <a:lstStyle/>
            <a:p>
              <a:pPr eaLnBrk="1" fontAlgn="base" hangingPunct="1">
                <a:lnSpc>
                  <a:spcPct val="85000"/>
                </a:lnSpc>
                <a:spcBef>
                  <a:spcPct val="0"/>
                </a:spcBef>
              </a:pPr>
              <a:r>
                <a:rPr kumimoji="1" lang="zh-CN" altLang="en-US" sz="2800" dirty="0">
                  <a:solidFill>
                    <a:schemeClr val="accent2"/>
                  </a:solidFill>
                  <a:latin typeface="黑体" panose="02010609060101010101" pitchFamily="2" charset="-122"/>
                  <a:ea typeface="黑体" panose="02010609060101010101" pitchFamily="2" charset="-122"/>
                </a:rPr>
                <a:t> </a:t>
              </a:r>
              <a:r>
                <a:rPr kumimoji="1" lang="zh-CN" altLang="en-US" sz="2800" dirty="0">
                  <a:solidFill>
                    <a:schemeClr val="accent2"/>
                  </a:solidFill>
                  <a:ea typeface="黑体" panose="02010609060101010101" pitchFamily="2" charset="-122"/>
                </a:rPr>
                <a:t>3</a:t>
              </a:r>
              <a:r>
                <a:rPr kumimoji="1" lang="zh-CN" altLang="en-US" sz="2800" dirty="0">
                  <a:solidFill>
                    <a:schemeClr val="accent2"/>
                  </a:solidFill>
                  <a:latin typeface="黑体" panose="02010609060101010101" pitchFamily="2" charset="-122"/>
                  <a:ea typeface="黑体" panose="02010609060101010101" pitchFamily="2" charset="-122"/>
                </a:rPr>
                <a:t>. 在非空线性链表的</a:t>
              </a:r>
              <a:r>
                <a:rPr kumimoji="1" lang="zh-CN" altLang="en-US" sz="2800" dirty="0">
                  <a:solidFill>
                    <a:srgbClr val="FF0000"/>
                  </a:solidFill>
                  <a:latin typeface="黑体" panose="02010609060101010101" pitchFamily="2" charset="-122"/>
                  <a:ea typeface="黑体" panose="02010609060101010101" pitchFamily="2" charset="-122"/>
                </a:rPr>
                <a:t>第一个结点前</a:t>
              </a:r>
              <a:r>
                <a:rPr kumimoji="1" lang="zh-CN" altLang="en-US" sz="2800" dirty="0">
                  <a:solidFill>
                    <a:schemeClr val="accent2"/>
                  </a:solidFill>
                  <a:latin typeface="黑体" panose="02010609060101010101" pitchFamily="2" charset="-122"/>
                  <a:ea typeface="黑体" panose="02010609060101010101" pitchFamily="2" charset="-122"/>
                </a:rPr>
                <a:t>插入一个</a:t>
              </a:r>
              <a:endParaRPr kumimoji="1" lang="zh-CN" altLang="en-US" sz="2800" dirty="0">
                <a:solidFill>
                  <a:schemeClr val="accent2"/>
                </a:solidFill>
                <a:latin typeface="黑体" panose="02010609060101010101" pitchFamily="2" charset="-122"/>
                <a:ea typeface="黑体" panose="02010609060101010101" pitchFamily="2" charset="-122"/>
              </a:endParaRPr>
            </a:p>
            <a:p>
              <a:pPr eaLnBrk="1" fontAlgn="base" hangingPunct="1">
                <a:lnSpc>
                  <a:spcPct val="85000"/>
                </a:lnSpc>
                <a:spcBef>
                  <a:spcPct val="0"/>
                </a:spcBef>
              </a:pPr>
              <a:r>
                <a:rPr kumimoji="1" lang="zh-CN" altLang="en-US" sz="2800" dirty="0">
                  <a:solidFill>
                    <a:schemeClr val="accent2"/>
                  </a:solidFill>
                  <a:latin typeface="黑体" panose="02010609060101010101" pitchFamily="2" charset="-122"/>
                  <a:ea typeface="黑体" panose="02010609060101010101" pitchFamily="2" charset="-122"/>
                </a:rPr>
                <a:t>    数据项为</a:t>
              </a:r>
              <a:r>
                <a:rPr kumimoji="1" lang="en-US" altLang="zh-CN" sz="2800" dirty="0">
                  <a:solidFill>
                    <a:schemeClr val="accent2"/>
                  </a:solidFill>
                  <a:ea typeface="黑体" panose="02010609060101010101" pitchFamily="2" charset="-122"/>
                </a:rPr>
                <a:t>item</a:t>
              </a:r>
              <a:r>
                <a:rPr kumimoji="1" lang="zh-CN" altLang="en-US" sz="2800" dirty="0">
                  <a:solidFill>
                    <a:schemeClr val="accent2"/>
                  </a:solidFill>
                  <a:latin typeface="黑体" panose="02010609060101010101" pitchFamily="2" charset="-122"/>
                  <a:ea typeface="黑体" panose="02010609060101010101" pitchFamily="2" charset="-122"/>
                </a:rPr>
                <a:t>的新结点</a:t>
              </a:r>
              <a:endParaRPr kumimoji="1" lang="zh-CN" altLang="en-US" sz="2800" dirty="0">
                <a:solidFill>
                  <a:schemeClr val="accent2"/>
                </a:solidFill>
                <a:latin typeface="黑体" panose="02010609060101010101" pitchFamily="2" charset="-122"/>
                <a:ea typeface="黑体" panose="02010609060101010101" pitchFamily="2" charset="-122"/>
              </a:endParaRPr>
            </a:p>
          </p:txBody>
        </p:sp>
      </p:grpSp>
      <p:grpSp>
        <p:nvGrpSpPr>
          <p:cNvPr id="17" name="Group 95"/>
          <p:cNvGrpSpPr/>
          <p:nvPr/>
        </p:nvGrpSpPr>
        <p:grpSpPr bwMode="auto">
          <a:xfrm>
            <a:off x="2063552" y="3789040"/>
            <a:ext cx="1600200" cy="685800"/>
            <a:chOff x="720" y="3696"/>
            <a:chExt cx="1008" cy="432"/>
          </a:xfrm>
        </p:grpSpPr>
        <p:sp>
          <p:nvSpPr>
            <p:cNvPr id="15372" name="Oval 93"/>
            <p:cNvSpPr>
              <a:spLocks noChangeArrowheads="1"/>
            </p:cNvSpPr>
            <p:nvPr/>
          </p:nvSpPr>
          <p:spPr bwMode="auto">
            <a:xfrm>
              <a:off x="720" y="3744"/>
              <a:ext cx="1008" cy="384"/>
            </a:xfrm>
            <a:prstGeom prst="ellipse">
              <a:avLst/>
            </a:prstGeom>
            <a:solidFill>
              <a:srgbClr val="CCFFCC"/>
            </a:solidFill>
            <a:ln w="12700" cap="sq">
              <a:noFill/>
              <a:round/>
            </a:ln>
            <a:effectLst>
              <a:outerShdw dist="68392" dir="1308085" algn="ctr" rotWithShape="0">
                <a:srgbClr val="B2B2B2"/>
              </a:outerShdw>
            </a:effectLst>
          </p:spPr>
          <p:txBody>
            <a:bodyPr wrap="none" anchor="ctr"/>
            <a:lstStyle/>
            <a:p>
              <a:endParaRPr lang="zh-CN" altLang="en-US"/>
            </a:p>
          </p:txBody>
        </p:sp>
        <p:sp>
          <p:nvSpPr>
            <p:cNvPr id="15373" name="Text Box 94"/>
            <p:cNvSpPr txBox="1">
              <a:spLocks noChangeArrowheads="1"/>
            </p:cNvSpPr>
            <p:nvPr/>
          </p:nvSpPr>
          <p:spPr bwMode="auto">
            <a:xfrm>
              <a:off x="792" y="3696"/>
              <a:ext cx="911" cy="330"/>
            </a:xfrm>
            <a:prstGeom prst="rect">
              <a:avLst/>
            </a:prstGeom>
            <a:noFill/>
            <a:ln w="12700" cap="sq">
              <a:noFill/>
              <a:miter lim="800000"/>
            </a:ln>
            <a:effectLst>
              <a:outerShdw dist="17961" dir="2700000" algn="ctr" rotWithShape="0">
                <a:schemeClr val="bg1"/>
              </a:outerShdw>
            </a:effectLst>
          </p:spPr>
          <p:txBody>
            <a:bodyPr>
              <a:spAutoFit/>
            </a:bodyPr>
            <a:lstStyle/>
            <a:p>
              <a:pPr>
                <a:spcBef>
                  <a:spcPct val="0"/>
                </a:spcBef>
              </a:pPr>
              <a:r>
                <a:rPr lang="zh-CN" altLang="en-US" sz="2800" i="1" dirty="0">
                  <a:solidFill>
                    <a:srgbClr val="FF3300"/>
                  </a:solidFill>
                  <a:ea typeface="黑体" panose="02010609060101010101" pitchFamily="2" charset="-122"/>
                </a:rPr>
                <a:t>插入后</a:t>
              </a:r>
              <a:endParaRPr lang="zh-CN" altLang="en-US" sz="2800" i="1" dirty="0">
                <a:solidFill>
                  <a:srgbClr val="FF3300"/>
                </a:solidFill>
                <a:ea typeface="黑体" panose="0201060906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20567"/>
                                        </p:tgtEl>
                                        <p:attrNameLst>
                                          <p:attrName>style.visibility</p:attrName>
                                        </p:attrNameLst>
                                      </p:cBhvr>
                                      <p:to>
                                        <p:strVal val="visible"/>
                                      </p:to>
                                    </p:set>
                                    <p:animEffect transition="in" filter="blinds(horizontal)">
                                      <p:cBhvr>
                                        <p:cTn id="7" dur="500"/>
                                        <p:tgtEl>
                                          <p:spTgt spid="320567"/>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20568"/>
                                        </p:tgtEl>
                                        <p:attrNameLst>
                                          <p:attrName>style.visibility</p:attrName>
                                        </p:attrNameLst>
                                      </p:cBhvr>
                                      <p:to>
                                        <p:strVal val="visible"/>
                                      </p:to>
                                    </p:set>
                                    <p:animEffect transition="in" filter="blinds(horizontal)">
                                      <p:cBhvr>
                                        <p:cTn id="10" dur="500"/>
                                        <p:tgtEl>
                                          <p:spTgt spid="320568"/>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blinds(horizontal)">
                                      <p:cBhvr>
                                        <p:cTn id="15" dur="500"/>
                                        <p:tgtEl>
                                          <p:spTgt spid="15"/>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320569"/>
                                        </p:tgtEl>
                                        <p:attrNameLst>
                                          <p:attrName>style.visibility</p:attrName>
                                        </p:attrNameLst>
                                      </p:cBhvr>
                                      <p:to>
                                        <p:strVal val="visible"/>
                                      </p:to>
                                    </p:set>
                                    <p:animEffect transition="in" filter="blinds(horizontal)">
                                      <p:cBhvr>
                                        <p:cTn id="20" dur="500"/>
                                        <p:tgtEl>
                                          <p:spTgt spid="320569"/>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320570"/>
                                        </p:tgtEl>
                                        <p:attrNameLst>
                                          <p:attrName>style.visibility</p:attrName>
                                        </p:attrNameLst>
                                      </p:cBhvr>
                                      <p:to>
                                        <p:strVal val="visible"/>
                                      </p:to>
                                    </p:set>
                                    <p:animEffect transition="in" filter="blinds(horizontal)">
                                      <p:cBhvr>
                                        <p:cTn id="23" dur="500"/>
                                        <p:tgtEl>
                                          <p:spTgt spid="320570"/>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blinds(horizontal)">
                                      <p:cBhvr>
                                        <p:cTn id="28" dur="500"/>
                                        <p:tgtEl>
                                          <p:spTgt spid="9"/>
                                        </p:tgtEl>
                                      </p:cBhvr>
                                    </p:animEffect>
                                  </p:childTnLst>
                                </p:cTn>
                              </p:par>
                              <p:par>
                                <p:cTn id="29" presetID="3" presetClass="entr" presetSubtype="10"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blinds(horizontal)">
                                      <p:cBhvr>
                                        <p:cTn id="3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0567" grpId="0"/>
      <p:bldP spid="320568" grpId="0" animBg="1"/>
      <p:bldP spid="320569" grpId="0" animBg="1"/>
      <p:bldP spid="320570"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1657722" y="1214413"/>
            <a:ext cx="8304212" cy="3829050"/>
          </a:xfrm>
          <a:prstGeom prst="rect">
            <a:avLst/>
          </a:prstGeom>
          <a:solidFill>
            <a:srgbClr val="CCFFFF"/>
          </a:solidFill>
          <a:ln w="9525">
            <a:noFill/>
            <a:miter lim="800000"/>
          </a:ln>
          <a:effectLst>
            <a:outerShdw dist="260582" dir="2818496" algn="ctr" rotWithShape="0">
              <a:srgbClr val="B2B2B2"/>
            </a:outerShdw>
          </a:effectLst>
        </p:spPr>
        <p:txBody>
          <a:bodyPr wrap="none" anchor="ctr"/>
          <a:lstStyle/>
          <a:p>
            <a:pPr algn="ctr"/>
            <a:endParaRPr lang="zh-CN" altLang="en-US" sz="2600"/>
          </a:p>
        </p:txBody>
      </p:sp>
      <p:grpSp>
        <p:nvGrpSpPr>
          <p:cNvPr id="3" name="Group 3"/>
          <p:cNvGrpSpPr/>
          <p:nvPr/>
        </p:nvGrpSpPr>
        <p:grpSpPr bwMode="auto">
          <a:xfrm>
            <a:off x="1275134" y="134566"/>
            <a:ext cx="2057400" cy="1136650"/>
            <a:chOff x="288" y="192"/>
            <a:chExt cx="1296" cy="716"/>
          </a:xfrm>
        </p:grpSpPr>
        <p:sp>
          <p:nvSpPr>
            <p:cNvPr id="16422" name="AutoShape 4"/>
            <p:cNvSpPr>
              <a:spLocks noChangeArrowheads="1"/>
            </p:cNvSpPr>
            <p:nvPr/>
          </p:nvSpPr>
          <p:spPr bwMode="auto">
            <a:xfrm rot="4009486">
              <a:off x="578" y="-98"/>
              <a:ext cx="716" cy="1296"/>
            </a:xfrm>
            <a:prstGeom prst="irregularSeal2">
              <a:avLst/>
            </a:prstGeom>
            <a:solidFill>
              <a:srgbClr val="CCFFFF"/>
            </a:solidFill>
            <a:ln w="85725">
              <a:solidFill>
                <a:srgbClr val="FFFF00"/>
              </a:solidFill>
              <a:miter lim="800000"/>
            </a:ln>
            <a:effectLst>
              <a:outerShdw dist="129515" dir="678596" algn="ctr" rotWithShape="0">
                <a:srgbClr val="B2B2B2"/>
              </a:outerShdw>
            </a:effectLst>
          </p:spPr>
          <p:txBody>
            <a:bodyPr wrap="none" anchor="ctr"/>
            <a:lstStyle/>
            <a:p>
              <a:endParaRPr lang="zh-CN" altLang="en-US"/>
            </a:p>
          </p:txBody>
        </p:sp>
        <p:sp>
          <p:nvSpPr>
            <p:cNvPr id="16423" name="Rectangle 5"/>
            <p:cNvSpPr>
              <a:spLocks noChangeArrowheads="1"/>
            </p:cNvSpPr>
            <p:nvPr/>
          </p:nvSpPr>
          <p:spPr bwMode="auto">
            <a:xfrm>
              <a:off x="464" y="252"/>
              <a:ext cx="1108" cy="490"/>
            </a:xfrm>
            <a:prstGeom prst="rect">
              <a:avLst/>
            </a:prstGeom>
            <a:noFill/>
            <a:ln w="9525">
              <a:noFill/>
              <a:miter lim="800000"/>
            </a:ln>
            <a:effectLst>
              <a:outerShdw dist="35921" dir="2700000" algn="ctr" rotWithShape="0">
                <a:schemeClr val="bg2"/>
              </a:outerShdw>
            </a:effectLst>
          </p:spPr>
          <p:txBody>
            <a:bodyPr anchor="ctr">
              <a:spAutoFit/>
            </a:bodyPr>
            <a:lstStyle/>
            <a:p>
              <a:r>
                <a:rPr lang="zh-CN" altLang="en-US" sz="4500" i="1">
                  <a:solidFill>
                    <a:srgbClr val="FF3300"/>
                  </a:solidFill>
                  <a:ea typeface="黑体" panose="02010609060101010101" pitchFamily="2" charset="-122"/>
                </a:rPr>
                <a:t>算法</a:t>
              </a:r>
              <a:endParaRPr lang="zh-CN" altLang="en-US" sz="4500" i="1">
                <a:solidFill>
                  <a:srgbClr val="FF3300"/>
                </a:solidFill>
                <a:ea typeface="黑体" panose="02010609060101010101" pitchFamily="2" charset="-122"/>
              </a:endParaRPr>
            </a:p>
          </p:txBody>
        </p:sp>
      </p:grpSp>
      <p:sp>
        <p:nvSpPr>
          <p:cNvPr id="541702" name="Rectangle 6"/>
          <p:cNvSpPr>
            <a:spLocks noChangeArrowheads="1"/>
          </p:cNvSpPr>
          <p:nvPr/>
        </p:nvSpPr>
        <p:spPr bwMode="auto">
          <a:xfrm>
            <a:off x="1141784" y="2385641"/>
            <a:ext cx="6438900" cy="476250"/>
          </a:xfrm>
          <a:prstGeom prst="rect">
            <a:avLst/>
          </a:prstGeom>
          <a:noFill/>
          <a:ln w="12700" cap="sq">
            <a:noFill/>
            <a:miter lim="800000"/>
          </a:ln>
        </p:spPr>
        <p:txBody>
          <a:bodyPr>
            <a:spAutoFit/>
          </a:bodyPr>
          <a:lstStyle/>
          <a:p>
            <a:pPr lvl="2" fontAlgn="base">
              <a:lnSpc>
                <a:spcPct val="90000"/>
              </a:lnSpc>
              <a:spcBef>
                <a:spcPct val="0"/>
              </a:spcBef>
            </a:pPr>
            <a:r>
              <a:rPr lang="zh-CN" altLang="zh-CN" sz="2800" dirty="0">
                <a:solidFill>
                  <a:srgbClr val="FF0066"/>
                </a:solidFill>
              </a:rPr>
              <a:t> </a:t>
            </a:r>
            <a:r>
              <a:rPr lang="en-US" altLang="zh-CN" sz="2600" dirty="0">
                <a:solidFill>
                  <a:srgbClr val="FF0066"/>
                </a:solidFill>
              </a:rPr>
              <a:t>p=(</a:t>
            </a:r>
            <a:r>
              <a:rPr lang="en-US" altLang="zh-CN" sz="2600" dirty="0" err="1">
                <a:solidFill>
                  <a:srgbClr val="FF0066"/>
                </a:solidFill>
              </a:rPr>
              <a:t>Nodeptr</a:t>
            </a:r>
            <a:r>
              <a:rPr lang="en-US" altLang="zh-CN" sz="2600" dirty="0">
                <a:solidFill>
                  <a:srgbClr val="FF0066"/>
                </a:solidFill>
              </a:rPr>
              <a:t>)</a:t>
            </a:r>
            <a:r>
              <a:rPr lang="en-US" altLang="zh-CN" sz="2600" dirty="0" err="1">
                <a:solidFill>
                  <a:srgbClr val="FF0066"/>
                </a:solidFill>
              </a:rPr>
              <a:t>malloc</a:t>
            </a:r>
            <a:r>
              <a:rPr lang="en-US" altLang="zh-CN" sz="2600" dirty="0">
                <a:solidFill>
                  <a:srgbClr val="FF0066"/>
                </a:solidFill>
              </a:rPr>
              <a:t>(</a:t>
            </a:r>
            <a:r>
              <a:rPr lang="en-US" altLang="zh-CN" sz="2600" dirty="0" err="1">
                <a:solidFill>
                  <a:srgbClr val="FF0066"/>
                </a:solidFill>
              </a:rPr>
              <a:t>sizeof</a:t>
            </a:r>
            <a:r>
              <a:rPr lang="en-US" altLang="zh-CN" sz="2600" dirty="0">
                <a:solidFill>
                  <a:srgbClr val="FF0066"/>
                </a:solidFill>
              </a:rPr>
              <a:t>(Node));</a:t>
            </a:r>
            <a:r>
              <a:rPr lang="zh-CN" altLang="zh-CN" sz="2000" dirty="0">
                <a:solidFill>
                  <a:schemeClr val="bg1"/>
                </a:solidFill>
              </a:rPr>
              <a:t> </a:t>
            </a:r>
            <a:endParaRPr lang="zh-CN" altLang="en-US" sz="2000" dirty="0">
              <a:solidFill>
                <a:schemeClr val="bg1"/>
              </a:solidFill>
            </a:endParaRPr>
          </a:p>
        </p:txBody>
      </p:sp>
      <p:grpSp>
        <p:nvGrpSpPr>
          <p:cNvPr id="4" name="Group 7"/>
          <p:cNvGrpSpPr/>
          <p:nvPr/>
        </p:nvGrpSpPr>
        <p:grpSpPr bwMode="auto">
          <a:xfrm>
            <a:off x="7194922" y="1798266"/>
            <a:ext cx="2290762" cy="457200"/>
            <a:chOff x="4005" y="1296"/>
            <a:chExt cx="1443" cy="288"/>
          </a:xfrm>
        </p:grpSpPr>
        <p:sp>
          <p:nvSpPr>
            <p:cNvPr id="16420" name="AutoShape 8"/>
            <p:cNvSpPr>
              <a:spLocks noChangeArrowheads="1"/>
            </p:cNvSpPr>
            <p:nvPr/>
          </p:nvSpPr>
          <p:spPr bwMode="auto">
            <a:xfrm>
              <a:off x="4008" y="1296"/>
              <a:ext cx="1392" cy="288"/>
            </a:xfrm>
            <a:prstGeom prst="wedgeRectCallout">
              <a:avLst>
                <a:gd name="adj1" fmla="val -43894"/>
                <a:gd name="adj2" fmla="val 103472"/>
              </a:avLst>
            </a:prstGeom>
            <a:noFill/>
            <a:ln w="57150" cap="sq">
              <a:solidFill>
                <a:srgbClr val="2DB6B3"/>
              </a:solidFill>
              <a:miter lim="800000"/>
            </a:ln>
          </p:spPr>
          <p:txBody>
            <a:bodyPr anchor="ctr"/>
            <a:lstStyle/>
            <a:p>
              <a:pPr algn="ctr"/>
              <a:endParaRPr lang="zh-CN" altLang="en-US" sz="2600"/>
            </a:p>
          </p:txBody>
        </p:sp>
        <p:sp>
          <p:nvSpPr>
            <p:cNvPr id="16421" name="Rectangle 9"/>
            <p:cNvSpPr>
              <a:spLocks noChangeArrowheads="1"/>
            </p:cNvSpPr>
            <p:nvPr/>
          </p:nvSpPr>
          <p:spPr bwMode="auto">
            <a:xfrm>
              <a:off x="4005" y="1296"/>
              <a:ext cx="1443" cy="269"/>
            </a:xfrm>
            <a:prstGeom prst="rect">
              <a:avLst/>
            </a:prstGeom>
            <a:noFill/>
            <a:ln w="12700" cap="sq">
              <a:noFill/>
              <a:miter lim="800000"/>
            </a:ln>
          </p:spPr>
          <p:txBody>
            <a:bodyPr>
              <a:spAutoFit/>
            </a:bodyPr>
            <a:lstStyle/>
            <a:p>
              <a:r>
                <a:rPr lang="zh-CN" altLang="en-US" sz="2200">
                  <a:solidFill>
                    <a:schemeClr val="accent2"/>
                  </a:solidFill>
                  <a:latin typeface="宋体" pitchFamily="2" charset="-122"/>
                  <a:ea typeface="幼圆" pitchFamily="49" charset="-122"/>
                </a:rPr>
                <a:t>申请一个新结点</a:t>
              </a:r>
              <a:endParaRPr lang="zh-CN" altLang="en-US" sz="2200">
                <a:solidFill>
                  <a:schemeClr val="accent2"/>
                </a:solidFill>
                <a:latin typeface="宋体" pitchFamily="2" charset="-122"/>
                <a:ea typeface="幼圆" pitchFamily="49" charset="-122"/>
              </a:endParaRPr>
            </a:p>
          </p:txBody>
        </p:sp>
      </p:grpSp>
      <p:sp>
        <p:nvSpPr>
          <p:cNvPr id="541706" name="Rectangle 10"/>
          <p:cNvSpPr>
            <a:spLocks noChangeArrowheads="1"/>
          </p:cNvSpPr>
          <p:nvPr/>
        </p:nvSpPr>
        <p:spPr bwMode="auto">
          <a:xfrm>
            <a:off x="2135560" y="2780928"/>
            <a:ext cx="6293711" cy="523220"/>
          </a:xfrm>
          <a:prstGeom prst="rect">
            <a:avLst/>
          </a:prstGeom>
          <a:noFill/>
          <a:ln w="12700" cap="sq">
            <a:noFill/>
            <a:miter lim="800000"/>
          </a:ln>
        </p:spPr>
        <p:txBody>
          <a:bodyPr wrap="none">
            <a:spAutoFit/>
          </a:bodyPr>
          <a:lstStyle/>
          <a:p>
            <a:r>
              <a:rPr lang="zh-CN" altLang="en-US" sz="2800" dirty="0">
                <a:solidFill>
                  <a:srgbClr val="00297C"/>
                </a:solidFill>
              </a:rPr>
              <a:t>p</a:t>
            </a:r>
            <a:r>
              <a:rPr lang="zh-CN" altLang="en-US" sz="2800" dirty="0">
                <a:solidFill>
                  <a:srgbClr val="00297C"/>
                </a:solidFill>
                <a:latin typeface="宋体" pitchFamily="2" charset="-122"/>
                <a:ea typeface="宋体" pitchFamily="2" charset="-122"/>
              </a:rPr>
              <a:t>-</a:t>
            </a:r>
            <a:r>
              <a:rPr lang="zh-CN" altLang="en-US" sz="2800" dirty="0">
                <a:solidFill>
                  <a:srgbClr val="00297C"/>
                </a:solidFill>
              </a:rPr>
              <a:t>&gt;</a:t>
            </a:r>
            <a:r>
              <a:rPr lang="en-US" altLang="zh-CN" sz="2600" dirty="0">
                <a:solidFill>
                  <a:srgbClr val="00297C"/>
                </a:solidFill>
              </a:rPr>
              <a:t>data=item;</a:t>
            </a:r>
            <a:r>
              <a:rPr lang="en-US" altLang="zh-CN" sz="2800" dirty="0">
                <a:solidFill>
                  <a:srgbClr val="00297C"/>
                </a:solidFill>
              </a:rPr>
              <a:t>           </a:t>
            </a:r>
            <a:r>
              <a:rPr lang="en-US" altLang="zh-CN" sz="2200" dirty="0">
                <a:solidFill>
                  <a:srgbClr val="00297C"/>
                </a:solidFill>
              </a:rPr>
              <a:t>/* </a:t>
            </a:r>
            <a:r>
              <a:rPr lang="zh-CN" altLang="en-US" sz="2200" dirty="0">
                <a:solidFill>
                  <a:srgbClr val="00297C"/>
                </a:solidFill>
                <a:latin typeface="宋体" pitchFamily="2" charset="-122"/>
                <a:ea typeface="幼圆" pitchFamily="49" charset="-122"/>
              </a:rPr>
              <a:t>将</a:t>
            </a:r>
            <a:r>
              <a:rPr lang="en-US" altLang="zh-CN" sz="2200" dirty="0">
                <a:solidFill>
                  <a:srgbClr val="00297C"/>
                </a:solidFill>
              </a:rPr>
              <a:t>item</a:t>
            </a:r>
            <a:r>
              <a:rPr lang="zh-CN" altLang="en-US" sz="2200" dirty="0">
                <a:solidFill>
                  <a:srgbClr val="00297C"/>
                </a:solidFill>
                <a:latin typeface="宋体" pitchFamily="2" charset="-122"/>
                <a:ea typeface="幼圆" pitchFamily="49" charset="-122"/>
              </a:rPr>
              <a:t>赋给新结点数据域</a:t>
            </a:r>
            <a:r>
              <a:rPr lang="zh-CN" altLang="en-US" sz="2200" dirty="0">
                <a:solidFill>
                  <a:srgbClr val="00297C"/>
                </a:solidFill>
              </a:rPr>
              <a:t> *</a:t>
            </a:r>
            <a:r>
              <a:rPr lang="zh-CN" altLang="zh-CN" sz="2200" dirty="0">
                <a:solidFill>
                  <a:srgbClr val="00297C"/>
                </a:solidFill>
              </a:rPr>
              <a:t>/</a:t>
            </a:r>
            <a:endParaRPr lang="zh-CN" altLang="en-US" sz="2200" dirty="0">
              <a:solidFill>
                <a:srgbClr val="00297C"/>
              </a:solidFill>
            </a:endParaRPr>
          </a:p>
        </p:txBody>
      </p:sp>
      <p:sp>
        <p:nvSpPr>
          <p:cNvPr id="541707" name="Rectangle 11"/>
          <p:cNvSpPr>
            <a:spLocks noChangeArrowheads="1"/>
          </p:cNvSpPr>
          <p:nvPr/>
        </p:nvSpPr>
        <p:spPr bwMode="auto">
          <a:xfrm>
            <a:off x="2140323" y="3185741"/>
            <a:ext cx="7539243" cy="523220"/>
          </a:xfrm>
          <a:prstGeom prst="rect">
            <a:avLst/>
          </a:prstGeom>
          <a:noFill/>
          <a:ln w="12700" cap="sq">
            <a:noFill/>
            <a:miter lim="800000"/>
          </a:ln>
        </p:spPr>
        <p:txBody>
          <a:bodyPr wrap="none">
            <a:spAutoFit/>
          </a:bodyPr>
          <a:lstStyle/>
          <a:p>
            <a:r>
              <a:rPr lang="zh-CN" altLang="en-US" sz="2800" dirty="0">
                <a:solidFill>
                  <a:srgbClr val="00297C"/>
                </a:solidFill>
              </a:rPr>
              <a:t>p</a:t>
            </a:r>
            <a:r>
              <a:rPr lang="zh-CN" altLang="en-US" sz="2800" dirty="0">
                <a:solidFill>
                  <a:srgbClr val="00297C"/>
                </a:solidFill>
                <a:latin typeface="宋体" pitchFamily="2" charset="-122"/>
                <a:ea typeface="宋体" pitchFamily="2" charset="-122"/>
              </a:rPr>
              <a:t>-</a:t>
            </a:r>
            <a:r>
              <a:rPr lang="zh-CN" altLang="en-US" sz="2800" dirty="0">
                <a:solidFill>
                  <a:srgbClr val="00297C"/>
                </a:solidFill>
              </a:rPr>
              <a:t>&gt;</a:t>
            </a:r>
            <a:r>
              <a:rPr lang="en-US" altLang="zh-CN" sz="2600" dirty="0">
                <a:solidFill>
                  <a:srgbClr val="00297C"/>
                </a:solidFill>
              </a:rPr>
              <a:t>link=list;</a:t>
            </a:r>
            <a:r>
              <a:rPr lang="en-US" altLang="zh-CN" sz="2800" dirty="0">
                <a:solidFill>
                  <a:srgbClr val="00297C"/>
                </a:solidFill>
                <a:latin typeface="宋体" pitchFamily="2" charset="-122"/>
              </a:rPr>
              <a:t>       </a:t>
            </a:r>
            <a:r>
              <a:rPr lang="en-US" altLang="zh-CN" sz="2200" dirty="0">
                <a:solidFill>
                  <a:srgbClr val="00297C"/>
                </a:solidFill>
              </a:rPr>
              <a:t>/* </a:t>
            </a:r>
            <a:r>
              <a:rPr lang="zh-CN" altLang="en-US" sz="2200" dirty="0">
                <a:solidFill>
                  <a:srgbClr val="00297C"/>
                </a:solidFill>
                <a:latin typeface="宋体" pitchFamily="2" charset="-122"/>
                <a:ea typeface="幼圆" pitchFamily="49" charset="-122"/>
              </a:rPr>
              <a:t>将新结点指向原链表第一个结点</a:t>
            </a:r>
            <a:r>
              <a:rPr lang="zh-CN" altLang="en-US" sz="2200" dirty="0">
                <a:solidFill>
                  <a:srgbClr val="00297C"/>
                </a:solidFill>
              </a:rPr>
              <a:t>*</a:t>
            </a:r>
            <a:r>
              <a:rPr lang="zh-CN" altLang="zh-CN" sz="2200" dirty="0">
                <a:solidFill>
                  <a:srgbClr val="00297C"/>
                </a:solidFill>
              </a:rPr>
              <a:t>/</a:t>
            </a:r>
            <a:endParaRPr lang="zh-CN" altLang="en-US" sz="2200" dirty="0">
              <a:solidFill>
                <a:srgbClr val="00297C"/>
              </a:solidFill>
            </a:endParaRPr>
          </a:p>
        </p:txBody>
      </p:sp>
      <p:sp>
        <p:nvSpPr>
          <p:cNvPr id="541708" name="Rectangle 12"/>
          <p:cNvSpPr>
            <a:spLocks noChangeArrowheads="1"/>
          </p:cNvSpPr>
          <p:nvPr/>
        </p:nvSpPr>
        <p:spPr bwMode="auto">
          <a:xfrm>
            <a:off x="1237035" y="3585792"/>
            <a:ext cx="7394973" cy="480131"/>
          </a:xfrm>
          <a:prstGeom prst="rect">
            <a:avLst/>
          </a:prstGeom>
          <a:noFill/>
          <a:ln w="12700" cap="sq">
            <a:noFill/>
            <a:miter lim="800000"/>
          </a:ln>
        </p:spPr>
        <p:txBody>
          <a:bodyPr wrap="none">
            <a:spAutoFit/>
          </a:bodyPr>
          <a:lstStyle/>
          <a:p>
            <a:pPr lvl="2" fontAlgn="base">
              <a:lnSpc>
                <a:spcPct val="90000"/>
              </a:lnSpc>
              <a:spcBef>
                <a:spcPct val="0"/>
              </a:spcBef>
            </a:pPr>
            <a:r>
              <a:rPr lang="en-US" altLang="zh-CN" sz="2600" dirty="0">
                <a:solidFill>
                  <a:srgbClr val="00297C"/>
                </a:solidFill>
              </a:rPr>
              <a:t>return  p;</a:t>
            </a:r>
            <a:r>
              <a:rPr lang="en-US" altLang="zh-CN" sz="2800" dirty="0">
                <a:solidFill>
                  <a:srgbClr val="00297C"/>
                </a:solidFill>
                <a:latin typeface="宋体" pitchFamily="2" charset="-122"/>
              </a:rPr>
              <a:t>            </a:t>
            </a:r>
            <a:r>
              <a:rPr lang="en-US" altLang="zh-CN" sz="2200" dirty="0">
                <a:solidFill>
                  <a:srgbClr val="00297C"/>
                </a:solidFill>
              </a:rPr>
              <a:t>/* </a:t>
            </a:r>
            <a:r>
              <a:rPr lang="zh-CN" altLang="en-US" sz="2200" dirty="0">
                <a:solidFill>
                  <a:srgbClr val="00297C"/>
                </a:solidFill>
                <a:latin typeface="宋体" pitchFamily="2" charset="-122"/>
                <a:ea typeface="幼圆" pitchFamily="49" charset="-122"/>
              </a:rPr>
              <a:t>将链表新头指针返回</a:t>
            </a:r>
            <a:r>
              <a:rPr lang="zh-CN" altLang="en-US" sz="2200" dirty="0">
                <a:solidFill>
                  <a:srgbClr val="00297C"/>
                </a:solidFill>
              </a:rPr>
              <a:t> *</a:t>
            </a:r>
            <a:r>
              <a:rPr lang="zh-CN" altLang="zh-CN" sz="2200" dirty="0">
                <a:solidFill>
                  <a:srgbClr val="00297C"/>
                </a:solidFill>
              </a:rPr>
              <a:t>/ </a:t>
            </a:r>
            <a:endParaRPr lang="zh-CN" altLang="en-US" sz="2200" dirty="0">
              <a:solidFill>
                <a:srgbClr val="00297C"/>
              </a:solidFill>
            </a:endParaRPr>
          </a:p>
        </p:txBody>
      </p:sp>
      <p:sp>
        <p:nvSpPr>
          <p:cNvPr id="541709" name="Rectangle 13"/>
          <p:cNvSpPr>
            <a:spLocks noChangeArrowheads="1"/>
          </p:cNvSpPr>
          <p:nvPr/>
        </p:nvSpPr>
        <p:spPr bwMode="auto">
          <a:xfrm>
            <a:off x="817934" y="1214413"/>
            <a:ext cx="8915400" cy="3179762"/>
          </a:xfrm>
          <a:prstGeom prst="rect">
            <a:avLst/>
          </a:prstGeom>
          <a:noFill/>
          <a:ln w="12700" cap="sq">
            <a:noFill/>
            <a:miter lim="800000"/>
          </a:ln>
        </p:spPr>
        <p:txBody>
          <a:bodyPr>
            <a:spAutoFit/>
          </a:bodyPr>
          <a:lstStyle/>
          <a:p>
            <a:pPr lvl="2" fontAlgn="base">
              <a:lnSpc>
                <a:spcPct val="90000"/>
              </a:lnSpc>
              <a:spcBef>
                <a:spcPct val="5000"/>
              </a:spcBef>
            </a:pPr>
            <a:r>
              <a:rPr lang="en-US" altLang="zh-CN" sz="2500" dirty="0" err="1">
                <a:solidFill>
                  <a:srgbClr val="00297C"/>
                </a:solidFill>
              </a:rPr>
              <a:t>Nodeptr</a:t>
            </a:r>
            <a:r>
              <a:rPr lang="en-US" altLang="zh-CN" sz="2500" dirty="0">
                <a:solidFill>
                  <a:srgbClr val="00297C"/>
                </a:solidFill>
              </a:rPr>
              <a:t> </a:t>
            </a:r>
            <a:r>
              <a:rPr lang="en-US" altLang="zh-CN" sz="2500" dirty="0" err="1">
                <a:solidFill>
                  <a:srgbClr val="00297C"/>
                </a:solidFill>
              </a:rPr>
              <a:t>insertFirst</a:t>
            </a:r>
            <a:r>
              <a:rPr lang="en-US" altLang="zh-CN" sz="2500" dirty="0">
                <a:solidFill>
                  <a:srgbClr val="00297C"/>
                </a:solidFill>
              </a:rPr>
              <a:t>( </a:t>
            </a:r>
            <a:r>
              <a:rPr lang="en-US" altLang="zh-CN" sz="2500" dirty="0" err="1">
                <a:solidFill>
                  <a:srgbClr val="00297C"/>
                </a:solidFill>
              </a:rPr>
              <a:t>Nodeptr</a:t>
            </a:r>
            <a:r>
              <a:rPr lang="en-US" altLang="zh-CN" sz="2500" dirty="0">
                <a:solidFill>
                  <a:srgbClr val="00297C"/>
                </a:solidFill>
              </a:rPr>
              <a:t> list, </a:t>
            </a:r>
            <a:r>
              <a:rPr lang="en-US" altLang="zh-CN" sz="2500" dirty="0" err="1">
                <a:solidFill>
                  <a:srgbClr val="00297C"/>
                </a:solidFill>
              </a:rPr>
              <a:t>ElemType</a:t>
            </a:r>
            <a:r>
              <a:rPr lang="en-US" altLang="zh-CN" sz="2500" dirty="0">
                <a:solidFill>
                  <a:srgbClr val="00297C"/>
                </a:solidFill>
              </a:rPr>
              <a:t> item )</a:t>
            </a:r>
            <a:endParaRPr lang="en-US" altLang="zh-CN" sz="2500" dirty="0">
              <a:solidFill>
                <a:srgbClr val="00297C"/>
              </a:solidFill>
            </a:endParaRPr>
          </a:p>
          <a:p>
            <a:pPr lvl="2" fontAlgn="base">
              <a:lnSpc>
                <a:spcPct val="90000"/>
              </a:lnSpc>
              <a:spcBef>
                <a:spcPct val="5000"/>
              </a:spcBef>
            </a:pPr>
            <a:r>
              <a:rPr lang="en-US" altLang="zh-CN" sz="2600" dirty="0">
                <a:solidFill>
                  <a:srgbClr val="00297C"/>
                </a:solidFill>
              </a:rPr>
              <a:t>{</a:t>
            </a:r>
            <a:endParaRPr lang="en-US" altLang="zh-CN" sz="2600" dirty="0">
              <a:solidFill>
                <a:srgbClr val="00297C"/>
              </a:solidFill>
            </a:endParaRPr>
          </a:p>
          <a:p>
            <a:pPr lvl="2" fontAlgn="base">
              <a:lnSpc>
                <a:spcPct val="90000"/>
              </a:lnSpc>
              <a:spcBef>
                <a:spcPct val="5000"/>
              </a:spcBef>
              <a:spcAft>
                <a:spcPct val="25000"/>
              </a:spcAft>
            </a:pPr>
            <a:r>
              <a:rPr lang="en-US" altLang="zh-CN" sz="2200" dirty="0">
                <a:solidFill>
                  <a:srgbClr val="00297C"/>
                </a:solidFill>
                <a:latin typeface="宋体" pitchFamily="2" charset="-122"/>
              </a:rPr>
              <a:t>    </a:t>
            </a:r>
            <a:r>
              <a:rPr lang="en-US" altLang="zh-CN" sz="2200" dirty="0">
                <a:solidFill>
                  <a:srgbClr val="00297C"/>
                </a:solidFill>
              </a:rPr>
              <a:t>/*</a:t>
            </a:r>
            <a:r>
              <a:rPr lang="en-US" altLang="zh-CN" sz="2200" dirty="0">
                <a:solidFill>
                  <a:srgbClr val="00297C"/>
                </a:solidFill>
                <a:latin typeface="宋体" pitchFamily="2" charset="-122"/>
              </a:rPr>
              <a:t> </a:t>
            </a:r>
            <a:r>
              <a:rPr lang="en-US" altLang="zh-CN" sz="2200" dirty="0">
                <a:solidFill>
                  <a:srgbClr val="00297C"/>
                </a:solidFill>
              </a:rPr>
              <a:t>list</a:t>
            </a:r>
            <a:r>
              <a:rPr lang="zh-CN" altLang="en-US" sz="2200" dirty="0">
                <a:solidFill>
                  <a:srgbClr val="00297C"/>
                </a:solidFill>
                <a:latin typeface="宋体" pitchFamily="2" charset="-122"/>
                <a:ea typeface="幼圆" pitchFamily="49" charset="-122"/>
              </a:rPr>
              <a:t>指向链表第一个链结点</a:t>
            </a:r>
            <a:r>
              <a:rPr lang="zh-CN" altLang="en-US" sz="2200" dirty="0">
                <a:solidFill>
                  <a:srgbClr val="00297C"/>
                </a:solidFill>
                <a:latin typeface="宋体" pitchFamily="2" charset="-122"/>
              </a:rPr>
              <a:t> *</a:t>
            </a:r>
            <a:r>
              <a:rPr lang="zh-CN" altLang="zh-CN" sz="2200" dirty="0">
                <a:solidFill>
                  <a:srgbClr val="00297C"/>
                </a:solidFill>
              </a:rPr>
              <a:t>/</a:t>
            </a:r>
            <a:r>
              <a:rPr lang="zh-CN" altLang="zh-CN" sz="2600" dirty="0">
                <a:solidFill>
                  <a:srgbClr val="00297C"/>
                </a:solidFill>
              </a:rPr>
              <a:t> </a:t>
            </a:r>
            <a:endParaRPr lang="zh-CN" altLang="en-US" sz="2600" dirty="0">
              <a:solidFill>
                <a:srgbClr val="00297C"/>
              </a:solidFill>
            </a:endParaRPr>
          </a:p>
          <a:p>
            <a:pPr lvl="2" fontAlgn="base">
              <a:lnSpc>
                <a:spcPct val="90000"/>
              </a:lnSpc>
              <a:spcBef>
                <a:spcPct val="5000"/>
              </a:spcBef>
            </a:pPr>
            <a:endParaRPr lang="zh-CN" altLang="en-US" sz="2600" dirty="0">
              <a:solidFill>
                <a:srgbClr val="00297C"/>
              </a:solidFill>
            </a:endParaRPr>
          </a:p>
          <a:p>
            <a:pPr lvl="2" fontAlgn="base">
              <a:lnSpc>
                <a:spcPct val="90000"/>
              </a:lnSpc>
              <a:spcBef>
                <a:spcPct val="5000"/>
              </a:spcBef>
            </a:pPr>
            <a:endParaRPr lang="zh-CN" altLang="en-US" sz="2600" dirty="0">
              <a:solidFill>
                <a:srgbClr val="00297C"/>
              </a:solidFill>
            </a:endParaRPr>
          </a:p>
          <a:p>
            <a:pPr lvl="2" fontAlgn="base">
              <a:lnSpc>
                <a:spcPct val="90000"/>
              </a:lnSpc>
              <a:spcBef>
                <a:spcPct val="5000"/>
              </a:spcBef>
            </a:pPr>
            <a:endParaRPr lang="zh-CN" altLang="en-US" sz="2600" dirty="0">
              <a:solidFill>
                <a:srgbClr val="00297C"/>
              </a:solidFill>
            </a:endParaRPr>
          </a:p>
          <a:p>
            <a:pPr lvl="2" fontAlgn="base">
              <a:lnSpc>
                <a:spcPct val="90000"/>
              </a:lnSpc>
              <a:spcBef>
                <a:spcPct val="5000"/>
              </a:spcBef>
            </a:pPr>
            <a:endParaRPr lang="zh-CN" altLang="en-US" sz="2600" dirty="0">
              <a:solidFill>
                <a:srgbClr val="00297C"/>
              </a:solidFill>
            </a:endParaRPr>
          </a:p>
          <a:p>
            <a:pPr lvl="2" fontAlgn="base">
              <a:lnSpc>
                <a:spcPct val="90000"/>
              </a:lnSpc>
              <a:spcBef>
                <a:spcPct val="5000"/>
              </a:spcBef>
            </a:pPr>
            <a:r>
              <a:rPr lang="en-US" altLang="zh-CN" sz="2600" dirty="0">
                <a:solidFill>
                  <a:srgbClr val="00297C"/>
                </a:solidFill>
              </a:rPr>
              <a:t>}</a:t>
            </a:r>
            <a:endParaRPr lang="zh-CN" altLang="en-US" sz="2600" dirty="0">
              <a:solidFill>
                <a:srgbClr val="00297C"/>
              </a:solidFill>
            </a:endParaRPr>
          </a:p>
        </p:txBody>
      </p:sp>
      <p:grpSp>
        <p:nvGrpSpPr>
          <p:cNvPr id="5" name="Group 14"/>
          <p:cNvGrpSpPr/>
          <p:nvPr/>
        </p:nvGrpSpPr>
        <p:grpSpPr bwMode="auto">
          <a:xfrm>
            <a:off x="6398046" y="5318870"/>
            <a:ext cx="3141662" cy="579437"/>
            <a:chOff x="3033" y="3064"/>
            <a:chExt cx="1979" cy="365"/>
          </a:xfrm>
        </p:grpSpPr>
        <p:sp>
          <p:nvSpPr>
            <p:cNvPr id="16418" name="Rectangle 15"/>
            <p:cNvSpPr>
              <a:spLocks noChangeArrowheads="1"/>
            </p:cNvSpPr>
            <p:nvPr/>
          </p:nvSpPr>
          <p:spPr bwMode="auto">
            <a:xfrm>
              <a:off x="3033" y="3064"/>
              <a:ext cx="1951" cy="363"/>
            </a:xfrm>
            <a:prstGeom prst="rect">
              <a:avLst/>
            </a:prstGeom>
            <a:solidFill>
              <a:srgbClr val="FFFF00"/>
            </a:solidFill>
            <a:ln w="12700" cap="sq">
              <a:noFill/>
              <a:miter lim="800000"/>
            </a:ln>
            <a:effectLst>
              <a:outerShdw dist="107763" dir="2700000" algn="ctr" rotWithShape="0">
                <a:srgbClr val="969696"/>
              </a:outerShdw>
            </a:effectLst>
          </p:spPr>
          <p:txBody>
            <a:bodyPr wrap="none" anchor="ctr"/>
            <a:lstStyle/>
            <a:p>
              <a:endParaRPr lang="zh-CN" altLang="en-US"/>
            </a:p>
          </p:txBody>
        </p:sp>
        <p:sp>
          <p:nvSpPr>
            <p:cNvPr id="16419" name="Rectangle 16"/>
            <p:cNvSpPr>
              <a:spLocks noChangeArrowheads="1"/>
            </p:cNvSpPr>
            <p:nvPr/>
          </p:nvSpPr>
          <p:spPr bwMode="auto">
            <a:xfrm rot="-57975">
              <a:off x="3152" y="3099"/>
              <a:ext cx="1860" cy="330"/>
            </a:xfrm>
            <a:prstGeom prst="rect">
              <a:avLst/>
            </a:prstGeom>
            <a:noFill/>
            <a:ln w="12700" cap="sq">
              <a:noFill/>
              <a:miter lim="800000"/>
            </a:ln>
            <a:effectLst>
              <a:outerShdw dist="12700" dir="5400000" algn="ctr" rotWithShape="0">
                <a:srgbClr val="000000"/>
              </a:outerShdw>
            </a:effectLst>
          </p:spPr>
          <p:txBody>
            <a:bodyPr>
              <a:spAutoFit/>
            </a:bodyPr>
            <a:lstStyle/>
            <a:p>
              <a:r>
                <a:rPr lang="zh-CN" altLang="en-US" sz="2800" dirty="0">
                  <a:solidFill>
                    <a:srgbClr val="FF3300"/>
                  </a:solidFill>
                  <a:latin typeface="黑体" panose="02010609060101010101" pitchFamily="2" charset="-122"/>
                  <a:ea typeface="黑体" panose="02010609060101010101" pitchFamily="2" charset="-122"/>
                </a:rPr>
                <a:t>时间复杂度：</a:t>
              </a:r>
              <a:endParaRPr lang="zh-CN" altLang="en-US" sz="3200" dirty="0">
                <a:solidFill>
                  <a:srgbClr val="FF3300"/>
                </a:solidFill>
                <a:ea typeface="黑体" panose="02010609060101010101" pitchFamily="2" charset="-122"/>
              </a:endParaRPr>
            </a:p>
          </p:txBody>
        </p:sp>
      </p:grpSp>
      <p:grpSp>
        <p:nvGrpSpPr>
          <p:cNvPr id="6" name="Group 27"/>
          <p:cNvGrpSpPr/>
          <p:nvPr/>
        </p:nvGrpSpPr>
        <p:grpSpPr bwMode="auto">
          <a:xfrm>
            <a:off x="1841873" y="5211394"/>
            <a:ext cx="5610225" cy="1490663"/>
            <a:chOff x="464" y="3317"/>
            <a:chExt cx="3534" cy="939"/>
          </a:xfrm>
        </p:grpSpPr>
        <p:grpSp>
          <p:nvGrpSpPr>
            <p:cNvPr id="7" name="Group 28"/>
            <p:cNvGrpSpPr/>
            <p:nvPr/>
          </p:nvGrpSpPr>
          <p:grpSpPr bwMode="auto">
            <a:xfrm>
              <a:off x="1864" y="3774"/>
              <a:ext cx="624" cy="240"/>
              <a:chOff x="1488" y="2064"/>
              <a:chExt cx="624" cy="240"/>
            </a:xfrm>
          </p:grpSpPr>
          <p:sp>
            <p:nvSpPr>
              <p:cNvPr id="16416" name="Rectangle 29"/>
              <p:cNvSpPr>
                <a:spLocks noChangeArrowheads="1"/>
              </p:cNvSpPr>
              <p:nvPr/>
            </p:nvSpPr>
            <p:spPr bwMode="auto">
              <a:xfrm>
                <a:off x="1488" y="2064"/>
                <a:ext cx="432" cy="240"/>
              </a:xfrm>
              <a:prstGeom prst="rect">
                <a:avLst/>
              </a:prstGeom>
              <a:noFill/>
              <a:ln w="25400" cap="sq">
                <a:solidFill>
                  <a:srgbClr val="339966"/>
                </a:solidFill>
                <a:miter lim="800000"/>
              </a:ln>
            </p:spPr>
            <p:txBody>
              <a:bodyPr wrap="none" anchor="ctr"/>
              <a:lstStyle/>
              <a:p>
                <a:endParaRPr lang="zh-CN" altLang="en-US"/>
              </a:p>
            </p:txBody>
          </p:sp>
          <p:sp>
            <p:nvSpPr>
              <p:cNvPr id="16417" name="Rectangle 30"/>
              <p:cNvSpPr>
                <a:spLocks noChangeArrowheads="1"/>
              </p:cNvSpPr>
              <p:nvPr/>
            </p:nvSpPr>
            <p:spPr bwMode="auto">
              <a:xfrm>
                <a:off x="1920" y="2064"/>
                <a:ext cx="192" cy="240"/>
              </a:xfrm>
              <a:prstGeom prst="rect">
                <a:avLst/>
              </a:prstGeom>
              <a:noFill/>
              <a:ln w="25400" cap="sq">
                <a:solidFill>
                  <a:srgbClr val="339966"/>
                </a:solidFill>
                <a:miter lim="800000"/>
              </a:ln>
            </p:spPr>
            <p:txBody>
              <a:bodyPr wrap="none" anchor="ctr"/>
              <a:lstStyle/>
              <a:p>
                <a:endParaRPr lang="zh-CN" altLang="en-US"/>
              </a:p>
            </p:txBody>
          </p:sp>
        </p:grpSp>
        <p:grpSp>
          <p:nvGrpSpPr>
            <p:cNvPr id="8" name="Group 31"/>
            <p:cNvGrpSpPr/>
            <p:nvPr/>
          </p:nvGrpSpPr>
          <p:grpSpPr bwMode="auto">
            <a:xfrm>
              <a:off x="2776" y="3774"/>
              <a:ext cx="624" cy="240"/>
              <a:chOff x="1488" y="2064"/>
              <a:chExt cx="624" cy="240"/>
            </a:xfrm>
          </p:grpSpPr>
          <p:sp>
            <p:nvSpPr>
              <p:cNvPr id="16414" name="Rectangle 32"/>
              <p:cNvSpPr>
                <a:spLocks noChangeArrowheads="1"/>
              </p:cNvSpPr>
              <p:nvPr/>
            </p:nvSpPr>
            <p:spPr bwMode="auto">
              <a:xfrm>
                <a:off x="1488" y="2064"/>
                <a:ext cx="432" cy="240"/>
              </a:xfrm>
              <a:prstGeom prst="rect">
                <a:avLst/>
              </a:prstGeom>
              <a:noFill/>
              <a:ln w="25400" cap="sq">
                <a:solidFill>
                  <a:srgbClr val="339966"/>
                </a:solidFill>
                <a:miter lim="800000"/>
              </a:ln>
            </p:spPr>
            <p:txBody>
              <a:bodyPr wrap="none" anchor="ctr"/>
              <a:lstStyle/>
              <a:p>
                <a:endParaRPr lang="zh-CN" altLang="en-US"/>
              </a:p>
            </p:txBody>
          </p:sp>
          <p:sp>
            <p:nvSpPr>
              <p:cNvPr id="16415" name="Rectangle 33"/>
              <p:cNvSpPr>
                <a:spLocks noChangeArrowheads="1"/>
              </p:cNvSpPr>
              <p:nvPr/>
            </p:nvSpPr>
            <p:spPr bwMode="auto">
              <a:xfrm>
                <a:off x="1920" y="2064"/>
                <a:ext cx="192" cy="240"/>
              </a:xfrm>
              <a:prstGeom prst="rect">
                <a:avLst/>
              </a:prstGeom>
              <a:noFill/>
              <a:ln w="25400" cap="sq">
                <a:solidFill>
                  <a:srgbClr val="339966"/>
                </a:solidFill>
                <a:miter lim="800000"/>
              </a:ln>
            </p:spPr>
            <p:txBody>
              <a:bodyPr wrap="none" anchor="ctr"/>
              <a:lstStyle/>
              <a:p>
                <a:endParaRPr lang="zh-CN" altLang="en-US"/>
              </a:p>
            </p:txBody>
          </p:sp>
        </p:grpSp>
        <p:sp>
          <p:nvSpPr>
            <p:cNvPr id="16399" name="Line 34"/>
            <p:cNvSpPr>
              <a:spLocks noChangeShapeType="1"/>
            </p:cNvSpPr>
            <p:nvPr/>
          </p:nvSpPr>
          <p:spPr bwMode="auto">
            <a:xfrm>
              <a:off x="2392" y="3892"/>
              <a:ext cx="384" cy="0"/>
            </a:xfrm>
            <a:prstGeom prst="line">
              <a:avLst/>
            </a:prstGeom>
            <a:noFill/>
            <a:ln w="19050" cap="sq">
              <a:solidFill>
                <a:srgbClr val="333300"/>
              </a:solidFill>
              <a:round/>
              <a:tailEnd type="triangle" w="med" len="lg"/>
            </a:ln>
          </p:spPr>
          <p:txBody>
            <a:bodyPr wrap="none" anchor="ctr"/>
            <a:lstStyle/>
            <a:p>
              <a:endParaRPr lang="zh-CN" altLang="en-US"/>
            </a:p>
          </p:txBody>
        </p:sp>
        <p:grpSp>
          <p:nvGrpSpPr>
            <p:cNvPr id="9" name="Group 35"/>
            <p:cNvGrpSpPr/>
            <p:nvPr/>
          </p:nvGrpSpPr>
          <p:grpSpPr bwMode="auto">
            <a:xfrm>
              <a:off x="2776" y="3774"/>
              <a:ext cx="624" cy="240"/>
              <a:chOff x="1488" y="2064"/>
              <a:chExt cx="624" cy="240"/>
            </a:xfrm>
          </p:grpSpPr>
          <p:sp>
            <p:nvSpPr>
              <p:cNvPr id="16412" name="Rectangle 36"/>
              <p:cNvSpPr>
                <a:spLocks noChangeArrowheads="1"/>
              </p:cNvSpPr>
              <p:nvPr/>
            </p:nvSpPr>
            <p:spPr bwMode="auto">
              <a:xfrm>
                <a:off x="1488" y="2064"/>
                <a:ext cx="432" cy="240"/>
              </a:xfrm>
              <a:prstGeom prst="rect">
                <a:avLst/>
              </a:prstGeom>
              <a:noFill/>
              <a:ln w="25400" cap="sq">
                <a:solidFill>
                  <a:srgbClr val="339966"/>
                </a:solidFill>
                <a:miter lim="800000"/>
              </a:ln>
            </p:spPr>
            <p:txBody>
              <a:bodyPr wrap="none" anchor="ctr"/>
              <a:lstStyle/>
              <a:p>
                <a:endParaRPr lang="zh-CN" altLang="en-US"/>
              </a:p>
            </p:txBody>
          </p:sp>
          <p:sp>
            <p:nvSpPr>
              <p:cNvPr id="16413" name="Rectangle 37"/>
              <p:cNvSpPr>
                <a:spLocks noChangeArrowheads="1"/>
              </p:cNvSpPr>
              <p:nvPr/>
            </p:nvSpPr>
            <p:spPr bwMode="auto">
              <a:xfrm>
                <a:off x="1920" y="2064"/>
                <a:ext cx="192" cy="240"/>
              </a:xfrm>
              <a:prstGeom prst="rect">
                <a:avLst/>
              </a:prstGeom>
              <a:noFill/>
              <a:ln w="25400" cap="sq">
                <a:solidFill>
                  <a:srgbClr val="339966"/>
                </a:solidFill>
                <a:miter lim="800000"/>
              </a:ln>
            </p:spPr>
            <p:txBody>
              <a:bodyPr wrap="none" anchor="ctr"/>
              <a:lstStyle/>
              <a:p>
                <a:endParaRPr lang="zh-CN" altLang="en-US"/>
              </a:p>
            </p:txBody>
          </p:sp>
        </p:grpSp>
        <p:sp>
          <p:nvSpPr>
            <p:cNvPr id="16401" name="Line 38"/>
            <p:cNvSpPr>
              <a:spLocks noChangeShapeType="1"/>
            </p:cNvSpPr>
            <p:nvPr/>
          </p:nvSpPr>
          <p:spPr bwMode="auto">
            <a:xfrm>
              <a:off x="3308" y="3892"/>
              <a:ext cx="384" cy="0"/>
            </a:xfrm>
            <a:prstGeom prst="line">
              <a:avLst/>
            </a:prstGeom>
            <a:noFill/>
            <a:ln w="19050" cap="sq">
              <a:solidFill>
                <a:srgbClr val="000000"/>
              </a:solidFill>
              <a:round/>
              <a:tailEnd type="triangle" w="med" len="lg"/>
            </a:ln>
          </p:spPr>
          <p:txBody>
            <a:bodyPr wrap="none" anchor="ctr"/>
            <a:lstStyle/>
            <a:p>
              <a:endParaRPr lang="zh-CN" altLang="en-US"/>
            </a:p>
          </p:txBody>
        </p:sp>
        <p:sp>
          <p:nvSpPr>
            <p:cNvPr id="16402" name="Rectangle 39"/>
            <p:cNvSpPr>
              <a:spLocks noChangeArrowheads="1"/>
            </p:cNvSpPr>
            <p:nvPr/>
          </p:nvSpPr>
          <p:spPr bwMode="auto">
            <a:xfrm>
              <a:off x="3723" y="3692"/>
              <a:ext cx="275" cy="291"/>
            </a:xfrm>
            <a:prstGeom prst="rect">
              <a:avLst/>
            </a:prstGeom>
            <a:noFill/>
            <a:ln w="12700" cap="sq">
              <a:noFill/>
              <a:miter lim="800000"/>
            </a:ln>
          </p:spPr>
          <p:txBody>
            <a:bodyPr wrap="none">
              <a:spAutoFit/>
            </a:bodyPr>
            <a:lstStyle/>
            <a:p>
              <a:pPr algn="ctr"/>
              <a:r>
                <a:rPr lang="zh-CN" altLang="en-US" sz="2400">
                  <a:solidFill>
                    <a:schemeClr val="bg1"/>
                  </a:solidFill>
                  <a:ea typeface="宋体" pitchFamily="2" charset="-122"/>
                  <a:cs typeface="Times New Roman" panose="02020503050405090304" pitchFamily="18" charset="0"/>
                </a:rPr>
                <a:t>…</a:t>
              </a:r>
              <a:endParaRPr lang="zh-CN" altLang="en-US" sz="2400">
                <a:solidFill>
                  <a:schemeClr val="bg1"/>
                </a:solidFill>
                <a:ea typeface="宋体" pitchFamily="2" charset="-122"/>
                <a:cs typeface="Times New Roman" panose="02020503050405090304" pitchFamily="18" charset="0"/>
              </a:endParaRPr>
            </a:p>
          </p:txBody>
        </p:sp>
        <p:grpSp>
          <p:nvGrpSpPr>
            <p:cNvPr id="10" name="Group 40"/>
            <p:cNvGrpSpPr/>
            <p:nvPr/>
          </p:nvGrpSpPr>
          <p:grpSpPr bwMode="auto">
            <a:xfrm>
              <a:off x="926" y="3780"/>
              <a:ext cx="624" cy="240"/>
              <a:chOff x="1488" y="2064"/>
              <a:chExt cx="624" cy="240"/>
            </a:xfrm>
          </p:grpSpPr>
          <p:sp>
            <p:nvSpPr>
              <p:cNvPr id="16410" name="Rectangle 41"/>
              <p:cNvSpPr>
                <a:spLocks noChangeArrowheads="1"/>
              </p:cNvSpPr>
              <p:nvPr/>
            </p:nvSpPr>
            <p:spPr bwMode="auto">
              <a:xfrm>
                <a:off x="1488" y="2064"/>
                <a:ext cx="432" cy="240"/>
              </a:xfrm>
              <a:prstGeom prst="rect">
                <a:avLst/>
              </a:prstGeom>
              <a:noFill/>
              <a:ln w="25400" cap="sq">
                <a:solidFill>
                  <a:schemeClr val="accent1"/>
                </a:solidFill>
                <a:miter lim="800000"/>
              </a:ln>
            </p:spPr>
            <p:txBody>
              <a:bodyPr wrap="none" anchor="ctr"/>
              <a:lstStyle/>
              <a:p>
                <a:endParaRPr lang="zh-CN" altLang="en-US"/>
              </a:p>
            </p:txBody>
          </p:sp>
          <p:sp>
            <p:nvSpPr>
              <p:cNvPr id="16411" name="Rectangle 42"/>
              <p:cNvSpPr>
                <a:spLocks noChangeArrowheads="1"/>
              </p:cNvSpPr>
              <p:nvPr/>
            </p:nvSpPr>
            <p:spPr bwMode="auto">
              <a:xfrm>
                <a:off x="1920" y="2064"/>
                <a:ext cx="192" cy="240"/>
              </a:xfrm>
              <a:prstGeom prst="rect">
                <a:avLst/>
              </a:prstGeom>
              <a:noFill/>
              <a:ln w="25400" cap="sq">
                <a:solidFill>
                  <a:schemeClr val="accent1"/>
                </a:solidFill>
                <a:miter lim="800000"/>
              </a:ln>
            </p:spPr>
            <p:txBody>
              <a:bodyPr wrap="none" anchor="ctr"/>
              <a:lstStyle/>
              <a:p>
                <a:endParaRPr lang="zh-CN" altLang="en-US"/>
              </a:p>
            </p:txBody>
          </p:sp>
        </p:grpSp>
        <p:sp>
          <p:nvSpPr>
            <p:cNvPr id="16404" name="Line 43"/>
            <p:cNvSpPr>
              <a:spLocks noChangeShapeType="1"/>
            </p:cNvSpPr>
            <p:nvPr/>
          </p:nvSpPr>
          <p:spPr bwMode="auto">
            <a:xfrm>
              <a:off x="1476" y="3883"/>
              <a:ext cx="384" cy="0"/>
            </a:xfrm>
            <a:prstGeom prst="line">
              <a:avLst/>
            </a:prstGeom>
            <a:noFill/>
            <a:ln w="19050" cap="sq">
              <a:solidFill>
                <a:srgbClr val="333300"/>
              </a:solidFill>
              <a:round/>
              <a:tailEnd type="triangle" w="med" len="lg"/>
            </a:ln>
          </p:spPr>
          <p:txBody>
            <a:bodyPr wrap="none" anchor="ctr"/>
            <a:lstStyle/>
            <a:p>
              <a:endParaRPr lang="zh-CN" altLang="en-US"/>
            </a:p>
          </p:txBody>
        </p:sp>
        <p:sp>
          <p:nvSpPr>
            <p:cNvPr id="16405" name="Rectangle 44"/>
            <p:cNvSpPr>
              <a:spLocks noChangeArrowheads="1"/>
            </p:cNvSpPr>
            <p:nvPr/>
          </p:nvSpPr>
          <p:spPr bwMode="auto">
            <a:xfrm>
              <a:off x="888" y="3745"/>
              <a:ext cx="517" cy="368"/>
            </a:xfrm>
            <a:prstGeom prst="rect">
              <a:avLst/>
            </a:prstGeom>
            <a:noFill/>
            <a:ln w="12700" cap="sq">
              <a:noFill/>
              <a:miter lim="800000"/>
            </a:ln>
          </p:spPr>
          <p:txBody>
            <a:bodyPr wrap="none">
              <a:spAutoFit/>
            </a:bodyPr>
            <a:lstStyle/>
            <a:p>
              <a:pPr algn="ctr"/>
              <a:r>
                <a:rPr lang="en-US" altLang="zh-CN" sz="3200">
                  <a:solidFill>
                    <a:srgbClr val="0000CC"/>
                  </a:solidFill>
                </a:rPr>
                <a:t>item</a:t>
              </a:r>
              <a:endParaRPr lang="en-US" altLang="zh-CN" sz="3200">
                <a:solidFill>
                  <a:srgbClr val="0000CC"/>
                </a:solidFill>
              </a:endParaRPr>
            </a:p>
          </p:txBody>
        </p:sp>
        <p:sp>
          <p:nvSpPr>
            <p:cNvPr id="16406" name="Rectangle 45"/>
            <p:cNvSpPr>
              <a:spLocks noChangeArrowheads="1"/>
            </p:cNvSpPr>
            <p:nvPr/>
          </p:nvSpPr>
          <p:spPr bwMode="auto">
            <a:xfrm>
              <a:off x="464" y="3317"/>
              <a:ext cx="376" cy="368"/>
            </a:xfrm>
            <a:prstGeom prst="rect">
              <a:avLst/>
            </a:prstGeom>
            <a:noFill/>
            <a:ln w="12700" cap="sq">
              <a:noFill/>
              <a:miter lim="800000"/>
            </a:ln>
          </p:spPr>
          <p:txBody>
            <a:bodyPr wrap="none">
              <a:spAutoFit/>
            </a:bodyPr>
            <a:lstStyle/>
            <a:p>
              <a:pPr algn="ctr"/>
              <a:r>
                <a:rPr lang="en-US" altLang="zh-CN" sz="3200">
                  <a:solidFill>
                    <a:srgbClr val="FF3300"/>
                  </a:solidFill>
                </a:rPr>
                <a:t>list</a:t>
              </a:r>
              <a:endParaRPr lang="en-US" altLang="zh-CN" sz="3200">
                <a:solidFill>
                  <a:srgbClr val="FF3300"/>
                </a:solidFill>
              </a:endParaRPr>
            </a:p>
          </p:txBody>
        </p:sp>
        <p:sp>
          <p:nvSpPr>
            <p:cNvPr id="16407" name="Line 46"/>
            <p:cNvSpPr>
              <a:spLocks noChangeShapeType="1"/>
            </p:cNvSpPr>
            <p:nvPr/>
          </p:nvSpPr>
          <p:spPr bwMode="auto">
            <a:xfrm>
              <a:off x="723" y="3562"/>
              <a:ext cx="192" cy="192"/>
            </a:xfrm>
            <a:prstGeom prst="line">
              <a:avLst/>
            </a:prstGeom>
            <a:noFill/>
            <a:ln w="22225" cap="sq">
              <a:solidFill>
                <a:schemeClr val="accent2"/>
              </a:solidFill>
              <a:round/>
              <a:tailEnd type="triangle" w="med" len="med"/>
            </a:ln>
          </p:spPr>
          <p:txBody>
            <a:bodyPr wrap="none" anchor="ctr"/>
            <a:lstStyle/>
            <a:p>
              <a:endParaRPr lang="zh-CN" altLang="en-US"/>
            </a:p>
          </p:txBody>
        </p:sp>
        <p:sp>
          <p:nvSpPr>
            <p:cNvPr id="16408" name="Text Box 47"/>
            <p:cNvSpPr txBox="1">
              <a:spLocks noChangeArrowheads="1"/>
            </p:cNvSpPr>
            <p:nvPr/>
          </p:nvSpPr>
          <p:spPr bwMode="auto">
            <a:xfrm>
              <a:off x="898" y="3946"/>
              <a:ext cx="212" cy="310"/>
            </a:xfrm>
            <a:prstGeom prst="rect">
              <a:avLst/>
            </a:prstGeom>
            <a:noFill/>
            <a:ln w="12700" cap="sq">
              <a:noFill/>
              <a:miter lim="800000"/>
            </a:ln>
          </p:spPr>
          <p:txBody>
            <a:bodyPr wrap="none">
              <a:spAutoFit/>
            </a:bodyPr>
            <a:lstStyle/>
            <a:p>
              <a:pPr>
                <a:spcBef>
                  <a:spcPct val="0"/>
                </a:spcBef>
              </a:pPr>
              <a:r>
                <a:rPr lang="en-US" altLang="zh-CN" sz="2600">
                  <a:solidFill>
                    <a:srgbClr val="FF0000"/>
                  </a:solidFill>
                </a:rPr>
                <a:t>p</a:t>
              </a:r>
              <a:endParaRPr lang="en-US" altLang="zh-CN" sz="2600">
                <a:solidFill>
                  <a:srgbClr val="FF0000"/>
                </a:solidFill>
              </a:endParaRPr>
            </a:p>
          </p:txBody>
        </p:sp>
        <p:sp>
          <p:nvSpPr>
            <p:cNvPr id="16409" name="Line 48"/>
            <p:cNvSpPr>
              <a:spLocks noChangeShapeType="1"/>
            </p:cNvSpPr>
            <p:nvPr/>
          </p:nvSpPr>
          <p:spPr bwMode="auto">
            <a:xfrm>
              <a:off x="807" y="3496"/>
              <a:ext cx="998" cy="273"/>
            </a:xfrm>
            <a:prstGeom prst="line">
              <a:avLst/>
            </a:prstGeom>
            <a:noFill/>
            <a:ln w="12700">
              <a:solidFill>
                <a:schemeClr val="accent2"/>
              </a:solidFill>
              <a:prstDash val="lgDash"/>
              <a:round/>
              <a:tailEnd type="triangle" w="med" len="med"/>
            </a:ln>
          </p:spPr>
          <p:txBody>
            <a:bodyPr wrap="none" anchor="ctr"/>
            <a:lstStyle/>
            <a:p>
              <a:endParaRPr lang="zh-CN" altLang="en-US"/>
            </a:p>
          </p:txBody>
        </p:sp>
      </p:grpSp>
      <p:sp>
        <p:nvSpPr>
          <p:cNvPr id="2" name="矩形 1"/>
          <p:cNvSpPr>
            <a:spLocks noChangeArrowheads="1"/>
          </p:cNvSpPr>
          <p:nvPr/>
        </p:nvSpPr>
        <p:spPr bwMode="auto">
          <a:xfrm>
            <a:off x="8702303" y="5318870"/>
            <a:ext cx="857927" cy="584775"/>
          </a:xfrm>
          <a:prstGeom prst="rect">
            <a:avLst/>
          </a:prstGeom>
          <a:noFill/>
          <a:ln w="9525">
            <a:noFill/>
            <a:miter lim="800000"/>
          </a:ln>
        </p:spPr>
        <p:txBody>
          <a:bodyPr wrap="none">
            <a:spAutoFit/>
          </a:bodyPr>
          <a:lstStyle/>
          <a:p>
            <a:r>
              <a:rPr lang="en-US" altLang="zh-CN" sz="3200" b="1" dirty="0">
                <a:solidFill>
                  <a:srgbClr val="FF3300"/>
                </a:solidFill>
                <a:ea typeface="黑体" panose="02010609060101010101" pitchFamily="2" charset="-122"/>
              </a:rPr>
              <a:t>O(1)</a:t>
            </a:r>
            <a:endParaRPr lang="zh-CN" altLang="en-US" sz="3200" b="1" dirty="0">
              <a:solidFill>
                <a:srgbClr val="FF3300"/>
              </a:solidFill>
              <a:ea typeface="黑体" panose="02010609060101010101" pitchFamily="2" charset="-122"/>
            </a:endParaRPr>
          </a:p>
        </p:txBody>
      </p:sp>
      <p:sp>
        <p:nvSpPr>
          <p:cNvPr id="40" name="TextBox 39"/>
          <p:cNvSpPr txBox="1"/>
          <p:nvPr/>
        </p:nvSpPr>
        <p:spPr>
          <a:xfrm>
            <a:off x="5461942" y="4382766"/>
            <a:ext cx="4680520" cy="646331"/>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r>
              <a:rPr lang="zh-CN" altLang="en-US" dirty="0">
                <a:latin typeface="楷体" panose="02010609060101010101" pitchFamily="49" charset="-122"/>
                <a:ea typeface="楷体" panose="02010609060101010101" pitchFamily="49" charset="-122"/>
              </a:rPr>
              <a:t>应使用如下方式调用</a:t>
            </a:r>
            <a:r>
              <a:rPr lang="en-US" altLang="zh-CN" dirty="0" err="1">
                <a:latin typeface="楷体" panose="02010609060101010101" pitchFamily="49" charset="-122"/>
                <a:ea typeface="楷体" panose="02010609060101010101" pitchFamily="49" charset="-122"/>
              </a:rPr>
              <a:t>insertFisrt</a:t>
            </a:r>
            <a:r>
              <a:rPr lang="zh-CN" altLang="en-US" dirty="0">
                <a:latin typeface="楷体" panose="02010609060101010101" pitchFamily="49" charset="-122"/>
                <a:ea typeface="楷体" panose="02010609060101010101" pitchFamily="49" charset="-122"/>
              </a:rPr>
              <a:t>函数：</a:t>
            </a:r>
            <a:endParaRPr lang="en-US" altLang="zh-CN" dirty="0">
              <a:latin typeface="楷体" panose="02010609060101010101" pitchFamily="49" charset="-122"/>
              <a:ea typeface="楷体" panose="02010609060101010101" pitchFamily="49" charset="-122"/>
            </a:endParaRPr>
          </a:p>
          <a:p>
            <a:r>
              <a:rPr lang="en-US" altLang="zh-CN" b="1" dirty="0">
                <a:solidFill>
                  <a:srgbClr val="7030A0"/>
                </a:solidFill>
              </a:rPr>
              <a:t>        list = </a:t>
            </a:r>
            <a:r>
              <a:rPr lang="en-US" altLang="zh-CN" b="1" dirty="0" err="1">
                <a:solidFill>
                  <a:srgbClr val="7030A0"/>
                </a:solidFill>
              </a:rPr>
              <a:t>insertFirst</a:t>
            </a:r>
            <a:r>
              <a:rPr lang="en-US" altLang="zh-CN" b="1" dirty="0">
                <a:solidFill>
                  <a:srgbClr val="7030A0"/>
                </a:solidFill>
              </a:rPr>
              <a:t>(list, item);</a:t>
            </a:r>
            <a:endParaRPr lang="zh-CN" altLang="en-US" b="1" dirty="0">
              <a:solidFill>
                <a:srgbClr val="7030A0"/>
              </a:solidFill>
            </a:endParaRPr>
          </a:p>
        </p:txBody>
      </p:sp>
      <p:sp>
        <p:nvSpPr>
          <p:cNvPr id="41" name="思想气泡: 云 40"/>
          <p:cNvSpPr/>
          <p:nvPr/>
        </p:nvSpPr>
        <p:spPr bwMode="auto">
          <a:xfrm>
            <a:off x="2178424" y="4231924"/>
            <a:ext cx="3097211" cy="1264980"/>
          </a:xfrm>
          <a:prstGeom prst="cloudCallout">
            <a:avLst>
              <a:gd name="adj1" fmla="val -21758"/>
              <a:gd name="adj2" fmla="val -63404"/>
            </a:avLst>
          </a:prstGeom>
          <a:solidFill>
            <a:schemeClr val="accent3">
              <a:lumMod val="7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eaLnBrk="0" fontAlgn="base" hangingPunct="0">
              <a:spcBef>
                <a:spcPct val="0"/>
              </a:spcBef>
              <a:spcAft>
                <a:spcPct val="0"/>
              </a:spcAft>
            </a:pPr>
            <a:r>
              <a:rPr lang="zh-CN" altLang="en-US" sz="1600" b="1" dirty="0">
                <a:solidFill>
                  <a:srgbClr val="7030A0"/>
                </a:solidFill>
                <a:latin typeface="Arial" panose="020B0604020202090204" pitchFamily="34" charset="0"/>
                <a:ea typeface="宋体" pitchFamily="2" charset="-122"/>
              </a:rPr>
              <a:t>请思考一下为什么要返回</a:t>
            </a:r>
            <a:r>
              <a:rPr lang="en-US" altLang="zh-CN" sz="1600" b="1" dirty="0">
                <a:solidFill>
                  <a:srgbClr val="7030A0"/>
                </a:solidFill>
                <a:latin typeface="Arial" panose="020B0604020202090204" pitchFamily="34" charset="0"/>
                <a:ea typeface="宋体" pitchFamily="2" charset="-122"/>
              </a:rPr>
              <a:t>p</a:t>
            </a:r>
            <a:r>
              <a:rPr lang="zh-CN" altLang="en-US" sz="1600" b="1" dirty="0">
                <a:solidFill>
                  <a:srgbClr val="7030A0"/>
                </a:solidFill>
                <a:latin typeface="Arial" panose="020B0604020202090204" pitchFamily="34" charset="0"/>
                <a:ea typeface="宋体" pitchFamily="2" charset="-122"/>
              </a:rPr>
              <a:t>，而不用：</a:t>
            </a:r>
            <a:endParaRPr lang="en-US" altLang="zh-CN" sz="1600" b="1" dirty="0">
              <a:solidFill>
                <a:srgbClr val="7030A0"/>
              </a:solidFill>
              <a:latin typeface="Arial" panose="020B0604020202090204" pitchFamily="34" charset="0"/>
              <a:ea typeface="宋体" pitchFamily="2" charset="-122"/>
            </a:endParaRPr>
          </a:p>
          <a:p>
            <a:pPr eaLnBrk="0" fontAlgn="base" hangingPunct="0">
              <a:spcBef>
                <a:spcPct val="0"/>
              </a:spcBef>
              <a:spcAft>
                <a:spcPct val="0"/>
              </a:spcAft>
            </a:pPr>
            <a:r>
              <a:rPr lang="en-US" altLang="zh-CN" sz="1600" b="1" dirty="0">
                <a:solidFill>
                  <a:srgbClr val="7030A0"/>
                </a:solidFill>
                <a:latin typeface="Arial" panose="020B0604020202090204" pitchFamily="34" charset="0"/>
                <a:ea typeface="宋体" pitchFamily="2" charset="-122"/>
              </a:rPr>
              <a:t>list = p?</a:t>
            </a:r>
            <a:endParaRPr lang="zh-CN" altLang="en-US" sz="1600" b="1" dirty="0">
              <a:solidFill>
                <a:srgbClr val="7030A0"/>
              </a:solidFill>
              <a:latin typeface="Arial" panose="020B0604020202090204" pitchFamily="34" charset="0"/>
              <a:ea typeface="宋体"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40"/>
                                        </p:tgtEl>
                                        <p:attrNameLst>
                                          <p:attrName>style.visibility</p:attrName>
                                        </p:attrNameLst>
                                      </p:cBhvr>
                                      <p:to>
                                        <p:strVal val="visible"/>
                                      </p:to>
                                    </p:set>
                                    <p:animEffect transition="in" filter="blinds(horizontal)">
                                      <p:cBhvr>
                                        <p:cTn id="19" dur="500"/>
                                        <p:tgtEl>
                                          <p:spTgt spid="40"/>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0" grpId="0" animBg="1"/>
      <p:bldP spid="41"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71"/>
          <p:cNvGrpSpPr/>
          <p:nvPr/>
        </p:nvGrpSpPr>
        <p:grpSpPr bwMode="auto">
          <a:xfrm>
            <a:off x="2141539" y="2590800"/>
            <a:ext cx="7535863" cy="1219200"/>
            <a:chOff x="389" y="1776"/>
            <a:chExt cx="4747" cy="768"/>
          </a:xfrm>
        </p:grpSpPr>
        <p:grpSp>
          <p:nvGrpSpPr>
            <p:cNvPr id="3" name="Group 11"/>
            <p:cNvGrpSpPr/>
            <p:nvPr/>
          </p:nvGrpSpPr>
          <p:grpSpPr bwMode="auto">
            <a:xfrm>
              <a:off x="816" y="2256"/>
              <a:ext cx="576" cy="288"/>
              <a:chOff x="960" y="2832"/>
              <a:chExt cx="576" cy="288"/>
            </a:xfrm>
          </p:grpSpPr>
          <p:sp>
            <p:nvSpPr>
              <p:cNvPr id="17455" name="Rectangle 8"/>
              <p:cNvSpPr>
                <a:spLocks noChangeArrowheads="1"/>
              </p:cNvSpPr>
              <p:nvPr/>
            </p:nvSpPr>
            <p:spPr bwMode="auto">
              <a:xfrm>
                <a:off x="960" y="2832"/>
                <a:ext cx="384" cy="288"/>
              </a:xfrm>
              <a:prstGeom prst="rect">
                <a:avLst/>
              </a:prstGeom>
              <a:noFill/>
              <a:ln w="28575" cap="sq">
                <a:solidFill>
                  <a:schemeClr val="tx1"/>
                </a:solidFill>
                <a:miter lim="800000"/>
              </a:ln>
            </p:spPr>
            <p:txBody>
              <a:bodyPr wrap="none" anchor="ctr"/>
              <a:lstStyle/>
              <a:p>
                <a:endParaRPr lang="zh-CN" altLang="en-US"/>
              </a:p>
            </p:txBody>
          </p:sp>
          <p:sp>
            <p:nvSpPr>
              <p:cNvPr id="17456" name="Rectangle 9"/>
              <p:cNvSpPr>
                <a:spLocks noChangeArrowheads="1"/>
              </p:cNvSpPr>
              <p:nvPr/>
            </p:nvSpPr>
            <p:spPr bwMode="auto">
              <a:xfrm>
                <a:off x="1344" y="2832"/>
                <a:ext cx="192" cy="288"/>
              </a:xfrm>
              <a:prstGeom prst="rect">
                <a:avLst/>
              </a:prstGeom>
              <a:noFill/>
              <a:ln w="28575" cap="sq">
                <a:solidFill>
                  <a:schemeClr val="tx1"/>
                </a:solidFill>
                <a:miter lim="800000"/>
              </a:ln>
            </p:spPr>
            <p:txBody>
              <a:bodyPr wrap="none" anchor="ctr"/>
              <a:lstStyle/>
              <a:p>
                <a:endParaRPr lang="zh-CN" altLang="en-US"/>
              </a:p>
            </p:txBody>
          </p:sp>
        </p:grpSp>
        <p:grpSp>
          <p:nvGrpSpPr>
            <p:cNvPr id="4" name="Group 12"/>
            <p:cNvGrpSpPr/>
            <p:nvPr/>
          </p:nvGrpSpPr>
          <p:grpSpPr bwMode="auto">
            <a:xfrm>
              <a:off x="2208" y="2252"/>
              <a:ext cx="576" cy="288"/>
              <a:chOff x="960" y="2832"/>
              <a:chExt cx="576" cy="288"/>
            </a:xfrm>
          </p:grpSpPr>
          <p:sp>
            <p:nvSpPr>
              <p:cNvPr id="17453" name="Rectangle 13"/>
              <p:cNvSpPr>
                <a:spLocks noChangeArrowheads="1"/>
              </p:cNvSpPr>
              <p:nvPr/>
            </p:nvSpPr>
            <p:spPr bwMode="auto">
              <a:xfrm>
                <a:off x="960" y="2832"/>
                <a:ext cx="384" cy="288"/>
              </a:xfrm>
              <a:prstGeom prst="rect">
                <a:avLst/>
              </a:prstGeom>
              <a:noFill/>
              <a:ln w="28575" cap="sq">
                <a:solidFill>
                  <a:schemeClr val="tx1"/>
                </a:solidFill>
                <a:miter lim="800000"/>
              </a:ln>
            </p:spPr>
            <p:txBody>
              <a:bodyPr wrap="none" anchor="ctr"/>
              <a:lstStyle/>
              <a:p>
                <a:endParaRPr lang="zh-CN" altLang="en-US"/>
              </a:p>
            </p:txBody>
          </p:sp>
          <p:sp>
            <p:nvSpPr>
              <p:cNvPr id="17454" name="Rectangle 14"/>
              <p:cNvSpPr>
                <a:spLocks noChangeArrowheads="1"/>
              </p:cNvSpPr>
              <p:nvPr/>
            </p:nvSpPr>
            <p:spPr bwMode="auto">
              <a:xfrm>
                <a:off x="1344" y="2832"/>
                <a:ext cx="192" cy="288"/>
              </a:xfrm>
              <a:prstGeom prst="rect">
                <a:avLst/>
              </a:prstGeom>
              <a:noFill/>
              <a:ln w="28575" cap="sq">
                <a:solidFill>
                  <a:schemeClr val="tx1"/>
                </a:solidFill>
                <a:miter lim="800000"/>
              </a:ln>
            </p:spPr>
            <p:txBody>
              <a:bodyPr wrap="none" anchor="ctr"/>
              <a:lstStyle/>
              <a:p>
                <a:endParaRPr lang="zh-CN" altLang="en-US"/>
              </a:p>
            </p:txBody>
          </p:sp>
        </p:grpSp>
        <p:grpSp>
          <p:nvGrpSpPr>
            <p:cNvPr id="5" name="Group 15"/>
            <p:cNvGrpSpPr/>
            <p:nvPr/>
          </p:nvGrpSpPr>
          <p:grpSpPr bwMode="auto">
            <a:xfrm>
              <a:off x="3120" y="2256"/>
              <a:ext cx="576" cy="288"/>
              <a:chOff x="960" y="2832"/>
              <a:chExt cx="576" cy="288"/>
            </a:xfrm>
          </p:grpSpPr>
          <p:sp>
            <p:nvSpPr>
              <p:cNvPr id="17451" name="Rectangle 16"/>
              <p:cNvSpPr>
                <a:spLocks noChangeArrowheads="1"/>
              </p:cNvSpPr>
              <p:nvPr/>
            </p:nvSpPr>
            <p:spPr bwMode="auto">
              <a:xfrm>
                <a:off x="960" y="2832"/>
                <a:ext cx="384" cy="288"/>
              </a:xfrm>
              <a:prstGeom prst="rect">
                <a:avLst/>
              </a:prstGeom>
              <a:noFill/>
              <a:ln w="28575" cap="sq">
                <a:solidFill>
                  <a:schemeClr val="tx1"/>
                </a:solidFill>
                <a:miter lim="800000"/>
              </a:ln>
            </p:spPr>
            <p:txBody>
              <a:bodyPr wrap="none" anchor="ctr"/>
              <a:lstStyle/>
              <a:p>
                <a:endParaRPr lang="zh-CN" altLang="en-US"/>
              </a:p>
            </p:txBody>
          </p:sp>
          <p:sp>
            <p:nvSpPr>
              <p:cNvPr id="17452" name="Rectangle 17"/>
              <p:cNvSpPr>
                <a:spLocks noChangeArrowheads="1"/>
              </p:cNvSpPr>
              <p:nvPr/>
            </p:nvSpPr>
            <p:spPr bwMode="auto">
              <a:xfrm>
                <a:off x="1344" y="2832"/>
                <a:ext cx="192" cy="288"/>
              </a:xfrm>
              <a:prstGeom prst="rect">
                <a:avLst/>
              </a:prstGeom>
              <a:noFill/>
              <a:ln w="28575" cap="sq">
                <a:solidFill>
                  <a:schemeClr val="tx1"/>
                </a:solidFill>
                <a:miter lim="800000"/>
              </a:ln>
            </p:spPr>
            <p:txBody>
              <a:bodyPr wrap="none" anchor="ctr"/>
              <a:lstStyle/>
              <a:p>
                <a:endParaRPr lang="zh-CN" altLang="en-US"/>
              </a:p>
            </p:txBody>
          </p:sp>
        </p:grpSp>
        <p:grpSp>
          <p:nvGrpSpPr>
            <p:cNvPr id="6" name="Group 18"/>
            <p:cNvGrpSpPr/>
            <p:nvPr/>
          </p:nvGrpSpPr>
          <p:grpSpPr bwMode="auto">
            <a:xfrm>
              <a:off x="4560" y="2256"/>
              <a:ext cx="576" cy="288"/>
              <a:chOff x="960" y="2832"/>
              <a:chExt cx="576" cy="288"/>
            </a:xfrm>
          </p:grpSpPr>
          <p:sp>
            <p:nvSpPr>
              <p:cNvPr id="17449" name="Rectangle 19"/>
              <p:cNvSpPr>
                <a:spLocks noChangeArrowheads="1"/>
              </p:cNvSpPr>
              <p:nvPr/>
            </p:nvSpPr>
            <p:spPr bwMode="auto">
              <a:xfrm>
                <a:off x="960" y="2832"/>
                <a:ext cx="384" cy="288"/>
              </a:xfrm>
              <a:prstGeom prst="rect">
                <a:avLst/>
              </a:prstGeom>
              <a:noFill/>
              <a:ln w="28575" cap="sq">
                <a:solidFill>
                  <a:schemeClr val="tx1"/>
                </a:solidFill>
                <a:miter lim="800000"/>
              </a:ln>
            </p:spPr>
            <p:txBody>
              <a:bodyPr wrap="none" anchor="ctr"/>
              <a:lstStyle/>
              <a:p>
                <a:endParaRPr lang="zh-CN" altLang="en-US"/>
              </a:p>
            </p:txBody>
          </p:sp>
          <p:sp>
            <p:nvSpPr>
              <p:cNvPr id="17450" name="Rectangle 20"/>
              <p:cNvSpPr>
                <a:spLocks noChangeArrowheads="1"/>
              </p:cNvSpPr>
              <p:nvPr/>
            </p:nvSpPr>
            <p:spPr bwMode="auto">
              <a:xfrm>
                <a:off x="1344" y="2832"/>
                <a:ext cx="192" cy="288"/>
              </a:xfrm>
              <a:prstGeom prst="rect">
                <a:avLst/>
              </a:prstGeom>
              <a:noFill/>
              <a:ln w="28575" cap="sq">
                <a:solidFill>
                  <a:schemeClr val="tx1"/>
                </a:solidFill>
                <a:miter lim="800000"/>
              </a:ln>
            </p:spPr>
            <p:txBody>
              <a:bodyPr wrap="none" anchor="ctr"/>
              <a:lstStyle/>
              <a:p>
                <a:endParaRPr lang="zh-CN" altLang="en-US"/>
              </a:p>
            </p:txBody>
          </p:sp>
        </p:grpSp>
        <p:sp>
          <p:nvSpPr>
            <p:cNvPr id="17436" name="Line 21"/>
            <p:cNvSpPr>
              <a:spLocks noChangeShapeType="1"/>
            </p:cNvSpPr>
            <p:nvPr/>
          </p:nvSpPr>
          <p:spPr bwMode="auto">
            <a:xfrm>
              <a:off x="2662" y="2400"/>
              <a:ext cx="432" cy="0"/>
            </a:xfrm>
            <a:prstGeom prst="line">
              <a:avLst/>
            </a:prstGeom>
            <a:noFill/>
            <a:ln w="28575" cap="sq">
              <a:solidFill>
                <a:schemeClr val="tx1"/>
              </a:solidFill>
              <a:round/>
              <a:tailEnd type="triangle" w="med" len="med"/>
            </a:ln>
          </p:spPr>
          <p:txBody>
            <a:bodyPr wrap="none" anchor="ctr"/>
            <a:lstStyle/>
            <a:p>
              <a:endParaRPr lang="zh-CN" altLang="en-US"/>
            </a:p>
          </p:txBody>
        </p:sp>
        <p:sp>
          <p:nvSpPr>
            <p:cNvPr id="17437" name="Line 22"/>
            <p:cNvSpPr>
              <a:spLocks noChangeShapeType="1"/>
            </p:cNvSpPr>
            <p:nvPr/>
          </p:nvSpPr>
          <p:spPr bwMode="auto">
            <a:xfrm>
              <a:off x="1296" y="2400"/>
              <a:ext cx="288" cy="0"/>
            </a:xfrm>
            <a:prstGeom prst="line">
              <a:avLst/>
            </a:prstGeom>
            <a:noFill/>
            <a:ln w="28575" cap="sq">
              <a:solidFill>
                <a:schemeClr val="tx1"/>
              </a:solidFill>
              <a:round/>
              <a:tailEnd type="triangle" w="med" len="med"/>
            </a:ln>
          </p:spPr>
          <p:txBody>
            <a:bodyPr wrap="none" anchor="ctr"/>
            <a:lstStyle/>
            <a:p>
              <a:endParaRPr lang="zh-CN" altLang="en-US"/>
            </a:p>
          </p:txBody>
        </p:sp>
        <p:sp>
          <p:nvSpPr>
            <p:cNvPr id="17438" name="Line 23"/>
            <p:cNvSpPr>
              <a:spLocks noChangeShapeType="1"/>
            </p:cNvSpPr>
            <p:nvPr/>
          </p:nvSpPr>
          <p:spPr bwMode="auto">
            <a:xfrm>
              <a:off x="1909" y="2400"/>
              <a:ext cx="288" cy="0"/>
            </a:xfrm>
            <a:prstGeom prst="line">
              <a:avLst/>
            </a:prstGeom>
            <a:noFill/>
            <a:ln w="28575" cap="sq">
              <a:solidFill>
                <a:schemeClr val="tx1"/>
              </a:solidFill>
              <a:round/>
              <a:tailEnd type="triangle" w="med" len="med"/>
            </a:ln>
          </p:spPr>
          <p:txBody>
            <a:bodyPr wrap="none" anchor="ctr"/>
            <a:lstStyle/>
            <a:p>
              <a:endParaRPr lang="zh-CN" altLang="en-US"/>
            </a:p>
          </p:txBody>
        </p:sp>
        <p:sp>
          <p:nvSpPr>
            <p:cNvPr id="17439" name="Line 24"/>
            <p:cNvSpPr>
              <a:spLocks noChangeShapeType="1"/>
            </p:cNvSpPr>
            <p:nvPr/>
          </p:nvSpPr>
          <p:spPr bwMode="auto">
            <a:xfrm>
              <a:off x="3600" y="2400"/>
              <a:ext cx="288" cy="0"/>
            </a:xfrm>
            <a:prstGeom prst="line">
              <a:avLst/>
            </a:prstGeom>
            <a:noFill/>
            <a:ln w="28575" cap="sq">
              <a:solidFill>
                <a:schemeClr val="tx1"/>
              </a:solidFill>
              <a:round/>
              <a:tailEnd type="triangle" w="med" len="med"/>
            </a:ln>
          </p:spPr>
          <p:txBody>
            <a:bodyPr wrap="none" anchor="ctr"/>
            <a:lstStyle/>
            <a:p>
              <a:endParaRPr lang="zh-CN" altLang="en-US"/>
            </a:p>
          </p:txBody>
        </p:sp>
        <p:sp>
          <p:nvSpPr>
            <p:cNvPr id="17440" name="Line 25"/>
            <p:cNvSpPr>
              <a:spLocks noChangeShapeType="1"/>
            </p:cNvSpPr>
            <p:nvPr/>
          </p:nvSpPr>
          <p:spPr bwMode="auto">
            <a:xfrm>
              <a:off x="4257" y="2400"/>
              <a:ext cx="288" cy="0"/>
            </a:xfrm>
            <a:prstGeom prst="line">
              <a:avLst/>
            </a:prstGeom>
            <a:noFill/>
            <a:ln w="28575" cap="sq">
              <a:solidFill>
                <a:schemeClr val="tx1"/>
              </a:solidFill>
              <a:round/>
              <a:tailEnd type="triangle" w="med" len="med"/>
            </a:ln>
          </p:spPr>
          <p:txBody>
            <a:bodyPr wrap="none" anchor="ctr"/>
            <a:lstStyle/>
            <a:p>
              <a:endParaRPr lang="zh-CN" altLang="en-US"/>
            </a:p>
          </p:txBody>
        </p:sp>
        <p:sp>
          <p:nvSpPr>
            <p:cNvPr id="17441" name="Rectangle 26"/>
            <p:cNvSpPr>
              <a:spLocks noChangeArrowheads="1"/>
            </p:cNvSpPr>
            <p:nvPr/>
          </p:nvSpPr>
          <p:spPr bwMode="auto">
            <a:xfrm>
              <a:off x="1661" y="2190"/>
              <a:ext cx="275" cy="291"/>
            </a:xfrm>
            <a:prstGeom prst="rect">
              <a:avLst/>
            </a:prstGeom>
            <a:noFill/>
            <a:ln w="12700" cap="sq">
              <a:noFill/>
              <a:miter lim="800000"/>
            </a:ln>
          </p:spPr>
          <p:txBody>
            <a:bodyPr wrap="none">
              <a:spAutoFit/>
            </a:bodyPr>
            <a:lstStyle/>
            <a:p>
              <a:pPr algn="ctr"/>
              <a:r>
                <a:rPr lang="en-US" altLang="zh-CN" sz="2400" dirty="0">
                  <a:solidFill>
                    <a:schemeClr val="bg2"/>
                  </a:solidFill>
                </a:rPr>
                <a:t>…</a:t>
              </a:r>
              <a:endParaRPr lang="zh-CN" altLang="en-US" sz="2400" dirty="0">
                <a:solidFill>
                  <a:schemeClr val="bg2"/>
                </a:solidFill>
                <a:latin typeface="宋体" pitchFamily="2" charset="-122"/>
              </a:endParaRPr>
            </a:p>
          </p:txBody>
        </p:sp>
        <p:sp>
          <p:nvSpPr>
            <p:cNvPr id="17442" name="Rectangle 27"/>
            <p:cNvSpPr>
              <a:spLocks noChangeArrowheads="1"/>
            </p:cNvSpPr>
            <p:nvPr/>
          </p:nvSpPr>
          <p:spPr bwMode="auto">
            <a:xfrm>
              <a:off x="3968" y="2208"/>
              <a:ext cx="275" cy="291"/>
            </a:xfrm>
            <a:prstGeom prst="rect">
              <a:avLst/>
            </a:prstGeom>
            <a:noFill/>
            <a:ln w="12700" cap="sq">
              <a:noFill/>
              <a:miter lim="800000"/>
            </a:ln>
          </p:spPr>
          <p:txBody>
            <a:bodyPr wrap="none">
              <a:spAutoFit/>
            </a:bodyPr>
            <a:lstStyle/>
            <a:p>
              <a:pPr algn="ctr"/>
              <a:r>
                <a:rPr lang="en-US" altLang="zh-CN" sz="2400" dirty="0">
                  <a:solidFill>
                    <a:schemeClr val="bg2"/>
                  </a:solidFill>
                </a:rPr>
                <a:t>…</a:t>
              </a:r>
              <a:endParaRPr lang="zh-CN" altLang="en-US" sz="2400" dirty="0">
                <a:solidFill>
                  <a:schemeClr val="bg2"/>
                </a:solidFill>
                <a:latin typeface="宋体" pitchFamily="2" charset="-122"/>
              </a:endParaRPr>
            </a:p>
          </p:txBody>
        </p:sp>
        <p:grpSp>
          <p:nvGrpSpPr>
            <p:cNvPr id="7" name="Group 31"/>
            <p:cNvGrpSpPr/>
            <p:nvPr/>
          </p:nvGrpSpPr>
          <p:grpSpPr bwMode="auto">
            <a:xfrm>
              <a:off x="4984" y="2360"/>
              <a:ext cx="104" cy="48"/>
              <a:chOff x="1318" y="1691"/>
              <a:chExt cx="104" cy="48"/>
            </a:xfrm>
          </p:grpSpPr>
          <p:sp>
            <p:nvSpPr>
              <p:cNvPr id="17447" name="Line 28"/>
              <p:cNvSpPr>
                <a:spLocks noChangeShapeType="1"/>
              </p:cNvSpPr>
              <p:nvPr/>
            </p:nvSpPr>
            <p:spPr bwMode="auto">
              <a:xfrm flipH="1">
                <a:off x="1318" y="1691"/>
                <a:ext cx="48" cy="48"/>
              </a:xfrm>
              <a:prstGeom prst="line">
                <a:avLst/>
              </a:prstGeom>
              <a:noFill/>
              <a:ln w="28575" cap="sq">
                <a:solidFill>
                  <a:schemeClr val="tx1"/>
                </a:solidFill>
                <a:round/>
              </a:ln>
            </p:spPr>
            <p:txBody>
              <a:bodyPr wrap="none" anchor="ctr"/>
              <a:lstStyle/>
              <a:p>
                <a:endParaRPr lang="zh-CN" altLang="en-US"/>
              </a:p>
            </p:txBody>
          </p:sp>
          <p:sp>
            <p:nvSpPr>
              <p:cNvPr id="17448" name="Line 30"/>
              <p:cNvSpPr>
                <a:spLocks noChangeShapeType="1"/>
              </p:cNvSpPr>
              <p:nvPr/>
            </p:nvSpPr>
            <p:spPr bwMode="auto">
              <a:xfrm rot="5337087" flipH="1">
                <a:off x="1374" y="1691"/>
                <a:ext cx="48" cy="48"/>
              </a:xfrm>
              <a:prstGeom prst="line">
                <a:avLst/>
              </a:prstGeom>
              <a:noFill/>
              <a:ln w="28575" cap="sq">
                <a:solidFill>
                  <a:schemeClr val="tx1"/>
                </a:solidFill>
                <a:round/>
              </a:ln>
            </p:spPr>
            <p:txBody>
              <a:bodyPr wrap="none" anchor="ctr"/>
              <a:lstStyle/>
              <a:p>
                <a:endParaRPr lang="zh-CN" altLang="en-US"/>
              </a:p>
            </p:txBody>
          </p:sp>
        </p:grpSp>
        <p:sp>
          <p:nvSpPr>
            <p:cNvPr id="17444" name="Text Box 32"/>
            <p:cNvSpPr txBox="1">
              <a:spLocks noChangeArrowheads="1"/>
            </p:cNvSpPr>
            <p:nvPr/>
          </p:nvSpPr>
          <p:spPr bwMode="auto">
            <a:xfrm>
              <a:off x="2143" y="1905"/>
              <a:ext cx="234" cy="368"/>
            </a:xfrm>
            <a:prstGeom prst="rect">
              <a:avLst/>
            </a:prstGeom>
            <a:noFill/>
            <a:ln w="12700" cap="sq">
              <a:noFill/>
              <a:miter lim="800000"/>
            </a:ln>
          </p:spPr>
          <p:txBody>
            <a:bodyPr wrap="none">
              <a:spAutoFit/>
            </a:bodyPr>
            <a:lstStyle/>
            <a:p>
              <a:pPr algn="ctr"/>
              <a:r>
                <a:rPr lang="en-US" altLang="zh-CN" sz="3200" dirty="0">
                  <a:solidFill>
                    <a:schemeClr val="accent2"/>
                  </a:solidFill>
                </a:rPr>
                <a:t>p</a:t>
              </a:r>
              <a:endParaRPr lang="en-US" altLang="zh-CN" sz="3200" dirty="0">
                <a:solidFill>
                  <a:schemeClr val="accent2"/>
                </a:solidFill>
              </a:endParaRPr>
            </a:p>
          </p:txBody>
        </p:sp>
        <p:sp>
          <p:nvSpPr>
            <p:cNvPr id="17445" name="Text Box 33"/>
            <p:cNvSpPr txBox="1">
              <a:spLocks noChangeArrowheads="1"/>
            </p:cNvSpPr>
            <p:nvPr/>
          </p:nvSpPr>
          <p:spPr bwMode="auto">
            <a:xfrm>
              <a:off x="389" y="1776"/>
              <a:ext cx="407" cy="407"/>
            </a:xfrm>
            <a:prstGeom prst="rect">
              <a:avLst/>
            </a:prstGeom>
            <a:noFill/>
            <a:ln w="12700" cap="sq">
              <a:noFill/>
              <a:miter lim="800000"/>
            </a:ln>
          </p:spPr>
          <p:txBody>
            <a:bodyPr wrap="none">
              <a:spAutoFit/>
            </a:bodyPr>
            <a:lstStyle/>
            <a:p>
              <a:pPr algn="ctr"/>
              <a:r>
                <a:rPr lang="en-US" altLang="zh-CN" sz="3600">
                  <a:solidFill>
                    <a:schemeClr val="accent2"/>
                  </a:solidFill>
                </a:rPr>
                <a:t>list</a:t>
              </a:r>
              <a:endParaRPr lang="en-US" altLang="zh-CN" sz="3600">
                <a:solidFill>
                  <a:schemeClr val="accent2"/>
                </a:solidFill>
              </a:endParaRPr>
            </a:p>
          </p:txBody>
        </p:sp>
        <p:sp>
          <p:nvSpPr>
            <p:cNvPr id="17446" name="Line 34"/>
            <p:cNvSpPr>
              <a:spLocks noChangeShapeType="1"/>
            </p:cNvSpPr>
            <p:nvPr/>
          </p:nvSpPr>
          <p:spPr bwMode="auto">
            <a:xfrm>
              <a:off x="624" y="2057"/>
              <a:ext cx="192" cy="192"/>
            </a:xfrm>
            <a:prstGeom prst="line">
              <a:avLst/>
            </a:prstGeom>
            <a:noFill/>
            <a:ln w="28575" cap="sq">
              <a:solidFill>
                <a:schemeClr val="tx1"/>
              </a:solidFill>
              <a:round/>
              <a:tailEnd type="triangle" w="med" len="med"/>
            </a:ln>
          </p:spPr>
          <p:txBody>
            <a:bodyPr wrap="none" anchor="ctr"/>
            <a:lstStyle/>
            <a:p>
              <a:endParaRPr lang="zh-CN" altLang="en-US"/>
            </a:p>
          </p:txBody>
        </p:sp>
      </p:grpSp>
      <p:grpSp>
        <p:nvGrpSpPr>
          <p:cNvPr id="8" name="Group 68"/>
          <p:cNvGrpSpPr/>
          <p:nvPr/>
        </p:nvGrpSpPr>
        <p:grpSpPr bwMode="auto">
          <a:xfrm>
            <a:off x="5805489" y="4419600"/>
            <a:ext cx="941387" cy="889000"/>
            <a:chOff x="2697" y="2928"/>
            <a:chExt cx="593" cy="560"/>
          </a:xfrm>
        </p:grpSpPr>
        <p:grpSp>
          <p:nvGrpSpPr>
            <p:cNvPr id="9" name="Group 62"/>
            <p:cNvGrpSpPr/>
            <p:nvPr/>
          </p:nvGrpSpPr>
          <p:grpSpPr bwMode="auto">
            <a:xfrm>
              <a:off x="2714" y="2928"/>
              <a:ext cx="576" cy="288"/>
              <a:chOff x="960" y="2832"/>
              <a:chExt cx="576" cy="288"/>
            </a:xfrm>
          </p:grpSpPr>
          <p:sp>
            <p:nvSpPr>
              <p:cNvPr id="17430" name="Rectangle 63"/>
              <p:cNvSpPr>
                <a:spLocks noChangeArrowheads="1"/>
              </p:cNvSpPr>
              <p:nvPr/>
            </p:nvSpPr>
            <p:spPr bwMode="auto">
              <a:xfrm>
                <a:off x="960" y="2832"/>
                <a:ext cx="384" cy="288"/>
              </a:xfrm>
              <a:prstGeom prst="rect">
                <a:avLst/>
              </a:prstGeom>
              <a:noFill/>
              <a:ln w="28575" cap="sq">
                <a:solidFill>
                  <a:srgbClr val="E80000"/>
                </a:solidFill>
                <a:miter lim="800000"/>
              </a:ln>
            </p:spPr>
            <p:txBody>
              <a:bodyPr wrap="none" anchor="ctr"/>
              <a:lstStyle/>
              <a:p>
                <a:endParaRPr lang="zh-CN" altLang="en-US"/>
              </a:p>
            </p:txBody>
          </p:sp>
          <p:sp>
            <p:nvSpPr>
              <p:cNvPr id="17431" name="Rectangle 64"/>
              <p:cNvSpPr>
                <a:spLocks noChangeArrowheads="1"/>
              </p:cNvSpPr>
              <p:nvPr/>
            </p:nvSpPr>
            <p:spPr bwMode="auto">
              <a:xfrm>
                <a:off x="1344" y="2832"/>
                <a:ext cx="192" cy="288"/>
              </a:xfrm>
              <a:prstGeom prst="rect">
                <a:avLst/>
              </a:prstGeom>
              <a:noFill/>
              <a:ln w="28575" cap="sq">
                <a:solidFill>
                  <a:srgbClr val="E80000"/>
                </a:solidFill>
                <a:miter lim="800000"/>
              </a:ln>
            </p:spPr>
            <p:txBody>
              <a:bodyPr wrap="none" anchor="ctr"/>
              <a:lstStyle/>
              <a:p>
                <a:endParaRPr lang="zh-CN" altLang="en-US"/>
              </a:p>
            </p:txBody>
          </p:sp>
        </p:grpSp>
        <p:sp>
          <p:nvSpPr>
            <p:cNvPr id="17429" name="Rectangle 66"/>
            <p:cNvSpPr>
              <a:spLocks noChangeArrowheads="1"/>
            </p:cNvSpPr>
            <p:nvPr/>
          </p:nvSpPr>
          <p:spPr bwMode="auto">
            <a:xfrm>
              <a:off x="2697" y="3120"/>
              <a:ext cx="234" cy="368"/>
            </a:xfrm>
            <a:prstGeom prst="rect">
              <a:avLst/>
            </a:prstGeom>
            <a:noFill/>
            <a:ln w="12700" cap="sq">
              <a:noFill/>
              <a:miter lim="800000"/>
            </a:ln>
          </p:spPr>
          <p:txBody>
            <a:bodyPr wrap="none">
              <a:spAutoFit/>
            </a:bodyPr>
            <a:lstStyle/>
            <a:p>
              <a:pPr algn="ctr"/>
              <a:r>
                <a:rPr lang="en-US" altLang="zh-CN" sz="3200" dirty="0">
                  <a:solidFill>
                    <a:schemeClr val="accent2"/>
                  </a:solidFill>
                </a:rPr>
                <a:t>q</a:t>
              </a:r>
              <a:endParaRPr lang="en-US" altLang="zh-CN" sz="3200" dirty="0">
                <a:solidFill>
                  <a:schemeClr val="accent2"/>
                </a:solidFill>
              </a:endParaRPr>
            </a:p>
          </p:txBody>
        </p:sp>
      </p:grpSp>
      <p:sp>
        <p:nvSpPr>
          <p:cNvPr id="321603" name="Rectangle 67"/>
          <p:cNvSpPr>
            <a:spLocks noChangeArrowheads="1"/>
          </p:cNvSpPr>
          <p:nvPr/>
        </p:nvSpPr>
        <p:spPr bwMode="auto">
          <a:xfrm>
            <a:off x="5803901" y="4402139"/>
            <a:ext cx="821059" cy="584775"/>
          </a:xfrm>
          <a:prstGeom prst="rect">
            <a:avLst/>
          </a:prstGeom>
          <a:noFill/>
          <a:ln w="12700" cap="sq">
            <a:noFill/>
            <a:miter lim="800000"/>
          </a:ln>
        </p:spPr>
        <p:txBody>
          <a:bodyPr wrap="none">
            <a:spAutoFit/>
          </a:bodyPr>
          <a:lstStyle/>
          <a:p>
            <a:r>
              <a:rPr lang="en-US" altLang="zh-CN" sz="3200">
                <a:solidFill>
                  <a:srgbClr val="000099"/>
                </a:solidFill>
              </a:rPr>
              <a:t>item</a:t>
            </a:r>
            <a:endParaRPr lang="en-US" altLang="zh-CN" sz="3200">
              <a:solidFill>
                <a:srgbClr val="000099"/>
              </a:solidFill>
            </a:endParaRPr>
          </a:p>
        </p:txBody>
      </p:sp>
      <p:sp>
        <p:nvSpPr>
          <p:cNvPr id="321605" name="Line 69"/>
          <p:cNvSpPr>
            <a:spLocks noChangeShapeType="1"/>
          </p:cNvSpPr>
          <p:nvPr/>
        </p:nvSpPr>
        <p:spPr bwMode="auto">
          <a:xfrm flipV="1">
            <a:off x="6553200" y="3810000"/>
            <a:ext cx="152400" cy="762000"/>
          </a:xfrm>
          <a:prstGeom prst="line">
            <a:avLst/>
          </a:prstGeom>
          <a:noFill/>
          <a:ln w="31750" cap="sq">
            <a:solidFill>
              <a:srgbClr val="FF00FF"/>
            </a:solidFill>
            <a:round/>
            <a:tailEnd type="triangle" w="med" len="med"/>
          </a:ln>
        </p:spPr>
        <p:txBody>
          <a:bodyPr wrap="none" anchor="ctr"/>
          <a:lstStyle/>
          <a:p>
            <a:endParaRPr lang="zh-CN" altLang="en-US"/>
          </a:p>
        </p:txBody>
      </p:sp>
      <p:sp>
        <p:nvSpPr>
          <p:cNvPr id="321606" name="Line 70"/>
          <p:cNvSpPr>
            <a:spLocks noChangeShapeType="1"/>
          </p:cNvSpPr>
          <p:nvPr/>
        </p:nvSpPr>
        <p:spPr bwMode="auto">
          <a:xfrm>
            <a:off x="5761038" y="3581400"/>
            <a:ext cx="685800" cy="0"/>
          </a:xfrm>
          <a:prstGeom prst="line">
            <a:avLst/>
          </a:prstGeom>
          <a:noFill/>
          <a:ln w="41275" cap="sq">
            <a:solidFill>
              <a:srgbClr val="FFFFFF"/>
            </a:solidFill>
            <a:round/>
            <a:tailEnd type="triangle" w="med" len="med"/>
          </a:ln>
        </p:spPr>
        <p:txBody>
          <a:bodyPr wrap="none" anchor="ctr"/>
          <a:lstStyle/>
          <a:p>
            <a:endParaRPr lang="zh-CN" altLang="en-US"/>
          </a:p>
        </p:txBody>
      </p:sp>
      <p:sp>
        <p:nvSpPr>
          <p:cNvPr id="321608" name="Line 72"/>
          <p:cNvSpPr>
            <a:spLocks noChangeShapeType="1"/>
          </p:cNvSpPr>
          <p:nvPr/>
        </p:nvSpPr>
        <p:spPr bwMode="auto">
          <a:xfrm>
            <a:off x="5773738" y="3616325"/>
            <a:ext cx="304800" cy="762000"/>
          </a:xfrm>
          <a:prstGeom prst="line">
            <a:avLst/>
          </a:prstGeom>
          <a:noFill/>
          <a:ln w="28575" cap="sq">
            <a:solidFill>
              <a:schemeClr val="accent2"/>
            </a:solidFill>
            <a:round/>
            <a:tailEnd type="triangle" w="med" len="med"/>
          </a:ln>
        </p:spPr>
        <p:txBody>
          <a:bodyPr wrap="none" anchor="ctr"/>
          <a:lstStyle/>
          <a:p>
            <a:endParaRPr lang="zh-CN" altLang="en-US"/>
          </a:p>
        </p:txBody>
      </p:sp>
      <p:grpSp>
        <p:nvGrpSpPr>
          <p:cNvPr id="10" name="Group 106"/>
          <p:cNvGrpSpPr/>
          <p:nvPr/>
        </p:nvGrpSpPr>
        <p:grpSpPr bwMode="auto">
          <a:xfrm>
            <a:off x="7391400" y="4652964"/>
            <a:ext cx="3124200" cy="593725"/>
            <a:chOff x="3648" y="2938"/>
            <a:chExt cx="1968" cy="374"/>
          </a:xfrm>
        </p:grpSpPr>
        <p:sp>
          <p:nvSpPr>
            <p:cNvPr id="17426" name="AutoShape 73"/>
            <p:cNvSpPr>
              <a:spLocks noChangeArrowheads="1"/>
            </p:cNvSpPr>
            <p:nvPr/>
          </p:nvSpPr>
          <p:spPr bwMode="auto">
            <a:xfrm>
              <a:off x="3648" y="2938"/>
              <a:ext cx="1824" cy="374"/>
            </a:xfrm>
            <a:prstGeom prst="wedgeRectCallout">
              <a:avLst>
                <a:gd name="adj1" fmla="val -67875"/>
                <a:gd name="adj2" fmla="val -142245"/>
              </a:avLst>
            </a:prstGeom>
            <a:noFill/>
            <a:ln w="47625" cap="sq">
              <a:solidFill>
                <a:srgbClr val="2DB6B3"/>
              </a:solidFill>
              <a:miter lim="800000"/>
            </a:ln>
          </p:spPr>
          <p:txBody>
            <a:bodyPr anchor="ctr"/>
            <a:lstStyle/>
            <a:p>
              <a:pPr algn="ctr"/>
              <a:endParaRPr lang="zh-CN" altLang="en-US" sz="2600"/>
            </a:p>
          </p:txBody>
        </p:sp>
        <p:sp>
          <p:nvSpPr>
            <p:cNvPr id="17427" name="Rectangle 74"/>
            <p:cNvSpPr>
              <a:spLocks noChangeArrowheads="1"/>
            </p:cNvSpPr>
            <p:nvPr/>
          </p:nvSpPr>
          <p:spPr bwMode="auto">
            <a:xfrm>
              <a:off x="3669" y="2955"/>
              <a:ext cx="1947" cy="327"/>
            </a:xfrm>
            <a:prstGeom prst="rect">
              <a:avLst/>
            </a:prstGeom>
            <a:noFill/>
            <a:ln w="12700" cap="sq">
              <a:noFill/>
              <a:miter lim="800000"/>
            </a:ln>
            <a:effectLst>
              <a:outerShdw dist="12700" dir="5400000" algn="ctr" rotWithShape="0">
                <a:srgbClr val="000000"/>
              </a:outerShdw>
            </a:effectLst>
          </p:spPr>
          <p:txBody>
            <a:bodyPr>
              <a:spAutoFit/>
            </a:bodyPr>
            <a:lstStyle/>
            <a:p>
              <a:r>
                <a:rPr kumimoji="1" lang="en-US" altLang="zh-CN" sz="2800" dirty="0">
                  <a:solidFill>
                    <a:srgbClr val="FF3300"/>
                  </a:solidFill>
                  <a:ea typeface="黑体" panose="02010609060101010101" pitchFamily="2" charset="-122"/>
                </a:rPr>
                <a:t>q</a:t>
              </a:r>
              <a:r>
                <a:rPr kumimoji="1" lang="en-US" altLang="zh-CN" sz="2800" dirty="0">
                  <a:solidFill>
                    <a:srgbClr val="FF3300"/>
                  </a:solidFill>
                  <a:latin typeface="宋体" pitchFamily="2" charset="-122"/>
                  <a:ea typeface="宋体" pitchFamily="2" charset="-122"/>
                </a:rPr>
                <a:t>-</a:t>
              </a:r>
              <a:r>
                <a:rPr kumimoji="1" lang="en-US" altLang="zh-CN" sz="2800" dirty="0">
                  <a:solidFill>
                    <a:srgbClr val="FF3300"/>
                  </a:solidFill>
                  <a:ea typeface="黑体" panose="02010609060101010101" pitchFamily="2" charset="-122"/>
                </a:rPr>
                <a:t>&gt;link=p</a:t>
              </a:r>
              <a:r>
                <a:rPr kumimoji="1" lang="en-US" altLang="zh-CN" sz="2800" dirty="0">
                  <a:solidFill>
                    <a:srgbClr val="FF3300"/>
                  </a:solidFill>
                  <a:latin typeface="宋体" pitchFamily="2" charset="-122"/>
                  <a:ea typeface="宋体" pitchFamily="2" charset="-122"/>
                </a:rPr>
                <a:t>-</a:t>
              </a:r>
              <a:r>
                <a:rPr kumimoji="1" lang="en-US" altLang="zh-CN" sz="2800" dirty="0">
                  <a:solidFill>
                    <a:srgbClr val="FF3300"/>
                  </a:solidFill>
                  <a:ea typeface="黑体" panose="02010609060101010101" pitchFamily="2" charset="-122"/>
                </a:rPr>
                <a:t>&gt;</a:t>
              </a:r>
              <a:r>
                <a:rPr kumimoji="1" lang="en-US" altLang="zh-CN" sz="2800" dirty="0">
                  <a:solidFill>
                    <a:srgbClr val="FF3300"/>
                  </a:solidFill>
                  <a:ea typeface="黑体" panose="02010609060101010101" pitchFamily="2" charset="-122"/>
                  <a:sym typeface="Symbol" pitchFamily="18" charset="2"/>
                </a:rPr>
                <a:t>link;</a:t>
              </a:r>
              <a:endParaRPr kumimoji="1" lang="en-US" altLang="zh-CN" sz="2800" dirty="0">
                <a:solidFill>
                  <a:srgbClr val="FF3300"/>
                </a:solidFill>
                <a:ea typeface="黑体" panose="02010609060101010101" pitchFamily="2" charset="-122"/>
              </a:endParaRPr>
            </a:p>
          </p:txBody>
        </p:sp>
      </p:grpSp>
      <p:grpSp>
        <p:nvGrpSpPr>
          <p:cNvPr id="11" name="Group 105"/>
          <p:cNvGrpSpPr/>
          <p:nvPr/>
        </p:nvGrpSpPr>
        <p:grpSpPr bwMode="auto">
          <a:xfrm>
            <a:off x="3216275" y="4629150"/>
            <a:ext cx="2057400" cy="552450"/>
            <a:chOff x="1152" y="2916"/>
            <a:chExt cx="1296" cy="348"/>
          </a:xfrm>
        </p:grpSpPr>
        <p:sp>
          <p:nvSpPr>
            <p:cNvPr id="17424" name="AutoShape 76"/>
            <p:cNvSpPr>
              <a:spLocks noChangeArrowheads="1"/>
            </p:cNvSpPr>
            <p:nvPr/>
          </p:nvSpPr>
          <p:spPr bwMode="auto">
            <a:xfrm>
              <a:off x="1152" y="2928"/>
              <a:ext cx="1200" cy="336"/>
            </a:xfrm>
            <a:prstGeom prst="wedgeRectCallout">
              <a:avLst>
                <a:gd name="adj1" fmla="val 81417"/>
                <a:gd name="adj2" fmla="val -151486"/>
              </a:avLst>
            </a:prstGeom>
            <a:noFill/>
            <a:ln w="47625" cap="sq">
              <a:solidFill>
                <a:srgbClr val="2DB6B3"/>
              </a:solidFill>
              <a:miter lim="800000"/>
            </a:ln>
          </p:spPr>
          <p:txBody>
            <a:bodyPr anchor="ctr"/>
            <a:lstStyle/>
            <a:p>
              <a:pPr algn="ctr"/>
              <a:endParaRPr lang="zh-CN" altLang="en-US" sz="2600"/>
            </a:p>
          </p:txBody>
        </p:sp>
        <p:sp>
          <p:nvSpPr>
            <p:cNvPr id="17425" name="Rectangle 77"/>
            <p:cNvSpPr>
              <a:spLocks noChangeArrowheads="1"/>
            </p:cNvSpPr>
            <p:nvPr/>
          </p:nvSpPr>
          <p:spPr bwMode="auto">
            <a:xfrm>
              <a:off x="1164" y="2916"/>
              <a:ext cx="1284" cy="327"/>
            </a:xfrm>
            <a:prstGeom prst="rect">
              <a:avLst/>
            </a:prstGeom>
            <a:noFill/>
            <a:ln w="12700" cap="sq">
              <a:noFill/>
              <a:miter lim="800000"/>
            </a:ln>
            <a:effectLst>
              <a:outerShdw dist="12700" dir="5400000" algn="ctr" rotWithShape="0">
                <a:srgbClr val="000000"/>
              </a:outerShdw>
            </a:effectLst>
          </p:spPr>
          <p:txBody>
            <a:bodyPr>
              <a:spAutoFit/>
            </a:bodyPr>
            <a:lstStyle/>
            <a:p>
              <a:r>
                <a:rPr kumimoji="1" lang="en-US" altLang="zh-CN" sz="2800" dirty="0">
                  <a:solidFill>
                    <a:srgbClr val="FF3300"/>
                  </a:solidFill>
                  <a:ea typeface="黑体" panose="02010609060101010101" pitchFamily="2" charset="-122"/>
                </a:rPr>
                <a:t>p</a:t>
              </a:r>
              <a:r>
                <a:rPr kumimoji="1" lang="en-US" altLang="zh-CN" sz="2800" dirty="0">
                  <a:solidFill>
                    <a:srgbClr val="FF3300"/>
                  </a:solidFill>
                  <a:latin typeface="宋体" pitchFamily="2" charset="-122"/>
                  <a:ea typeface="宋体" pitchFamily="2" charset="-122"/>
                </a:rPr>
                <a:t>-</a:t>
              </a:r>
              <a:r>
                <a:rPr kumimoji="1" lang="en-US" altLang="zh-CN" sz="2800" dirty="0">
                  <a:solidFill>
                    <a:srgbClr val="FF3300"/>
                  </a:solidFill>
                  <a:ea typeface="黑体" panose="02010609060101010101" pitchFamily="2" charset="-122"/>
                </a:rPr>
                <a:t>&gt;link</a:t>
              </a:r>
              <a:r>
                <a:rPr kumimoji="1" lang="en-US" altLang="zh-CN" sz="2800" dirty="0">
                  <a:solidFill>
                    <a:srgbClr val="FF3300"/>
                  </a:solidFill>
                  <a:ea typeface="黑体" panose="02010609060101010101" pitchFamily="2" charset="-122"/>
                  <a:sym typeface="Symbol" pitchFamily="18" charset="2"/>
                </a:rPr>
                <a:t>=q;</a:t>
              </a:r>
              <a:endParaRPr kumimoji="1" lang="en-US" altLang="zh-CN" sz="2800" dirty="0">
                <a:solidFill>
                  <a:srgbClr val="FF3300"/>
                </a:solidFill>
                <a:ea typeface="黑体" panose="02010609060101010101" pitchFamily="2" charset="-122"/>
              </a:endParaRPr>
            </a:p>
          </p:txBody>
        </p:sp>
      </p:grpSp>
      <p:grpSp>
        <p:nvGrpSpPr>
          <p:cNvPr id="12" name="Group 107"/>
          <p:cNvGrpSpPr/>
          <p:nvPr/>
        </p:nvGrpSpPr>
        <p:grpSpPr bwMode="auto">
          <a:xfrm>
            <a:off x="911424" y="94548"/>
            <a:ext cx="7513638" cy="990600"/>
            <a:chOff x="324" y="228"/>
            <a:chExt cx="4733" cy="624"/>
          </a:xfrm>
        </p:grpSpPr>
        <p:sp>
          <p:nvSpPr>
            <p:cNvPr id="17422" name="Rectangle 94"/>
            <p:cNvSpPr>
              <a:spLocks noChangeArrowheads="1"/>
            </p:cNvSpPr>
            <p:nvPr/>
          </p:nvSpPr>
          <p:spPr bwMode="auto">
            <a:xfrm>
              <a:off x="324" y="228"/>
              <a:ext cx="4733" cy="624"/>
            </a:xfrm>
            <a:prstGeom prst="rect">
              <a:avLst/>
            </a:prstGeom>
            <a:solidFill>
              <a:srgbClr val="E1F0FF"/>
            </a:solidFill>
            <a:ln w="12700" cap="sq">
              <a:noFill/>
              <a:miter lim="800000"/>
            </a:ln>
            <a:effectLst>
              <a:outerShdw dist="135003" dir="2471156" algn="ctr" rotWithShape="0">
                <a:srgbClr val="B2B2B2"/>
              </a:outerShdw>
            </a:effectLst>
          </p:spPr>
          <p:txBody>
            <a:bodyPr wrap="none" anchor="ctr"/>
            <a:lstStyle/>
            <a:p>
              <a:endParaRPr lang="zh-CN" altLang="en-US"/>
            </a:p>
          </p:txBody>
        </p:sp>
        <p:sp>
          <p:nvSpPr>
            <p:cNvPr id="17423" name="Rectangle 96"/>
            <p:cNvSpPr>
              <a:spLocks noChangeArrowheads="1"/>
            </p:cNvSpPr>
            <p:nvPr/>
          </p:nvSpPr>
          <p:spPr bwMode="auto">
            <a:xfrm>
              <a:off x="364" y="322"/>
              <a:ext cx="4557" cy="488"/>
            </a:xfrm>
            <a:prstGeom prst="rect">
              <a:avLst/>
            </a:prstGeom>
            <a:noFill/>
            <a:ln w="12700" cap="sq">
              <a:noFill/>
              <a:miter lim="800000"/>
            </a:ln>
            <a:effectLst>
              <a:outerShdw dist="12700" dir="5400000" algn="ctr" rotWithShape="0">
                <a:schemeClr val="bg1"/>
              </a:outerShdw>
            </a:effectLst>
          </p:spPr>
          <p:txBody>
            <a:bodyPr>
              <a:spAutoFit/>
            </a:bodyPr>
            <a:lstStyle/>
            <a:p>
              <a:pPr>
                <a:lnSpc>
                  <a:spcPct val="80000"/>
                </a:lnSpc>
                <a:spcBef>
                  <a:spcPct val="0"/>
                </a:spcBef>
              </a:pPr>
              <a:r>
                <a:rPr kumimoji="1" lang="zh-CN" altLang="en-US" sz="2800" dirty="0">
                  <a:solidFill>
                    <a:schemeClr val="accent2"/>
                  </a:solidFill>
                  <a:latin typeface="黑体" panose="02010609060101010101" pitchFamily="2" charset="-122"/>
                  <a:ea typeface="黑体" panose="02010609060101010101" pitchFamily="2" charset="-122"/>
                </a:rPr>
                <a:t> </a:t>
              </a:r>
              <a:r>
                <a:rPr kumimoji="1" lang="zh-CN" altLang="en-US" sz="2800" dirty="0">
                  <a:solidFill>
                    <a:schemeClr val="accent2"/>
                  </a:solidFill>
                  <a:ea typeface="黑体" panose="02010609060101010101" pitchFamily="2" charset="-122"/>
                </a:rPr>
                <a:t>4 .</a:t>
              </a:r>
              <a:r>
                <a:rPr kumimoji="1" lang="zh-CN" altLang="en-US" sz="2800" dirty="0">
                  <a:solidFill>
                    <a:schemeClr val="accent2"/>
                  </a:solidFill>
                  <a:latin typeface="黑体" panose="02010609060101010101" pitchFamily="2" charset="-122"/>
                  <a:ea typeface="黑体" panose="02010609060101010101" pitchFamily="2" charset="-122"/>
                </a:rPr>
                <a:t> 在线性链表中由指针</a:t>
              </a:r>
              <a:r>
                <a:rPr kumimoji="1" lang="en-US" altLang="zh-CN" sz="2800" dirty="0">
                  <a:solidFill>
                    <a:schemeClr val="accent2"/>
                  </a:solidFill>
                  <a:ea typeface="黑体" panose="02010609060101010101" pitchFamily="2" charset="-122"/>
                </a:rPr>
                <a:t>p</a:t>
              </a:r>
              <a:r>
                <a:rPr kumimoji="1" lang="zh-CN" altLang="en-US" sz="2800" dirty="0">
                  <a:solidFill>
                    <a:schemeClr val="accent2"/>
                  </a:solidFill>
                  <a:latin typeface="黑体" panose="02010609060101010101" pitchFamily="2" charset="-122"/>
                  <a:ea typeface="黑体" panose="02010609060101010101" pitchFamily="2" charset="-122"/>
                </a:rPr>
                <a:t>指的链结点之后</a:t>
              </a:r>
              <a:br>
                <a:rPr kumimoji="1" lang="zh-CN" altLang="en-US" sz="2800" dirty="0">
                  <a:solidFill>
                    <a:schemeClr val="accent2"/>
                  </a:solidFill>
                  <a:latin typeface="黑体" panose="02010609060101010101" pitchFamily="2" charset="-122"/>
                  <a:ea typeface="黑体" panose="02010609060101010101" pitchFamily="2" charset="-122"/>
                </a:rPr>
              </a:br>
              <a:r>
                <a:rPr kumimoji="1" lang="zh-CN" altLang="en-US" sz="2800" dirty="0">
                  <a:solidFill>
                    <a:schemeClr val="accent2"/>
                  </a:solidFill>
                  <a:latin typeface="黑体" panose="02010609060101010101" pitchFamily="2" charset="-122"/>
                  <a:ea typeface="黑体" panose="02010609060101010101" pitchFamily="2" charset="-122"/>
                </a:rPr>
                <a:t>    插入一个数据项为</a:t>
              </a:r>
              <a:r>
                <a:rPr kumimoji="1" lang="en-US" altLang="zh-CN" sz="2800" dirty="0">
                  <a:solidFill>
                    <a:schemeClr val="accent2"/>
                  </a:solidFill>
                  <a:ea typeface="黑体" panose="02010609060101010101" pitchFamily="2" charset="-122"/>
                </a:rPr>
                <a:t>item </a:t>
              </a:r>
              <a:r>
                <a:rPr kumimoji="1" lang="zh-CN" altLang="en-US" sz="2800" dirty="0">
                  <a:solidFill>
                    <a:schemeClr val="accent2"/>
                  </a:solidFill>
                  <a:latin typeface="黑体" panose="02010609060101010101" pitchFamily="2" charset="-122"/>
                  <a:ea typeface="黑体" panose="02010609060101010101" pitchFamily="2" charset="-122"/>
                </a:rPr>
                <a:t>的链结点</a:t>
              </a:r>
              <a:endParaRPr kumimoji="1" lang="zh-CN" altLang="en-US" sz="2800" dirty="0">
                <a:solidFill>
                  <a:schemeClr val="accent2"/>
                </a:solidFill>
                <a:latin typeface="黑体" panose="02010609060101010101" pitchFamily="2" charset="-122"/>
                <a:ea typeface="黑体" panose="02010609060101010101" pitchFamily="2" charset="-122"/>
              </a:endParaRPr>
            </a:p>
          </p:txBody>
        </p:sp>
      </p:grpSp>
      <p:grpSp>
        <p:nvGrpSpPr>
          <p:cNvPr id="13" name="Group 100"/>
          <p:cNvGrpSpPr/>
          <p:nvPr/>
        </p:nvGrpSpPr>
        <p:grpSpPr bwMode="auto">
          <a:xfrm>
            <a:off x="2133600" y="1752600"/>
            <a:ext cx="2019300" cy="666750"/>
            <a:chOff x="2400" y="1260"/>
            <a:chExt cx="1272" cy="420"/>
          </a:xfrm>
        </p:grpSpPr>
        <p:sp>
          <p:nvSpPr>
            <p:cNvPr id="17420" name="Oval 98"/>
            <p:cNvSpPr>
              <a:spLocks noChangeArrowheads="1"/>
            </p:cNvSpPr>
            <p:nvPr/>
          </p:nvSpPr>
          <p:spPr bwMode="auto">
            <a:xfrm>
              <a:off x="2400" y="1296"/>
              <a:ext cx="1248" cy="384"/>
            </a:xfrm>
            <a:prstGeom prst="ellipse">
              <a:avLst/>
            </a:prstGeom>
            <a:solidFill>
              <a:srgbClr val="CCFFFF"/>
            </a:solidFill>
            <a:ln w="12700" cap="sq">
              <a:noFill/>
              <a:round/>
            </a:ln>
            <a:effectLst>
              <a:outerShdw dist="56796" dir="1593903" algn="ctr" rotWithShape="0">
                <a:srgbClr val="B2B2B2"/>
              </a:outerShdw>
            </a:effectLst>
          </p:spPr>
          <p:txBody>
            <a:bodyPr wrap="none" anchor="ctr"/>
            <a:lstStyle/>
            <a:p>
              <a:endParaRPr lang="zh-CN" altLang="en-US"/>
            </a:p>
          </p:txBody>
        </p:sp>
        <p:sp>
          <p:nvSpPr>
            <p:cNvPr id="17421" name="Text Box 99"/>
            <p:cNvSpPr txBox="1">
              <a:spLocks noChangeArrowheads="1"/>
            </p:cNvSpPr>
            <p:nvPr/>
          </p:nvSpPr>
          <p:spPr bwMode="auto">
            <a:xfrm>
              <a:off x="2424" y="1260"/>
              <a:ext cx="1248" cy="368"/>
            </a:xfrm>
            <a:prstGeom prst="rect">
              <a:avLst/>
            </a:prstGeom>
            <a:noFill/>
            <a:ln w="12700" cap="sq">
              <a:noFill/>
              <a:miter lim="800000"/>
            </a:ln>
            <a:effectLst>
              <a:outerShdw dist="25400" dir="5400000" algn="ctr" rotWithShape="0">
                <a:schemeClr val="bg1"/>
              </a:outerShdw>
            </a:effectLst>
          </p:spPr>
          <p:txBody>
            <a:bodyPr>
              <a:spAutoFit/>
            </a:bodyPr>
            <a:lstStyle/>
            <a:p>
              <a:pPr>
                <a:spcBef>
                  <a:spcPct val="0"/>
                </a:spcBef>
              </a:pPr>
              <a:r>
                <a:rPr lang="zh-CN" altLang="en-US" sz="3200" i="1" dirty="0">
                  <a:solidFill>
                    <a:srgbClr val="FF3300"/>
                  </a:solidFill>
                  <a:ea typeface="黑体" panose="02010609060101010101" pitchFamily="2" charset="-122"/>
                </a:rPr>
                <a:t>插入过程</a:t>
              </a:r>
              <a:endParaRPr lang="zh-CN" altLang="en-US" sz="3200" i="1" dirty="0">
                <a:solidFill>
                  <a:srgbClr val="FF3300"/>
                </a:solidFill>
                <a:ea typeface="黑体" panose="0201060906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321603"/>
                                        </p:tgtEl>
                                        <p:attrNameLst>
                                          <p:attrName>style.visibility</p:attrName>
                                        </p:attrNameLst>
                                      </p:cBhvr>
                                      <p:to>
                                        <p:strVal val="visible"/>
                                      </p:to>
                                    </p:set>
                                    <p:animEffect transition="in" filter="blinds(horizontal)">
                                      <p:cBhvr>
                                        <p:cTn id="15" dur="500"/>
                                        <p:tgtEl>
                                          <p:spTgt spid="32160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321605"/>
                                        </p:tgtEl>
                                        <p:attrNameLst>
                                          <p:attrName>style.visibility</p:attrName>
                                        </p:attrNameLst>
                                      </p:cBhvr>
                                      <p:to>
                                        <p:strVal val="visible"/>
                                      </p:to>
                                    </p:set>
                                    <p:animEffect transition="in" filter="wipe(down)">
                                      <p:cBhvr>
                                        <p:cTn id="20" dur="500"/>
                                        <p:tgtEl>
                                          <p:spTgt spid="32160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2"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ipe(right)">
                                      <p:cBhvr>
                                        <p:cTn id="25" dur="5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321608"/>
                                        </p:tgtEl>
                                        <p:attrNameLst>
                                          <p:attrName>style.visibility</p:attrName>
                                        </p:attrNameLst>
                                      </p:cBhvr>
                                      <p:to>
                                        <p:strVal val="visible"/>
                                      </p:to>
                                    </p:set>
                                    <p:animEffect transition="in" filter="wipe(up)">
                                      <p:cBhvr>
                                        <p:cTn id="30" dur="500"/>
                                        <p:tgtEl>
                                          <p:spTgt spid="321608"/>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wipe(left)">
                                      <p:cBhvr>
                                        <p:cTn id="35" dur="500"/>
                                        <p:tgtEl>
                                          <p:spTgt spid="11"/>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321606"/>
                                        </p:tgtEl>
                                        <p:attrNameLst>
                                          <p:attrName>style.visibility</p:attrName>
                                        </p:attrNameLst>
                                      </p:cBhvr>
                                      <p:to>
                                        <p:strVal val="visible"/>
                                      </p:to>
                                    </p:set>
                                    <p:animEffect transition="in" filter="dissolve">
                                      <p:cBhvr>
                                        <p:cTn id="40" dur="500"/>
                                        <p:tgtEl>
                                          <p:spTgt spid="3216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1603" grpId="0"/>
      <p:bldP spid="321605" grpId="0" animBg="1"/>
      <p:bldP spid="321606" grpId="0" animBg="1"/>
      <p:bldP spid="321608"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5"/>
          <p:cNvSpPr>
            <a:spLocks noChangeArrowheads="1"/>
          </p:cNvSpPr>
          <p:nvPr/>
        </p:nvSpPr>
        <p:spPr bwMode="auto">
          <a:xfrm>
            <a:off x="1388418" y="740568"/>
            <a:ext cx="8305800" cy="5257800"/>
          </a:xfrm>
          <a:prstGeom prst="rect">
            <a:avLst/>
          </a:prstGeom>
          <a:solidFill>
            <a:srgbClr val="CCFFFF"/>
          </a:solidFill>
          <a:ln w="9525">
            <a:noFill/>
            <a:miter lim="800000"/>
          </a:ln>
          <a:effectLst>
            <a:outerShdw dist="224686" dir="2562563" algn="ctr" rotWithShape="0">
              <a:srgbClr val="B2B2B2"/>
            </a:outerShdw>
          </a:effectLst>
        </p:spPr>
        <p:txBody>
          <a:bodyPr wrap="none" anchor="ctr"/>
          <a:lstStyle/>
          <a:p>
            <a:endParaRPr lang="zh-CN" altLang="en-US"/>
          </a:p>
        </p:txBody>
      </p:sp>
      <p:grpSp>
        <p:nvGrpSpPr>
          <p:cNvPr id="2" name="Group 35"/>
          <p:cNvGrpSpPr/>
          <p:nvPr/>
        </p:nvGrpSpPr>
        <p:grpSpPr bwMode="auto">
          <a:xfrm>
            <a:off x="1312218" y="65880"/>
            <a:ext cx="2057400" cy="1136650"/>
            <a:chOff x="192" y="96"/>
            <a:chExt cx="1296" cy="716"/>
          </a:xfrm>
        </p:grpSpPr>
        <p:sp>
          <p:nvSpPr>
            <p:cNvPr id="18467" name="AutoShape 7"/>
            <p:cNvSpPr>
              <a:spLocks noChangeArrowheads="1"/>
            </p:cNvSpPr>
            <p:nvPr/>
          </p:nvSpPr>
          <p:spPr bwMode="auto">
            <a:xfrm rot="4009486">
              <a:off x="482" y="-194"/>
              <a:ext cx="716" cy="1296"/>
            </a:xfrm>
            <a:prstGeom prst="irregularSeal2">
              <a:avLst/>
            </a:prstGeom>
            <a:solidFill>
              <a:srgbClr val="CCFFCC"/>
            </a:solidFill>
            <a:ln w="82550">
              <a:solidFill>
                <a:srgbClr val="FFFF00"/>
              </a:solidFill>
              <a:miter lim="800000"/>
            </a:ln>
            <a:effectLst>
              <a:outerShdw dist="129515" dir="678596" algn="ctr" rotWithShape="0">
                <a:srgbClr val="B2B2B2"/>
              </a:outerShdw>
            </a:effectLst>
          </p:spPr>
          <p:txBody>
            <a:bodyPr wrap="none" anchor="ctr"/>
            <a:lstStyle/>
            <a:p>
              <a:endParaRPr lang="zh-CN" altLang="en-US"/>
            </a:p>
          </p:txBody>
        </p:sp>
        <p:sp>
          <p:nvSpPr>
            <p:cNvPr id="18468" name="Rectangle 8"/>
            <p:cNvSpPr>
              <a:spLocks noChangeArrowheads="1"/>
            </p:cNvSpPr>
            <p:nvPr/>
          </p:nvSpPr>
          <p:spPr bwMode="auto">
            <a:xfrm>
              <a:off x="368" y="156"/>
              <a:ext cx="1108" cy="490"/>
            </a:xfrm>
            <a:prstGeom prst="rect">
              <a:avLst/>
            </a:prstGeom>
            <a:noFill/>
            <a:ln w="9525">
              <a:noFill/>
              <a:miter lim="800000"/>
            </a:ln>
            <a:effectLst>
              <a:outerShdw dist="35921" dir="2700000" algn="ctr" rotWithShape="0">
                <a:schemeClr val="bg2"/>
              </a:outerShdw>
            </a:effectLst>
          </p:spPr>
          <p:txBody>
            <a:bodyPr anchor="ctr">
              <a:spAutoFit/>
            </a:bodyPr>
            <a:lstStyle/>
            <a:p>
              <a:r>
                <a:rPr lang="zh-CN" altLang="en-US" sz="4500" i="1">
                  <a:solidFill>
                    <a:srgbClr val="FF3300"/>
                  </a:solidFill>
                  <a:ea typeface="黑体" panose="02010609060101010101" pitchFamily="2" charset="-122"/>
                </a:rPr>
                <a:t>算法</a:t>
              </a:r>
              <a:endParaRPr lang="zh-CN" altLang="en-US" sz="4500" i="1">
                <a:solidFill>
                  <a:srgbClr val="FF3300"/>
                </a:solidFill>
                <a:ea typeface="黑体" panose="02010609060101010101" pitchFamily="2" charset="-122"/>
              </a:endParaRPr>
            </a:p>
          </p:txBody>
        </p:sp>
      </p:grpSp>
      <p:grpSp>
        <p:nvGrpSpPr>
          <p:cNvPr id="3" name="Group 18"/>
          <p:cNvGrpSpPr/>
          <p:nvPr/>
        </p:nvGrpSpPr>
        <p:grpSpPr bwMode="auto">
          <a:xfrm>
            <a:off x="2207568" y="1726405"/>
            <a:ext cx="7467600" cy="1143000"/>
            <a:chOff x="756" y="1152"/>
            <a:chExt cx="4704" cy="720"/>
          </a:xfrm>
        </p:grpSpPr>
        <p:sp>
          <p:nvSpPr>
            <p:cNvPr id="18464" name="Rectangle 10"/>
            <p:cNvSpPr>
              <a:spLocks noChangeArrowheads="1"/>
            </p:cNvSpPr>
            <p:nvPr/>
          </p:nvSpPr>
          <p:spPr bwMode="auto">
            <a:xfrm>
              <a:off x="756" y="1388"/>
              <a:ext cx="4704" cy="484"/>
            </a:xfrm>
            <a:prstGeom prst="rect">
              <a:avLst/>
            </a:prstGeom>
            <a:noFill/>
            <a:ln w="12700" cap="sq">
              <a:noFill/>
              <a:miter lim="800000"/>
            </a:ln>
          </p:spPr>
          <p:txBody>
            <a:bodyPr>
              <a:spAutoFit/>
            </a:bodyPr>
            <a:lstStyle/>
            <a:p>
              <a:pPr fontAlgn="base">
                <a:lnSpc>
                  <a:spcPct val="85000"/>
                </a:lnSpc>
                <a:spcBef>
                  <a:spcPct val="0"/>
                </a:spcBef>
              </a:pPr>
              <a:r>
                <a:rPr lang="en-US" altLang="zh-CN" sz="2600" dirty="0">
                  <a:solidFill>
                    <a:srgbClr val="FF3300"/>
                  </a:solidFill>
                </a:rPr>
                <a:t>q=(</a:t>
              </a:r>
              <a:r>
                <a:rPr lang="en-US" altLang="zh-CN" sz="2600" dirty="0" err="1">
                  <a:solidFill>
                    <a:srgbClr val="FF3300"/>
                  </a:solidFill>
                </a:rPr>
                <a:t>Nodeptr</a:t>
              </a:r>
              <a:r>
                <a:rPr lang="en-US" altLang="zh-CN" sz="2600" dirty="0">
                  <a:solidFill>
                    <a:srgbClr val="FF3300"/>
                  </a:solidFill>
                </a:rPr>
                <a:t>)</a:t>
              </a:r>
              <a:r>
                <a:rPr lang="en-US" altLang="zh-CN" sz="2600" dirty="0" err="1">
                  <a:solidFill>
                    <a:srgbClr val="FF3300"/>
                  </a:solidFill>
                </a:rPr>
                <a:t>malloc</a:t>
              </a:r>
              <a:r>
                <a:rPr lang="en-US" altLang="zh-CN" sz="2600" dirty="0">
                  <a:solidFill>
                    <a:srgbClr val="FF3300"/>
                  </a:solidFill>
                </a:rPr>
                <a:t>(</a:t>
              </a:r>
              <a:r>
                <a:rPr lang="en-US" altLang="zh-CN" sz="2600" dirty="0" err="1">
                  <a:solidFill>
                    <a:srgbClr val="FF3300"/>
                  </a:solidFill>
                </a:rPr>
                <a:t>sizeof</a:t>
              </a:r>
              <a:r>
                <a:rPr lang="en-US" altLang="zh-CN" sz="2600" dirty="0">
                  <a:solidFill>
                    <a:srgbClr val="FF3300"/>
                  </a:solidFill>
                </a:rPr>
                <a:t>(Node));</a:t>
              </a:r>
              <a:endParaRPr lang="zh-CN" altLang="en-US" sz="2200" dirty="0">
                <a:solidFill>
                  <a:srgbClr val="FF3300"/>
                </a:solidFill>
              </a:endParaRPr>
            </a:p>
            <a:p>
              <a:pPr fontAlgn="base">
                <a:lnSpc>
                  <a:spcPct val="85000"/>
                </a:lnSpc>
                <a:spcBef>
                  <a:spcPct val="0"/>
                </a:spcBef>
              </a:pPr>
              <a:r>
                <a:rPr lang="en-US" altLang="zh-CN" sz="2600" dirty="0">
                  <a:solidFill>
                    <a:srgbClr val="003399"/>
                  </a:solidFill>
                </a:rPr>
                <a:t>q</a:t>
              </a:r>
              <a:r>
                <a:rPr lang="en-US" altLang="zh-CN" sz="2600" dirty="0">
                  <a:solidFill>
                    <a:srgbClr val="003399"/>
                  </a:solidFill>
                  <a:latin typeface="宋体" pitchFamily="2" charset="-122"/>
                  <a:ea typeface="宋体" pitchFamily="2" charset="-122"/>
                </a:rPr>
                <a:t>-</a:t>
              </a:r>
              <a:r>
                <a:rPr lang="en-US" altLang="zh-CN" sz="2600" dirty="0">
                  <a:solidFill>
                    <a:srgbClr val="003399"/>
                  </a:solidFill>
                </a:rPr>
                <a:t>&gt;data=item;                 </a:t>
              </a:r>
              <a:r>
                <a:rPr lang="en-US" altLang="zh-CN" sz="2200" dirty="0">
                  <a:solidFill>
                    <a:srgbClr val="003399"/>
                  </a:solidFill>
                </a:rPr>
                <a:t>/* </a:t>
              </a:r>
              <a:r>
                <a:rPr lang="zh-CN" altLang="en-US" sz="2200" dirty="0">
                  <a:solidFill>
                    <a:srgbClr val="003399"/>
                  </a:solidFill>
                  <a:ea typeface="幼圆" pitchFamily="49" charset="-122"/>
                </a:rPr>
                <a:t>将</a:t>
              </a:r>
              <a:r>
                <a:rPr lang="en-US" altLang="zh-CN" sz="2200" dirty="0">
                  <a:solidFill>
                    <a:srgbClr val="003399"/>
                  </a:solidFill>
                </a:rPr>
                <a:t>item</a:t>
              </a:r>
              <a:r>
                <a:rPr lang="zh-CN" altLang="en-US" sz="2200" dirty="0">
                  <a:solidFill>
                    <a:srgbClr val="003399"/>
                  </a:solidFill>
                  <a:ea typeface="幼圆" pitchFamily="49" charset="-122"/>
                </a:rPr>
                <a:t>送新结点数据域</a:t>
              </a:r>
              <a:r>
                <a:rPr lang="zh-CN" altLang="en-US" sz="2200" dirty="0">
                  <a:solidFill>
                    <a:srgbClr val="003399"/>
                  </a:solidFill>
                </a:rPr>
                <a:t> */</a:t>
              </a:r>
              <a:endParaRPr lang="zh-CN" altLang="en-US" sz="2200" dirty="0">
                <a:solidFill>
                  <a:srgbClr val="003399"/>
                </a:solidFill>
              </a:endParaRPr>
            </a:p>
          </p:txBody>
        </p:sp>
        <p:sp>
          <p:nvSpPr>
            <p:cNvPr id="18465" name="AutoShape 11"/>
            <p:cNvSpPr>
              <a:spLocks noChangeArrowheads="1"/>
            </p:cNvSpPr>
            <p:nvPr/>
          </p:nvSpPr>
          <p:spPr bwMode="auto">
            <a:xfrm>
              <a:off x="3972" y="1152"/>
              <a:ext cx="1392" cy="288"/>
            </a:xfrm>
            <a:prstGeom prst="wedgeRectCallout">
              <a:avLst>
                <a:gd name="adj1" fmla="val -43894"/>
                <a:gd name="adj2" fmla="val 103472"/>
              </a:avLst>
            </a:prstGeom>
            <a:noFill/>
            <a:ln w="44450" cap="sq">
              <a:solidFill>
                <a:srgbClr val="2DB6B3"/>
              </a:solidFill>
              <a:miter lim="800000"/>
            </a:ln>
          </p:spPr>
          <p:txBody>
            <a:bodyPr anchor="ctr"/>
            <a:lstStyle/>
            <a:p>
              <a:pPr algn="ctr"/>
              <a:endParaRPr lang="zh-CN" altLang="en-US" sz="2600"/>
            </a:p>
          </p:txBody>
        </p:sp>
        <p:sp>
          <p:nvSpPr>
            <p:cNvPr id="18466" name="Rectangle 12"/>
            <p:cNvSpPr>
              <a:spLocks noChangeArrowheads="1"/>
            </p:cNvSpPr>
            <p:nvPr/>
          </p:nvSpPr>
          <p:spPr bwMode="auto">
            <a:xfrm>
              <a:off x="3984" y="1156"/>
              <a:ext cx="1443" cy="260"/>
            </a:xfrm>
            <a:prstGeom prst="rect">
              <a:avLst/>
            </a:prstGeom>
            <a:noFill/>
            <a:ln w="12700" cap="sq">
              <a:noFill/>
              <a:miter lim="800000"/>
            </a:ln>
          </p:spPr>
          <p:txBody>
            <a:bodyPr>
              <a:spAutoFit/>
            </a:bodyPr>
            <a:lstStyle/>
            <a:p>
              <a:r>
                <a:rPr lang="zh-CN" altLang="en-US" sz="2100">
                  <a:solidFill>
                    <a:srgbClr val="00297C"/>
                  </a:solidFill>
                  <a:latin typeface="宋体" pitchFamily="2" charset="-122"/>
                  <a:ea typeface="幼圆" pitchFamily="49" charset="-122"/>
                </a:rPr>
                <a:t>构造一个新结点</a:t>
              </a:r>
              <a:endParaRPr lang="zh-CN" altLang="en-US" sz="2100">
                <a:solidFill>
                  <a:srgbClr val="00297C"/>
                </a:solidFill>
                <a:latin typeface="宋体" pitchFamily="2" charset="-122"/>
                <a:ea typeface="幼圆" pitchFamily="49" charset="-122"/>
              </a:endParaRPr>
            </a:p>
          </p:txBody>
        </p:sp>
      </p:grpSp>
      <p:sp>
        <p:nvSpPr>
          <p:cNvPr id="495636" name="Rectangle 20"/>
          <p:cNvSpPr>
            <a:spLocks noChangeArrowheads="1"/>
          </p:cNvSpPr>
          <p:nvPr/>
        </p:nvSpPr>
        <p:spPr bwMode="auto">
          <a:xfrm>
            <a:off x="2267050" y="3506564"/>
            <a:ext cx="4572000" cy="727075"/>
          </a:xfrm>
          <a:prstGeom prst="rect">
            <a:avLst/>
          </a:prstGeom>
          <a:noFill/>
          <a:ln w="12700" cap="sq">
            <a:noFill/>
            <a:miter lim="800000"/>
          </a:ln>
        </p:spPr>
        <p:txBody>
          <a:bodyPr>
            <a:spAutoFit/>
          </a:bodyPr>
          <a:lstStyle/>
          <a:p>
            <a:pPr fontAlgn="base">
              <a:lnSpc>
                <a:spcPct val="80000"/>
              </a:lnSpc>
              <a:spcBef>
                <a:spcPct val="0"/>
              </a:spcBef>
            </a:pPr>
            <a:r>
              <a:rPr lang="zh-CN" altLang="en-US" sz="2600" dirty="0">
                <a:solidFill>
                  <a:srgbClr val="003399"/>
                </a:solidFill>
              </a:rPr>
              <a:t> </a:t>
            </a:r>
            <a:r>
              <a:rPr lang="en-US" altLang="zh-CN" sz="2600" dirty="0">
                <a:solidFill>
                  <a:srgbClr val="003399"/>
                </a:solidFill>
              </a:rPr>
              <a:t>q</a:t>
            </a:r>
            <a:r>
              <a:rPr lang="en-US" altLang="zh-CN" sz="2600" dirty="0">
                <a:solidFill>
                  <a:srgbClr val="003399"/>
                </a:solidFill>
                <a:latin typeface="宋体" pitchFamily="2" charset="-122"/>
                <a:ea typeface="宋体" pitchFamily="2" charset="-122"/>
              </a:rPr>
              <a:t>-</a:t>
            </a:r>
            <a:r>
              <a:rPr lang="en-US" altLang="zh-CN" sz="2600" dirty="0">
                <a:solidFill>
                  <a:srgbClr val="003399"/>
                </a:solidFill>
              </a:rPr>
              <a:t>&gt;link=p</a:t>
            </a:r>
            <a:r>
              <a:rPr lang="en-US" altLang="zh-CN" sz="2600" dirty="0">
                <a:solidFill>
                  <a:srgbClr val="003399"/>
                </a:solidFill>
                <a:latin typeface="宋体" pitchFamily="2" charset="-122"/>
                <a:ea typeface="宋体" pitchFamily="2" charset="-122"/>
              </a:rPr>
              <a:t>-</a:t>
            </a:r>
            <a:r>
              <a:rPr lang="en-US" altLang="zh-CN" sz="2600" dirty="0">
                <a:solidFill>
                  <a:srgbClr val="003399"/>
                </a:solidFill>
              </a:rPr>
              <a:t>&gt;link;</a:t>
            </a:r>
            <a:endParaRPr lang="en-US" altLang="zh-CN" sz="2600" dirty="0">
              <a:solidFill>
                <a:srgbClr val="003399"/>
              </a:solidFill>
            </a:endParaRPr>
          </a:p>
          <a:p>
            <a:pPr fontAlgn="base">
              <a:lnSpc>
                <a:spcPct val="80000"/>
              </a:lnSpc>
              <a:spcBef>
                <a:spcPct val="0"/>
              </a:spcBef>
            </a:pPr>
            <a:r>
              <a:rPr lang="en-US" altLang="zh-CN" sz="2600" dirty="0">
                <a:solidFill>
                  <a:srgbClr val="003399"/>
                </a:solidFill>
              </a:rPr>
              <a:t> p</a:t>
            </a:r>
            <a:r>
              <a:rPr lang="en-US" altLang="zh-CN" sz="2600" dirty="0">
                <a:solidFill>
                  <a:srgbClr val="003399"/>
                </a:solidFill>
                <a:latin typeface="宋体" pitchFamily="2" charset="-122"/>
                <a:ea typeface="宋体" pitchFamily="2" charset="-122"/>
              </a:rPr>
              <a:t>-</a:t>
            </a:r>
            <a:r>
              <a:rPr lang="en-US" altLang="zh-CN" sz="2600" dirty="0">
                <a:solidFill>
                  <a:srgbClr val="003399"/>
                </a:solidFill>
              </a:rPr>
              <a:t>&gt;link=q;</a:t>
            </a:r>
            <a:endParaRPr lang="en-US" altLang="zh-CN" sz="2600" dirty="0">
              <a:solidFill>
                <a:srgbClr val="003399"/>
              </a:solidFill>
            </a:endParaRPr>
          </a:p>
        </p:txBody>
      </p:sp>
      <p:grpSp>
        <p:nvGrpSpPr>
          <p:cNvPr id="4" name="Group 36"/>
          <p:cNvGrpSpPr/>
          <p:nvPr/>
        </p:nvGrpSpPr>
        <p:grpSpPr bwMode="auto">
          <a:xfrm>
            <a:off x="4162425" y="5300662"/>
            <a:ext cx="3576638" cy="1654174"/>
            <a:chOff x="1474" y="3294"/>
            <a:chExt cx="2253" cy="1042"/>
          </a:xfrm>
        </p:grpSpPr>
        <p:grpSp>
          <p:nvGrpSpPr>
            <p:cNvPr id="5" name="Group 37"/>
            <p:cNvGrpSpPr/>
            <p:nvPr/>
          </p:nvGrpSpPr>
          <p:grpSpPr bwMode="auto">
            <a:xfrm>
              <a:off x="1927" y="3546"/>
              <a:ext cx="409" cy="182"/>
              <a:chOff x="1927" y="3612"/>
              <a:chExt cx="409" cy="182"/>
            </a:xfrm>
          </p:grpSpPr>
          <p:sp>
            <p:nvSpPr>
              <p:cNvPr id="18462" name="Rectangle 38"/>
              <p:cNvSpPr>
                <a:spLocks noChangeArrowheads="1"/>
              </p:cNvSpPr>
              <p:nvPr/>
            </p:nvSpPr>
            <p:spPr bwMode="auto">
              <a:xfrm>
                <a:off x="1927" y="3612"/>
                <a:ext cx="273" cy="182"/>
              </a:xfrm>
              <a:prstGeom prst="rect">
                <a:avLst/>
              </a:prstGeom>
              <a:noFill/>
              <a:ln w="28575" cap="sq">
                <a:solidFill>
                  <a:srgbClr val="000080"/>
                </a:solidFill>
                <a:miter lim="800000"/>
              </a:ln>
            </p:spPr>
            <p:txBody>
              <a:bodyPr wrap="none" anchor="ctr"/>
              <a:lstStyle/>
              <a:p>
                <a:endParaRPr lang="zh-CN" altLang="en-US"/>
              </a:p>
            </p:txBody>
          </p:sp>
          <p:sp>
            <p:nvSpPr>
              <p:cNvPr id="18463" name="Rectangle 39"/>
              <p:cNvSpPr>
                <a:spLocks noChangeArrowheads="1"/>
              </p:cNvSpPr>
              <p:nvPr/>
            </p:nvSpPr>
            <p:spPr bwMode="auto">
              <a:xfrm>
                <a:off x="2199" y="3612"/>
                <a:ext cx="137" cy="182"/>
              </a:xfrm>
              <a:prstGeom prst="rect">
                <a:avLst/>
              </a:prstGeom>
              <a:noFill/>
              <a:ln w="28575" cap="sq">
                <a:solidFill>
                  <a:srgbClr val="000080"/>
                </a:solidFill>
                <a:miter lim="800000"/>
              </a:ln>
            </p:spPr>
            <p:txBody>
              <a:bodyPr wrap="none" anchor="ctr"/>
              <a:lstStyle/>
              <a:p>
                <a:endParaRPr lang="zh-CN" altLang="en-US"/>
              </a:p>
            </p:txBody>
          </p:sp>
        </p:grpSp>
        <p:grpSp>
          <p:nvGrpSpPr>
            <p:cNvPr id="6" name="Group 40"/>
            <p:cNvGrpSpPr/>
            <p:nvPr/>
          </p:nvGrpSpPr>
          <p:grpSpPr bwMode="auto">
            <a:xfrm>
              <a:off x="2754" y="3546"/>
              <a:ext cx="409" cy="182"/>
              <a:chOff x="1927" y="3612"/>
              <a:chExt cx="409" cy="182"/>
            </a:xfrm>
          </p:grpSpPr>
          <p:sp>
            <p:nvSpPr>
              <p:cNvPr id="18460" name="Rectangle 41"/>
              <p:cNvSpPr>
                <a:spLocks noChangeArrowheads="1"/>
              </p:cNvSpPr>
              <p:nvPr/>
            </p:nvSpPr>
            <p:spPr bwMode="auto">
              <a:xfrm>
                <a:off x="1927" y="3612"/>
                <a:ext cx="273" cy="182"/>
              </a:xfrm>
              <a:prstGeom prst="rect">
                <a:avLst/>
              </a:prstGeom>
              <a:noFill/>
              <a:ln w="28575" cap="sq">
                <a:solidFill>
                  <a:srgbClr val="000080"/>
                </a:solidFill>
                <a:miter lim="800000"/>
              </a:ln>
            </p:spPr>
            <p:txBody>
              <a:bodyPr wrap="none" anchor="ctr"/>
              <a:lstStyle/>
              <a:p>
                <a:endParaRPr lang="zh-CN" altLang="en-US"/>
              </a:p>
            </p:txBody>
          </p:sp>
          <p:sp>
            <p:nvSpPr>
              <p:cNvPr id="18461" name="Rectangle 42"/>
              <p:cNvSpPr>
                <a:spLocks noChangeArrowheads="1"/>
              </p:cNvSpPr>
              <p:nvPr/>
            </p:nvSpPr>
            <p:spPr bwMode="auto">
              <a:xfrm>
                <a:off x="2199" y="3612"/>
                <a:ext cx="137" cy="182"/>
              </a:xfrm>
              <a:prstGeom prst="rect">
                <a:avLst/>
              </a:prstGeom>
              <a:noFill/>
              <a:ln w="28575" cap="sq">
                <a:solidFill>
                  <a:srgbClr val="000080"/>
                </a:solidFill>
                <a:miter lim="800000"/>
              </a:ln>
            </p:spPr>
            <p:txBody>
              <a:bodyPr wrap="none" anchor="ctr"/>
              <a:lstStyle/>
              <a:p>
                <a:endParaRPr lang="zh-CN" altLang="en-US"/>
              </a:p>
            </p:txBody>
          </p:sp>
        </p:grpSp>
        <p:sp>
          <p:nvSpPr>
            <p:cNvPr id="18447" name="Line 43"/>
            <p:cNvSpPr>
              <a:spLocks noChangeShapeType="1"/>
            </p:cNvSpPr>
            <p:nvPr/>
          </p:nvSpPr>
          <p:spPr bwMode="auto">
            <a:xfrm>
              <a:off x="2290" y="3636"/>
              <a:ext cx="454" cy="0"/>
            </a:xfrm>
            <a:prstGeom prst="line">
              <a:avLst/>
            </a:prstGeom>
            <a:noFill/>
            <a:ln w="19050" cap="sq">
              <a:solidFill>
                <a:srgbClr val="000080"/>
              </a:solidFill>
              <a:round/>
              <a:tailEnd type="triangle" w="med" len="med"/>
            </a:ln>
          </p:spPr>
          <p:txBody>
            <a:bodyPr wrap="none" anchor="ctr"/>
            <a:lstStyle/>
            <a:p>
              <a:endParaRPr lang="zh-CN" altLang="en-US"/>
            </a:p>
          </p:txBody>
        </p:sp>
        <p:grpSp>
          <p:nvGrpSpPr>
            <p:cNvPr id="7" name="Group 44"/>
            <p:cNvGrpSpPr/>
            <p:nvPr/>
          </p:nvGrpSpPr>
          <p:grpSpPr bwMode="auto">
            <a:xfrm>
              <a:off x="2357" y="3936"/>
              <a:ext cx="409" cy="182"/>
              <a:chOff x="1927" y="3612"/>
              <a:chExt cx="409" cy="182"/>
            </a:xfrm>
          </p:grpSpPr>
          <p:sp>
            <p:nvSpPr>
              <p:cNvPr id="18458" name="Rectangle 45"/>
              <p:cNvSpPr>
                <a:spLocks noChangeArrowheads="1"/>
              </p:cNvSpPr>
              <p:nvPr/>
            </p:nvSpPr>
            <p:spPr bwMode="auto">
              <a:xfrm>
                <a:off x="1927" y="3612"/>
                <a:ext cx="273" cy="182"/>
              </a:xfrm>
              <a:prstGeom prst="rect">
                <a:avLst/>
              </a:prstGeom>
              <a:noFill/>
              <a:ln w="28575" cap="sq">
                <a:solidFill>
                  <a:srgbClr val="FF0000"/>
                </a:solidFill>
                <a:miter lim="800000"/>
              </a:ln>
            </p:spPr>
            <p:txBody>
              <a:bodyPr wrap="none" anchor="ctr"/>
              <a:lstStyle/>
              <a:p>
                <a:endParaRPr lang="zh-CN" altLang="en-US"/>
              </a:p>
            </p:txBody>
          </p:sp>
          <p:sp>
            <p:nvSpPr>
              <p:cNvPr id="18459" name="Rectangle 46"/>
              <p:cNvSpPr>
                <a:spLocks noChangeArrowheads="1"/>
              </p:cNvSpPr>
              <p:nvPr/>
            </p:nvSpPr>
            <p:spPr bwMode="auto">
              <a:xfrm>
                <a:off x="2199" y="3612"/>
                <a:ext cx="137" cy="182"/>
              </a:xfrm>
              <a:prstGeom prst="rect">
                <a:avLst/>
              </a:prstGeom>
              <a:noFill/>
              <a:ln w="28575" cap="sq">
                <a:solidFill>
                  <a:srgbClr val="FF0000"/>
                </a:solidFill>
                <a:miter lim="800000"/>
              </a:ln>
            </p:spPr>
            <p:txBody>
              <a:bodyPr wrap="none" anchor="ctr"/>
              <a:lstStyle/>
              <a:p>
                <a:endParaRPr lang="zh-CN" altLang="en-US"/>
              </a:p>
            </p:txBody>
          </p:sp>
        </p:grpSp>
        <p:sp>
          <p:nvSpPr>
            <p:cNvPr id="18449" name="Text Box 47"/>
            <p:cNvSpPr txBox="1">
              <a:spLocks noChangeArrowheads="1"/>
            </p:cNvSpPr>
            <p:nvPr/>
          </p:nvSpPr>
          <p:spPr bwMode="auto">
            <a:xfrm>
              <a:off x="1889" y="3294"/>
              <a:ext cx="192" cy="310"/>
            </a:xfrm>
            <a:prstGeom prst="rect">
              <a:avLst/>
            </a:prstGeom>
            <a:noFill/>
            <a:ln w="12700" cap="sq">
              <a:noFill/>
              <a:miter lim="800000"/>
            </a:ln>
          </p:spPr>
          <p:txBody>
            <a:bodyPr>
              <a:spAutoFit/>
            </a:bodyPr>
            <a:lstStyle/>
            <a:p>
              <a:pPr>
                <a:spcBef>
                  <a:spcPct val="0"/>
                </a:spcBef>
              </a:pPr>
              <a:r>
                <a:rPr lang="en-US" altLang="zh-CN" sz="2600" dirty="0">
                  <a:solidFill>
                    <a:srgbClr val="FF0000"/>
                  </a:solidFill>
                </a:rPr>
                <a:t>p</a:t>
              </a:r>
              <a:endParaRPr lang="en-US" altLang="zh-CN" sz="2600" dirty="0">
                <a:solidFill>
                  <a:srgbClr val="FF0000"/>
                </a:solidFill>
              </a:endParaRPr>
            </a:p>
          </p:txBody>
        </p:sp>
        <p:sp>
          <p:nvSpPr>
            <p:cNvPr id="18450" name="Text Box 48"/>
            <p:cNvSpPr txBox="1">
              <a:spLocks noChangeArrowheads="1"/>
            </p:cNvSpPr>
            <p:nvPr/>
          </p:nvSpPr>
          <p:spPr bwMode="auto">
            <a:xfrm>
              <a:off x="2280" y="4026"/>
              <a:ext cx="192" cy="310"/>
            </a:xfrm>
            <a:prstGeom prst="rect">
              <a:avLst/>
            </a:prstGeom>
            <a:noFill/>
            <a:ln w="12700" cap="sq">
              <a:noFill/>
              <a:miter lim="800000"/>
            </a:ln>
          </p:spPr>
          <p:txBody>
            <a:bodyPr>
              <a:spAutoFit/>
            </a:bodyPr>
            <a:lstStyle/>
            <a:p>
              <a:pPr>
                <a:spcBef>
                  <a:spcPct val="0"/>
                </a:spcBef>
              </a:pPr>
              <a:r>
                <a:rPr lang="en-US" altLang="zh-CN" sz="2600" dirty="0">
                  <a:solidFill>
                    <a:srgbClr val="FF0000"/>
                  </a:solidFill>
                </a:rPr>
                <a:t>q</a:t>
              </a:r>
              <a:endParaRPr lang="en-US" altLang="zh-CN" sz="2600" dirty="0">
                <a:solidFill>
                  <a:srgbClr val="FF0000"/>
                </a:solidFill>
              </a:endParaRPr>
            </a:p>
          </p:txBody>
        </p:sp>
        <p:sp>
          <p:nvSpPr>
            <p:cNvPr id="18451" name="Line 49"/>
            <p:cNvSpPr>
              <a:spLocks noChangeShapeType="1"/>
            </p:cNvSpPr>
            <p:nvPr/>
          </p:nvSpPr>
          <p:spPr bwMode="auto">
            <a:xfrm>
              <a:off x="1679" y="3636"/>
              <a:ext cx="227" cy="0"/>
            </a:xfrm>
            <a:prstGeom prst="line">
              <a:avLst/>
            </a:prstGeom>
            <a:noFill/>
            <a:ln w="19050" cap="sq">
              <a:solidFill>
                <a:srgbClr val="000080"/>
              </a:solidFill>
              <a:round/>
              <a:tailEnd type="triangle" w="med" len="med"/>
            </a:ln>
          </p:spPr>
          <p:txBody>
            <a:bodyPr wrap="none" anchor="ctr"/>
            <a:lstStyle/>
            <a:p>
              <a:endParaRPr lang="zh-CN" altLang="en-US"/>
            </a:p>
          </p:txBody>
        </p:sp>
        <p:sp>
          <p:nvSpPr>
            <p:cNvPr id="18452" name="Line 50"/>
            <p:cNvSpPr>
              <a:spLocks noChangeShapeType="1"/>
            </p:cNvSpPr>
            <p:nvPr/>
          </p:nvSpPr>
          <p:spPr bwMode="auto">
            <a:xfrm>
              <a:off x="3100" y="3636"/>
              <a:ext cx="370" cy="0"/>
            </a:xfrm>
            <a:prstGeom prst="line">
              <a:avLst/>
            </a:prstGeom>
            <a:noFill/>
            <a:ln w="19050" cap="sq">
              <a:solidFill>
                <a:srgbClr val="000080"/>
              </a:solidFill>
              <a:round/>
              <a:tailEnd type="triangle" w="med" len="med"/>
            </a:ln>
          </p:spPr>
          <p:txBody>
            <a:bodyPr wrap="none" anchor="ctr"/>
            <a:lstStyle/>
            <a:p>
              <a:endParaRPr lang="zh-CN" altLang="en-US"/>
            </a:p>
          </p:txBody>
        </p:sp>
        <p:sp>
          <p:nvSpPr>
            <p:cNvPr id="18453" name="Rectangle 51"/>
            <p:cNvSpPr>
              <a:spLocks noChangeArrowheads="1"/>
            </p:cNvSpPr>
            <p:nvPr/>
          </p:nvSpPr>
          <p:spPr bwMode="auto">
            <a:xfrm>
              <a:off x="3438" y="3465"/>
              <a:ext cx="289" cy="310"/>
            </a:xfrm>
            <a:prstGeom prst="rect">
              <a:avLst/>
            </a:prstGeom>
            <a:noFill/>
            <a:ln w="12700" cap="sq">
              <a:noFill/>
              <a:miter lim="800000"/>
            </a:ln>
          </p:spPr>
          <p:txBody>
            <a:bodyPr wrap="none">
              <a:spAutoFit/>
            </a:bodyPr>
            <a:lstStyle/>
            <a:p>
              <a:r>
                <a:rPr lang="en-US" altLang="zh-CN" sz="2600">
                  <a:solidFill>
                    <a:schemeClr val="bg1"/>
                  </a:solidFill>
                </a:rPr>
                <a:t>…</a:t>
              </a:r>
              <a:endParaRPr lang="zh-CN" altLang="en-US" sz="2600">
                <a:solidFill>
                  <a:schemeClr val="bg1"/>
                </a:solidFill>
              </a:endParaRPr>
            </a:p>
          </p:txBody>
        </p:sp>
        <p:sp>
          <p:nvSpPr>
            <p:cNvPr id="18454" name="Rectangle 52"/>
            <p:cNvSpPr>
              <a:spLocks noChangeArrowheads="1"/>
            </p:cNvSpPr>
            <p:nvPr/>
          </p:nvSpPr>
          <p:spPr bwMode="auto">
            <a:xfrm>
              <a:off x="1474" y="3476"/>
              <a:ext cx="289" cy="310"/>
            </a:xfrm>
            <a:prstGeom prst="rect">
              <a:avLst/>
            </a:prstGeom>
            <a:noFill/>
            <a:ln w="12700" cap="sq">
              <a:noFill/>
              <a:miter lim="800000"/>
            </a:ln>
          </p:spPr>
          <p:txBody>
            <a:bodyPr wrap="none">
              <a:spAutoFit/>
            </a:bodyPr>
            <a:lstStyle/>
            <a:p>
              <a:r>
                <a:rPr lang="en-US" altLang="zh-CN" sz="2600">
                  <a:solidFill>
                    <a:schemeClr val="bg1"/>
                  </a:solidFill>
                </a:rPr>
                <a:t>…</a:t>
              </a:r>
              <a:endParaRPr lang="zh-CN" altLang="en-US" sz="2600">
                <a:solidFill>
                  <a:schemeClr val="bg1"/>
                </a:solidFill>
              </a:endParaRPr>
            </a:p>
          </p:txBody>
        </p:sp>
        <p:sp>
          <p:nvSpPr>
            <p:cNvPr id="18455" name="Text Box 53"/>
            <p:cNvSpPr txBox="1">
              <a:spLocks noChangeArrowheads="1"/>
            </p:cNvSpPr>
            <p:nvPr/>
          </p:nvSpPr>
          <p:spPr bwMode="auto">
            <a:xfrm>
              <a:off x="2318" y="3884"/>
              <a:ext cx="441" cy="310"/>
            </a:xfrm>
            <a:prstGeom prst="rect">
              <a:avLst/>
            </a:prstGeom>
            <a:noFill/>
            <a:ln w="12700" cap="sq">
              <a:noFill/>
              <a:miter lim="800000"/>
            </a:ln>
          </p:spPr>
          <p:txBody>
            <a:bodyPr wrap="none">
              <a:spAutoFit/>
            </a:bodyPr>
            <a:lstStyle/>
            <a:p>
              <a:r>
                <a:rPr lang="en-US" altLang="zh-CN" sz="2600">
                  <a:solidFill>
                    <a:srgbClr val="000099"/>
                  </a:solidFill>
                </a:rPr>
                <a:t>item</a:t>
              </a:r>
              <a:endParaRPr lang="en-US" altLang="zh-CN" sz="2600">
                <a:solidFill>
                  <a:srgbClr val="000099"/>
                </a:solidFill>
              </a:endParaRPr>
            </a:p>
          </p:txBody>
        </p:sp>
        <p:sp>
          <p:nvSpPr>
            <p:cNvPr id="18456" name="Line 54"/>
            <p:cNvSpPr>
              <a:spLocks noChangeShapeType="1"/>
            </p:cNvSpPr>
            <p:nvPr/>
          </p:nvSpPr>
          <p:spPr bwMode="auto">
            <a:xfrm flipV="1">
              <a:off x="2699" y="3748"/>
              <a:ext cx="136" cy="272"/>
            </a:xfrm>
            <a:prstGeom prst="line">
              <a:avLst/>
            </a:prstGeom>
            <a:noFill/>
            <a:ln w="28575" cap="sq">
              <a:solidFill>
                <a:schemeClr val="accent2"/>
              </a:solidFill>
              <a:round/>
              <a:tailEnd type="triangle" w="med" len="med"/>
            </a:ln>
          </p:spPr>
          <p:txBody>
            <a:bodyPr wrap="none" anchor="ctr"/>
            <a:lstStyle/>
            <a:p>
              <a:endParaRPr lang="zh-CN" altLang="en-US"/>
            </a:p>
          </p:txBody>
        </p:sp>
        <p:sp>
          <p:nvSpPr>
            <p:cNvPr id="18457" name="Line 55"/>
            <p:cNvSpPr>
              <a:spLocks noChangeShapeType="1"/>
            </p:cNvSpPr>
            <p:nvPr/>
          </p:nvSpPr>
          <p:spPr bwMode="auto">
            <a:xfrm>
              <a:off x="2245" y="3657"/>
              <a:ext cx="181" cy="272"/>
            </a:xfrm>
            <a:prstGeom prst="line">
              <a:avLst/>
            </a:prstGeom>
            <a:noFill/>
            <a:ln w="28575" cap="sq">
              <a:solidFill>
                <a:srgbClr val="FF0000"/>
              </a:solidFill>
              <a:round/>
              <a:tailEnd type="triangle" w="med" len="med"/>
            </a:ln>
          </p:spPr>
          <p:txBody>
            <a:bodyPr wrap="none" anchor="ctr"/>
            <a:lstStyle/>
            <a:p>
              <a:endParaRPr lang="zh-CN" altLang="en-US"/>
            </a:p>
          </p:txBody>
        </p:sp>
      </p:grpSp>
      <p:grpSp>
        <p:nvGrpSpPr>
          <p:cNvPr id="8" name="Group 56"/>
          <p:cNvGrpSpPr/>
          <p:nvPr/>
        </p:nvGrpSpPr>
        <p:grpSpPr bwMode="auto">
          <a:xfrm>
            <a:off x="6155681" y="4772819"/>
            <a:ext cx="3141662" cy="606425"/>
            <a:chOff x="3033" y="3064"/>
            <a:chExt cx="1979" cy="382"/>
          </a:xfrm>
        </p:grpSpPr>
        <p:sp>
          <p:nvSpPr>
            <p:cNvPr id="18443" name="Rectangle 57"/>
            <p:cNvSpPr>
              <a:spLocks noChangeArrowheads="1"/>
            </p:cNvSpPr>
            <p:nvPr/>
          </p:nvSpPr>
          <p:spPr bwMode="auto">
            <a:xfrm>
              <a:off x="3033" y="3064"/>
              <a:ext cx="1951" cy="363"/>
            </a:xfrm>
            <a:prstGeom prst="rect">
              <a:avLst/>
            </a:prstGeom>
            <a:solidFill>
              <a:srgbClr val="FFFF00"/>
            </a:solidFill>
            <a:ln w="12700" cap="sq">
              <a:noFill/>
              <a:miter lim="800000"/>
            </a:ln>
            <a:effectLst>
              <a:outerShdw dist="107763" dir="2700000" algn="ctr" rotWithShape="0">
                <a:srgbClr val="969696"/>
              </a:outerShdw>
            </a:effectLst>
          </p:spPr>
          <p:txBody>
            <a:bodyPr wrap="none" anchor="ctr"/>
            <a:lstStyle/>
            <a:p>
              <a:endParaRPr lang="zh-CN" altLang="en-US"/>
            </a:p>
          </p:txBody>
        </p:sp>
        <p:sp>
          <p:nvSpPr>
            <p:cNvPr id="18444" name="Rectangle 58"/>
            <p:cNvSpPr>
              <a:spLocks noChangeArrowheads="1"/>
            </p:cNvSpPr>
            <p:nvPr/>
          </p:nvSpPr>
          <p:spPr bwMode="auto">
            <a:xfrm rot="-57975">
              <a:off x="3152" y="3081"/>
              <a:ext cx="1860" cy="365"/>
            </a:xfrm>
            <a:prstGeom prst="rect">
              <a:avLst/>
            </a:prstGeom>
            <a:noFill/>
            <a:ln w="12700" cap="sq">
              <a:noFill/>
              <a:miter lim="800000"/>
            </a:ln>
            <a:effectLst>
              <a:outerShdw dist="12700" dir="5400000" algn="ctr" rotWithShape="0">
                <a:srgbClr val="000000"/>
              </a:outerShdw>
            </a:effectLst>
          </p:spPr>
          <p:txBody>
            <a:bodyPr>
              <a:spAutoFit/>
            </a:bodyPr>
            <a:lstStyle/>
            <a:p>
              <a:r>
                <a:rPr lang="zh-CN" altLang="en-US" sz="2800">
                  <a:solidFill>
                    <a:srgbClr val="FF3300"/>
                  </a:solidFill>
                  <a:latin typeface="黑体" panose="02010609060101010101" pitchFamily="2" charset="-122"/>
                  <a:ea typeface="黑体" panose="02010609060101010101" pitchFamily="2" charset="-122"/>
                </a:rPr>
                <a:t>时间复杂度</a:t>
              </a:r>
              <a:r>
                <a:rPr lang="en-US" altLang="zh-CN" sz="3200">
                  <a:solidFill>
                    <a:srgbClr val="FF3300"/>
                  </a:solidFill>
                  <a:ea typeface="黑体" panose="02010609060101010101" pitchFamily="2" charset="-122"/>
                </a:rPr>
                <a:t>O(1)</a:t>
              </a:r>
              <a:endParaRPr lang="zh-CN" altLang="en-US" sz="3200">
                <a:solidFill>
                  <a:srgbClr val="FF3300"/>
                </a:solidFill>
                <a:ea typeface="黑体" panose="02010609060101010101" pitchFamily="2" charset="-122"/>
              </a:endParaRPr>
            </a:p>
          </p:txBody>
        </p:sp>
      </p:grpSp>
      <p:sp>
        <p:nvSpPr>
          <p:cNvPr id="37" name="Text Box 21"/>
          <p:cNvSpPr txBox="1">
            <a:spLocks noChangeArrowheads="1"/>
          </p:cNvSpPr>
          <p:nvPr/>
        </p:nvSpPr>
        <p:spPr bwMode="auto">
          <a:xfrm>
            <a:off x="1510458" y="1059409"/>
            <a:ext cx="8640960" cy="4653582"/>
          </a:xfrm>
          <a:prstGeom prst="rect">
            <a:avLst/>
          </a:prstGeom>
          <a:noFill/>
          <a:ln w="9525">
            <a:noFill/>
            <a:miter lim="800000"/>
          </a:ln>
        </p:spPr>
        <p:txBody>
          <a:bodyPr wrap="square">
            <a:spAutoFit/>
          </a:bodyPr>
          <a:lstStyle/>
          <a:p>
            <a:pPr algn="just" fontAlgn="base">
              <a:lnSpc>
                <a:spcPct val="75000"/>
              </a:lnSpc>
              <a:spcBef>
                <a:spcPct val="0"/>
              </a:spcBef>
            </a:pPr>
            <a:r>
              <a:rPr lang="en-US" altLang="zh-CN" sz="2600" dirty="0">
                <a:solidFill>
                  <a:srgbClr val="003399"/>
                </a:solidFill>
              </a:rPr>
              <a:t>void  </a:t>
            </a:r>
            <a:r>
              <a:rPr lang="en-US" altLang="zh-CN" sz="2600" dirty="0" err="1">
                <a:solidFill>
                  <a:srgbClr val="003399"/>
                </a:solidFill>
              </a:rPr>
              <a:t>insertNode</a:t>
            </a:r>
            <a:r>
              <a:rPr lang="en-US" altLang="zh-CN" sz="2600" dirty="0">
                <a:solidFill>
                  <a:srgbClr val="003399"/>
                </a:solidFill>
              </a:rPr>
              <a:t>(</a:t>
            </a:r>
            <a:r>
              <a:rPr lang="en-US" altLang="zh-CN" sz="2600" dirty="0" err="1">
                <a:solidFill>
                  <a:srgbClr val="003399"/>
                </a:solidFill>
              </a:rPr>
              <a:t>Nodeptr</a:t>
            </a:r>
            <a:r>
              <a:rPr lang="en-US" altLang="zh-CN" sz="2600" dirty="0">
                <a:solidFill>
                  <a:srgbClr val="003399"/>
                </a:solidFill>
              </a:rPr>
              <a:t> p, </a:t>
            </a:r>
            <a:r>
              <a:rPr lang="en-US" altLang="zh-CN" sz="2600" dirty="0" err="1">
                <a:solidFill>
                  <a:srgbClr val="003399"/>
                </a:solidFill>
              </a:rPr>
              <a:t>ElemType</a:t>
            </a:r>
            <a:r>
              <a:rPr lang="en-US" altLang="zh-CN" sz="2600" dirty="0">
                <a:solidFill>
                  <a:srgbClr val="003399"/>
                </a:solidFill>
              </a:rPr>
              <a:t> item)</a:t>
            </a:r>
            <a:endParaRPr lang="en-US" altLang="zh-CN" sz="2600" dirty="0">
              <a:solidFill>
                <a:srgbClr val="003399"/>
              </a:solidFill>
            </a:endParaRPr>
          </a:p>
          <a:p>
            <a:pPr algn="just" fontAlgn="base">
              <a:lnSpc>
                <a:spcPct val="75000"/>
              </a:lnSpc>
              <a:spcBef>
                <a:spcPct val="0"/>
              </a:spcBef>
            </a:pPr>
            <a:r>
              <a:rPr lang="en-US" altLang="zh-CN" sz="2600" dirty="0">
                <a:solidFill>
                  <a:srgbClr val="003399"/>
                </a:solidFill>
              </a:rPr>
              <a:t>{    </a:t>
            </a:r>
            <a:endParaRPr lang="en-US" altLang="zh-CN" sz="2600" dirty="0">
              <a:solidFill>
                <a:srgbClr val="003399"/>
              </a:solidFill>
            </a:endParaRPr>
          </a:p>
          <a:p>
            <a:pPr algn="just" fontAlgn="base">
              <a:lnSpc>
                <a:spcPct val="75000"/>
              </a:lnSpc>
              <a:spcBef>
                <a:spcPct val="0"/>
              </a:spcBef>
            </a:pPr>
            <a:r>
              <a:rPr lang="en-US" altLang="zh-CN" sz="2600" dirty="0">
                <a:solidFill>
                  <a:srgbClr val="003399"/>
                </a:solidFill>
              </a:rPr>
              <a:t>          </a:t>
            </a:r>
            <a:r>
              <a:rPr lang="en-US" altLang="zh-CN" sz="2600" dirty="0" err="1">
                <a:solidFill>
                  <a:srgbClr val="003399"/>
                </a:solidFill>
              </a:rPr>
              <a:t>Nodeptr</a:t>
            </a:r>
            <a:r>
              <a:rPr lang="en-US" altLang="zh-CN" sz="2600" dirty="0">
                <a:solidFill>
                  <a:srgbClr val="003399"/>
                </a:solidFill>
              </a:rPr>
              <a:t> q;</a:t>
            </a:r>
            <a:endParaRPr lang="en-US" altLang="zh-CN" sz="2600" dirty="0">
              <a:solidFill>
                <a:srgbClr val="003399"/>
              </a:solidFill>
            </a:endParaRPr>
          </a:p>
          <a:p>
            <a:pPr algn="just" fontAlgn="base">
              <a:lnSpc>
                <a:spcPct val="75000"/>
              </a:lnSpc>
              <a:spcBef>
                <a:spcPct val="0"/>
              </a:spcBef>
            </a:pPr>
            <a:endParaRPr lang="zh-CN" altLang="en-US" sz="2600" dirty="0">
              <a:solidFill>
                <a:srgbClr val="003399"/>
              </a:solidFill>
            </a:endParaRPr>
          </a:p>
          <a:p>
            <a:pPr algn="just" fontAlgn="base">
              <a:lnSpc>
                <a:spcPct val="75000"/>
              </a:lnSpc>
              <a:spcBef>
                <a:spcPct val="0"/>
              </a:spcBef>
            </a:pPr>
            <a:endParaRPr lang="zh-CN" altLang="en-US" sz="2600" dirty="0">
              <a:solidFill>
                <a:srgbClr val="003399"/>
              </a:solidFill>
            </a:endParaRPr>
          </a:p>
          <a:p>
            <a:pPr algn="just" fontAlgn="base">
              <a:lnSpc>
                <a:spcPct val="75000"/>
              </a:lnSpc>
              <a:spcBef>
                <a:spcPct val="0"/>
              </a:spcBef>
            </a:pPr>
            <a:endParaRPr lang="zh-CN" altLang="en-US" sz="2600" dirty="0">
              <a:solidFill>
                <a:srgbClr val="003399"/>
              </a:solidFill>
            </a:endParaRPr>
          </a:p>
          <a:p>
            <a:pPr algn="just" fontAlgn="base">
              <a:lnSpc>
                <a:spcPct val="75000"/>
              </a:lnSpc>
              <a:spcBef>
                <a:spcPct val="0"/>
              </a:spcBef>
            </a:pPr>
            <a:r>
              <a:rPr lang="zh-CN" altLang="en-US" sz="2600" dirty="0">
                <a:solidFill>
                  <a:srgbClr val="003399"/>
                </a:solidFill>
              </a:rPr>
              <a:t>         </a:t>
            </a:r>
            <a:r>
              <a:rPr lang="en-US" altLang="zh-CN" sz="2600" dirty="0">
                <a:solidFill>
                  <a:srgbClr val="003399"/>
                </a:solidFill>
              </a:rPr>
              <a:t>q-&gt;link = NULL;</a:t>
            </a:r>
            <a:endParaRPr lang="zh-CN" altLang="en-US" sz="2600" dirty="0">
              <a:solidFill>
                <a:srgbClr val="003399"/>
              </a:solidFill>
            </a:endParaRPr>
          </a:p>
          <a:p>
            <a:pPr algn="just" fontAlgn="base">
              <a:lnSpc>
                <a:spcPct val="75000"/>
              </a:lnSpc>
              <a:spcBef>
                <a:spcPct val="0"/>
              </a:spcBef>
            </a:pPr>
            <a:endParaRPr lang="zh-CN" altLang="en-US" sz="2600" dirty="0">
              <a:solidFill>
                <a:srgbClr val="003399"/>
              </a:solidFill>
            </a:endParaRPr>
          </a:p>
          <a:p>
            <a:pPr algn="just" fontAlgn="base">
              <a:lnSpc>
                <a:spcPct val="75000"/>
              </a:lnSpc>
              <a:spcBef>
                <a:spcPct val="0"/>
              </a:spcBef>
            </a:pPr>
            <a:endParaRPr lang="zh-CN" altLang="en-US" sz="2600" dirty="0">
              <a:solidFill>
                <a:srgbClr val="003399"/>
              </a:solidFill>
            </a:endParaRPr>
          </a:p>
          <a:p>
            <a:pPr algn="just" fontAlgn="base">
              <a:lnSpc>
                <a:spcPct val="75000"/>
              </a:lnSpc>
              <a:spcBef>
                <a:spcPct val="0"/>
              </a:spcBef>
            </a:pPr>
            <a:endParaRPr lang="zh-CN" altLang="en-US" sz="2600" dirty="0">
              <a:solidFill>
                <a:srgbClr val="003399"/>
              </a:solidFill>
            </a:endParaRPr>
          </a:p>
          <a:p>
            <a:pPr algn="just" fontAlgn="base">
              <a:lnSpc>
                <a:spcPct val="75000"/>
              </a:lnSpc>
              <a:spcBef>
                <a:spcPct val="0"/>
              </a:spcBef>
            </a:pPr>
            <a:endParaRPr lang="zh-CN" altLang="en-US" sz="2600" dirty="0">
              <a:solidFill>
                <a:srgbClr val="003399"/>
              </a:solidFill>
            </a:endParaRPr>
          </a:p>
          <a:p>
            <a:pPr algn="just" fontAlgn="base">
              <a:lnSpc>
                <a:spcPct val="75000"/>
              </a:lnSpc>
              <a:spcBef>
                <a:spcPct val="0"/>
              </a:spcBef>
            </a:pPr>
            <a:endParaRPr lang="zh-CN" altLang="en-US" sz="2600" dirty="0">
              <a:solidFill>
                <a:srgbClr val="003399"/>
              </a:solidFill>
            </a:endParaRPr>
          </a:p>
          <a:p>
            <a:pPr algn="just" fontAlgn="base">
              <a:lnSpc>
                <a:spcPct val="75000"/>
              </a:lnSpc>
              <a:spcBef>
                <a:spcPct val="0"/>
              </a:spcBef>
            </a:pPr>
            <a:endParaRPr lang="zh-CN" altLang="en-US" sz="2600" dirty="0">
              <a:solidFill>
                <a:srgbClr val="003399"/>
              </a:solidFill>
            </a:endParaRPr>
          </a:p>
          <a:p>
            <a:pPr algn="just" fontAlgn="base">
              <a:lnSpc>
                <a:spcPct val="75000"/>
              </a:lnSpc>
              <a:spcBef>
                <a:spcPct val="0"/>
              </a:spcBef>
            </a:pPr>
            <a:endParaRPr lang="zh-CN" altLang="en-US" sz="2600" dirty="0">
              <a:solidFill>
                <a:srgbClr val="003399"/>
              </a:solidFill>
            </a:endParaRPr>
          </a:p>
          <a:p>
            <a:pPr algn="just" fontAlgn="base">
              <a:lnSpc>
                <a:spcPct val="75000"/>
              </a:lnSpc>
              <a:spcBef>
                <a:spcPct val="15000"/>
              </a:spcBef>
            </a:pPr>
            <a:r>
              <a:rPr lang="zh-CN" altLang="en-US" sz="2600" dirty="0">
                <a:solidFill>
                  <a:srgbClr val="003399"/>
                </a:solidFill>
              </a:rPr>
              <a:t>}</a:t>
            </a:r>
            <a:endParaRPr kumimoji="1" lang="zh-CN" altLang="en-US" sz="2600" dirty="0">
              <a:solidFill>
                <a:srgbClr val="003399"/>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dissolve">
                                      <p:cBhvr>
                                        <p:cTn id="7" dur="5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grpId="0" nodeType="clickEffect">
                                  <p:stCondLst>
                                    <p:cond delay="0"/>
                                  </p:stCondLst>
                                  <p:childTnLst>
                                    <p:set>
                                      <p:cBhvr>
                                        <p:cTn id="16" dur="1" fill="hold">
                                          <p:stCondLst>
                                            <p:cond delay="0"/>
                                          </p:stCondLst>
                                        </p:cTn>
                                        <p:tgtEl>
                                          <p:spTgt spid="495636"/>
                                        </p:tgtEl>
                                        <p:attrNameLst>
                                          <p:attrName>style.visibility</p:attrName>
                                        </p:attrNameLst>
                                      </p:cBhvr>
                                      <p:to>
                                        <p:strVal val="visible"/>
                                      </p:to>
                                    </p:set>
                                    <p:animEffect transition="in" filter="wipe(right)">
                                      <p:cBhvr>
                                        <p:cTn id="17" dur="500"/>
                                        <p:tgtEl>
                                          <p:spTgt spid="495636"/>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2"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additive="base">
                                        <p:cTn id="22" dur="500" fill="hold"/>
                                        <p:tgtEl>
                                          <p:spTgt spid="8"/>
                                        </p:tgtEl>
                                        <p:attrNameLst>
                                          <p:attrName>ppt_x</p:attrName>
                                        </p:attrNameLst>
                                      </p:cBhvr>
                                      <p:tavLst>
                                        <p:tav tm="0">
                                          <p:val>
                                            <p:strVal val="1+#ppt_w/2"/>
                                          </p:val>
                                        </p:tav>
                                        <p:tav tm="100000">
                                          <p:val>
                                            <p:strVal val="#ppt_x"/>
                                          </p:val>
                                        </p:tav>
                                      </p:tavLst>
                                    </p:anim>
                                    <p:anim calcmode="lin" valueType="num">
                                      <p:cBhvr additive="base">
                                        <p:cTn id="23"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5636" grpId="0" autoUpdateAnimBg="0"/>
      <p:bldP spid="37" grpId="0"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bwMode="auto">
          <a:xfrm>
            <a:off x="819150" y="75062"/>
            <a:ext cx="7943850" cy="1066800"/>
            <a:chOff x="384" y="156"/>
            <a:chExt cx="5004" cy="672"/>
          </a:xfrm>
        </p:grpSpPr>
        <p:sp>
          <p:nvSpPr>
            <p:cNvPr id="19571" name="Rectangle 3"/>
            <p:cNvSpPr>
              <a:spLocks noChangeArrowheads="1"/>
            </p:cNvSpPr>
            <p:nvPr/>
          </p:nvSpPr>
          <p:spPr bwMode="auto">
            <a:xfrm>
              <a:off x="384" y="156"/>
              <a:ext cx="4848" cy="672"/>
            </a:xfrm>
            <a:prstGeom prst="rect">
              <a:avLst/>
            </a:prstGeom>
            <a:solidFill>
              <a:srgbClr val="E1F0FF"/>
            </a:solidFill>
            <a:ln w="12700" cap="sq">
              <a:noFill/>
              <a:miter lim="800000"/>
            </a:ln>
            <a:effectLst>
              <a:outerShdw dist="117088" dir="2436078" algn="ctr" rotWithShape="0">
                <a:srgbClr val="B2B2B2"/>
              </a:outerShdw>
            </a:effectLst>
          </p:spPr>
          <p:txBody>
            <a:bodyPr wrap="none" anchor="ctr"/>
            <a:lstStyle/>
            <a:p>
              <a:endParaRPr lang="zh-CN" altLang="en-US"/>
            </a:p>
          </p:txBody>
        </p:sp>
        <p:sp>
          <p:nvSpPr>
            <p:cNvPr id="19572" name="Rectangle 4"/>
            <p:cNvSpPr>
              <a:spLocks noChangeArrowheads="1"/>
            </p:cNvSpPr>
            <p:nvPr/>
          </p:nvSpPr>
          <p:spPr bwMode="auto">
            <a:xfrm>
              <a:off x="396" y="240"/>
              <a:ext cx="4992" cy="516"/>
            </a:xfrm>
            <a:prstGeom prst="rect">
              <a:avLst/>
            </a:prstGeom>
            <a:noFill/>
            <a:ln w="12700" cap="sq">
              <a:noFill/>
              <a:miter lim="800000"/>
            </a:ln>
            <a:effectLst>
              <a:outerShdw dist="12700" dir="5400000" algn="ctr" rotWithShape="0">
                <a:schemeClr val="bg1"/>
              </a:outerShdw>
            </a:effectLst>
          </p:spPr>
          <p:txBody>
            <a:bodyPr>
              <a:spAutoFit/>
            </a:bodyPr>
            <a:lstStyle/>
            <a:p>
              <a:pPr eaLnBrk="1" fontAlgn="base" hangingPunct="1">
                <a:lnSpc>
                  <a:spcPct val="85000"/>
                </a:lnSpc>
                <a:spcBef>
                  <a:spcPct val="0"/>
                </a:spcBef>
              </a:pPr>
              <a:r>
                <a:rPr kumimoji="1" lang="zh-CN" altLang="en-US" sz="2800" dirty="0">
                  <a:solidFill>
                    <a:schemeClr val="accent2"/>
                  </a:solidFill>
                  <a:latin typeface="黑体" panose="02010609060101010101" pitchFamily="2" charset="-122"/>
                  <a:ea typeface="黑体" panose="02010609060101010101" pitchFamily="2" charset="-122"/>
                </a:rPr>
                <a:t> </a:t>
              </a:r>
              <a:r>
                <a:rPr kumimoji="1" lang="zh-CN" altLang="en-US" sz="2800" dirty="0">
                  <a:solidFill>
                    <a:schemeClr val="accent2"/>
                  </a:solidFill>
                  <a:ea typeface="黑体" panose="02010609060101010101" pitchFamily="2" charset="-122"/>
                </a:rPr>
                <a:t>5 . </a:t>
              </a:r>
              <a:r>
                <a:rPr kumimoji="1" lang="zh-CN" altLang="en-US" sz="2800" dirty="0">
                  <a:solidFill>
                    <a:schemeClr val="accent2"/>
                  </a:solidFill>
                  <a:latin typeface="黑体" panose="02010609060101010101" pitchFamily="2" charset="-122"/>
                  <a:ea typeface="黑体" panose="02010609060101010101" pitchFamily="2" charset="-122"/>
                </a:rPr>
                <a:t>在线性链表中第</a:t>
              </a:r>
              <a:r>
                <a:rPr kumimoji="1" lang="en-US" altLang="zh-CN" sz="2800" dirty="0">
                  <a:solidFill>
                    <a:schemeClr val="accent2"/>
                  </a:solidFill>
                  <a:ea typeface="黑体" panose="02010609060101010101" pitchFamily="2" charset="-122"/>
                </a:rPr>
                <a:t>n(n&gt;0)</a:t>
              </a:r>
              <a:r>
                <a:rPr kumimoji="1" lang="zh-CN" altLang="en-US" sz="2800" dirty="0">
                  <a:solidFill>
                    <a:schemeClr val="accent2"/>
                  </a:solidFill>
                  <a:latin typeface="黑体" panose="02010609060101010101" pitchFamily="2" charset="-122"/>
                  <a:ea typeface="黑体" panose="02010609060101010101" pitchFamily="2" charset="-122"/>
                </a:rPr>
                <a:t>个结点后面插入一个     </a:t>
              </a:r>
              <a:endParaRPr kumimoji="1" lang="zh-CN" altLang="en-US" sz="2800" dirty="0">
                <a:solidFill>
                  <a:schemeClr val="accent2"/>
                </a:solidFill>
                <a:latin typeface="黑体" panose="02010609060101010101" pitchFamily="2" charset="-122"/>
                <a:ea typeface="黑体" panose="02010609060101010101" pitchFamily="2" charset="-122"/>
              </a:endParaRPr>
            </a:p>
            <a:p>
              <a:pPr eaLnBrk="1" fontAlgn="base" hangingPunct="1">
                <a:lnSpc>
                  <a:spcPct val="85000"/>
                </a:lnSpc>
                <a:spcBef>
                  <a:spcPct val="0"/>
                </a:spcBef>
              </a:pPr>
              <a:r>
                <a:rPr kumimoji="1" lang="zh-CN" altLang="en-US" sz="2800" dirty="0">
                  <a:solidFill>
                    <a:schemeClr val="accent2"/>
                  </a:solidFill>
                  <a:latin typeface="黑体" panose="02010609060101010101" pitchFamily="2" charset="-122"/>
                  <a:ea typeface="黑体" panose="02010609060101010101" pitchFamily="2" charset="-122"/>
                </a:rPr>
                <a:t>    数据项为</a:t>
              </a:r>
              <a:r>
                <a:rPr kumimoji="1" lang="en-US" altLang="zh-CN" sz="2800" dirty="0">
                  <a:solidFill>
                    <a:schemeClr val="accent2"/>
                  </a:solidFill>
                  <a:ea typeface="黑体" panose="02010609060101010101" pitchFamily="2" charset="-122"/>
                </a:rPr>
                <a:t>item</a:t>
              </a:r>
              <a:r>
                <a:rPr kumimoji="1" lang="zh-CN" altLang="en-US" sz="2800" dirty="0">
                  <a:solidFill>
                    <a:schemeClr val="accent2"/>
                  </a:solidFill>
                  <a:latin typeface="黑体" panose="02010609060101010101" pitchFamily="2" charset="-122"/>
                  <a:ea typeface="黑体" panose="02010609060101010101" pitchFamily="2" charset="-122"/>
                </a:rPr>
                <a:t>的新结点</a:t>
              </a:r>
              <a:endParaRPr kumimoji="1" lang="zh-CN" altLang="en-US" sz="2800" dirty="0">
                <a:solidFill>
                  <a:schemeClr val="accent2"/>
                </a:solidFill>
                <a:latin typeface="黑体" panose="02010609060101010101" pitchFamily="2" charset="-122"/>
                <a:ea typeface="黑体" panose="02010609060101010101" pitchFamily="2" charset="-122"/>
              </a:endParaRPr>
            </a:p>
          </p:txBody>
        </p:sp>
      </p:grpSp>
      <p:grpSp>
        <p:nvGrpSpPr>
          <p:cNvPr id="3" name="Group 9"/>
          <p:cNvGrpSpPr/>
          <p:nvPr/>
        </p:nvGrpSpPr>
        <p:grpSpPr bwMode="auto">
          <a:xfrm>
            <a:off x="2209800" y="1524000"/>
            <a:ext cx="7239000" cy="2895600"/>
            <a:chOff x="432" y="1104"/>
            <a:chExt cx="4560" cy="1824"/>
          </a:xfrm>
        </p:grpSpPr>
        <p:sp>
          <p:nvSpPr>
            <p:cNvPr id="19568" name="Rectangle 6"/>
            <p:cNvSpPr>
              <a:spLocks noChangeArrowheads="1"/>
            </p:cNvSpPr>
            <p:nvPr/>
          </p:nvSpPr>
          <p:spPr bwMode="auto">
            <a:xfrm>
              <a:off x="720" y="1200"/>
              <a:ext cx="4272" cy="1728"/>
            </a:xfrm>
            <a:prstGeom prst="rect">
              <a:avLst/>
            </a:prstGeom>
            <a:solidFill>
              <a:srgbClr val="CCFFFF"/>
            </a:solidFill>
            <a:ln w="12700" cap="sq">
              <a:noFill/>
              <a:miter lim="800000"/>
            </a:ln>
            <a:effectLst>
              <a:outerShdw dist="152928" dir="2498012" algn="ctr" rotWithShape="0">
                <a:srgbClr val="B2B2B2"/>
              </a:outerShdw>
            </a:effectLst>
          </p:spPr>
          <p:txBody>
            <a:bodyPr wrap="none" anchor="ctr"/>
            <a:lstStyle/>
            <a:p>
              <a:endParaRPr lang="zh-CN" altLang="en-US"/>
            </a:p>
          </p:txBody>
        </p:sp>
        <p:sp>
          <p:nvSpPr>
            <p:cNvPr id="19569" name="AutoShape 7"/>
            <p:cNvSpPr>
              <a:spLocks noChangeArrowheads="1"/>
            </p:cNvSpPr>
            <p:nvPr/>
          </p:nvSpPr>
          <p:spPr bwMode="auto">
            <a:xfrm>
              <a:off x="432" y="1104"/>
              <a:ext cx="2688" cy="576"/>
            </a:xfrm>
            <a:prstGeom prst="irregularSeal2">
              <a:avLst/>
            </a:prstGeom>
            <a:solidFill>
              <a:srgbClr val="FFE6CD"/>
            </a:solidFill>
            <a:ln w="12700" cap="sq">
              <a:noFill/>
              <a:miter lim="800000"/>
            </a:ln>
            <a:effectLst>
              <a:outerShdw dist="81320" dir="2319588" algn="ctr" rotWithShape="0">
                <a:srgbClr val="B2B2B2"/>
              </a:outerShdw>
            </a:effectLst>
          </p:spPr>
          <p:txBody>
            <a:bodyPr wrap="none" anchor="ctr"/>
            <a:lstStyle/>
            <a:p>
              <a:endParaRPr lang="zh-CN" altLang="en-US"/>
            </a:p>
          </p:txBody>
        </p:sp>
        <p:sp>
          <p:nvSpPr>
            <p:cNvPr id="19570" name="Text Box 8"/>
            <p:cNvSpPr txBox="1">
              <a:spLocks noChangeArrowheads="1"/>
            </p:cNvSpPr>
            <p:nvPr/>
          </p:nvSpPr>
          <p:spPr bwMode="auto">
            <a:xfrm rot="21321982">
              <a:off x="855" y="1255"/>
              <a:ext cx="1525" cy="320"/>
            </a:xfrm>
            <a:prstGeom prst="rect">
              <a:avLst/>
            </a:prstGeom>
            <a:noFill/>
            <a:ln w="12700" cap="sq">
              <a:noFill/>
              <a:miter lim="800000"/>
            </a:ln>
            <a:effectLst>
              <a:outerShdw dist="12700" algn="ctr" rotWithShape="0">
                <a:srgbClr val="000000"/>
              </a:outerShdw>
            </a:effectLst>
          </p:spPr>
          <p:txBody>
            <a:bodyPr wrap="none">
              <a:spAutoFit/>
            </a:bodyPr>
            <a:lstStyle/>
            <a:p>
              <a:pPr>
                <a:spcBef>
                  <a:spcPct val="0"/>
                </a:spcBef>
              </a:pPr>
              <a:r>
                <a:rPr kumimoji="1" lang="zh-CN" altLang="en-US" sz="2700" dirty="0">
                  <a:solidFill>
                    <a:srgbClr val="FF3300"/>
                  </a:solidFill>
                  <a:latin typeface="黑体" panose="02010609060101010101" pitchFamily="2" charset="-122"/>
                  <a:ea typeface="黑体" panose="02010609060101010101" pitchFamily="2" charset="-122"/>
                </a:rPr>
                <a:t>寻找第</a:t>
              </a:r>
              <a:r>
                <a:rPr kumimoji="1" lang="en-US" altLang="zh-CN" sz="2700" dirty="0">
                  <a:solidFill>
                    <a:srgbClr val="FF3300"/>
                  </a:solidFill>
                  <a:ea typeface="黑体" panose="02010609060101010101" pitchFamily="2" charset="-122"/>
                </a:rPr>
                <a:t>n</a:t>
              </a:r>
              <a:r>
                <a:rPr kumimoji="1" lang="zh-CN" altLang="en-US" sz="2700" dirty="0">
                  <a:solidFill>
                    <a:srgbClr val="FF3300"/>
                  </a:solidFill>
                  <a:latin typeface="黑体" panose="02010609060101010101" pitchFamily="2" charset="-122"/>
                  <a:ea typeface="黑体" panose="02010609060101010101" pitchFamily="2" charset="-122"/>
                </a:rPr>
                <a:t>个结点</a:t>
              </a:r>
              <a:endParaRPr kumimoji="1" lang="zh-CN" altLang="en-US" sz="2700" dirty="0">
                <a:solidFill>
                  <a:srgbClr val="FF3300"/>
                </a:solidFill>
                <a:latin typeface="黑体" panose="02010609060101010101" pitchFamily="2" charset="-122"/>
                <a:ea typeface="黑体" panose="02010609060101010101" pitchFamily="2" charset="-122"/>
              </a:endParaRPr>
            </a:p>
          </p:txBody>
        </p:sp>
      </p:grpSp>
      <p:grpSp>
        <p:nvGrpSpPr>
          <p:cNvPr id="4" name="Group 10"/>
          <p:cNvGrpSpPr/>
          <p:nvPr/>
        </p:nvGrpSpPr>
        <p:grpSpPr bwMode="auto">
          <a:xfrm>
            <a:off x="3543301" y="2514600"/>
            <a:ext cx="5673725" cy="1754188"/>
            <a:chOff x="1272" y="1988"/>
            <a:chExt cx="3574" cy="1105"/>
          </a:xfrm>
        </p:grpSpPr>
        <p:sp>
          <p:nvSpPr>
            <p:cNvPr id="19561" name="Text Box 11"/>
            <p:cNvSpPr txBox="1">
              <a:spLocks noChangeArrowheads="1"/>
            </p:cNvSpPr>
            <p:nvPr/>
          </p:nvSpPr>
          <p:spPr bwMode="auto">
            <a:xfrm>
              <a:off x="1398" y="1988"/>
              <a:ext cx="3448" cy="1105"/>
            </a:xfrm>
            <a:prstGeom prst="rect">
              <a:avLst/>
            </a:prstGeom>
            <a:noFill/>
            <a:ln w="12700" cap="sq">
              <a:noFill/>
              <a:miter lim="800000"/>
            </a:ln>
          </p:spPr>
          <p:txBody>
            <a:bodyPr wrap="none">
              <a:spAutoFit/>
            </a:bodyPr>
            <a:lstStyle/>
            <a:p>
              <a:pPr>
                <a:lnSpc>
                  <a:spcPct val="90000"/>
                </a:lnSpc>
                <a:spcBef>
                  <a:spcPct val="0"/>
                </a:spcBef>
              </a:pPr>
              <a:r>
                <a:rPr kumimoji="1" lang="zh-CN" altLang="en-US" sz="2400">
                  <a:solidFill>
                    <a:srgbClr val="000099"/>
                  </a:solidFill>
                  <a:latin typeface="幼圆" pitchFamily="49" charset="-122"/>
                  <a:ea typeface="幼圆" pitchFamily="49" charset="-122"/>
                </a:rPr>
                <a:t>若不存在第</a:t>
              </a:r>
              <a:r>
                <a:rPr kumimoji="1" lang="en-US" altLang="zh-CN" sz="2400">
                  <a:solidFill>
                    <a:srgbClr val="000099"/>
                  </a:solidFill>
                  <a:ea typeface="幼圆" pitchFamily="49" charset="-122"/>
                </a:rPr>
                <a:t>i</a:t>
              </a:r>
              <a:r>
                <a:rPr kumimoji="1" lang="zh-CN" altLang="en-US" sz="2400">
                  <a:solidFill>
                    <a:srgbClr val="000099"/>
                  </a:solidFill>
                  <a:latin typeface="幼圆" pitchFamily="49" charset="-122"/>
                  <a:ea typeface="幼圆" pitchFamily="49" charset="-122"/>
                </a:rPr>
                <a:t>个结点，则不做插入操作；</a:t>
              </a:r>
              <a:endParaRPr kumimoji="1" lang="zh-CN" altLang="en-US" sz="2400">
                <a:solidFill>
                  <a:srgbClr val="000099"/>
                </a:solidFill>
                <a:latin typeface="幼圆" pitchFamily="49" charset="-122"/>
                <a:ea typeface="幼圆" pitchFamily="49" charset="-122"/>
              </a:endParaRPr>
            </a:p>
            <a:p>
              <a:pPr>
                <a:lnSpc>
                  <a:spcPct val="90000"/>
                </a:lnSpc>
                <a:spcBef>
                  <a:spcPct val="0"/>
                </a:spcBef>
              </a:pPr>
              <a:r>
                <a:rPr kumimoji="1" lang="zh-CN" altLang="en-US" sz="2400">
                  <a:solidFill>
                    <a:srgbClr val="000099"/>
                  </a:solidFill>
                  <a:latin typeface="幼圆" pitchFamily="49" charset="-122"/>
                  <a:ea typeface="幼圆" pitchFamily="49" charset="-122"/>
                </a:rPr>
                <a:t>若存在第</a:t>
              </a:r>
              <a:r>
                <a:rPr kumimoji="1" lang="en-US" altLang="zh-CN" sz="2400">
                  <a:solidFill>
                    <a:srgbClr val="000099"/>
                  </a:solidFill>
                  <a:ea typeface="幼圆" pitchFamily="49" charset="-122"/>
                </a:rPr>
                <a:t>i</a:t>
              </a:r>
              <a:r>
                <a:rPr kumimoji="1" lang="zh-CN" altLang="en-US" sz="2400">
                  <a:solidFill>
                    <a:srgbClr val="000099"/>
                  </a:solidFill>
                  <a:latin typeface="幼圆" pitchFamily="49" charset="-122"/>
                  <a:ea typeface="幼圆" pitchFamily="49" charset="-122"/>
                </a:rPr>
                <a:t>个结点，则</a:t>
              </a:r>
              <a:endParaRPr kumimoji="1" lang="zh-CN" altLang="en-US" sz="2400">
                <a:solidFill>
                  <a:srgbClr val="000099"/>
                </a:solidFill>
                <a:latin typeface="幼圆" pitchFamily="49" charset="-122"/>
                <a:ea typeface="幼圆" pitchFamily="49" charset="-122"/>
              </a:endParaRPr>
            </a:p>
            <a:p>
              <a:pPr>
                <a:lnSpc>
                  <a:spcPct val="90000"/>
                </a:lnSpc>
                <a:spcBef>
                  <a:spcPct val="0"/>
                </a:spcBef>
              </a:pPr>
              <a:r>
                <a:rPr kumimoji="1" lang="zh-CN" altLang="en-US" sz="2400">
                  <a:solidFill>
                    <a:srgbClr val="000099"/>
                  </a:solidFill>
                  <a:latin typeface="幼圆" pitchFamily="49" charset="-122"/>
                  <a:ea typeface="幼圆" pitchFamily="49" charset="-122"/>
                </a:rPr>
                <a:t>    </a:t>
              </a:r>
              <a:r>
                <a:rPr kumimoji="1" lang="zh-CN" altLang="en-US" sz="2400">
                  <a:solidFill>
                    <a:srgbClr val="000099"/>
                  </a:solidFill>
                  <a:ea typeface="幼圆" pitchFamily="49" charset="-122"/>
                </a:rPr>
                <a:t>1</a:t>
              </a:r>
              <a:r>
                <a:rPr kumimoji="1" lang="zh-CN" altLang="en-US" sz="2400">
                  <a:solidFill>
                    <a:srgbClr val="000099"/>
                  </a:solidFill>
                  <a:latin typeface="幼圆" pitchFamily="49" charset="-122"/>
                  <a:ea typeface="幼圆" pitchFamily="49" charset="-122"/>
                </a:rPr>
                <a:t>.申请一个新结点；</a:t>
              </a:r>
              <a:endParaRPr kumimoji="1" lang="zh-CN" altLang="en-US" sz="2400">
                <a:solidFill>
                  <a:srgbClr val="000099"/>
                </a:solidFill>
                <a:latin typeface="幼圆" pitchFamily="49" charset="-122"/>
                <a:ea typeface="幼圆" pitchFamily="49" charset="-122"/>
              </a:endParaRPr>
            </a:p>
            <a:p>
              <a:pPr>
                <a:lnSpc>
                  <a:spcPct val="90000"/>
                </a:lnSpc>
                <a:spcBef>
                  <a:spcPct val="0"/>
                </a:spcBef>
              </a:pPr>
              <a:r>
                <a:rPr kumimoji="1" lang="zh-CN" altLang="en-US" sz="2400">
                  <a:solidFill>
                    <a:srgbClr val="000099"/>
                  </a:solidFill>
                  <a:latin typeface="幼圆" pitchFamily="49" charset="-122"/>
                  <a:ea typeface="幼圆" pitchFamily="49" charset="-122"/>
                </a:rPr>
                <a:t>    </a:t>
              </a:r>
              <a:r>
                <a:rPr kumimoji="1" lang="zh-CN" altLang="en-US" sz="2400">
                  <a:solidFill>
                    <a:srgbClr val="000099"/>
                  </a:solidFill>
                  <a:ea typeface="幼圆" pitchFamily="49" charset="-122"/>
                </a:rPr>
                <a:t>2</a:t>
              </a:r>
              <a:r>
                <a:rPr kumimoji="1" lang="zh-CN" altLang="en-US" sz="2400">
                  <a:solidFill>
                    <a:srgbClr val="000099"/>
                  </a:solidFill>
                  <a:latin typeface="幼圆" pitchFamily="49" charset="-122"/>
                  <a:ea typeface="幼圆" pitchFamily="49" charset="-122"/>
                </a:rPr>
                <a:t>.将</a:t>
              </a:r>
              <a:r>
                <a:rPr kumimoji="1" lang="en-US" altLang="zh-CN" sz="2400">
                  <a:solidFill>
                    <a:srgbClr val="000099"/>
                  </a:solidFill>
                  <a:ea typeface="幼圆" pitchFamily="49" charset="-122"/>
                </a:rPr>
                <a:t>item</a:t>
              </a:r>
              <a:r>
                <a:rPr kumimoji="1" lang="zh-CN" altLang="en-US" sz="2400">
                  <a:solidFill>
                    <a:srgbClr val="000099"/>
                  </a:solidFill>
                  <a:latin typeface="幼圆" pitchFamily="49" charset="-122"/>
                  <a:ea typeface="幼圆" pitchFamily="49" charset="-122"/>
                </a:rPr>
                <a:t>送新结点数据域中；</a:t>
              </a:r>
              <a:endParaRPr kumimoji="1" lang="zh-CN" altLang="en-US" sz="2400">
                <a:solidFill>
                  <a:srgbClr val="000099"/>
                </a:solidFill>
                <a:latin typeface="幼圆" pitchFamily="49" charset="-122"/>
                <a:ea typeface="幼圆" pitchFamily="49" charset="-122"/>
              </a:endParaRPr>
            </a:p>
            <a:p>
              <a:pPr>
                <a:lnSpc>
                  <a:spcPct val="90000"/>
                </a:lnSpc>
                <a:spcBef>
                  <a:spcPct val="0"/>
                </a:spcBef>
              </a:pPr>
              <a:r>
                <a:rPr kumimoji="1" lang="zh-CN" altLang="en-US" sz="2400">
                  <a:solidFill>
                    <a:srgbClr val="000099"/>
                  </a:solidFill>
                  <a:latin typeface="幼圆" pitchFamily="49" charset="-122"/>
                  <a:ea typeface="幼圆" pitchFamily="49" charset="-122"/>
                </a:rPr>
                <a:t>    </a:t>
              </a:r>
              <a:r>
                <a:rPr kumimoji="1" lang="zh-CN" altLang="en-US" sz="2400">
                  <a:solidFill>
                    <a:srgbClr val="000099"/>
                  </a:solidFill>
                  <a:ea typeface="幼圆" pitchFamily="49" charset="-122"/>
                </a:rPr>
                <a:t>3</a:t>
              </a:r>
              <a:r>
                <a:rPr kumimoji="1" lang="zh-CN" altLang="en-US" sz="2400">
                  <a:solidFill>
                    <a:srgbClr val="000099"/>
                  </a:solidFill>
                  <a:latin typeface="幼圆" pitchFamily="49" charset="-122"/>
                  <a:ea typeface="幼圆" pitchFamily="49" charset="-122"/>
                </a:rPr>
                <a:t>.将新结点插入第</a:t>
              </a:r>
              <a:r>
                <a:rPr kumimoji="1" lang="en-US" altLang="zh-CN" sz="2400">
                  <a:solidFill>
                    <a:srgbClr val="000099"/>
                  </a:solidFill>
                  <a:ea typeface="幼圆" pitchFamily="49" charset="-122"/>
                </a:rPr>
                <a:t>i</a:t>
              </a:r>
              <a:r>
                <a:rPr kumimoji="1" lang="zh-CN" altLang="en-US" sz="2400">
                  <a:solidFill>
                    <a:srgbClr val="000099"/>
                  </a:solidFill>
                  <a:latin typeface="幼圆" pitchFamily="49" charset="-122"/>
                  <a:ea typeface="幼圆" pitchFamily="49" charset="-122"/>
                </a:rPr>
                <a:t>个结点之后。</a:t>
              </a:r>
              <a:endParaRPr kumimoji="1" lang="zh-CN" altLang="en-US" sz="2400">
                <a:solidFill>
                  <a:srgbClr val="000099"/>
                </a:solidFill>
                <a:latin typeface="幼圆" pitchFamily="49" charset="-122"/>
                <a:ea typeface="幼圆" pitchFamily="49" charset="-122"/>
              </a:endParaRPr>
            </a:p>
          </p:txBody>
        </p:sp>
        <p:grpSp>
          <p:nvGrpSpPr>
            <p:cNvPr id="5" name="Group 12"/>
            <p:cNvGrpSpPr/>
            <p:nvPr/>
          </p:nvGrpSpPr>
          <p:grpSpPr bwMode="auto">
            <a:xfrm>
              <a:off x="1276" y="2088"/>
              <a:ext cx="116" cy="116"/>
              <a:chOff x="960" y="2304"/>
              <a:chExt cx="116" cy="116"/>
            </a:xfrm>
          </p:grpSpPr>
          <p:sp>
            <p:nvSpPr>
              <p:cNvPr id="19566" name="Oval 13"/>
              <p:cNvSpPr>
                <a:spLocks noChangeArrowheads="1"/>
              </p:cNvSpPr>
              <p:nvPr/>
            </p:nvSpPr>
            <p:spPr bwMode="auto">
              <a:xfrm>
                <a:off x="960" y="2304"/>
                <a:ext cx="116" cy="116"/>
              </a:xfrm>
              <a:prstGeom prst="ellipse">
                <a:avLst/>
              </a:prstGeom>
              <a:solidFill>
                <a:srgbClr val="FF0000"/>
              </a:solidFill>
              <a:ln w="12700" cap="sq">
                <a:noFill/>
                <a:round/>
              </a:ln>
            </p:spPr>
            <p:txBody>
              <a:bodyPr wrap="none" anchor="ctr"/>
              <a:lstStyle/>
              <a:p>
                <a:endParaRPr lang="zh-CN" altLang="en-US"/>
              </a:p>
            </p:txBody>
          </p:sp>
          <p:sp>
            <p:nvSpPr>
              <p:cNvPr id="19567" name="Oval 14"/>
              <p:cNvSpPr>
                <a:spLocks noChangeArrowheads="1"/>
              </p:cNvSpPr>
              <p:nvPr/>
            </p:nvSpPr>
            <p:spPr bwMode="auto">
              <a:xfrm>
                <a:off x="984" y="2328"/>
                <a:ext cx="66" cy="66"/>
              </a:xfrm>
              <a:prstGeom prst="ellipse">
                <a:avLst/>
              </a:prstGeom>
              <a:solidFill>
                <a:srgbClr val="FFFF99"/>
              </a:solidFill>
              <a:ln w="12700" cap="sq">
                <a:noFill/>
                <a:round/>
              </a:ln>
            </p:spPr>
            <p:txBody>
              <a:bodyPr wrap="none" anchor="ctr"/>
              <a:lstStyle/>
              <a:p>
                <a:endParaRPr lang="zh-CN" altLang="en-US"/>
              </a:p>
            </p:txBody>
          </p:sp>
        </p:grpSp>
        <p:grpSp>
          <p:nvGrpSpPr>
            <p:cNvPr id="6" name="Group 15"/>
            <p:cNvGrpSpPr/>
            <p:nvPr/>
          </p:nvGrpSpPr>
          <p:grpSpPr bwMode="auto">
            <a:xfrm>
              <a:off x="1272" y="2284"/>
              <a:ext cx="116" cy="116"/>
              <a:chOff x="960" y="2304"/>
              <a:chExt cx="116" cy="116"/>
            </a:xfrm>
          </p:grpSpPr>
          <p:sp>
            <p:nvSpPr>
              <p:cNvPr id="19564" name="Oval 16"/>
              <p:cNvSpPr>
                <a:spLocks noChangeArrowheads="1"/>
              </p:cNvSpPr>
              <p:nvPr/>
            </p:nvSpPr>
            <p:spPr bwMode="auto">
              <a:xfrm>
                <a:off x="960" y="2304"/>
                <a:ext cx="116" cy="116"/>
              </a:xfrm>
              <a:prstGeom prst="ellipse">
                <a:avLst/>
              </a:prstGeom>
              <a:solidFill>
                <a:srgbClr val="FF0000"/>
              </a:solidFill>
              <a:ln w="12700" cap="sq">
                <a:noFill/>
                <a:round/>
              </a:ln>
            </p:spPr>
            <p:txBody>
              <a:bodyPr wrap="none" anchor="ctr"/>
              <a:lstStyle/>
              <a:p>
                <a:endParaRPr lang="zh-CN" altLang="en-US"/>
              </a:p>
            </p:txBody>
          </p:sp>
          <p:sp>
            <p:nvSpPr>
              <p:cNvPr id="19565" name="Oval 17"/>
              <p:cNvSpPr>
                <a:spLocks noChangeArrowheads="1"/>
              </p:cNvSpPr>
              <p:nvPr/>
            </p:nvSpPr>
            <p:spPr bwMode="auto">
              <a:xfrm>
                <a:off x="984" y="2328"/>
                <a:ext cx="66" cy="66"/>
              </a:xfrm>
              <a:prstGeom prst="ellipse">
                <a:avLst/>
              </a:prstGeom>
              <a:solidFill>
                <a:srgbClr val="FFFF99"/>
              </a:solidFill>
              <a:ln w="12700" cap="sq">
                <a:noFill/>
                <a:round/>
              </a:ln>
            </p:spPr>
            <p:txBody>
              <a:bodyPr wrap="none" anchor="ctr"/>
              <a:lstStyle/>
              <a:p>
                <a:endParaRPr lang="zh-CN" altLang="en-US"/>
              </a:p>
            </p:txBody>
          </p:sp>
        </p:grpSp>
      </p:grpSp>
      <p:grpSp>
        <p:nvGrpSpPr>
          <p:cNvPr id="7" name="Group 25"/>
          <p:cNvGrpSpPr/>
          <p:nvPr/>
        </p:nvGrpSpPr>
        <p:grpSpPr bwMode="auto">
          <a:xfrm>
            <a:off x="6477000" y="1600200"/>
            <a:ext cx="3962400" cy="762000"/>
            <a:chOff x="3120" y="1152"/>
            <a:chExt cx="2496" cy="480"/>
          </a:xfrm>
        </p:grpSpPr>
        <p:sp>
          <p:nvSpPr>
            <p:cNvPr id="19555" name="Oval 19"/>
            <p:cNvSpPr>
              <a:spLocks noChangeArrowheads="1"/>
            </p:cNvSpPr>
            <p:nvPr/>
          </p:nvSpPr>
          <p:spPr bwMode="auto">
            <a:xfrm>
              <a:off x="3120" y="1152"/>
              <a:ext cx="2208" cy="480"/>
            </a:xfrm>
            <a:prstGeom prst="ellipse">
              <a:avLst/>
            </a:prstGeom>
            <a:solidFill>
              <a:srgbClr val="B1F0FF"/>
            </a:solidFill>
            <a:ln w="12700" cap="sq">
              <a:noFill/>
              <a:round/>
            </a:ln>
          </p:spPr>
          <p:txBody>
            <a:bodyPr wrap="none" anchor="ctr"/>
            <a:lstStyle/>
            <a:p>
              <a:endParaRPr lang="zh-CN" altLang="en-US"/>
            </a:p>
          </p:txBody>
        </p:sp>
        <p:sp>
          <p:nvSpPr>
            <p:cNvPr id="19556" name="Rectangle 20"/>
            <p:cNvSpPr>
              <a:spLocks noChangeArrowheads="1"/>
            </p:cNvSpPr>
            <p:nvPr/>
          </p:nvSpPr>
          <p:spPr bwMode="auto">
            <a:xfrm>
              <a:off x="3176" y="1239"/>
              <a:ext cx="2103" cy="346"/>
            </a:xfrm>
            <a:prstGeom prst="rect">
              <a:avLst/>
            </a:prstGeom>
            <a:noFill/>
            <a:ln w="12700" cap="sq">
              <a:noFill/>
              <a:miter lim="800000"/>
            </a:ln>
            <a:effectLst>
              <a:outerShdw dist="17961" dir="2700000" algn="ctr" rotWithShape="0">
                <a:srgbClr val="000000"/>
              </a:outerShdw>
            </a:effectLst>
          </p:spPr>
          <p:txBody>
            <a:bodyPr wrap="none">
              <a:spAutoFit/>
            </a:bodyPr>
            <a:lstStyle/>
            <a:p>
              <a:r>
                <a:rPr kumimoji="1" lang="zh-CN" altLang="en-US" sz="3000">
                  <a:solidFill>
                    <a:srgbClr val="FF6600"/>
                  </a:solidFill>
                  <a:latin typeface="华文新魏" pitchFamily="2" charset="-122"/>
                  <a:ea typeface="华文新魏" pitchFamily="2" charset="-122"/>
                </a:rPr>
                <a:t>如何找到第</a:t>
              </a:r>
              <a:r>
                <a:rPr kumimoji="1" lang="en-US" altLang="zh-CN" sz="3000">
                  <a:solidFill>
                    <a:srgbClr val="FF6600"/>
                  </a:solidFill>
                  <a:ea typeface="华文新魏" pitchFamily="2" charset="-122"/>
                </a:rPr>
                <a:t>i</a:t>
              </a:r>
              <a:r>
                <a:rPr kumimoji="1" lang="zh-CN" altLang="en-US" sz="3000">
                  <a:solidFill>
                    <a:srgbClr val="FF6600"/>
                  </a:solidFill>
                  <a:latin typeface="华文新魏" pitchFamily="2" charset="-122"/>
                  <a:ea typeface="华文新魏" pitchFamily="2" charset="-122"/>
                </a:rPr>
                <a:t>个结点</a:t>
              </a:r>
              <a:endParaRPr kumimoji="1" lang="zh-CN" altLang="en-US" sz="3000">
                <a:solidFill>
                  <a:srgbClr val="FF6600"/>
                </a:solidFill>
                <a:latin typeface="华文新魏" pitchFamily="2" charset="-122"/>
                <a:ea typeface="华文新魏" pitchFamily="2" charset="-122"/>
              </a:endParaRPr>
            </a:p>
          </p:txBody>
        </p:sp>
        <p:grpSp>
          <p:nvGrpSpPr>
            <p:cNvPr id="8" name="Group 21"/>
            <p:cNvGrpSpPr/>
            <p:nvPr/>
          </p:nvGrpSpPr>
          <p:grpSpPr bwMode="auto">
            <a:xfrm rot="672056">
              <a:off x="5136" y="1209"/>
              <a:ext cx="480" cy="339"/>
              <a:chOff x="2995" y="2106"/>
              <a:chExt cx="989" cy="768"/>
            </a:xfrm>
          </p:grpSpPr>
          <p:sp>
            <p:nvSpPr>
              <p:cNvPr id="19558" name="Freeform 22"/>
              <p:cNvSpPr/>
              <p:nvPr/>
            </p:nvSpPr>
            <p:spPr bwMode="auto">
              <a:xfrm rot="421002">
                <a:off x="2995" y="2106"/>
                <a:ext cx="989" cy="768"/>
              </a:xfrm>
              <a:custGeom>
                <a:avLst/>
                <a:gdLst>
                  <a:gd name="T0" fmla="*/ 19595 w 439"/>
                  <a:gd name="T1" fmla="*/ 374 h 683"/>
                  <a:gd name="T2" fmla="*/ 25351 w 439"/>
                  <a:gd name="T3" fmla="*/ 278 h 683"/>
                  <a:gd name="T4" fmla="*/ 35572 w 439"/>
                  <a:gd name="T5" fmla="*/ 336 h 683"/>
                  <a:gd name="T6" fmla="*/ 34644 w 439"/>
                  <a:gd name="T7" fmla="*/ 491 h 683"/>
                  <a:gd name="T8" fmla="*/ 22332 w 439"/>
                  <a:gd name="T9" fmla="*/ 616 h 683"/>
                  <a:gd name="T10" fmla="*/ 20008 w 439"/>
                  <a:gd name="T11" fmla="*/ 958 h 683"/>
                  <a:gd name="T12" fmla="*/ 22332 w 439"/>
                  <a:gd name="T13" fmla="*/ 1066 h 683"/>
                  <a:gd name="T14" fmla="*/ 18298 w 439"/>
                  <a:gd name="T15" fmla="*/ 1183 h 683"/>
                  <a:gd name="T16" fmla="*/ 19221 w 439"/>
                  <a:gd name="T17" fmla="*/ 1302 h 683"/>
                  <a:gd name="T18" fmla="*/ 27843 w 439"/>
                  <a:gd name="T19" fmla="*/ 1382 h 683"/>
                  <a:gd name="T20" fmla="*/ 39233 w 439"/>
                  <a:gd name="T21" fmla="*/ 1327 h 683"/>
                  <a:gd name="T22" fmla="*/ 42887 w 439"/>
                  <a:gd name="T23" fmla="*/ 1183 h 683"/>
                  <a:gd name="T24" fmla="*/ 38303 w 439"/>
                  <a:gd name="T25" fmla="*/ 1045 h 683"/>
                  <a:gd name="T26" fmla="*/ 43302 w 439"/>
                  <a:gd name="T27" fmla="*/ 972 h 683"/>
                  <a:gd name="T28" fmla="*/ 43302 w 439"/>
                  <a:gd name="T29" fmla="*/ 781 h 683"/>
                  <a:gd name="T30" fmla="*/ 56046 w 439"/>
                  <a:gd name="T31" fmla="*/ 621 h 683"/>
                  <a:gd name="T32" fmla="*/ 57387 w 439"/>
                  <a:gd name="T33" fmla="*/ 378 h 683"/>
                  <a:gd name="T34" fmla="*/ 49144 w 439"/>
                  <a:gd name="T35" fmla="*/ 118 h 683"/>
                  <a:gd name="T36" fmla="*/ 32792 w 439"/>
                  <a:gd name="T37" fmla="*/ 0 h 683"/>
                  <a:gd name="T38" fmla="*/ 14637 w 439"/>
                  <a:gd name="T39" fmla="*/ 78 h 683"/>
                  <a:gd name="T40" fmla="*/ 4071 w 439"/>
                  <a:gd name="T41" fmla="*/ 232 h 683"/>
                  <a:gd name="T42" fmla="*/ 0 w 439"/>
                  <a:gd name="T43" fmla="*/ 473 h 683"/>
                  <a:gd name="T44" fmla="*/ 514 w 439"/>
                  <a:gd name="T45" fmla="*/ 616 h 683"/>
                  <a:gd name="T46" fmla="*/ 19221 w 439"/>
                  <a:gd name="T47" fmla="*/ 598 h 683"/>
                  <a:gd name="T48" fmla="*/ 19595 w 439"/>
                  <a:gd name="T49" fmla="*/ 374 h 68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439" h="683">
                    <a:moveTo>
                      <a:pt x="150" y="185"/>
                    </a:moveTo>
                    <a:lnTo>
                      <a:pt x="194" y="138"/>
                    </a:lnTo>
                    <a:lnTo>
                      <a:pt x="272" y="167"/>
                    </a:lnTo>
                    <a:lnTo>
                      <a:pt x="265" y="244"/>
                    </a:lnTo>
                    <a:lnTo>
                      <a:pt x="171" y="304"/>
                    </a:lnTo>
                    <a:lnTo>
                      <a:pt x="153" y="474"/>
                    </a:lnTo>
                    <a:lnTo>
                      <a:pt x="171" y="527"/>
                    </a:lnTo>
                    <a:lnTo>
                      <a:pt x="140" y="585"/>
                    </a:lnTo>
                    <a:lnTo>
                      <a:pt x="147" y="645"/>
                    </a:lnTo>
                    <a:lnTo>
                      <a:pt x="213" y="683"/>
                    </a:lnTo>
                    <a:lnTo>
                      <a:pt x="300" y="656"/>
                    </a:lnTo>
                    <a:lnTo>
                      <a:pt x="328" y="585"/>
                    </a:lnTo>
                    <a:lnTo>
                      <a:pt x="293" y="518"/>
                    </a:lnTo>
                    <a:lnTo>
                      <a:pt x="331" y="480"/>
                    </a:lnTo>
                    <a:lnTo>
                      <a:pt x="331" y="387"/>
                    </a:lnTo>
                    <a:lnTo>
                      <a:pt x="429" y="308"/>
                    </a:lnTo>
                    <a:lnTo>
                      <a:pt x="439" y="188"/>
                    </a:lnTo>
                    <a:lnTo>
                      <a:pt x="376" y="59"/>
                    </a:lnTo>
                    <a:lnTo>
                      <a:pt x="251" y="0"/>
                    </a:lnTo>
                    <a:lnTo>
                      <a:pt x="112" y="38"/>
                    </a:lnTo>
                    <a:lnTo>
                      <a:pt x="31" y="115"/>
                    </a:lnTo>
                    <a:lnTo>
                      <a:pt x="0" y="234"/>
                    </a:lnTo>
                    <a:lnTo>
                      <a:pt x="4" y="304"/>
                    </a:lnTo>
                    <a:lnTo>
                      <a:pt x="147" y="296"/>
                    </a:lnTo>
                    <a:lnTo>
                      <a:pt x="150" y="185"/>
                    </a:lnTo>
                    <a:close/>
                  </a:path>
                </a:pathLst>
              </a:custGeom>
              <a:solidFill>
                <a:srgbClr val="FFFF00"/>
              </a:solidFill>
              <a:ln w="9525">
                <a:solidFill>
                  <a:srgbClr val="00FFFF"/>
                </a:solidFill>
                <a:round/>
              </a:ln>
              <a:effectLst>
                <a:outerShdw dist="28398" dir="1593903" algn="ctr" rotWithShape="0">
                  <a:srgbClr val="000000"/>
                </a:outerShdw>
              </a:effectLst>
            </p:spPr>
            <p:txBody>
              <a:bodyPr/>
              <a:lstStyle/>
              <a:p>
                <a:endParaRPr lang="zh-CN" altLang="en-US"/>
              </a:p>
            </p:txBody>
          </p:sp>
          <p:sp>
            <p:nvSpPr>
              <p:cNvPr id="19559" name="Freeform 23"/>
              <p:cNvSpPr/>
              <p:nvPr/>
            </p:nvSpPr>
            <p:spPr bwMode="auto">
              <a:xfrm rot="421002">
                <a:off x="3042" y="2105"/>
                <a:ext cx="882" cy="535"/>
              </a:xfrm>
              <a:custGeom>
                <a:avLst/>
                <a:gdLst>
                  <a:gd name="T0" fmla="*/ 0 w 390"/>
                  <a:gd name="T1" fmla="*/ 479 h 477"/>
                  <a:gd name="T2" fmla="*/ 7635 w 390"/>
                  <a:gd name="T3" fmla="*/ 456 h 477"/>
                  <a:gd name="T4" fmla="*/ 11902 w 390"/>
                  <a:gd name="T5" fmla="*/ 479 h 477"/>
                  <a:gd name="T6" fmla="*/ 11672 w 390"/>
                  <a:gd name="T7" fmla="*/ 349 h 477"/>
                  <a:gd name="T8" fmla="*/ 14863 w 390"/>
                  <a:gd name="T9" fmla="*/ 200 h 477"/>
                  <a:gd name="T10" fmla="*/ 27577 w 390"/>
                  <a:gd name="T11" fmla="*/ 147 h 477"/>
                  <a:gd name="T12" fmla="*/ 33613 w 390"/>
                  <a:gd name="T13" fmla="*/ 209 h 477"/>
                  <a:gd name="T14" fmla="*/ 39995 w 390"/>
                  <a:gd name="T15" fmla="*/ 304 h 477"/>
                  <a:gd name="T16" fmla="*/ 38170 w 390"/>
                  <a:gd name="T17" fmla="*/ 472 h 477"/>
                  <a:gd name="T18" fmla="*/ 26085 w 390"/>
                  <a:gd name="T19" fmla="*/ 550 h 477"/>
                  <a:gd name="T20" fmla="*/ 22894 w 390"/>
                  <a:gd name="T21" fmla="*/ 668 h 477"/>
                  <a:gd name="T22" fmla="*/ 23830 w 390"/>
                  <a:gd name="T23" fmla="*/ 786 h 477"/>
                  <a:gd name="T24" fmla="*/ 22188 w 390"/>
                  <a:gd name="T25" fmla="*/ 950 h 477"/>
                  <a:gd name="T26" fmla="*/ 34237 w 390"/>
                  <a:gd name="T27" fmla="*/ 950 h 477"/>
                  <a:gd name="T28" fmla="*/ 35832 w 390"/>
                  <a:gd name="T29" fmla="*/ 829 h 477"/>
                  <a:gd name="T30" fmla="*/ 34896 w 390"/>
                  <a:gd name="T31" fmla="*/ 686 h 477"/>
                  <a:gd name="T32" fmla="*/ 42298 w 390"/>
                  <a:gd name="T33" fmla="*/ 611 h 477"/>
                  <a:gd name="T34" fmla="*/ 47924 w 390"/>
                  <a:gd name="T35" fmla="*/ 571 h 477"/>
                  <a:gd name="T36" fmla="*/ 52190 w 390"/>
                  <a:gd name="T37" fmla="*/ 391 h 477"/>
                  <a:gd name="T38" fmla="*/ 48266 w 390"/>
                  <a:gd name="T39" fmla="*/ 195 h 477"/>
                  <a:gd name="T40" fmla="*/ 35312 w 390"/>
                  <a:gd name="T41" fmla="*/ 0 h 477"/>
                  <a:gd name="T42" fmla="*/ 19513 w 390"/>
                  <a:gd name="T43" fmla="*/ 15 h 477"/>
                  <a:gd name="T44" fmla="*/ 6803 w 390"/>
                  <a:gd name="T45" fmla="*/ 132 h 477"/>
                  <a:gd name="T46" fmla="*/ 1366 w 390"/>
                  <a:gd name="T47" fmla="*/ 278 h 477"/>
                  <a:gd name="T48" fmla="*/ 0 w 390"/>
                  <a:gd name="T49" fmla="*/ 479 h 47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390" h="477">
                    <a:moveTo>
                      <a:pt x="0" y="241"/>
                    </a:moveTo>
                    <a:lnTo>
                      <a:pt x="57" y="230"/>
                    </a:lnTo>
                    <a:lnTo>
                      <a:pt x="89" y="241"/>
                    </a:lnTo>
                    <a:lnTo>
                      <a:pt x="87" y="175"/>
                    </a:lnTo>
                    <a:lnTo>
                      <a:pt x="111" y="101"/>
                    </a:lnTo>
                    <a:lnTo>
                      <a:pt x="206" y="74"/>
                    </a:lnTo>
                    <a:lnTo>
                      <a:pt x="251" y="105"/>
                    </a:lnTo>
                    <a:lnTo>
                      <a:pt x="299" y="153"/>
                    </a:lnTo>
                    <a:lnTo>
                      <a:pt x="285" y="237"/>
                    </a:lnTo>
                    <a:lnTo>
                      <a:pt x="195" y="276"/>
                    </a:lnTo>
                    <a:lnTo>
                      <a:pt x="171" y="335"/>
                    </a:lnTo>
                    <a:lnTo>
                      <a:pt x="178" y="395"/>
                    </a:lnTo>
                    <a:lnTo>
                      <a:pt x="166" y="477"/>
                    </a:lnTo>
                    <a:lnTo>
                      <a:pt x="256" y="477"/>
                    </a:lnTo>
                    <a:lnTo>
                      <a:pt x="268" y="416"/>
                    </a:lnTo>
                    <a:lnTo>
                      <a:pt x="261" y="345"/>
                    </a:lnTo>
                    <a:lnTo>
                      <a:pt x="316" y="307"/>
                    </a:lnTo>
                    <a:lnTo>
                      <a:pt x="358" y="287"/>
                    </a:lnTo>
                    <a:lnTo>
                      <a:pt x="390" y="196"/>
                    </a:lnTo>
                    <a:lnTo>
                      <a:pt x="361" y="98"/>
                    </a:lnTo>
                    <a:lnTo>
                      <a:pt x="264" y="0"/>
                    </a:lnTo>
                    <a:lnTo>
                      <a:pt x="146" y="8"/>
                    </a:lnTo>
                    <a:lnTo>
                      <a:pt x="51" y="67"/>
                    </a:lnTo>
                    <a:lnTo>
                      <a:pt x="10" y="140"/>
                    </a:lnTo>
                    <a:lnTo>
                      <a:pt x="0" y="241"/>
                    </a:lnTo>
                    <a:close/>
                  </a:path>
                </a:pathLst>
              </a:custGeom>
              <a:solidFill>
                <a:srgbClr val="FF3300"/>
              </a:solidFill>
              <a:ln w="9525">
                <a:solidFill>
                  <a:srgbClr val="FFCC00"/>
                </a:solidFill>
                <a:round/>
              </a:ln>
              <a:effectLst>
                <a:outerShdw dist="28398" dir="1593903" algn="ctr" rotWithShape="0">
                  <a:srgbClr val="000000"/>
                </a:outerShdw>
              </a:effectLst>
            </p:spPr>
            <p:txBody>
              <a:bodyPr/>
              <a:lstStyle/>
              <a:p>
                <a:endParaRPr lang="zh-CN" altLang="en-US"/>
              </a:p>
            </p:txBody>
          </p:sp>
          <p:sp>
            <p:nvSpPr>
              <p:cNvPr id="19560" name="Freeform 24"/>
              <p:cNvSpPr/>
              <p:nvPr/>
            </p:nvSpPr>
            <p:spPr bwMode="auto">
              <a:xfrm rot="421002">
                <a:off x="3335" y="2710"/>
                <a:ext cx="284" cy="120"/>
              </a:xfrm>
              <a:custGeom>
                <a:avLst/>
                <a:gdLst>
                  <a:gd name="T0" fmla="*/ 5887 w 126"/>
                  <a:gd name="T1" fmla="*/ 0 h 109"/>
                  <a:gd name="T2" fmla="*/ 1159 w 126"/>
                  <a:gd name="T3" fmla="*/ 35 h 109"/>
                  <a:gd name="T4" fmla="*/ 0 w 126"/>
                  <a:gd name="T5" fmla="*/ 130 h 109"/>
                  <a:gd name="T6" fmla="*/ 3663 w 126"/>
                  <a:gd name="T7" fmla="*/ 194 h 109"/>
                  <a:gd name="T8" fmla="*/ 12848 w 126"/>
                  <a:gd name="T9" fmla="*/ 194 h 109"/>
                  <a:gd name="T10" fmla="*/ 16522 w 126"/>
                  <a:gd name="T11" fmla="*/ 118 h 109"/>
                  <a:gd name="T12" fmla="*/ 13377 w 126"/>
                  <a:gd name="T13" fmla="*/ 25 h 109"/>
                  <a:gd name="T14" fmla="*/ 5887 w 126"/>
                  <a:gd name="T15" fmla="*/ 0 h 10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26" h="109">
                    <a:moveTo>
                      <a:pt x="45" y="0"/>
                    </a:moveTo>
                    <a:lnTo>
                      <a:pt x="9" y="20"/>
                    </a:lnTo>
                    <a:lnTo>
                      <a:pt x="0" y="73"/>
                    </a:lnTo>
                    <a:lnTo>
                      <a:pt x="28" y="109"/>
                    </a:lnTo>
                    <a:lnTo>
                      <a:pt x="98" y="109"/>
                    </a:lnTo>
                    <a:lnTo>
                      <a:pt x="126" y="66"/>
                    </a:lnTo>
                    <a:lnTo>
                      <a:pt x="102" y="14"/>
                    </a:lnTo>
                    <a:lnTo>
                      <a:pt x="45" y="0"/>
                    </a:lnTo>
                    <a:close/>
                  </a:path>
                </a:pathLst>
              </a:custGeom>
              <a:solidFill>
                <a:srgbClr val="FF3300"/>
              </a:solidFill>
              <a:ln w="9525">
                <a:solidFill>
                  <a:srgbClr val="00FFFF"/>
                </a:solidFill>
                <a:round/>
              </a:ln>
              <a:effectLst>
                <a:outerShdw dist="28398" dir="1593903" algn="ctr" rotWithShape="0">
                  <a:srgbClr val="000000"/>
                </a:outerShdw>
              </a:effectLst>
            </p:spPr>
            <p:txBody>
              <a:bodyPr/>
              <a:lstStyle/>
              <a:p>
                <a:endParaRPr lang="zh-CN" altLang="en-US"/>
              </a:p>
            </p:txBody>
          </p:sp>
        </p:grpSp>
      </p:grpSp>
      <p:grpSp>
        <p:nvGrpSpPr>
          <p:cNvPr id="9" name="Group 379"/>
          <p:cNvGrpSpPr/>
          <p:nvPr/>
        </p:nvGrpSpPr>
        <p:grpSpPr bwMode="auto">
          <a:xfrm>
            <a:off x="3411539" y="5124455"/>
            <a:ext cx="4386263" cy="554038"/>
            <a:chOff x="1260" y="3396"/>
            <a:chExt cx="2763" cy="349"/>
          </a:xfrm>
        </p:grpSpPr>
        <p:grpSp>
          <p:nvGrpSpPr>
            <p:cNvPr id="10" name="Group 380"/>
            <p:cNvGrpSpPr/>
            <p:nvPr/>
          </p:nvGrpSpPr>
          <p:grpSpPr bwMode="auto">
            <a:xfrm>
              <a:off x="1968" y="3456"/>
              <a:ext cx="480" cy="240"/>
              <a:chOff x="864" y="3600"/>
              <a:chExt cx="480" cy="240"/>
            </a:xfrm>
          </p:grpSpPr>
          <p:sp>
            <p:nvSpPr>
              <p:cNvPr id="19553" name="Rectangle 381"/>
              <p:cNvSpPr>
                <a:spLocks noChangeArrowheads="1"/>
              </p:cNvSpPr>
              <p:nvPr/>
            </p:nvSpPr>
            <p:spPr bwMode="auto">
              <a:xfrm>
                <a:off x="864" y="3600"/>
                <a:ext cx="336" cy="240"/>
              </a:xfrm>
              <a:prstGeom prst="rect">
                <a:avLst/>
              </a:prstGeom>
              <a:noFill/>
              <a:ln w="34925" cap="sq">
                <a:solidFill>
                  <a:srgbClr val="008080"/>
                </a:solidFill>
                <a:miter lim="800000"/>
              </a:ln>
            </p:spPr>
            <p:txBody>
              <a:bodyPr wrap="none" anchor="ctr"/>
              <a:lstStyle/>
              <a:p>
                <a:endParaRPr lang="zh-CN" altLang="en-US"/>
              </a:p>
            </p:txBody>
          </p:sp>
          <p:sp>
            <p:nvSpPr>
              <p:cNvPr id="19554" name="Rectangle 382"/>
              <p:cNvSpPr>
                <a:spLocks noChangeArrowheads="1"/>
              </p:cNvSpPr>
              <p:nvPr/>
            </p:nvSpPr>
            <p:spPr bwMode="auto">
              <a:xfrm>
                <a:off x="1200" y="3600"/>
                <a:ext cx="144" cy="240"/>
              </a:xfrm>
              <a:prstGeom prst="rect">
                <a:avLst/>
              </a:prstGeom>
              <a:noFill/>
              <a:ln w="34925" cap="sq">
                <a:solidFill>
                  <a:srgbClr val="008080"/>
                </a:solidFill>
                <a:miter lim="800000"/>
              </a:ln>
            </p:spPr>
            <p:txBody>
              <a:bodyPr wrap="none" anchor="ctr"/>
              <a:lstStyle/>
              <a:p>
                <a:endParaRPr lang="zh-CN" altLang="en-US"/>
              </a:p>
            </p:txBody>
          </p:sp>
        </p:grpSp>
        <p:grpSp>
          <p:nvGrpSpPr>
            <p:cNvPr id="11" name="Group 383"/>
            <p:cNvGrpSpPr/>
            <p:nvPr/>
          </p:nvGrpSpPr>
          <p:grpSpPr bwMode="auto">
            <a:xfrm>
              <a:off x="2856" y="3456"/>
              <a:ext cx="480" cy="240"/>
              <a:chOff x="864" y="3600"/>
              <a:chExt cx="480" cy="240"/>
            </a:xfrm>
          </p:grpSpPr>
          <p:sp>
            <p:nvSpPr>
              <p:cNvPr id="19551" name="Rectangle 384"/>
              <p:cNvSpPr>
                <a:spLocks noChangeArrowheads="1"/>
              </p:cNvSpPr>
              <p:nvPr/>
            </p:nvSpPr>
            <p:spPr bwMode="auto">
              <a:xfrm>
                <a:off x="864" y="3600"/>
                <a:ext cx="336" cy="240"/>
              </a:xfrm>
              <a:prstGeom prst="rect">
                <a:avLst/>
              </a:prstGeom>
              <a:noFill/>
              <a:ln w="34925" cap="sq">
                <a:solidFill>
                  <a:srgbClr val="008080"/>
                </a:solidFill>
                <a:miter lim="800000"/>
              </a:ln>
            </p:spPr>
            <p:txBody>
              <a:bodyPr wrap="none" anchor="ctr"/>
              <a:lstStyle/>
              <a:p>
                <a:endParaRPr lang="zh-CN" altLang="en-US"/>
              </a:p>
            </p:txBody>
          </p:sp>
          <p:sp>
            <p:nvSpPr>
              <p:cNvPr id="19552" name="Rectangle 385"/>
              <p:cNvSpPr>
                <a:spLocks noChangeArrowheads="1"/>
              </p:cNvSpPr>
              <p:nvPr/>
            </p:nvSpPr>
            <p:spPr bwMode="auto">
              <a:xfrm>
                <a:off x="1200" y="3600"/>
                <a:ext cx="144" cy="240"/>
              </a:xfrm>
              <a:prstGeom prst="rect">
                <a:avLst/>
              </a:prstGeom>
              <a:noFill/>
              <a:ln w="34925" cap="sq">
                <a:solidFill>
                  <a:srgbClr val="008080"/>
                </a:solidFill>
                <a:miter lim="800000"/>
              </a:ln>
            </p:spPr>
            <p:txBody>
              <a:bodyPr wrap="none" anchor="ctr"/>
              <a:lstStyle/>
              <a:p>
                <a:endParaRPr lang="zh-CN" altLang="en-US"/>
              </a:p>
            </p:txBody>
          </p:sp>
        </p:grpSp>
        <p:sp>
          <p:nvSpPr>
            <p:cNvPr id="19546" name="Line 386"/>
            <p:cNvSpPr>
              <a:spLocks noChangeShapeType="1"/>
            </p:cNvSpPr>
            <p:nvPr/>
          </p:nvSpPr>
          <p:spPr bwMode="auto">
            <a:xfrm>
              <a:off x="1500" y="3588"/>
              <a:ext cx="432" cy="0"/>
            </a:xfrm>
            <a:prstGeom prst="line">
              <a:avLst/>
            </a:prstGeom>
            <a:noFill/>
            <a:ln w="19050" cap="sq">
              <a:solidFill>
                <a:srgbClr val="000080"/>
              </a:solidFill>
              <a:round/>
              <a:tailEnd type="triangle" w="med" len="med"/>
            </a:ln>
          </p:spPr>
          <p:txBody>
            <a:bodyPr wrap="none" anchor="ctr"/>
            <a:lstStyle/>
            <a:p>
              <a:endParaRPr lang="zh-CN" altLang="en-US"/>
            </a:p>
          </p:txBody>
        </p:sp>
        <p:sp>
          <p:nvSpPr>
            <p:cNvPr id="19547" name="Line 387"/>
            <p:cNvSpPr>
              <a:spLocks noChangeShapeType="1"/>
            </p:cNvSpPr>
            <p:nvPr/>
          </p:nvSpPr>
          <p:spPr bwMode="auto">
            <a:xfrm>
              <a:off x="3264" y="3588"/>
              <a:ext cx="432" cy="0"/>
            </a:xfrm>
            <a:prstGeom prst="line">
              <a:avLst/>
            </a:prstGeom>
            <a:noFill/>
            <a:ln w="19050" cap="sq">
              <a:solidFill>
                <a:srgbClr val="000080"/>
              </a:solidFill>
              <a:round/>
              <a:tailEnd type="triangle" w="med" len="med"/>
            </a:ln>
          </p:spPr>
          <p:txBody>
            <a:bodyPr wrap="none" anchor="ctr"/>
            <a:lstStyle/>
            <a:p>
              <a:endParaRPr lang="zh-CN" altLang="en-US"/>
            </a:p>
          </p:txBody>
        </p:sp>
        <p:sp>
          <p:nvSpPr>
            <p:cNvPr id="19548" name="Line 388"/>
            <p:cNvSpPr>
              <a:spLocks noChangeShapeType="1"/>
            </p:cNvSpPr>
            <p:nvPr/>
          </p:nvSpPr>
          <p:spPr bwMode="auto">
            <a:xfrm>
              <a:off x="2400" y="3576"/>
              <a:ext cx="432" cy="0"/>
            </a:xfrm>
            <a:prstGeom prst="line">
              <a:avLst/>
            </a:prstGeom>
            <a:noFill/>
            <a:ln w="19050" cap="sq">
              <a:solidFill>
                <a:srgbClr val="000080"/>
              </a:solidFill>
              <a:round/>
              <a:tailEnd type="triangle" w="med" len="med"/>
            </a:ln>
          </p:spPr>
          <p:txBody>
            <a:bodyPr wrap="none" anchor="ctr"/>
            <a:lstStyle/>
            <a:p>
              <a:endParaRPr lang="zh-CN" altLang="en-US"/>
            </a:p>
          </p:txBody>
        </p:sp>
        <p:sp>
          <p:nvSpPr>
            <p:cNvPr id="19549" name="Text Box 389"/>
            <p:cNvSpPr txBox="1">
              <a:spLocks noChangeArrowheads="1"/>
            </p:cNvSpPr>
            <p:nvPr/>
          </p:nvSpPr>
          <p:spPr bwMode="auto">
            <a:xfrm>
              <a:off x="1260" y="3396"/>
              <a:ext cx="315" cy="349"/>
            </a:xfrm>
            <a:prstGeom prst="rect">
              <a:avLst/>
            </a:prstGeom>
            <a:noFill/>
            <a:ln w="12700" cap="sq">
              <a:noFill/>
              <a:miter lim="800000"/>
            </a:ln>
          </p:spPr>
          <p:txBody>
            <a:bodyPr wrap="none">
              <a:spAutoFit/>
            </a:bodyPr>
            <a:lstStyle/>
            <a:p>
              <a:r>
                <a:rPr lang="zh-CN" altLang="en-US" sz="3000">
                  <a:solidFill>
                    <a:srgbClr val="000099"/>
                  </a:solidFill>
                  <a:ea typeface="宋体" pitchFamily="2" charset="-122"/>
                  <a:cs typeface="Times New Roman" panose="02020503050405090304" pitchFamily="18" charset="0"/>
                </a:rPr>
                <a:t>…</a:t>
              </a:r>
              <a:endParaRPr lang="zh-CN" altLang="en-US" sz="3000">
                <a:solidFill>
                  <a:srgbClr val="000099"/>
                </a:solidFill>
                <a:ea typeface="宋体" pitchFamily="2" charset="-122"/>
                <a:cs typeface="Times New Roman" panose="02020503050405090304" pitchFamily="18" charset="0"/>
              </a:endParaRPr>
            </a:p>
          </p:txBody>
        </p:sp>
        <p:sp>
          <p:nvSpPr>
            <p:cNvPr id="19550" name="Text Box 390"/>
            <p:cNvSpPr txBox="1">
              <a:spLocks noChangeArrowheads="1"/>
            </p:cNvSpPr>
            <p:nvPr/>
          </p:nvSpPr>
          <p:spPr bwMode="auto">
            <a:xfrm>
              <a:off x="3708" y="3396"/>
              <a:ext cx="315" cy="349"/>
            </a:xfrm>
            <a:prstGeom prst="rect">
              <a:avLst/>
            </a:prstGeom>
            <a:noFill/>
            <a:ln w="12700" cap="sq">
              <a:noFill/>
              <a:miter lim="800000"/>
            </a:ln>
          </p:spPr>
          <p:txBody>
            <a:bodyPr wrap="none">
              <a:spAutoFit/>
            </a:bodyPr>
            <a:lstStyle/>
            <a:p>
              <a:r>
                <a:rPr lang="zh-CN" altLang="en-US" sz="3000">
                  <a:solidFill>
                    <a:srgbClr val="000099"/>
                  </a:solidFill>
                  <a:ea typeface="宋体" pitchFamily="2" charset="-122"/>
                  <a:cs typeface="Times New Roman" panose="02020503050405090304" pitchFamily="18" charset="0"/>
                </a:rPr>
                <a:t>…</a:t>
              </a:r>
              <a:endParaRPr lang="zh-CN" altLang="en-US" sz="3000">
                <a:solidFill>
                  <a:srgbClr val="000099"/>
                </a:solidFill>
                <a:ea typeface="宋体" pitchFamily="2" charset="-122"/>
                <a:cs typeface="Times New Roman" panose="02020503050405090304" pitchFamily="18" charset="0"/>
              </a:endParaRPr>
            </a:p>
          </p:txBody>
        </p:sp>
      </p:grpSp>
      <p:grpSp>
        <p:nvGrpSpPr>
          <p:cNvPr id="12" name="Group 393"/>
          <p:cNvGrpSpPr/>
          <p:nvPr/>
        </p:nvGrpSpPr>
        <p:grpSpPr bwMode="auto">
          <a:xfrm>
            <a:off x="4916488" y="5905500"/>
            <a:ext cx="1104900" cy="400050"/>
            <a:chOff x="2208" y="3888"/>
            <a:chExt cx="696" cy="252"/>
          </a:xfrm>
        </p:grpSpPr>
        <p:grpSp>
          <p:nvGrpSpPr>
            <p:cNvPr id="13" name="Group 394"/>
            <p:cNvGrpSpPr/>
            <p:nvPr/>
          </p:nvGrpSpPr>
          <p:grpSpPr bwMode="auto">
            <a:xfrm>
              <a:off x="2424" y="3900"/>
              <a:ext cx="480" cy="240"/>
              <a:chOff x="864" y="3600"/>
              <a:chExt cx="480" cy="240"/>
            </a:xfrm>
          </p:grpSpPr>
          <p:sp>
            <p:nvSpPr>
              <p:cNvPr id="19542" name="Rectangle 395"/>
              <p:cNvSpPr>
                <a:spLocks noChangeArrowheads="1"/>
              </p:cNvSpPr>
              <p:nvPr/>
            </p:nvSpPr>
            <p:spPr bwMode="auto">
              <a:xfrm>
                <a:off x="864" y="3600"/>
                <a:ext cx="336" cy="240"/>
              </a:xfrm>
              <a:prstGeom prst="rect">
                <a:avLst/>
              </a:prstGeom>
              <a:noFill/>
              <a:ln w="34925" cap="sq">
                <a:solidFill>
                  <a:schemeClr val="accent2"/>
                </a:solidFill>
                <a:miter lim="800000"/>
              </a:ln>
            </p:spPr>
            <p:txBody>
              <a:bodyPr wrap="none" anchor="ctr"/>
              <a:lstStyle/>
              <a:p>
                <a:endParaRPr lang="zh-CN" altLang="en-US"/>
              </a:p>
            </p:txBody>
          </p:sp>
          <p:sp>
            <p:nvSpPr>
              <p:cNvPr id="19543" name="Rectangle 396"/>
              <p:cNvSpPr>
                <a:spLocks noChangeArrowheads="1"/>
              </p:cNvSpPr>
              <p:nvPr/>
            </p:nvSpPr>
            <p:spPr bwMode="auto">
              <a:xfrm>
                <a:off x="1200" y="3600"/>
                <a:ext cx="144" cy="240"/>
              </a:xfrm>
              <a:prstGeom prst="rect">
                <a:avLst/>
              </a:prstGeom>
              <a:noFill/>
              <a:ln w="34925" cap="sq">
                <a:solidFill>
                  <a:schemeClr val="accent2"/>
                </a:solidFill>
                <a:miter lim="800000"/>
              </a:ln>
            </p:spPr>
            <p:txBody>
              <a:bodyPr wrap="none" anchor="ctr"/>
              <a:lstStyle/>
              <a:p>
                <a:endParaRPr lang="zh-CN" altLang="en-US"/>
              </a:p>
            </p:txBody>
          </p:sp>
        </p:grpSp>
        <p:sp>
          <p:nvSpPr>
            <p:cNvPr id="19541" name="Rectangle 397"/>
            <p:cNvSpPr>
              <a:spLocks noChangeArrowheads="1"/>
            </p:cNvSpPr>
            <p:nvPr/>
          </p:nvSpPr>
          <p:spPr bwMode="auto">
            <a:xfrm>
              <a:off x="2208" y="3888"/>
              <a:ext cx="190" cy="252"/>
            </a:xfrm>
            <a:prstGeom prst="rect">
              <a:avLst/>
            </a:prstGeom>
            <a:noFill/>
            <a:ln w="12700" cap="sq">
              <a:noFill/>
              <a:miter lim="800000"/>
            </a:ln>
          </p:spPr>
          <p:txBody>
            <a:bodyPr wrap="none">
              <a:spAutoFit/>
            </a:bodyPr>
            <a:lstStyle/>
            <a:p>
              <a:r>
                <a:rPr lang="en-US" altLang="zh-CN" sz="2000" dirty="0">
                  <a:solidFill>
                    <a:srgbClr val="FF6600"/>
                  </a:solidFill>
                </a:rPr>
                <a:t>q</a:t>
              </a:r>
              <a:endParaRPr lang="zh-CN" altLang="en-US" sz="2000" dirty="0">
                <a:solidFill>
                  <a:srgbClr val="FF6600"/>
                </a:solidFill>
              </a:endParaRPr>
            </a:p>
          </p:txBody>
        </p:sp>
      </p:grpSp>
      <p:sp>
        <p:nvSpPr>
          <p:cNvPr id="497038" name="Rectangle 398"/>
          <p:cNvSpPr>
            <a:spLocks noChangeArrowheads="1"/>
          </p:cNvSpPr>
          <p:nvPr/>
        </p:nvSpPr>
        <p:spPr bwMode="auto">
          <a:xfrm>
            <a:off x="5224463" y="5927725"/>
            <a:ext cx="542136" cy="369332"/>
          </a:xfrm>
          <a:prstGeom prst="rect">
            <a:avLst/>
          </a:prstGeom>
          <a:noFill/>
          <a:ln w="12700" cap="sq">
            <a:noFill/>
            <a:miter lim="800000"/>
          </a:ln>
        </p:spPr>
        <p:txBody>
          <a:bodyPr wrap="none">
            <a:spAutoFit/>
          </a:bodyPr>
          <a:lstStyle/>
          <a:p>
            <a:r>
              <a:rPr kumimoji="1" lang="en-US" altLang="zh-CN">
                <a:solidFill>
                  <a:srgbClr val="000099"/>
                </a:solidFill>
                <a:ea typeface="幼圆" pitchFamily="49" charset="-122"/>
              </a:rPr>
              <a:t>item</a:t>
            </a:r>
            <a:endParaRPr kumimoji="1" lang="zh-CN" altLang="en-US">
              <a:solidFill>
                <a:srgbClr val="000099"/>
              </a:solidFill>
              <a:ea typeface="幼圆" pitchFamily="49" charset="-122"/>
            </a:endParaRPr>
          </a:p>
        </p:txBody>
      </p:sp>
      <p:sp>
        <p:nvSpPr>
          <p:cNvPr id="497039" name="Line 399"/>
          <p:cNvSpPr>
            <a:spLocks noChangeShapeType="1"/>
          </p:cNvSpPr>
          <p:nvPr/>
        </p:nvSpPr>
        <p:spPr bwMode="auto">
          <a:xfrm flipV="1">
            <a:off x="5907088" y="5600700"/>
            <a:ext cx="228600" cy="457200"/>
          </a:xfrm>
          <a:prstGeom prst="line">
            <a:avLst/>
          </a:prstGeom>
          <a:noFill/>
          <a:ln w="38100" cap="sq">
            <a:solidFill>
              <a:srgbClr val="FF0000"/>
            </a:solidFill>
            <a:round/>
            <a:tailEnd type="triangle" w="med" len="med"/>
          </a:ln>
        </p:spPr>
        <p:txBody>
          <a:bodyPr wrap="none" anchor="ctr"/>
          <a:lstStyle/>
          <a:p>
            <a:endParaRPr lang="zh-CN" altLang="en-US"/>
          </a:p>
        </p:txBody>
      </p:sp>
      <p:grpSp>
        <p:nvGrpSpPr>
          <p:cNvPr id="14" name="Group 400"/>
          <p:cNvGrpSpPr/>
          <p:nvPr/>
        </p:nvGrpSpPr>
        <p:grpSpPr bwMode="auto">
          <a:xfrm>
            <a:off x="5145088" y="5295900"/>
            <a:ext cx="773112" cy="609600"/>
            <a:chOff x="2352" y="3504"/>
            <a:chExt cx="487" cy="384"/>
          </a:xfrm>
        </p:grpSpPr>
        <p:sp>
          <p:nvSpPr>
            <p:cNvPr id="19538" name="Line 401"/>
            <p:cNvSpPr>
              <a:spLocks noChangeShapeType="1"/>
            </p:cNvSpPr>
            <p:nvPr/>
          </p:nvSpPr>
          <p:spPr bwMode="auto">
            <a:xfrm>
              <a:off x="2352" y="3600"/>
              <a:ext cx="144" cy="288"/>
            </a:xfrm>
            <a:prstGeom prst="line">
              <a:avLst/>
            </a:prstGeom>
            <a:noFill/>
            <a:ln w="38100" cap="sq">
              <a:solidFill>
                <a:srgbClr val="FF6600"/>
              </a:solidFill>
              <a:round/>
              <a:tailEnd type="triangle" w="med" len="med"/>
            </a:ln>
          </p:spPr>
          <p:txBody>
            <a:bodyPr wrap="none" anchor="ctr"/>
            <a:lstStyle/>
            <a:p>
              <a:endParaRPr lang="zh-CN" altLang="en-US"/>
            </a:p>
          </p:txBody>
        </p:sp>
        <p:sp>
          <p:nvSpPr>
            <p:cNvPr id="19539" name="Rectangle 402"/>
            <p:cNvSpPr>
              <a:spLocks noChangeArrowheads="1"/>
            </p:cNvSpPr>
            <p:nvPr/>
          </p:nvSpPr>
          <p:spPr bwMode="auto">
            <a:xfrm>
              <a:off x="2460" y="3504"/>
              <a:ext cx="379" cy="136"/>
            </a:xfrm>
            <a:prstGeom prst="rect">
              <a:avLst/>
            </a:prstGeom>
            <a:solidFill>
              <a:srgbClr val="FFFFFF"/>
            </a:solidFill>
            <a:ln w="12700" cap="sq">
              <a:noFill/>
              <a:miter lim="800000"/>
            </a:ln>
          </p:spPr>
          <p:txBody>
            <a:bodyPr wrap="none" anchor="ctr"/>
            <a:lstStyle/>
            <a:p>
              <a:endParaRPr lang="zh-CN" altLang="en-US"/>
            </a:p>
          </p:txBody>
        </p:sp>
      </p:grpSp>
      <p:grpSp>
        <p:nvGrpSpPr>
          <p:cNvPr id="15" name="Group 403"/>
          <p:cNvGrpSpPr/>
          <p:nvPr/>
        </p:nvGrpSpPr>
        <p:grpSpPr bwMode="auto">
          <a:xfrm>
            <a:off x="1905000" y="2476500"/>
            <a:ext cx="8001000" cy="2133600"/>
            <a:chOff x="240" y="1728"/>
            <a:chExt cx="5040" cy="1344"/>
          </a:xfrm>
        </p:grpSpPr>
        <p:sp>
          <p:nvSpPr>
            <p:cNvPr id="19500" name="Rectangle 404"/>
            <p:cNvSpPr>
              <a:spLocks noChangeArrowheads="1"/>
            </p:cNvSpPr>
            <p:nvPr/>
          </p:nvSpPr>
          <p:spPr bwMode="auto">
            <a:xfrm>
              <a:off x="528" y="1728"/>
              <a:ext cx="4752" cy="1344"/>
            </a:xfrm>
            <a:prstGeom prst="rect">
              <a:avLst/>
            </a:prstGeom>
            <a:solidFill>
              <a:srgbClr val="FFFFFF"/>
            </a:solidFill>
            <a:ln w="12700" cap="sq">
              <a:noFill/>
              <a:miter lim="800000"/>
            </a:ln>
          </p:spPr>
          <p:txBody>
            <a:bodyPr wrap="none" anchor="ctr"/>
            <a:lstStyle/>
            <a:p>
              <a:endParaRPr lang="zh-CN" altLang="en-US"/>
            </a:p>
          </p:txBody>
        </p:sp>
        <p:grpSp>
          <p:nvGrpSpPr>
            <p:cNvPr id="16" name="Group 405"/>
            <p:cNvGrpSpPr/>
            <p:nvPr/>
          </p:nvGrpSpPr>
          <p:grpSpPr bwMode="auto">
            <a:xfrm>
              <a:off x="240" y="1893"/>
              <a:ext cx="4989" cy="769"/>
              <a:chOff x="240" y="912"/>
              <a:chExt cx="4989" cy="769"/>
            </a:xfrm>
          </p:grpSpPr>
          <p:grpSp>
            <p:nvGrpSpPr>
              <p:cNvPr id="17" name="Group 406"/>
              <p:cNvGrpSpPr/>
              <p:nvPr/>
            </p:nvGrpSpPr>
            <p:grpSpPr bwMode="auto">
              <a:xfrm>
                <a:off x="624" y="1308"/>
                <a:ext cx="384" cy="240"/>
                <a:chOff x="864" y="1296"/>
                <a:chExt cx="384" cy="240"/>
              </a:xfrm>
            </p:grpSpPr>
            <p:sp>
              <p:nvSpPr>
                <p:cNvPr id="19536" name="Rectangle 407"/>
                <p:cNvSpPr>
                  <a:spLocks noChangeArrowheads="1"/>
                </p:cNvSpPr>
                <p:nvPr/>
              </p:nvSpPr>
              <p:spPr bwMode="auto">
                <a:xfrm>
                  <a:off x="864" y="1296"/>
                  <a:ext cx="240" cy="240"/>
                </a:xfrm>
                <a:prstGeom prst="rect">
                  <a:avLst/>
                </a:prstGeom>
                <a:noFill/>
                <a:ln w="25400" cap="sq">
                  <a:solidFill>
                    <a:srgbClr val="333399"/>
                  </a:solidFill>
                  <a:miter lim="800000"/>
                </a:ln>
              </p:spPr>
              <p:txBody>
                <a:bodyPr wrap="none" anchor="ctr"/>
                <a:lstStyle/>
                <a:p>
                  <a:endParaRPr lang="zh-CN" altLang="en-US"/>
                </a:p>
              </p:txBody>
            </p:sp>
            <p:sp>
              <p:nvSpPr>
                <p:cNvPr id="19537" name="Rectangle 408"/>
                <p:cNvSpPr>
                  <a:spLocks noChangeArrowheads="1"/>
                </p:cNvSpPr>
                <p:nvPr/>
              </p:nvSpPr>
              <p:spPr bwMode="auto">
                <a:xfrm>
                  <a:off x="1104" y="1296"/>
                  <a:ext cx="144" cy="240"/>
                </a:xfrm>
                <a:prstGeom prst="rect">
                  <a:avLst/>
                </a:prstGeom>
                <a:noFill/>
                <a:ln w="25400" cap="sq">
                  <a:solidFill>
                    <a:srgbClr val="333399"/>
                  </a:solidFill>
                  <a:miter lim="800000"/>
                </a:ln>
              </p:spPr>
              <p:txBody>
                <a:bodyPr wrap="none" anchor="ctr"/>
                <a:lstStyle/>
                <a:p>
                  <a:endParaRPr lang="zh-CN" altLang="en-US"/>
                </a:p>
              </p:txBody>
            </p:sp>
          </p:grpSp>
          <p:grpSp>
            <p:nvGrpSpPr>
              <p:cNvPr id="18" name="Group 409"/>
              <p:cNvGrpSpPr/>
              <p:nvPr/>
            </p:nvGrpSpPr>
            <p:grpSpPr bwMode="auto">
              <a:xfrm>
                <a:off x="1152" y="1308"/>
                <a:ext cx="384" cy="240"/>
                <a:chOff x="864" y="1296"/>
                <a:chExt cx="384" cy="240"/>
              </a:xfrm>
            </p:grpSpPr>
            <p:sp>
              <p:nvSpPr>
                <p:cNvPr id="19534" name="Rectangle 410"/>
                <p:cNvSpPr>
                  <a:spLocks noChangeArrowheads="1"/>
                </p:cNvSpPr>
                <p:nvPr/>
              </p:nvSpPr>
              <p:spPr bwMode="auto">
                <a:xfrm>
                  <a:off x="864" y="1296"/>
                  <a:ext cx="240" cy="240"/>
                </a:xfrm>
                <a:prstGeom prst="rect">
                  <a:avLst/>
                </a:prstGeom>
                <a:noFill/>
                <a:ln w="25400" cap="sq">
                  <a:solidFill>
                    <a:srgbClr val="333399"/>
                  </a:solidFill>
                  <a:miter lim="800000"/>
                </a:ln>
              </p:spPr>
              <p:txBody>
                <a:bodyPr wrap="none" anchor="ctr"/>
                <a:lstStyle/>
                <a:p>
                  <a:endParaRPr lang="zh-CN" altLang="en-US"/>
                </a:p>
              </p:txBody>
            </p:sp>
            <p:sp>
              <p:nvSpPr>
                <p:cNvPr id="19535" name="Rectangle 411"/>
                <p:cNvSpPr>
                  <a:spLocks noChangeArrowheads="1"/>
                </p:cNvSpPr>
                <p:nvPr/>
              </p:nvSpPr>
              <p:spPr bwMode="auto">
                <a:xfrm>
                  <a:off x="1104" y="1296"/>
                  <a:ext cx="144" cy="240"/>
                </a:xfrm>
                <a:prstGeom prst="rect">
                  <a:avLst/>
                </a:prstGeom>
                <a:noFill/>
                <a:ln w="25400" cap="sq">
                  <a:solidFill>
                    <a:srgbClr val="333399"/>
                  </a:solidFill>
                  <a:miter lim="800000"/>
                </a:ln>
              </p:spPr>
              <p:txBody>
                <a:bodyPr wrap="none" anchor="ctr"/>
                <a:lstStyle/>
                <a:p>
                  <a:endParaRPr lang="zh-CN" altLang="en-US"/>
                </a:p>
              </p:txBody>
            </p:sp>
          </p:grpSp>
          <p:grpSp>
            <p:nvGrpSpPr>
              <p:cNvPr id="19" name="Group 412"/>
              <p:cNvGrpSpPr/>
              <p:nvPr/>
            </p:nvGrpSpPr>
            <p:grpSpPr bwMode="auto">
              <a:xfrm>
                <a:off x="4800" y="1308"/>
                <a:ext cx="384" cy="240"/>
                <a:chOff x="864" y="1296"/>
                <a:chExt cx="384" cy="240"/>
              </a:xfrm>
            </p:grpSpPr>
            <p:sp>
              <p:nvSpPr>
                <p:cNvPr id="19532" name="Rectangle 413"/>
                <p:cNvSpPr>
                  <a:spLocks noChangeArrowheads="1"/>
                </p:cNvSpPr>
                <p:nvPr/>
              </p:nvSpPr>
              <p:spPr bwMode="auto">
                <a:xfrm>
                  <a:off x="864" y="1296"/>
                  <a:ext cx="240" cy="240"/>
                </a:xfrm>
                <a:prstGeom prst="rect">
                  <a:avLst/>
                </a:prstGeom>
                <a:noFill/>
                <a:ln w="25400" cap="sq">
                  <a:solidFill>
                    <a:srgbClr val="333399"/>
                  </a:solidFill>
                  <a:miter lim="800000"/>
                </a:ln>
              </p:spPr>
              <p:txBody>
                <a:bodyPr wrap="none" anchor="ctr"/>
                <a:lstStyle/>
                <a:p>
                  <a:endParaRPr lang="zh-CN" altLang="en-US"/>
                </a:p>
              </p:txBody>
            </p:sp>
            <p:sp>
              <p:nvSpPr>
                <p:cNvPr id="19533" name="Rectangle 414"/>
                <p:cNvSpPr>
                  <a:spLocks noChangeArrowheads="1"/>
                </p:cNvSpPr>
                <p:nvPr/>
              </p:nvSpPr>
              <p:spPr bwMode="auto">
                <a:xfrm>
                  <a:off x="1104" y="1296"/>
                  <a:ext cx="144" cy="240"/>
                </a:xfrm>
                <a:prstGeom prst="rect">
                  <a:avLst/>
                </a:prstGeom>
                <a:noFill/>
                <a:ln w="25400" cap="sq">
                  <a:solidFill>
                    <a:srgbClr val="333399"/>
                  </a:solidFill>
                  <a:miter lim="800000"/>
                </a:ln>
              </p:spPr>
              <p:txBody>
                <a:bodyPr wrap="none" anchor="ctr"/>
                <a:lstStyle/>
                <a:p>
                  <a:endParaRPr lang="zh-CN" altLang="en-US"/>
                </a:p>
              </p:txBody>
            </p:sp>
          </p:grpSp>
          <p:sp>
            <p:nvSpPr>
              <p:cNvPr id="19505" name="Line 415"/>
              <p:cNvSpPr>
                <a:spLocks noChangeShapeType="1"/>
              </p:cNvSpPr>
              <p:nvPr/>
            </p:nvSpPr>
            <p:spPr bwMode="auto">
              <a:xfrm>
                <a:off x="912" y="1416"/>
                <a:ext cx="240" cy="0"/>
              </a:xfrm>
              <a:prstGeom prst="line">
                <a:avLst/>
              </a:prstGeom>
              <a:noFill/>
              <a:ln w="22225" cap="sq">
                <a:solidFill>
                  <a:srgbClr val="333399"/>
                </a:solidFill>
                <a:round/>
                <a:tailEnd type="triangle" w="med" len="med"/>
              </a:ln>
            </p:spPr>
            <p:txBody>
              <a:bodyPr wrap="none" anchor="ctr"/>
              <a:lstStyle/>
              <a:p>
                <a:endParaRPr lang="zh-CN" altLang="en-US"/>
              </a:p>
            </p:txBody>
          </p:sp>
          <p:sp>
            <p:nvSpPr>
              <p:cNvPr id="19506" name="Line 416"/>
              <p:cNvSpPr>
                <a:spLocks noChangeShapeType="1"/>
              </p:cNvSpPr>
              <p:nvPr/>
            </p:nvSpPr>
            <p:spPr bwMode="auto">
              <a:xfrm>
                <a:off x="1428" y="1416"/>
                <a:ext cx="240" cy="0"/>
              </a:xfrm>
              <a:prstGeom prst="line">
                <a:avLst/>
              </a:prstGeom>
              <a:noFill/>
              <a:ln w="22225" cap="sq">
                <a:solidFill>
                  <a:srgbClr val="333399"/>
                </a:solidFill>
                <a:round/>
                <a:tailEnd type="triangle" w="med" len="med"/>
              </a:ln>
            </p:spPr>
            <p:txBody>
              <a:bodyPr wrap="none" anchor="ctr"/>
              <a:lstStyle/>
              <a:p>
                <a:endParaRPr lang="zh-CN" altLang="en-US"/>
              </a:p>
            </p:txBody>
          </p:sp>
          <p:grpSp>
            <p:nvGrpSpPr>
              <p:cNvPr id="20" name="Group 417"/>
              <p:cNvGrpSpPr/>
              <p:nvPr/>
            </p:nvGrpSpPr>
            <p:grpSpPr bwMode="auto">
              <a:xfrm>
                <a:off x="1668" y="1308"/>
                <a:ext cx="384" cy="240"/>
                <a:chOff x="864" y="1296"/>
                <a:chExt cx="384" cy="240"/>
              </a:xfrm>
            </p:grpSpPr>
            <p:sp>
              <p:nvSpPr>
                <p:cNvPr id="19530" name="Rectangle 418"/>
                <p:cNvSpPr>
                  <a:spLocks noChangeArrowheads="1"/>
                </p:cNvSpPr>
                <p:nvPr/>
              </p:nvSpPr>
              <p:spPr bwMode="auto">
                <a:xfrm>
                  <a:off x="864" y="1296"/>
                  <a:ext cx="240" cy="240"/>
                </a:xfrm>
                <a:prstGeom prst="rect">
                  <a:avLst/>
                </a:prstGeom>
                <a:noFill/>
                <a:ln w="25400" cap="sq">
                  <a:solidFill>
                    <a:srgbClr val="333399"/>
                  </a:solidFill>
                  <a:miter lim="800000"/>
                </a:ln>
              </p:spPr>
              <p:txBody>
                <a:bodyPr wrap="none" anchor="ctr"/>
                <a:lstStyle/>
                <a:p>
                  <a:endParaRPr lang="zh-CN" altLang="en-US"/>
                </a:p>
              </p:txBody>
            </p:sp>
            <p:sp>
              <p:nvSpPr>
                <p:cNvPr id="19531" name="Rectangle 419"/>
                <p:cNvSpPr>
                  <a:spLocks noChangeArrowheads="1"/>
                </p:cNvSpPr>
                <p:nvPr/>
              </p:nvSpPr>
              <p:spPr bwMode="auto">
                <a:xfrm>
                  <a:off x="1104" y="1296"/>
                  <a:ext cx="144" cy="240"/>
                </a:xfrm>
                <a:prstGeom prst="rect">
                  <a:avLst/>
                </a:prstGeom>
                <a:noFill/>
                <a:ln w="25400" cap="sq">
                  <a:solidFill>
                    <a:srgbClr val="333399"/>
                  </a:solidFill>
                  <a:miter lim="800000"/>
                </a:ln>
              </p:spPr>
              <p:txBody>
                <a:bodyPr wrap="none" anchor="ctr"/>
                <a:lstStyle/>
                <a:p>
                  <a:endParaRPr lang="zh-CN" altLang="en-US"/>
                </a:p>
              </p:txBody>
            </p:sp>
          </p:grpSp>
          <p:grpSp>
            <p:nvGrpSpPr>
              <p:cNvPr id="21" name="Group 420"/>
              <p:cNvGrpSpPr/>
              <p:nvPr/>
            </p:nvGrpSpPr>
            <p:grpSpPr bwMode="auto">
              <a:xfrm>
                <a:off x="2196" y="1308"/>
                <a:ext cx="384" cy="240"/>
                <a:chOff x="864" y="1296"/>
                <a:chExt cx="384" cy="240"/>
              </a:xfrm>
            </p:grpSpPr>
            <p:sp>
              <p:nvSpPr>
                <p:cNvPr id="19528" name="Rectangle 421"/>
                <p:cNvSpPr>
                  <a:spLocks noChangeArrowheads="1"/>
                </p:cNvSpPr>
                <p:nvPr/>
              </p:nvSpPr>
              <p:spPr bwMode="auto">
                <a:xfrm>
                  <a:off x="864" y="1296"/>
                  <a:ext cx="240" cy="240"/>
                </a:xfrm>
                <a:prstGeom prst="rect">
                  <a:avLst/>
                </a:prstGeom>
                <a:noFill/>
                <a:ln w="25400" cap="sq">
                  <a:solidFill>
                    <a:srgbClr val="333399"/>
                  </a:solidFill>
                  <a:miter lim="800000"/>
                </a:ln>
              </p:spPr>
              <p:txBody>
                <a:bodyPr wrap="none" anchor="ctr"/>
                <a:lstStyle/>
                <a:p>
                  <a:endParaRPr lang="zh-CN" altLang="en-US"/>
                </a:p>
              </p:txBody>
            </p:sp>
            <p:sp>
              <p:nvSpPr>
                <p:cNvPr id="19529" name="Rectangle 422"/>
                <p:cNvSpPr>
                  <a:spLocks noChangeArrowheads="1"/>
                </p:cNvSpPr>
                <p:nvPr/>
              </p:nvSpPr>
              <p:spPr bwMode="auto">
                <a:xfrm>
                  <a:off x="1104" y="1296"/>
                  <a:ext cx="144" cy="240"/>
                </a:xfrm>
                <a:prstGeom prst="rect">
                  <a:avLst/>
                </a:prstGeom>
                <a:noFill/>
                <a:ln w="25400" cap="sq">
                  <a:solidFill>
                    <a:srgbClr val="333399"/>
                  </a:solidFill>
                  <a:miter lim="800000"/>
                </a:ln>
              </p:spPr>
              <p:txBody>
                <a:bodyPr wrap="none" anchor="ctr"/>
                <a:lstStyle/>
                <a:p>
                  <a:endParaRPr lang="zh-CN" altLang="en-US"/>
                </a:p>
              </p:txBody>
            </p:sp>
          </p:grpSp>
          <p:sp>
            <p:nvSpPr>
              <p:cNvPr id="19509" name="Line 423"/>
              <p:cNvSpPr>
                <a:spLocks noChangeShapeType="1"/>
              </p:cNvSpPr>
              <p:nvPr/>
            </p:nvSpPr>
            <p:spPr bwMode="auto">
              <a:xfrm>
                <a:off x="1956" y="1416"/>
                <a:ext cx="240" cy="0"/>
              </a:xfrm>
              <a:prstGeom prst="line">
                <a:avLst/>
              </a:prstGeom>
              <a:noFill/>
              <a:ln w="22225" cap="sq">
                <a:solidFill>
                  <a:srgbClr val="333399"/>
                </a:solidFill>
                <a:round/>
                <a:tailEnd type="triangle" w="med" len="med"/>
              </a:ln>
            </p:spPr>
            <p:txBody>
              <a:bodyPr wrap="none" anchor="ctr"/>
              <a:lstStyle/>
              <a:p>
                <a:endParaRPr lang="zh-CN" altLang="en-US"/>
              </a:p>
            </p:txBody>
          </p:sp>
          <p:sp>
            <p:nvSpPr>
              <p:cNvPr id="19510" name="Line 424"/>
              <p:cNvSpPr>
                <a:spLocks noChangeShapeType="1"/>
              </p:cNvSpPr>
              <p:nvPr/>
            </p:nvSpPr>
            <p:spPr bwMode="auto">
              <a:xfrm>
                <a:off x="2472" y="1416"/>
                <a:ext cx="240" cy="0"/>
              </a:xfrm>
              <a:prstGeom prst="line">
                <a:avLst/>
              </a:prstGeom>
              <a:noFill/>
              <a:ln w="22225" cap="sq">
                <a:solidFill>
                  <a:srgbClr val="333399"/>
                </a:solidFill>
                <a:round/>
                <a:tailEnd type="triangle" w="med" len="med"/>
              </a:ln>
            </p:spPr>
            <p:txBody>
              <a:bodyPr wrap="none" anchor="ctr"/>
              <a:lstStyle/>
              <a:p>
                <a:endParaRPr lang="zh-CN" altLang="en-US"/>
              </a:p>
            </p:txBody>
          </p:sp>
          <p:grpSp>
            <p:nvGrpSpPr>
              <p:cNvPr id="22" name="Group 425"/>
              <p:cNvGrpSpPr/>
              <p:nvPr/>
            </p:nvGrpSpPr>
            <p:grpSpPr bwMode="auto">
              <a:xfrm>
                <a:off x="2724" y="1308"/>
                <a:ext cx="384" cy="240"/>
                <a:chOff x="864" y="1296"/>
                <a:chExt cx="384" cy="240"/>
              </a:xfrm>
            </p:grpSpPr>
            <p:sp>
              <p:nvSpPr>
                <p:cNvPr id="19526" name="Rectangle 426"/>
                <p:cNvSpPr>
                  <a:spLocks noChangeArrowheads="1"/>
                </p:cNvSpPr>
                <p:nvPr/>
              </p:nvSpPr>
              <p:spPr bwMode="auto">
                <a:xfrm>
                  <a:off x="864" y="1296"/>
                  <a:ext cx="240" cy="240"/>
                </a:xfrm>
                <a:prstGeom prst="rect">
                  <a:avLst/>
                </a:prstGeom>
                <a:noFill/>
                <a:ln w="25400" cap="sq">
                  <a:solidFill>
                    <a:srgbClr val="333399"/>
                  </a:solidFill>
                  <a:miter lim="800000"/>
                </a:ln>
              </p:spPr>
              <p:txBody>
                <a:bodyPr wrap="none" anchor="ctr"/>
                <a:lstStyle/>
                <a:p>
                  <a:endParaRPr lang="zh-CN" altLang="en-US"/>
                </a:p>
              </p:txBody>
            </p:sp>
            <p:sp>
              <p:nvSpPr>
                <p:cNvPr id="19527" name="Rectangle 427"/>
                <p:cNvSpPr>
                  <a:spLocks noChangeArrowheads="1"/>
                </p:cNvSpPr>
                <p:nvPr/>
              </p:nvSpPr>
              <p:spPr bwMode="auto">
                <a:xfrm>
                  <a:off x="1104" y="1296"/>
                  <a:ext cx="144" cy="240"/>
                </a:xfrm>
                <a:prstGeom prst="rect">
                  <a:avLst/>
                </a:prstGeom>
                <a:noFill/>
                <a:ln w="25400" cap="sq">
                  <a:solidFill>
                    <a:srgbClr val="333399"/>
                  </a:solidFill>
                  <a:miter lim="800000"/>
                </a:ln>
              </p:spPr>
              <p:txBody>
                <a:bodyPr wrap="none" anchor="ctr"/>
                <a:lstStyle/>
                <a:p>
                  <a:endParaRPr lang="zh-CN" altLang="en-US"/>
                </a:p>
              </p:txBody>
            </p:sp>
          </p:grpSp>
          <p:grpSp>
            <p:nvGrpSpPr>
              <p:cNvPr id="23" name="Group 428"/>
              <p:cNvGrpSpPr/>
              <p:nvPr/>
            </p:nvGrpSpPr>
            <p:grpSpPr bwMode="auto">
              <a:xfrm>
                <a:off x="3252" y="1308"/>
                <a:ext cx="384" cy="240"/>
                <a:chOff x="864" y="1296"/>
                <a:chExt cx="384" cy="240"/>
              </a:xfrm>
            </p:grpSpPr>
            <p:sp>
              <p:nvSpPr>
                <p:cNvPr id="19524" name="Rectangle 429"/>
                <p:cNvSpPr>
                  <a:spLocks noChangeArrowheads="1"/>
                </p:cNvSpPr>
                <p:nvPr/>
              </p:nvSpPr>
              <p:spPr bwMode="auto">
                <a:xfrm>
                  <a:off x="864" y="1296"/>
                  <a:ext cx="240" cy="240"/>
                </a:xfrm>
                <a:prstGeom prst="rect">
                  <a:avLst/>
                </a:prstGeom>
                <a:noFill/>
                <a:ln w="25400" cap="sq">
                  <a:solidFill>
                    <a:srgbClr val="333399"/>
                  </a:solidFill>
                  <a:miter lim="800000"/>
                </a:ln>
              </p:spPr>
              <p:txBody>
                <a:bodyPr wrap="none" anchor="ctr"/>
                <a:lstStyle/>
                <a:p>
                  <a:endParaRPr lang="zh-CN" altLang="en-US"/>
                </a:p>
              </p:txBody>
            </p:sp>
            <p:sp>
              <p:nvSpPr>
                <p:cNvPr id="19525" name="Rectangle 430"/>
                <p:cNvSpPr>
                  <a:spLocks noChangeArrowheads="1"/>
                </p:cNvSpPr>
                <p:nvPr/>
              </p:nvSpPr>
              <p:spPr bwMode="auto">
                <a:xfrm>
                  <a:off x="1104" y="1296"/>
                  <a:ext cx="144" cy="240"/>
                </a:xfrm>
                <a:prstGeom prst="rect">
                  <a:avLst/>
                </a:prstGeom>
                <a:noFill/>
                <a:ln w="25400" cap="sq">
                  <a:solidFill>
                    <a:srgbClr val="333399"/>
                  </a:solidFill>
                  <a:miter lim="800000"/>
                </a:ln>
              </p:spPr>
              <p:txBody>
                <a:bodyPr wrap="none" anchor="ctr"/>
                <a:lstStyle/>
                <a:p>
                  <a:endParaRPr lang="zh-CN" altLang="en-US"/>
                </a:p>
              </p:txBody>
            </p:sp>
          </p:grpSp>
          <p:sp>
            <p:nvSpPr>
              <p:cNvPr id="19513" name="Line 431"/>
              <p:cNvSpPr>
                <a:spLocks noChangeShapeType="1"/>
              </p:cNvSpPr>
              <p:nvPr/>
            </p:nvSpPr>
            <p:spPr bwMode="auto">
              <a:xfrm>
                <a:off x="3012" y="1416"/>
                <a:ext cx="240" cy="0"/>
              </a:xfrm>
              <a:prstGeom prst="line">
                <a:avLst/>
              </a:prstGeom>
              <a:noFill/>
              <a:ln w="22225" cap="sq">
                <a:solidFill>
                  <a:srgbClr val="333399"/>
                </a:solidFill>
                <a:round/>
                <a:tailEnd type="triangle" w="med" len="med"/>
              </a:ln>
            </p:spPr>
            <p:txBody>
              <a:bodyPr wrap="none" anchor="ctr"/>
              <a:lstStyle/>
              <a:p>
                <a:endParaRPr lang="zh-CN" altLang="en-US"/>
              </a:p>
            </p:txBody>
          </p:sp>
          <p:grpSp>
            <p:nvGrpSpPr>
              <p:cNvPr id="24" name="Group 432"/>
              <p:cNvGrpSpPr/>
              <p:nvPr/>
            </p:nvGrpSpPr>
            <p:grpSpPr bwMode="auto">
              <a:xfrm>
                <a:off x="4284" y="1308"/>
                <a:ext cx="384" cy="240"/>
                <a:chOff x="864" y="1296"/>
                <a:chExt cx="384" cy="240"/>
              </a:xfrm>
            </p:grpSpPr>
            <p:sp>
              <p:nvSpPr>
                <p:cNvPr id="19522" name="Rectangle 433"/>
                <p:cNvSpPr>
                  <a:spLocks noChangeArrowheads="1"/>
                </p:cNvSpPr>
                <p:nvPr/>
              </p:nvSpPr>
              <p:spPr bwMode="auto">
                <a:xfrm>
                  <a:off x="864" y="1296"/>
                  <a:ext cx="240" cy="240"/>
                </a:xfrm>
                <a:prstGeom prst="rect">
                  <a:avLst/>
                </a:prstGeom>
                <a:noFill/>
                <a:ln w="25400" cap="sq">
                  <a:solidFill>
                    <a:srgbClr val="333399"/>
                  </a:solidFill>
                  <a:miter lim="800000"/>
                </a:ln>
              </p:spPr>
              <p:txBody>
                <a:bodyPr wrap="none" anchor="ctr"/>
                <a:lstStyle/>
                <a:p>
                  <a:endParaRPr lang="zh-CN" altLang="en-US"/>
                </a:p>
              </p:txBody>
            </p:sp>
            <p:sp>
              <p:nvSpPr>
                <p:cNvPr id="19523" name="Rectangle 434"/>
                <p:cNvSpPr>
                  <a:spLocks noChangeArrowheads="1"/>
                </p:cNvSpPr>
                <p:nvPr/>
              </p:nvSpPr>
              <p:spPr bwMode="auto">
                <a:xfrm>
                  <a:off x="1104" y="1296"/>
                  <a:ext cx="144" cy="240"/>
                </a:xfrm>
                <a:prstGeom prst="rect">
                  <a:avLst/>
                </a:prstGeom>
                <a:noFill/>
                <a:ln w="25400" cap="sq">
                  <a:solidFill>
                    <a:srgbClr val="333399"/>
                  </a:solidFill>
                  <a:miter lim="800000"/>
                </a:ln>
              </p:spPr>
              <p:txBody>
                <a:bodyPr wrap="none" anchor="ctr"/>
                <a:lstStyle/>
                <a:p>
                  <a:endParaRPr lang="zh-CN" altLang="en-US"/>
                </a:p>
              </p:txBody>
            </p:sp>
          </p:grpSp>
          <p:sp>
            <p:nvSpPr>
              <p:cNvPr id="19515" name="Line 435"/>
              <p:cNvSpPr>
                <a:spLocks noChangeShapeType="1"/>
              </p:cNvSpPr>
              <p:nvPr/>
            </p:nvSpPr>
            <p:spPr bwMode="auto">
              <a:xfrm>
                <a:off x="3540" y="1416"/>
                <a:ext cx="240" cy="0"/>
              </a:xfrm>
              <a:prstGeom prst="line">
                <a:avLst/>
              </a:prstGeom>
              <a:noFill/>
              <a:ln w="22225" cap="sq">
                <a:solidFill>
                  <a:srgbClr val="333399"/>
                </a:solidFill>
                <a:round/>
                <a:tailEnd type="triangle" w="med" len="med"/>
              </a:ln>
            </p:spPr>
            <p:txBody>
              <a:bodyPr wrap="none" anchor="ctr"/>
              <a:lstStyle/>
              <a:p>
                <a:endParaRPr lang="zh-CN" altLang="en-US"/>
              </a:p>
            </p:txBody>
          </p:sp>
          <p:sp>
            <p:nvSpPr>
              <p:cNvPr id="19516" name="Line 436"/>
              <p:cNvSpPr>
                <a:spLocks noChangeShapeType="1"/>
              </p:cNvSpPr>
              <p:nvPr/>
            </p:nvSpPr>
            <p:spPr bwMode="auto">
              <a:xfrm>
                <a:off x="4560" y="1416"/>
                <a:ext cx="240" cy="0"/>
              </a:xfrm>
              <a:prstGeom prst="line">
                <a:avLst/>
              </a:prstGeom>
              <a:noFill/>
              <a:ln w="22225" cap="sq">
                <a:solidFill>
                  <a:srgbClr val="333399"/>
                </a:solidFill>
                <a:round/>
                <a:tailEnd type="triangle" w="med" len="med"/>
              </a:ln>
            </p:spPr>
            <p:txBody>
              <a:bodyPr wrap="none" anchor="ctr"/>
              <a:lstStyle/>
              <a:p>
                <a:endParaRPr lang="zh-CN" altLang="en-US"/>
              </a:p>
            </p:txBody>
          </p:sp>
          <p:sp>
            <p:nvSpPr>
              <p:cNvPr id="19517" name="Line 437"/>
              <p:cNvSpPr>
                <a:spLocks noChangeShapeType="1"/>
              </p:cNvSpPr>
              <p:nvPr/>
            </p:nvSpPr>
            <p:spPr bwMode="auto">
              <a:xfrm>
                <a:off x="4032" y="1416"/>
                <a:ext cx="240" cy="0"/>
              </a:xfrm>
              <a:prstGeom prst="line">
                <a:avLst/>
              </a:prstGeom>
              <a:noFill/>
              <a:ln w="22225" cap="sq">
                <a:solidFill>
                  <a:srgbClr val="333399"/>
                </a:solidFill>
                <a:round/>
                <a:tailEnd type="triangle" w="med" len="med"/>
              </a:ln>
            </p:spPr>
            <p:txBody>
              <a:bodyPr wrap="none" anchor="ctr"/>
              <a:lstStyle/>
              <a:p>
                <a:endParaRPr lang="zh-CN" altLang="en-US"/>
              </a:p>
            </p:txBody>
          </p:sp>
          <p:sp>
            <p:nvSpPr>
              <p:cNvPr id="19518" name="Text Box 438"/>
              <p:cNvSpPr txBox="1">
                <a:spLocks noChangeArrowheads="1"/>
              </p:cNvSpPr>
              <p:nvPr/>
            </p:nvSpPr>
            <p:spPr bwMode="auto">
              <a:xfrm>
                <a:off x="3756" y="1212"/>
                <a:ext cx="334" cy="378"/>
              </a:xfrm>
              <a:prstGeom prst="rect">
                <a:avLst/>
              </a:prstGeom>
              <a:noFill/>
              <a:ln w="12700" cap="sq">
                <a:noFill/>
                <a:miter lim="800000"/>
              </a:ln>
            </p:spPr>
            <p:txBody>
              <a:bodyPr wrap="none">
                <a:spAutoFit/>
              </a:bodyPr>
              <a:lstStyle/>
              <a:p>
                <a:r>
                  <a:rPr lang="zh-CN" altLang="en-US" sz="3300">
                    <a:solidFill>
                      <a:schemeClr val="bg1"/>
                    </a:solidFill>
                    <a:ea typeface="宋体" pitchFamily="2" charset="-122"/>
                    <a:cs typeface="Times New Roman" panose="02020503050405090304" pitchFamily="18" charset="0"/>
                  </a:rPr>
                  <a:t>…</a:t>
                </a:r>
                <a:endParaRPr lang="zh-CN" altLang="en-US" sz="3300">
                  <a:solidFill>
                    <a:schemeClr val="bg1"/>
                  </a:solidFill>
                  <a:ea typeface="宋体" pitchFamily="2" charset="-122"/>
                  <a:cs typeface="Times New Roman" panose="02020503050405090304" pitchFamily="18" charset="0"/>
                </a:endParaRPr>
              </a:p>
            </p:txBody>
          </p:sp>
          <p:sp>
            <p:nvSpPr>
              <p:cNvPr id="19519" name="Text Box 439"/>
              <p:cNvSpPr txBox="1">
                <a:spLocks noChangeArrowheads="1"/>
              </p:cNvSpPr>
              <p:nvPr/>
            </p:nvSpPr>
            <p:spPr bwMode="auto">
              <a:xfrm>
                <a:off x="5004" y="1284"/>
                <a:ext cx="225" cy="397"/>
              </a:xfrm>
              <a:prstGeom prst="rect">
                <a:avLst/>
              </a:prstGeom>
              <a:noFill/>
              <a:ln w="12700" cap="sq">
                <a:noFill/>
                <a:miter lim="800000"/>
              </a:ln>
            </p:spPr>
            <p:txBody>
              <a:bodyPr wrap="none">
                <a:spAutoFit/>
              </a:bodyPr>
              <a:lstStyle/>
              <a:p>
                <a:r>
                  <a:rPr lang="zh-CN" altLang="en-US" sz="3500">
                    <a:solidFill>
                      <a:schemeClr val="bg1"/>
                    </a:solidFill>
                  </a:rPr>
                  <a:t>^</a:t>
                </a:r>
                <a:endParaRPr lang="zh-CN" altLang="en-US" sz="3500">
                  <a:solidFill>
                    <a:schemeClr val="bg1"/>
                  </a:solidFill>
                </a:endParaRPr>
              </a:p>
            </p:txBody>
          </p:sp>
          <p:sp>
            <p:nvSpPr>
              <p:cNvPr id="19520" name="Line 440"/>
              <p:cNvSpPr>
                <a:spLocks noChangeShapeType="1"/>
              </p:cNvSpPr>
              <p:nvPr/>
            </p:nvSpPr>
            <p:spPr bwMode="auto">
              <a:xfrm rot="2611048">
                <a:off x="408" y="1248"/>
                <a:ext cx="240" cy="1"/>
              </a:xfrm>
              <a:prstGeom prst="line">
                <a:avLst/>
              </a:prstGeom>
              <a:noFill/>
              <a:ln w="22225" cap="sq">
                <a:solidFill>
                  <a:srgbClr val="333399"/>
                </a:solidFill>
                <a:round/>
                <a:tailEnd type="triangle" w="med" len="med"/>
              </a:ln>
            </p:spPr>
            <p:txBody>
              <a:bodyPr wrap="none" anchor="ctr"/>
              <a:lstStyle/>
              <a:p>
                <a:endParaRPr lang="zh-CN" altLang="en-US"/>
              </a:p>
            </p:txBody>
          </p:sp>
          <p:sp>
            <p:nvSpPr>
              <p:cNvPr id="19521" name="Text Box 441"/>
              <p:cNvSpPr txBox="1">
                <a:spLocks noChangeArrowheads="1"/>
              </p:cNvSpPr>
              <p:nvPr/>
            </p:nvSpPr>
            <p:spPr bwMode="auto">
              <a:xfrm>
                <a:off x="240" y="912"/>
                <a:ext cx="383" cy="378"/>
              </a:xfrm>
              <a:prstGeom prst="rect">
                <a:avLst/>
              </a:prstGeom>
              <a:noFill/>
              <a:ln w="12700" cap="sq">
                <a:noFill/>
                <a:miter lim="800000"/>
              </a:ln>
            </p:spPr>
            <p:txBody>
              <a:bodyPr wrap="none">
                <a:spAutoFit/>
              </a:bodyPr>
              <a:lstStyle/>
              <a:p>
                <a:pPr>
                  <a:spcBef>
                    <a:spcPct val="0"/>
                  </a:spcBef>
                </a:pPr>
                <a:r>
                  <a:rPr lang="en-US" altLang="zh-CN" sz="3300">
                    <a:solidFill>
                      <a:srgbClr val="FF6600"/>
                    </a:solidFill>
                  </a:rPr>
                  <a:t>list</a:t>
                </a:r>
                <a:endParaRPr lang="en-US" altLang="zh-CN" sz="3300">
                  <a:solidFill>
                    <a:srgbClr val="FF6600"/>
                  </a:solidFill>
                </a:endParaRPr>
              </a:p>
            </p:txBody>
          </p:sp>
        </p:grpSp>
      </p:grpSp>
      <p:sp>
        <p:nvSpPr>
          <p:cNvPr id="497082" name="Rectangle 442"/>
          <p:cNvSpPr>
            <a:spLocks noChangeArrowheads="1"/>
          </p:cNvSpPr>
          <p:nvPr/>
        </p:nvSpPr>
        <p:spPr bwMode="auto">
          <a:xfrm>
            <a:off x="2489200" y="2914651"/>
            <a:ext cx="312906" cy="430887"/>
          </a:xfrm>
          <a:prstGeom prst="rect">
            <a:avLst/>
          </a:prstGeom>
          <a:noFill/>
          <a:ln w="12700" cap="sq">
            <a:noFill/>
            <a:miter lim="800000"/>
          </a:ln>
        </p:spPr>
        <p:txBody>
          <a:bodyPr wrap="none">
            <a:spAutoFit/>
          </a:bodyPr>
          <a:lstStyle/>
          <a:p>
            <a:r>
              <a:rPr lang="en-US" altLang="zh-CN" sz="2200">
                <a:solidFill>
                  <a:srgbClr val="FF6600"/>
                </a:solidFill>
              </a:rPr>
              <a:t>q</a:t>
            </a:r>
            <a:endParaRPr lang="zh-CN" altLang="en-US" sz="2200">
              <a:solidFill>
                <a:srgbClr val="FF6600"/>
              </a:solidFill>
            </a:endParaRPr>
          </a:p>
        </p:txBody>
      </p:sp>
      <p:grpSp>
        <p:nvGrpSpPr>
          <p:cNvPr id="25" name="Group 443"/>
          <p:cNvGrpSpPr/>
          <p:nvPr/>
        </p:nvGrpSpPr>
        <p:grpSpPr bwMode="auto">
          <a:xfrm>
            <a:off x="4476750" y="3863978"/>
            <a:ext cx="2438400" cy="598488"/>
            <a:chOff x="1860" y="2602"/>
            <a:chExt cx="1536" cy="377"/>
          </a:xfrm>
        </p:grpSpPr>
        <p:sp>
          <p:nvSpPr>
            <p:cNvPr id="19497" name="Rectangle 444"/>
            <p:cNvSpPr>
              <a:spLocks noChangeArrowheads="1"/>
            </p:cNvSpPr>
            <p:nvPr/>
          </p:nvSpPr>
          <p:spPr bwMode="auto">
            <a:xfrm>
              <a:off x="1860" y="2640"/>
              <a:ext cx="1536" cy="336"/>
            </a:xfrm>
            <a:prstGeom prst="rect">
              <a:avLst/>
            </a:prstGeom>
            <a:solidFill>
              <a:srgbClr val="CCFFCC"/>
            </a:solidFill>
            <a:ln w="47625" cap="sq">
              <a:solidFill>
                <a:srgbClr val="00CCFF"/>
              </a:solidFill>
              <a:miter lim="800000"/>
            </a:ln>
          </p:spPr>
          <p:txBody>
            <a:bodyPr wrap="none" anchor="ctr"/>
            <a:lstStyle/>
            <a:p>
              <a:endParaRPr lang="zh-CN" altLang="en-US"/>
            </a:p>
          </p:txBody>
        </p:sp>
        <p:sp>
          <p:nvSpPr>
            <p:cNvPr id="19498" name="Rectangle 445"/>
            <p:cNvSpPr>
              <a:spLocks noChangeArrowheads="1"/>
            </p:cNvSpPr>
            <p:nvPr/>
          </p:nvSpPr>
          <p:spPr bwMode="auto">
            <a:xfrm>
              <a:off x="2015" y="2602"/>
              <a:ext cx="453" cy="349"/>
            </a:xfrm>
            <a:prstGeom prst="rect">
              <a:avLst/>
            </a:prstGeom>
            <a:noFill/>
            <a:ln w="12700" cap="sq">
              <a:noFill/>
              <a:miter lim="800000"/>
            </a:ln>
            <a:effectLst>
              <a:outerShdw dist="17961" dir="2700000" algn="ctr" rotWithShape="0">
                <a:srgbClr val="000000"/>
              </a:outerShdw>
            </a:effectLst>
          </p:spPr>
          <p:txBody>
            <a:bodyPr wrap="none">
              <a:spAutoFit/>
            </a:bodyPr>
            <a:lstStyle/>
            <a:p>
              <a:r>
                <a:rPr lang="en-US" altLang="zh-CN" sz="3000" dirty="0">
                  <a:solidFill>
                    <a:srgbClr val="FF6600"/>
                  </a:solidFill>
                </a:rPr>
                <a:t>p=p</a:t>
              </a:r>
              <a:endParaRPr lang="zh-CN" altLang="en-US" sz="3000" dirty="0">
                <a:solidFill>
                  <a:srgbClr val="FF6600"/>
                </a:solidFill>
              </a:endParaRPr>
            </a:p>
          </p:txBody>
        </p:sp>
        <p:sp>
          <p:nvSpPr>
            <p:cNvPr id="19499" name="Rectangle 446"/>
            <p:cNvSpPr>
              <a:spLocks noChangeArrowheads="1"/>
            </p:cNvSpPr>
            <p:nvPr/>
          </p:nvSpPr>
          <p:spPr bwMode="auto">
            <a:xfrm>
              <a:off x="2429" y="2630"/>
              <a:ext cx="707" cy="349"/>
            </a:xfrm>
            <a:prstGeom prst="rect">
              <a:avLst/>
            </a:prstGeom>
            <a:noFill/>
            <a:ln w="12700" cap="sq">
              <a:noFill/>
              <a:miter lim="800000"/>
            </a:ln>
            <a:effectLst>
              <a:outerShdw dist="17961" dir="2700000" algn="ctr" rotWithShape="0">
                <a:srgbClr val="000000"/>
              </a:outerShdw>
            </a:effectLst>
          </p:spPr>
          <p:txBody>
            <a:bodyPr wrap="none">
              <a:spAutoFit/>
            </a:bodyPr>
            <a:lstStyle/>
            <a:p>
              <a:r>
                <a:rPr lang="en-US" altLang="zh-CN" sz="3000">
                  <a:solidFill>
                    <a:srgbClr val="FF6600"/>
                  </a:solidFill>
                  <a:latin typeface="宋体" pitchFamily="2" charset="-122"/>
                  <a:ea typeface="宋体" pitchFamily="2" charset="-122"/>
                </a:rPr>
                <a:t>-</a:t>
              </a:r>
              <a:r>
                <a:rPr lang="en-US" altLang="zh-CN" sz="3000">
                  <a:solidFill>
                    <a:srgbClr val="FF6600"/>
                  </a:solidFill>
                </a:rPr>
                <a:t>&gt;link;</a:t>
              </a:r>
              <a:endParaRPr lang="zh-CN" altLang="en-US" sz="3000">
                <a:solidFill>
                  <a:srgbClr val="FF6600"/>
                </a:solidFill>
              </a:endParaRPr>
            </a:p>
          </p:txBody>
        </p:sp>
      </p:grpSp>
      <p:grpSp>
        <p:nvGrpSpPr>
          <p:cNvPr id="26" name="Group 447"/>
          <p:cNvGrpSpPr/>
          <p:nvPr/>
        </p:nvGrpSpPr>
        <p:grpSpPr bwMode="auto">
          <a:xfrm>
            <a:off x="2514600" y="2898776"/>
            <a:ext cx="1119188" cy="415925"/>
            <a:chOff x="624" y="2018"/>
            <a:chExt cx="705" cy="262"/>
          </a:xfrm>
        </p:grpSpPr>
        <p:sp>
          <p:nvSpPr>
            <p:cNvPr id="19495" name="Rectangle 448"/>
            <p:cNvSpPr>
              <a:spLocks noChangeArrowheads="1"/>
            </p:cNvSpPr>
            <p:nvPr/>
          </p:nvSpPr>
          <p:spPr bwMode="auto">
            <a:xfrm>
              <a:off x="624" y="2040"/>
              <a:ext cx="192" cy="240"/>
            </a:xfrm>
            <a:prstGeom prst="rect">
              <a:avLst/>
            </a:prstGeom>
            <a:solidFill>
              <a:srgbClr val="FFFFFF"/>
            </a:solidFill>
            <a:ln w="12700" cap="sq">
              <a:noFill/>
              <a:miter lim="800000"/>
            </a:ln>
          </p:spPr>
          <p:txBody>
            <a:bodyPr wrap="none" anchor="ctr"/>
            <a:lstStyle/>
            <a:p>
              <a:endParaRPr lang="zh-CN" altLang="en-US"/>
            </a:p>
          </p:txBody>
        </p:sp>
        <p:sp>
          <p:nvSpPr>
            <p:cNvPr id="19496" name="Rectangle 449"/>
            <p:cNvSpPr>
              <a:spLocks noChangeArrowheads="1"/>
            </p:cNvSpPr>
            <p:nvPr/>
          </p:nvSpPr>
          <p:spPr bwMode="auto">
            <a:xfrm>
              <a:off x="1139" y="2018"/>
              <a:ext cx="190" cy="252"/>
            </a:xfrm>
            <a:prstGeom prst="rect">
              <a:avLst/>
            </a:prstGeom>
            <a:noFill/>
            <a:ln w="12700" cap="sq">
              <a:noFill/>
              <a:miter lim="800000"/>
            </a:ln>
          </p:spPr>
          <p:txBody>
            <a:bodyPr wrap="none">
              <a:spAutoFit/>
            </a:bodyPr>
            <a:lstStyle/>
            <a:p>
              <a:r>
                <a:rPr lang="en-US" altLang="zh-CN" sz="2000">
                  <a:solidFill>
                    <a:srgbClr val="FF6600"/>
                  </a:solidFill>
                </a:rPr>
                <a:t>q</a:t>
              </a:r>
              <a:endParaRPr lang="zh-CN" altLang="en-US" sz="2000">
                <a:solidFill>
                  <a:srgbClr val="FF6600"/>
                </a:solidFill>
              </a:endParaRPr>
            </a:p>
          </p:txBody>
        </p:sp>
      </p:grpSp>
      <p:grpSp>
        <p:nvGrpSpPr>
          <p:cNvPr id="27" name="Group 450"/>
          <p:cNvGrpSpPr/>
          <p:nvPr/>
        </p:nvGrpSpPr>
        <p:grpSpPr bwMode="auto">
          <a:xfrm>
            <a:off x="3314700" y="2933701"/>
            <a:ext cx="1119188" cy="415925"/>
            <a:chOff x="624" y="2018"/>
            <a:chExt cx="705" cy="262"/>
          </a:xfrm>
        </p:grpSpPr>
        <p:sp>
          <p:nvSpPr>
            <p:cNvPr id="19493" name="Rectangle 451"/>
            <p:cNvSpPr>
              <a:spLocks noChangeArrowheads="1"/>
            </p:cNvSpPr>
            <p:nvPr/>
          </p:nvSpPr>
          <p:spPr bwMode="auto">
            <a:xfrm>
              <a:off x="624" y="2040"/>
              <a:ext cx="192" cy="240"/>
            </a:xfrm>
            <a:prstGeom prst="rect">
              <a:avLst/>
            </a:prstGeom>
            <a:solidFill>
              <a:srgbClr val="FFFFFF"/>
            </a:solidFill>
            <a:ln w="12700" cap="sq">
              <a:noFill/>
              <a:miter lim="800000"/>
            </a:ln>
          </p:spPr>
          <p:txBody>
            <a:bodyPr wrap="none" anchor="ctr"/>
            <a:lstStyle/>
            <a:p>
              <a:endParaRPr lang="zh-CN" altLang="en-US"/>
            </a:p>
          </p:txBody>
        </p:sp>
        <p:sp>
          <p:nvSpPr>
            <p:cNvPr id="19494" name="Rectangle 452"/>
            <p:cNvSpPr>
              <a:spLocks noChangeArrowheads="1"/>
            </p:cNvSpPr>
            <p:nvPr/>
          </p:nvSpPr>
          <p:spPr bwMode="auto">
            <a:xfrm>
              <a:off x="1139" y="2018"/>
              <a:ext cx="190" cy="252"/>
            </a:xfrm>
            <a:prstGeom prst="rect">
              <a:avLst/>
            </a:prstGeom>
            <a:noFill/>
            <a:ln w="12700" cap="sq">
              <a:noFill/>
              <a:miter lim="800000"/>
            </a:ln>
          </p:spPr>
          <p:txBody>
            <a:bodyPr wrap="none">
              <a:spAutoFit/>
            </a:bodyPr>
            <a:lstStyle/>
            <a:p>
              <a:r>
                <a:rPr lang="en-US" altLang="zh-CN" sz="2000">
                  <a:solidFill>
                    <a:srgbClr val="FF6600"/>
                  </a:solidFill>
                </a:rPr>
                <a:t>q</a:t>
              </a:r>
              <a:endParaRPr lang="zh-CN" altLang="en-US" sz="2000">
                <a:solidFill>
                  <a:srgbClr val="FF6600"/>
                </a:solidFill>
              </a:endParaRPr>
            </a:p>
          </p:txBody>
        </p:sp>
      </p:grpSp>
      <p:grpSp>
        <p:nvGrpSpPr>
          <p:cNvPr id="28" name="Group 453"/>
          <p:cNvGrpSpPr/>
          <p:nvPr/>
        </p:nvGrpSpPr>
        <p:grpSpPr bwMode="auto">
          <a:xfrm>
            <a:off x="4152900" y="2933701"/>
            <a:ext cx="1119188" cy="415925"/>
            <a:chOff x="624" y="2018"/>
            <a:chExt cx="705" cy="262"/>
          </a:xfrm>
        </p:grpSpPr>
        <p:sp>
          <p:nvSpPr>
            <p:cNvPr id="19491" name="Rectangle 454"/>
            <p:cNvSpPr>
              <a:spLocks noChangeArrowheads="1"/>
            </p:cNvSpPr>
            <p:nvPr/>
          </p:nvSpPr>
          <p:spPr bwMode="auto">
            <a:xfrm>
              <a:off x="624" y="2040"/>
              <a:ext cx="192" cy="240"/>
            </a:xfrm>
            <a:prstGeom prst="rect">
              <a:avLst/>
            </a:prstGeom>
            <a:solidFill>
              <a:srgbClr val="FFFFFF"/>
            </a:solidFill>
            <a:ln w="12700" cap="sq">
              <a:noFill/>
              <a:miter lim="800000"/>
            </a:ln>
          </p:spPr>
          <p:txBody>
            <a:bodyPr wrap="none" anchor="ctr"/>
            <a:lstStyle/>
            <a:p>
              <a:endParaRPr lang="zh-CN" altLang="en-US"/>
            </a:p>
          </p:txBody>
        </p:sp>
        <p:sp>
          <p:nvSpPr>
            <p:cNvPr id="19492" name="Rectangle 455"/>
            <p:cNvSpPr>
              <a:spLocks noChangeArrowheads="1"/>
            </p:cNvSpPr>
            <p:nvPr/>
          </p:nvSpPr>
          <p:spPr bwMode="auto">
            <a:xfrm>
              <a:off x="1139" y="2018"/>
              <a:ext cx="190" cy="252"/>
            </a:xfrm>
            <a:prstGeom prst="rect">
              <a:avLst/>
            </a:prstGeom>
            <a:noFill/>
            <a:ln w="12700" cap="sq">
              <a:noFill/>
              <a:miter lim="800000"/>
            </a:ln>
          </p:spPr>
          <p:txBody>
            <a:bodyPr wrap="none">
              <a:spAutoFit/>
            </a:bodyPr>
            <a:lstStyle/>
            <a:p>
              <a:r>
                <a:rPr lang="en-US" altLang="zh-CN" sz="2000">
                  <a:solidFill>
                    <a:srgbClr val="FF6600"/>
                  </a:solidFill>
                </a:rPr>
                <a:t>q</a:t>
              </a:r>
              <a:endParaRPr lang="zh-CN" altLang="en-US" sz="2000">
                <a:solidFill>
                  <a:srgbClr val="FF6600"/>
                </a:solidFill>
              </a:endParaRPr>
            </a:p>
          </p:txBody>
        </p:sp>
      </p:grpSp>
      <p:grpSp>
        <p:nvGrpSpPr>
          <p:cNvPr id="29" name="Group 456"/>
          <p:cNvGrpSpPr/>
          <p:nvPr/>
        </p:nvGrpSpPr>
        <p:grpSpPr bwMode="auto">
          <a:xfrm>
            <a:off x="4991100" y="2933701"/>
            <a:ext cx="1119188" cy="415925"/>
            <a:chOff x="624" y="2018"/>
            <a:chExt cx="705" cy="262"/>
          </a:xfrm>
        </p:grpSpPr>
        <p:sp>
          <p:nvSpPr>
            <p:cNvPr id="19489" name="Rectangle 457"/>
            <p:cNvSpPr>
              <a:spLocks noChangeArrowheads="1"/>
            </p:cNvSpPr>
            <p:nvPr/>
          </p:nvSpPr>
          <p:spPr bwMode="auto">
            <a:xfrm>
              <a:off x="624" y="2040"/>
              <a:ext cx="192" cy="240"/>
            </a:xfrm>
            <a:prstGeom prst="rect">
              <a:avLst/>
            </a:prstGeom>
            <a:solidFill>
              <a:srgbClr val="FFFFFF"/>
            </a:solidFill>
            <a:ln w="12700" cap="sq">
              <a:noFill/>
              <a:miter lim="800000"/>
            </a:ln>
          </p:spPr>
          <p:txBody>
            <a:bodyPr wrap="none" anchor="ctr"/>
            <a:lstStyle/>
            <a:p>
              <a:endParaRPr lang="zh-CN" altLang="en-US"/>
            </a:p>
          </p:txBody>
        </p:sp>
        <p:sp>
          <p:nvSpPr>
            <p:cNvPr id="19490" name="Rectangle 458"/>
            <p:cNvSpPr>
              <a:spLocks noChangeArrowheads="1"/>
            </p:cNvSpPr>
            <p:nvPr/>
          </p:nvSpPr>
          <p:spPr bwMode="auto">
            <a:xfrm>
              <a:off x="1139" y="2018"/>
              <a:ext cx="190" cy="252"/>
            </a:xfrm>
            <a:prstGeom prst="rect">
              <a:avLst/>
            </a:prstGeom>
            <a:noFill/>
            <a:ln w="12700" cap="sq">
              <a:noFill/>
              <a:miter lim="800000"/>
            </a:ln>
          </p:spPr>
          <p:txBody>
            <a:bodyPr wrap="none">
              <a:spAutoFit/>
            </a:bodyPr>
            <a:lstStyle/>
            <a:p>
              <a:r>
                <a:rPr lang="en-US" altLang="zh-CN" sz="2000" dirty="0">
                  <a:solidFill>
                    <a:srgbClr val="FF6600"/>
                  </a:solidFill>
                </a:rPr>
                <a:t>p</a:t>
              </a:r>
              <a:endParaRPr lang="zh-CN" altLang="en-US" sz="2000" dirty="0">
                <a:solidFill>
                  <a:srgbClr val="FF6600"/>
                </a:solidFill>
              </a:endParaRPr>
            </a:p>
          </p:txBody>
        </p:sp>
      </p:grpSp>
      <p:grpSp>
        <p:nvGrpSpPr>
          <p:cNvPr id="30" name="Group 459"/>
          <p:cNvGrpSpPr/>
          <p:nvPr/>
        </p:nvGrpSpPr>
        <p:grpSpPr bwMode="auto">
          <a:xfrm>
            <a:off x="6892925" y="5851525"/>
            <a:ext cx="2057400" cy="457200"/>
            <a:chOff x="3360" y="3840"/>
            <a:chExt cx="1296" cy="288"/>
          </a:xfrm>
        </p:grpSpPr>
        <p:sp>
          <p:nvSpPr>
            <p:cNvPr id="19487" name="AutoShape 460"/>
            <p:cNvSpPr>
              <a:spLocks noChangeArrowheads="1"/>
            </p:cNvSpPr>
            <p:nvPr/>
          </p:nvSpPr>
          <p:spPr bwMode="auto">
            <a:xfrm>
              <a:off x="3360" y="3840"/>
              <a:ext cx="1296" cy="288"/>
            </a:xfrm>
            <a:prstGeom prst="wedgeRectCallout">
              <a:avLst>
                <a:gd name="adj1" fmla="val -81866"/>
                <a:gd name="adj2" fmla="val -43750"/>
              </a:avLst>
            </a:prstGeom>
            <a:noFill/>
            <a:ln w="38100" cap="sq">
              <a:solidFill>
                <a:srgbClr val="33CCCC"/>
              </a:solidFill>
              <a:miter lim="800000"/>
            </a:ln>
          </p:spPr>
          <p:txBody>
            <a:bodyPr anchor="ctr"/>
            <a:lstStyle/>
            <a:p>
              <a:endParaRPr lang="zh-CN" altLang="en-US" sz="2600"/>
            </a:p>
          </p:txBody>
        </p:sp>
        <p:sp>
          <p:nvSpPr>
            <p:cNvPr id="19488" name="Rectangle 461"/>
            <p:cNvSpPr>
              <a:spLocks noChangeArrowheads="1"/>
            </p:cNvSpPr>
            <p:nvPr/>
          </p:nvSpPr>
          <p:spPr bwMode="auto">
            <a:xfrm>
              <a:off x="3360" y="3844"/>
              <a:ext cx="1093" cy="252"/>
            </a:xfrm>
            <a:prstGeom prst="rect">
              <a:avLst/>
            </a:prstGeom>
            <a:noFill/>
            <a:ln w="12700" cap="sq">
              <a:noFill/>
              <a:miter lim="800000"/>
            </a:ln>
          </p:spPr>
          <p:txBody>
            <a:bodyPr wrap="none">
              <a:spAutoFit/>
            </a:bodyPr>
            <a:lstStyle/>
            <a:p>
              <a:r>
                <a:rPr kumimoji="1" lang="en-US" altLang="zh-CN" sz="2000" dirty="0">
                  <a:solidFill>
                    <a:srgbClr val="FF6600"/>
                  </a:solidFill>
                  <a:ea typeface="华文新魏" pitchFamily="2" charset="-122"/>
                </a:rPr>
                <a:t>q</a:t>
              </a:r>
              <a:r>
                <a:rPr kumimoji="1" lang="en-US" altLang="zh-CN" sz="2000" dirty="0">
                  <a:solidFill>
                    <a:srgbClr val="FF6600"/>
                  </a:solidFill>
                  <a:latin typeface="宋体" pitchFamily="2" charset="-122"/>
                  <a:ea typeface="宋体" pitchFamily="2" charset="-122"/>
                </a:rPr>
                <a:t>-</a:t>
              </a:r>
              <a:r>
                <a:rPr kumimoji="1" lang="en-US" altLang="zh-CN" sz="2000" dirty="0">
                  <a:solidFill>
                    <a:srgbClr val="FF6600"/>
                  </a:solidFill>
                  <a:ea typeface="华文新魏" pitchFamily="2" charset="-122"/>
                </a:rPr>
                <a:t>&gt;link=p</a:t>
              </a:r>
              <a:r>
                <a:rPr kumimoji="1" lang="en-US" altLang="zh-CN" sz="2000" dirty="0">
                  <a:solidFill>
                    <a:srgbClr val="FF6600"/>
                  </a:solidFill>
                  <a:latin typeface="宋体" pitchFamily="2" charset="-122"/>
                  <a:ea typeface="宋体" pitchFamily="2" charset="-122"/>
                </a:rPr>
                <a:t>-</a:t>
              </a:r>
              <a:r>
                <a:rPr kumimoji="1" lang="en-US" altLang="zh-CN" sz="2000" dirty="0">
                  <a:solidFill>
                    <a:srgbClr val="FF6600"/>
                  </a:solidFill>
                  <a:ea typeface="华文新魏" pitchFamily="2" charset="-122"/>
                </a:rPr>
                <a:t>&gt;link;</a:t>
              </a:r>
              <a:endParaRPr kumimoji="1" lang="zh-CN" altLang="en-US" sz="2000" dirty="0">
                <a:solidFill>
                  <a:srgbClr val="FF6600"/>
                </a:solidFill>
                <a:latin typeface="华文新魏" pitchFamily="2" charset="-122"/>
                <a:ea typeface="华文新魏" pitchFamily="2" charset="-122"/>
              </a:endParaRPr>
            </a:p>
          </p:txBody>
        </p:sp>
      </p:grpSp>
      <p:grpSp>
        <p:nvGrpSpPr>
          <p:cNvPr id="31" name="Group 471"/>
          <p:cNvGrpSpPr/>
          <p:nvPr/>
        </p:nvGrpSpPr>
        <p:grpSpPr bwMode="auto">
          <a:xfrm>
            <a:off x="2782888" y="5984876"/>
            <a:ext cx="1600200" cy="415925"/>
            <a:chOff x="864" y="3770"/>
            <a:chExt cx="1008" cy="262"/>
          </a:xfrm>
        </p:grpSpPr>
        <p:sp>
          <p:nvSpPr>
            <p:cNvPr id="19485" name="AutoShape 463"/>
            <p:cNvSpPr>
              <a:spLocks noChangeArrowheads="1"/>
            </p:cNvSpPr>
            <p:nvPr/>
          </p:nvSpPr>
          <p:spPr bwMode="auto">
            <a:xfrm>
              <a:off x="864" y="3792"/>
              <a:ext cx="1008" cy="240"/>
            </a:xfrm>
            <a:prstGeom prst="wedgeRectCallout">
              <a:avLst>
                <a:gd name="adj1" fmla="val 99704"/>
                <a:gd name="adj2" fmla="val -112500"/>
              </a:avLst>
            </a:prstGeom>
            <a:noFill/>
            <a:ln w="41275" cap="sq">
              <a:solidFill>
                <a:srgbClr val="33CCCC"/>
              </a:solidFill>
              <a:miter lim="800000"/>
            </a:ln>
          </p:spPr>
          <p:txBody>
            <a:bodyPr anchor="ctr"/>
            <a:lstStyle/>
            <a:p>
              <a:endParaRPr lang="zh-CN" altLang="en-US" sz="2600"/>
            </a:p>
          </p:txBody>
        </p:sp>
        <p:sp>
          <p:nvSpPr>
            <p:cNvPr id="19486" name="Rectangle 464"/>
            <p:cNvSpPr>
              <a:spLocks noChangeArrowheads="1"/>
            </p:cNvSpPr>
            <p:nvPr/>
          </p:nvSpPr>
          <p:spPr bwMode="auto">
            <a:xfrm>
              <a:off x="912" y="3770"/>
              <a:ext cx="767" cy="262"/>
            </a:xfrm>
            <a:prstGeom prst="rect">
              <a:avLst/>
            </a:prstGeom>
            <a:noFill/>
            <a:ln w="12700" cap="sq">
              <a:noFill/>
              <a:miter lim="800000"/>
            </a:ln>
          </p:spPr>
          <p:txBody>
            <a:bodyPr wrap="none">
              <a:spAutoFit/>
            </a:bodyPr>
            <a:lstStyle/>
            <a:p>
              <a:r>
                <a:rPr kumimoji="1" lang="en-US" altLang="zh-CN" sz="2100" dirty="0">
                  <a:solidFill>
                    <a:srgbClr val="FF6600"/>
                  </a:solidFill>
                  <a:ea typeface="华文新魏" pitchFamily="2" charset="-122"/>
                </a:rPr>
                <a:t>p</a:t>
              </a:r>
              <a:r>
                <a:rPr kumimoji="1" lang="en-US" altLang="zh-CN" sz="2100" dirty="0">
                  <a:solidFill>
                    <a:srgbClr val="FF6600"/>
                  </a:solidFill>
                  <a:latin typeface="宋体" pitchFamily="2" charset="-122"/>
                  <a:ea typeface="宋体" pitchFamily="2" charset="-122"/>
                </a:rPr>
                <a:t>-</a:t>
              </a:r>
              <a:r>
                <a:rPr kumimoji="1" lang="en-US" altLang="zh-CN" sz="2100" dirty="0">
                  <a:solidFill>
                    <a:srgbClr val="FF6600"/>
                  </a:solidFill>
                  <a:ea typeface="华文新魏" pitchFamily="2" charset="-122"/>
                </a:rPr>
                <a:t>&gt;link=q;</a:t>
              </a:r>
              <a:endParaRPr kumimoji="1" lang="zh-CN" altLang="en-US" sz="2100" dirty="0">
                <a:solidFill>
                  <a:srgbClr val="FF6600"/>
                </a:solidFill>
                <a:ea typeface="华文新魏" pitchFamily="2" charset="-122"/>
              </a:endParaRPr>
            </a:p>
          </p:txBody>
        </p:sp>
      </p:grpSp>
      <p:grpSp>
        <p:nvGrpSpPr>
          <p:cNvPr id="497024" name="Group 465"/>
          <p:cNvGrpSpPr/>
          <p:nvPr/>
        </p:nvGrpSpPr>
        <p:grpSpPr bwMode="auto">
          <a:xfrm>
            <a:off x="7734300" y="4149729"/>
            <a:ext cx="2209800" cy="541338"/>
            <a:chOff x="3912" y="2782"/>
            <a:chExt cx="1392" cy="341"/>
          </a:xfrm>
        </p:grpSpPr>
        <p:sp>
          <p:nvSpPr>
            <p:cNvPr id="19480" name="AutoShape 466"/>
            <p:cNvSpPr>
              <a:spLocks noChangeArrowheads="1"/>
            </p:cNvSpPr>
            <p:nvPr/>
          </p:nvSpPr>
          <p:spPr bwMode="auto">
            <a:xfrm>
              <a:off x="3912" y="2805"/>
              <a:ext cx="1392" cy="288"/>
            </a:xfrm>
            <a:prstGeom prst="wedgeRectCallout">
              <a:avLst>
                <a:gd name="adj1" fmla="val -94324"/>
                <a:gd name="adj2" fmla="val -51736"/>
              </a:avLst>
            </a:prstGeom>
            <a:noFill/>
            <a:ln w="44450" cap="sq">
              <a:solidFill>
                <a:srgbClr val="969696"/>
              </a:solidFill>
              <a:miter lim="800000"/>
            </a:ln>
          </p:spPr>
          <p:txBody>
            <a:bodyPr anchor="ctr"/>
            <a:lstStyle/>
            <a:p>
              <a:endParaRPr lang="zh-CN" altLang="en-US" sz="2600"/>
            </a:p>
          </p:txBody>
        </p:sp>
        <p:sp>
          <p:nvSpPr>
            <p:cNvPr id="19481" name="Rectangle 467"/>
            <p:cNvSpPr>
              <a:spLocks noChangeArrowheads="1"/>
            </p:cNvSpPr>
            <p:nvPr/>
          </p:nvSpPr>
          <p:spPr bwMode="auto">
            <a:xfrm>
              <a:off x="3972" y="2793"/>
              <a:ext cx="1114" cy="330"/>
            </a:xfrm>
            <a:prstGeom prst="rect">
              <a:avLst/>
            </a:prstGeom>
            <a:noFill/>
            <a:ln w="12700" cap="sq">
              <a:noFill/>
              <a:miter lim="800000"/>
            </a:ln>
            <a:effectLst>
              <a:outerShdw dist="17961" dir="2700000" algn="ctr" rotWithShape="0">
                <a:srgbClr val="000000"/>
              </a:outerShdw>
            </a:effectLst>
          </p:spPr>
          <p:txBody>
            <a:bodyPr wrap="none">
              <a:spAutoFit/>
            </a:bodyPr>
            <a:lstStyle/>
            <a:p>
              <a:r>
                <a:rPr kumimoji="1" lang="zh-CN" altLang="en-US" sz="2800" dirty="0">
                  <a:solidFill>
                    <a:srgbClr val="FF6600"/>
                  </a:solidFill>
                  <a:latin typeface="华文新魏" pitchFamily="2" charset="-122"/>
                  <a:ea typeface="华文新魏" pitchFamily="2" charset="-122"/>
                </a:rPr>
                <a:t>执行</a:t>
              </a:r>
              <a:r>
                <a:rPr kumimoji="1" lang="en-US" altLang="zh-CN" sz="2800" dirty="0">
                  <a:solidFill>
                    <a:srgbClr val="FF6600"/>
                  </a:solidFill>
                  <a:ea typeface="华文新魏" pitchFamily="2" charset="-122"/>
                </a:rPr>
                <a:t>n</a:t>
              </a:r>
              <a:r>
                <a:rPr kumimoji="1" lang="en-US" altLang="zh-CN" sz="2800" dirty="0">
                  <a:solidFill>
                    <a:srgbClr val="FF6600"/>
                  </a:solidFill>
                  <a:latin typeface="宋体" pitchFamily="2" charset="-122"/>
                  <a:ea typeface="宋体" pitchFamily="2" charset="-122"/>
                </a:rPr>
                <a:t>-</a:t>
              </a:r>
              <a:r>
                <a:rPr kumimoji="1" lang="en-US" altLang="zh-CN" sz="2800" dirty="0">
                  <a:solidFill>
                    <a:srgbClr val="FF6600"/>
                  </a:solidFill>
                  <a:ea typeface="华文新魏" pitchFamily="2" charset="-122"/>
                </a:rPr>
                <a:t>1</a:t>
              </a:r>
              <a:r>
                <a:rPr kumimoji="1" lang="zh-CN" altLang="en-US" sz="2800" dirty="0">
                  <a:solidFill>
                    <a:srgbClr val="FF6600"/>
                  </a:solidFill>
                  <a:ea typeface="华文新魏" pitchFamily="2" charset="-122"/>
                </a:rPr>
                <a:t>次</a:t>
              </a:r>
              <a:endParaRPr kumimoji="1" lang="zh-CN" altLang="en-US" sz="2800" dirty="0">
                <a:solidFill>
                  <a:srgbClr val="FF6600"/>
                </a:solidFill>
                <a:latin typeface="华文新魏" pitchFamily="2" charset="-122"/>
                <a:ea typeface="华文新魏" pitchFamily="2" charset="-122"/>
              </a:endParaRPr>
            </a:p>
          </p:txBody>
        </p:sp>
        <p:grpSp>
          <p:nvGrpSpPr>
            <p:cNvPr id="497025" name="Group 468"/>
            <p:cNvGrpSpPr/>
            <p:nvPr/>
          </p:nvGrpSpPr>
          <p:grpSpPr bwMode="auto">
            <a:xfrm rot="-649196">
              <a:off x="5014" y="2782"/>
              <a:ext cx="218" cy="312"/>
              <a:chOff x="3703" y="3411"/>
              <a:chExt cx="254" cy="414"/>
            </a:xfrm>
          </p:grpSpPr>
          <p:sp>
            <p:nvSpPr>
              <p:cNvPr id="19483" name="Freeform 469"/>
              <p:cNvSpPr/>
              <p:nvPr/>
            </p:nvSpPr>
            <p:spPr bwMode="auto">
              <a:xfrm rot="1102032">
                <a:off x="3765" y="3409"/>
                <a:ext cx="192" cy="296"/>
              </a:xfrm>
              <a:custGeom>
                <a:avLst/>
                <a:gdLst>
                  <a:gd name="T0" fmla="*/ 6 w 291"/>
                  <a:gd name="T1" fmla="*/ 2 h 562"/>
                  <a:gd name="T2" fmla="*/ 22 w 291"/>
                  <a:gd name="T3" fmla="*/ 1 h 562"/>
                  <a:gd name="T4" fmla="*/ 22 w 291"/>
                  <a:gd name="T5" fmla="*/ 5 h 562"/>
                  <a:gd name="T6" fmla="*/ 20 w 291"/>
                  <a:gd name="T7" fmla="*/ 6 h 562"/>
                  <a:gd name="T8" fmla="*/ 19 w 291"/>
                  <a:gd name="T9" fmla="*/ 8 h 562"/>
                  <a:gd name="T10" fmla="*/ 17 w 291"/>
                  <a:gd name="T11" fmla="*/ 9 h 562"/>
                  <a:gd name="T12" fmla="*/ 16 w 291"/>
                  <a:gd name="T13" fmla="*/ 12 h 562"/>
                  <a:gd name="T14" fmla="*/ 6 w 291"/>
                  <a:gd name="T15" fmla="*/ 12 h 562"/>
                  <a:gd name="T16" fmla="*/ 3 w 291"/>
                  <a:gd name="T17" fmla="*/ 6 h 562"/>
                  <a:gd name="T18" fmla="*/ 6 w 291"/>
                  <a:gd name="T19" fmla="*/ 2 h 56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91" h="562">
                    <a:moveTo>
                      <a:pt x="68" y="84"/>
                    </a:moveTo>
                    <a:cubicBezTo>
                      <a:pt x="97" y="0"/>
                      <a:pt x="197" y="47"/>
                      <a:pt x="274" y="52"/>
                    </a:cubicBezTo>
                    <a:cubicBezTo>
                      <a:pt x="291" y="102"/>
                      <a:pt x="277" y="164"/>
                      <a:pt x="264" y="215"/>
                    </a:cubicBezTo>
                    <a:cubicBezTo>
                      <a:pt x="259" y="237"/>
                      <a:pt x="242" y="280"/>
                      <a:pt x="242" y="280"/>
                    </a:cubicBezTo>
                    <a:cubicBezTo>
                      <a:pt x="238" y="309"/>
                      <a:pt x="237" y="338"/>
                      <a:pt x="231" y="367"/>
                    </a:cubicBezTo>
                    <a:cubicBezTo>
                      <a:pt x="226" y="389"/>
                      <a:pt x="209" y="432"/>
                      <a:pt x="209" y="432"/>
                    </a:cubicBezTo>
                    <a:cubicBezTo>
                      <a:pt x="205" y="465"/>
                      <a:pt x="220" y="506"/>
                      <a:pt x="198" y="530"/>
                    </a:cubicBezTo>
                    <a:cubicBezTo>
                      <a:pt x="170" y="562"/>
                      <a:pt x="102" y="539"/>
                      <a:pt x="68" y="530"/>
                    </a:cubicBezTo>
                    <a:cubicBezTo>
                      <a:pt x="49" y="433"/>
                      <a:pt x="92" y="343"/>
                      <a:pt x="35" y="258"/>
                    </a:cubicBezTo>
                    <a:cubicBezTo>
                      <a:pt x="47" y="52"/>
                      <a:pt x="0" y="16"/>
                      <a:pt x="68" y="84"/>
                    </a:cubicBezTo>
                    <a:close/>
                  </a:path>
                </a:pathLst>
              </a:custGeom>
              <a:solidFill>
                <a:srgbClr val="FF0000"/>
              </a:solidFill>
              <a:ln w="73025" cap="sq" cmpd="sng">
                <a:solidFill>
                  <a:srgbClr val="CCFFCC"/>
                </a:solidFill>
                <a:prstDash val="solid"/>
                <a:round/>
              </a:ln>
              <a:effectLst>
                <a:outerShdw dist="35921" dir="2700000" algn="ctr" rotWithShape="0">
                  <a:srgbClr val="969696"/>
                </a:outerShdw>
              </a:effectLst>
            </p:spPr>
            <p:txBody>
              <a:bodyPr wrap="none" anchor="ctr"/>
              <a:lstStyle/>
              <a:p>
                <a:endParaRPr lang="zh-CN" altLang="en-US"/>
              </a:p>
            </p:txBody>
          </p:sp>
          <p:sp>
            <p:nvSpPr>
              <p:cNvPr id="19484" name="Freeform 470"/>
              <p:cNvSpPr/>
              <p:nvPr/>
            </p:nvSpPr>
            <p:spPr bwMode="auto">
              <a:xfrm rot="1102032">
                <a:off x="3703" y="3726"/>
                <a:ext cx="132" cy="97"/>
              </a:xfrm>
              <a:custGeom>
                <a:avLst/>
                <a:gdLst>
                  <a:gd name="T0" fmla="*/ 7 w 200"/>
                  <a:gd name="T1" fmla="*/ 0 h 184"/>
                  <a:gd name="T2" fmla="*/ 3 w 200"/>
                  <a:gd name="T3" fmla="*/ 3 h 184"/>
                  <a:gd name="T4" fmla="*/ 3 w 200"/>
                  <a:gd name="T5" fmla="*/ 4 h 184"/>
                  <a:gd name="T6" fmla="*/ 9 w 200"/>
                  <a:gd name="T7" fmla="*/ 4 h 184"/>
                  <a:gd name="T8" fmla="*/ 15 w 200"/>
                  <a:gd name="T9" fmla="*/ 4 h 184"/>
                  <a:gd name="T10" fmla="*/ 16 w 200"/>
                  <a:gd name="T11" fmla="*/ 3 h 184"/>
                  <a:gd name="T12" fmla="*/ 15 w 200"/>
                  <a:gd name="T13" fmla="*/ 1 h 184"/>
                  <a:gd name="T14" fmla="*/ 7 w 200"/>
                  <a:gd name="T15" fmla="*/ 0 h 18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00" h="184">
                    <a:moveTo>
                      <a:pt x="84" y="0"/>
                    </a:moveTo>
                    <a:cubicBezTo>
                      <a:pt x="0" y="56"/>
                      <a:pt x="10" y="21"/>
                      <a:pt x="30" y="130"/>
                    </a:cubicBezTo>
                    <a:cubicBezTo>
                      <a:pt x="32" y="141"/>
                      <a:pt x="32" y="156"/>
                      <a:pt x="41" y="163"/>
                    </a:cubicBezTo>
                    <a:cubicBezTo>
                      <a:pt x="60" y="176"/>
                      <a:pt x="106" y="184"/>
                      <a:pt x="106" y="184"/>
                    </a:cubicBezTo>
                    <a:cubicBezTo>
                      <a:pt x="131" y="180"/>
                      <a:pt x="159" y="184"/>
                      <a:pt x="182" y="173"/>
                    </a:cubicBezTo>
                    <a:cubicBezTo>
                      <a:pt x="192" y="168"/>
                      <a:pt x="193" y="152"/>
                      <a:pt x="193" y="141"/>
                    </a:cubicBezTo>
                    <a:cubicBezTo>
                      <a:pt x="193" y="100"/>
                      <a:pt x="200" y="50"/>
                      <a:pt x="171" y="21"/>
                    </a:cubicBezTo>
                    <a:cubicBezTo>
                      <a:pt x="162" y="12"/>
                      <a:pt x="84" y="0"/>
                      <a:pt x="84" y="0"/>
                    </a:cubicBezTo>
                    <a:close/>
                  </a:path>
                </a:pathLst>
              </a:custGeom>
              <a:solidFill>
                <a:srgbClr val="FF0000"/>
              </a:solidFill>
              <a:ln w="76200" cap="sq" cmpd="sng">
                <a:solidFill>
                  <a:srgbClr val="CCFFCC"/>
                </a:solidFill>
                <a:prstDash val="solid"/>
                <a:round/>
              </a:ln>
              <a:effectLst>
                <a:outerShdw dist="35921" dir="2700000" algn="ctr" rotWithShape="0">
                  <a:srgbClr val="969696"/>
                </a:outerShdw>
              </a:effectLst>
            </p:spPr>
            <p:txBody>
              <a:bodyPr wrap="none" anchor="ctr"/>
              <a:lstStyle/>
              <a:p>
                <a:endParaRPr lang="zh-CN" altLang="en-US"/>
              </a:p>
            </p:txBody>
          </p:sp>
        </p:grpSp>
      </p:grpSp>
      <p:grpSp>
        <p:nvGrpSpPr>
          <p:cNvPr id="497026" name="Group 482"/>
          <p:cNvGrpSpPr/>
          <p:nvPr/>
        </p:nvGrpSpPr>
        <p:grpSpPr bwMode="auto">
          <a:xfrm>
            <a:off x="4295776" y="4843464"/>
            <a:ext cx="1439863" cy="1042987"/>
            <a:chOff x="1746" y="3051"/>
            <a:chExt cx="907" cy="657"/>
          </a:xfrm>
        </p:grpSpPr>
        <p:sp>
          <p:nvSpPr>
            <p:cNvPr id="19478" name="Rectangle 483"/>
            <p:cNvSpPr>
              <a:spLocks noChangeArrowheads="1"/>
            </p:cNvSpPr>
            <p:nvPr/>
          </p:nvSpPr>
          <p:spPr bwMode="auto">
            <a:xfrm>
              <a:off x="1746" y="3051"/>
              <a:ext cx="907" cy="231"/>
            </a:xfrm>
            <a:prstGeom prst="rect">
              <a:avLst/>
            </a:prstGeom>
            <a:noFill/>
            <a:ln w="12700" cap="sq">
              <a:noFill/>
              <a:miter lim="800000"/>
            </a:ln>
          </p:spPr>
          <p:txBody>
            <a:bodyPr>
              <a:spAutoFit/>
            </a:bodyPr>
            <a:lstStyle/>
            <a:p>
              <a:r>
                <a:rPr kumimoji="1" lang="zh-CN" altLang="en-US">
                  <a:solidFill>
                    <a:srgbClr val="000099"/>
                  </a:solidFill>
                  <a:latin typeface="幼圆" pitchFamily="49" charset="-122"/>
                  <a:ea typeface="幼圆" pitchFamily="49" charset="-122"/>
                </a:rPr>
                <a:t>第</a:t>
              </a:r>
              <a:r>
                <a:rPr kumimoji="1" lang="en-US" altLang="zh-CN">
                  <a:solidFill>
                    <a:srgbClr val="000099"/>
                  </a:solidFill>
                  <a:ea typeface="幼圆" pitchFamily="49" charset="-122"/>
                </a:rPr>
                <a:t>i</a:t>
              </a:r>
              <a:r>
                <a:rPr kumimoji="1" lang="zh-CN" altLang="en-US">
                  <a:solidFill>
                    <a:srgbClr val="000099"/>
                  </a:solidFill>
                  <a:latin typeface="幼圆" pitchFamily="49" charset="-122"/>
                  <a:ea typeface="幼圆" pitchFamily="49" charset="-122"/>
                </a:rPr>
                <a:t>个结点</a:t>
              </a:r>
              <a:endParaRPr kumimoji="1" lang="zh-CN" altLang="en-US">
                <a:solidFill>
                  <a:srgbClr val="000099"/>
                </a:solidFill>
                <a:latin typeface="幼圆" pitchFamily="49" charset="-122"/>
                <a:ea typeface="幼圆" pitchFamily="49" charset="-122"/>
              </a:endParaRPr>
            </a:p>
          </p:txBody>
        </p:sp>
        <p:sp>
          <p:nvSpPr>
            <p:cNvPr id="19479" name="Rectangle 484"/>
            <p:cNvSpPr>
              <a:spLocks noChangeArrowheads="1"/>
            </p:cNvSpPr>
            <p:nvPr/>
          </p:nvSpPr>
          <p:spPr bwMode="auto">
            <a:xfrm>
              <a:off x="1860" y="3456"/>
              <a:ext cx="190" cy="252"/>
            </a:xfrm>
            <a:prstGeom prst="rect">
              <a:avLst/>
            </a:prstGeom>
            <a:noFill/>
            <a:ln w="12700" cap="sq">
              <a:noFill/>
              <a:miter lim="800000"/>
            </a:ln>
          </p:spPr>
          <p:txBody>
            <a:bodyPr wrap="none">
              <a:spAutoFit/>
            </a:bodyPr>
            <a:lstStyle/>
            <a:p>
              <a:r>
                <a:rPr lang="en-US" altLang="zh-CN" sz="2000" dirty="0">
                  <a:solidFill>
                    <a:srgbClr val="FF0000"/>
                  </a:solidFill>
                </a:rPr>
                <a:t>p</a:t>
              </a:r>
              <a:endParaRPr lang="zh-CN" altLang="en-US" sz="2000" dirty="0">
                <a:solidFill>
                  <a:srgbClr val="FF0000"/>
                </a:solidFill>
              </a:endParaRPr>
            </a:p>
          </p:txBody>
        </p:sp>
      </p:gr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bwMode="auto">
          <a:xfrm>
            <a:off x="7962702" y="482723"/>
            <a:ext cx="1758950" cy="2139950"/>
            <a:chOff x="4496" y="244"/>
            <a:chExt cx="1108" cy="1348"/>
          </a:xfrm>
        </p:grpSpPr>
        <p:sp>
          <p:nvSpPr>
            <p:cNvPr id="20492" name="AutoShape 3"/>
            <p:cNvSpPr>
              <a:spLocks noChangeArrowheads="1"/>
            </p:cNvSpPr>
            <p:nvPr/>
          </p:nvSpPr>
          <p:spPr bwMode="auto">
            <a:xfrm rot="664023">
              <a:off x="4693" y="244"/>
              <a:ext cx="815" cy="1348"/>
            </a:xfrm>
            <a:prstGeom prst="irregularSeal2">
              <a:avLst/>
            </a:prstGeom>
            <a:solidFill>
              <a:srgbClr val="FF3300"/>
            </a:solidFill>
            <a:ln w="79375">
              <a:solidFill>
                <a:srgbClr val="FFFF00"/>
              </a:solidFill>
              <a:miter lim="800000"/>
            </a:ln>
            <a:effectLst>
              <a:outerShdw dist="117088" dir="751728" algn="ctr" rotWithShape="0">
                <a:srgbClr val="B2B2B2"/>
              </a:outerShdw>
            </a:effectLst>
          </p:spPr>
          <p:txBody>
            <a:bodyPr wrap="none" anchor="ctr"/>
            <a:lstStyle/>
            <a:p>
              <a:endParaRPr lang="zh-CN" altLang="en-US"/>
            </a:p>
          </p:txBody>
        </p:sp>
        <p:sp>
          <p:nvSpPr>
            <p:cNvPr id="20493" name="Rectangle 4"/>
            <p:cNvSpPr>
              <a:spLocks noChangeArrowheads="1"/>
            </p:cNvSpPr>
            <p:nvPr/>
          </p:nvSpPr>
          <p:spPr bwMode="auto">
            <a:xfrm rot="1026383">
              <a:off x="4496" y="544"/>
              <a:ext cx="1108" cy="802"/>
            </a:xfrm>
            <a:prstGeom prst="rect">
              <a:avLst/>
            </a:prstGeom>
            <a:noFill/>
            <a:ln w="9525">
              <a:noFill/>
              <a:miter lim="800000"/>
            </a:ln>
            <a:effectLst>
              <a:outerShdw dist="28398" dir="3806097" algn="ctr" rotWithShape="0">
                <a:srgbClr val="000000"/>
              </a:outerShdw>
            </a:effectLst>
          </p:spPr>
          <p:txBody>
            <a:bodyPr anchor="ctr">
              <a:spAutoFit/>
            </a:bodyPr>
            <a:lstStyle/>
            <a:p>
              <a:pPr algn="ctr">
                <a:lnSpc>
                  <a:spcPct val="70000"/>
                </a:lnSpc>
                <a:spcBef>
                  <a:spcPct val="0"/>
                </a:spcBef>
              </a:pPr>
              <a:r>
                <a:rPr lang="zh-CN" altLang="en-US" sz="5300" dirty="0">
                  <a:ea typeface="华文新魏" pitchFamily="2" charset="-122"/>
                </a:rPr>
                <a:t>算</a:t>
              </a:r>
              <a:endParaRPr lang="zh-CN" altLang="en-US" sz="5300" dirty="0">
                <a:ea typeface="华文新魏" pitchFamily="2" charset="-122"/>
              </a:endParaRPr>
            </a:p>
            <a:p>
              <a:pPr algn="ctr">
                <a:lnSpc>
                  <a:spcPct val="70000"/>
                </a:lnSpc>
                <a:spcBef>
                  <a:spcPct val="0"/>
                </a:spcBef>
              </a:pPr>
              <a:r>
                <a:rPr lang="zh-CN" altLang="en-US" sz="5300" dirty="0">
                  <a:ea typeface="华文新魏" pitchFamily="2" charset="-122"/>
                </a:rPr>
                <a:t>法</a:t>
              </a:r>
              <a:endParaRPr lang="zh-CN" altLang="en-US" sz="5300" dirty="0">
                <a:ea typeface="华文新魏" pitchFamily="2" charset="-122"/>
              </a:endParaRPr>
            </a:p>
          </p:txBody>
        </p:sp>
      </p:grpSp>
      <p:sp>
        <p:nvSpPr>
          <p:cNvPr id="512005" name="Text Box 5"/>
          <p:cNvSpPr txBox="1">
            <a:spLocks noChangeArrowheads="1"/>
          </p:cNvSpPr>
          <p:nvPr/>
        </p:nvSpPr>
        <p:spPr bwMode="auto">
          <a:xfrm>
            <a:off x="1004814" y="1150267"/>
            <a:ext cx="8307388" cy="5270674"/>
          </a:xfrm>
          <a:prstGeom prst="rect">
            <a:avLst/>
          </a:prstGeom>
          <a:noFill/>
          <a:ln w="9525">
            <a:noFill/>
            <a:miter lim="800000"/>
          </a:ln>
        </p:spPr>
        <p:txBody>
          <a:bodyPr>
            <a:spAutoFit/>
          </a:bodyPr>
          <a:lstStyle/>
          <a:p>
            <a:pPr lvl="2" indent="-342900" fontAlgn="base">
              <a:lnSpc>
                <a:spcPct val="75000"/>
              </a:lnSpc>
              <a:spcBef>
                <a:spcPct val="0"/>
              </a:spcBef>
            </a:pPr>
            <a:r>
              <a:rPr lang="en-US" altLang="zh-CN" sz="2600" dirty="0">
                <a:solidFill>
                  <a:srgbClr val="003399"/>
                </a:solidFill>
              </a:rPr>
              <a:t>void  insertNode1( </a:t>
            </a:r>
            <a:r>
              <a:rPr lang="en-US" altLang="zh-CN" sz="2600" dirty="0" err="1">
                <a:solidFill>
                  <a:srgbClr val="003399"/>
                </a:solidFill>
              </a:rPr>
              <a:t>Nodeptr</a:t>
            </a:r>
            <a:r>
              <a:rPr lang="en-US" altLang="zh-CN" sz="2600" dirty="0">
                <a:solidFill>
                  <a:srgbClr val="003399"/>
                </a:solidFill>
              </a:rPr>
              <a:t> list, </a:t>
            </a:r>
            <a:r>
              <a:rPr lang="en-US" altLang="zh-CN" sz="2600" dirty="0" err="1">
                <a:solidFill>
                  <a:srgbClr val="003399"/>
                </a:solidFill>
              </a:rPr>
              <a:t>int</a:t>
            </a:r>
            <a:r>
              <a:rPr lang="en-US" altLang="zh-CN" sz="2600" dirty="0">
                <a:solidFill>
                  <a:srgbClr val="003399"/>
                </a:solidFill>
              </a:rPr>
              <a:t> n, </a:t>
            </a:r>
            <a:r>
              <a:rPr lang="en-US" altLang="zh-CN" sz="2600" dirty="0" err="1">
                <a:solidFill>
                  <a:srgbClr val="003399"/>
                </a:solidFill>
              </a:rPr>
              <a:t>ElemType</a:t>
            </a:r>
            <a:r>
              <a:rPr lang="en-US" altLang="zh-CN" sz="2600" dirty="0">
                <a:solidFill>
                  <a:srgbClr val="003399"/>
                </a:solidFill>
              </a:rPr>
              <a:t> item )</a:t>
            </a:r>
            <a:endParaRPr lang="en-US" altLang="zh-CN" sz="2600" dirty="0">
              <a:solidFill>
                <a:srgbClr val="003399"/>
              </a:solidFill>
            </a:endParaRPr>
          </a:p>
          <a:p>
            <a:pPr lvl="2" indent="-342900" fontAlgn="base">
              <a:lnSpc>
                <a:spcPct val="75000"/>
              </a:lnSpc>
              <a:spcBef>
                <a:spcPct val="0"/>
              </a:spcBef>
            </a:pPr>
            <a:r>
              <a:rPr lang="en-US" altLang="zh-CN" sz="2600" dirty="0">
                <a:solidFill>
                  <a:srgbClr val="003399"/>
                </a:solidFill>
              </a:rPr>
              <a:t>{</a:t>
            </a:r>
            <a:endParaRPr lang="en-US" altLang="zh-CN" sz="2600" dirty="0">
              <a:solidFill>
                <a:srgbClr val="003399"/>
              </a:solidFill>
            </a:endParaRPr>
          </a:p>
          <a:p>
            <a:pPr lvl="2" indent="-342900" fontAlgn="base">
              <a:lnSpc>
                <a:spcPct val="75000"/>
              </a:lnSpc>
              <a:spcBef>
                <a:spcPct val="0"/>
              </a:spcBef>
            </a:pPr>
            <a:r>
              <a:rPr lang="en-US" altLang="zh-CN" sz="2600" dirty="0">
                <a:solidFill>
                  <a:srgbClr val="003399"/>
                </a:solidFill>
              </a:rPr>
              <a:t>     </a:t>
            </a:r>
            <a:r>
              <a:rPr lang="en-US" altLang="zh-CN" sz="2600" dirty="0" err="1">
                <a:solidFill>
                  <a:srgbClr val="003399"/>
                </a:solidFill>
              </a:rPr>
              <a:t>Nodeptr</a:t>
            </a:r>
            <a:r>
              <a:rPr lang="en-US" altLang="zh-CN" sz="2600" dirty="0">
                <a:solidFill>
                  <a:srgbClr val="003399"/>
                </a:solidFill>
              </a:rPr>
              <a:t> p=list, q;</a:t>
            </a:r>
            <a:endParaRPr lang="en-US" altLang="zh-CN" sz="2600" dirty="0">
              <a:solidFill>
                <a:srgbClr val="003399"/>
              </a:solidFill>
            </a:endParaRPr>
          </a:p>
          <a:p>
            <a:pPr lvl="2" indent="-342900" fontAlgn="base">
              <a:lnSpc>
                <a:spcPct val="75000"/>
              </a:lnSpc>
              <a:spcBef>
                <a:spcPct val="0"/>
              </a:spcBef>
            </a:pPr>
            <a:r>
              <a:rPr lang="en-US" altLang="zh-CN" sz="2600" dirty="0">
                <a:solidFill>
                  <a:srgbClr val="003399"/>
                </a:solidFill>
              </a:rPr>
              <a:t>     </a:t>
            </a:r>
            <a:r>
              <a:rPr lang="en-US" altLang="zh-CN" sz="2600" dirty="0" err="1">
                <a:solidFill>
                  <a:srgbClr val="003399"/>
                </a:solidFill>
              </a:rPr>
              <a:t>int</a:t>
            </a:r>
            <a:r>
              <a:rPr lang="en-US" altLang="zh-CN" sz="2600" dirty="0">
                <a:solidFill>
                  <a:srgbClr val="003399"/>
                </a:solidFill>
              </a:rPr>
              <a:t> </a:t>
            </a:r>
            <a:r>
              <a:rPr lang="en-US" altLang="zh-CN" sz="2600" dirty="0" err="1">
                <a:solidFill>
                  <a:srgbClr val="003399"/>
                </a:solidFill>
              </a:rPr>
              <a:t>i</a:t>
            </a:r>
            <a:r>
              <a:rPr lang="en-US" altLang="zh-CN" sz="2600" dirty="0">
                <a:solidFill>
                  <a:srgbClr val="003399"/>
                </a:solidFill>
              </a:rPr>
              <a:t>;</a:t>
            </a:r>
            <a:endParaRPr lang="en-US" altLang="zh-CN" sz="2600" dirty="0">
              <a:solidFill>
                <a:srgbClr val="003399"/>
              </a:solidFill>
            </a:endParaRPr>
          </a:p>
          <a:p>
            <a:pPr lvl="2" indent="-342900" fontAlgn="base">
              <a:lnSpc>
                <a:spcPct val="75000"/>
              </a:lnSpc>
              <a:spcBef>
                <a:spcPct val="0"/>
              </a:spcBef>
            </a:pPr>
            <a:r>
              <a:rPr lang="en-US" altLang="zh-CN" sz="2600" dirty="0">
                <a:solidFill>
                  <a:srgbClr val="003399"/>
                </a:solidFill>
              </a:rPr>
              <a:t>     for(</a:t>
            </a:r>
            <a:r>
              <a:rPr lang="en-US" altLang="zh-CN" sz="2600" dirty="0" err="1">
                <a:solidFill>
                  <a:srgbClr val="003399"/>
                </a:solidFill>
              </a:rPr>
              <a:t>i</a:t>
            </a:r>
            <a:r>
              <a:rPr lang="en-US" altLang="zh-CN" sz="2600" dirty="0">
                <a:solidFill>
                  <a:srgbClr val="003399"/>
                </a:solidFill>
              </a:rPr>
              <a:t>=1;i&lt;=n</a:t>
            </a:r>
            <a:r>
              <a:rPr lang="en-US" altLang="zh-CN" sz="2600" dirty="0">
                <a:solidFill>
                  <a:srgbClr val="003399"/>
                </a:solidFill>
                <a:latin typeface="宋体" pitchFamily="2" charset="-122"/>
                <a:ea typeface="宋体" pitchFamily="2" charset="-122"/>
              </a:rPr>
              <a:t>-</a:t>
            </a:r>
            <a:r>
              <a:rPr lang="en-US" altLang="zh-CN" sz="2600" dirty="0">
                <a:solidFill>
                  <a:srgbClr val="003399"/>
                </a:solidFill>
              </a:rPr>
              <a:t>1;i++){      </a:t>
            </a:r>
            <a:r>
              <a:rPr lang="en-US" altLang="zh-CN" sz="2200" dirty="0">
                <a:solidFill>
                  <a:srgbClr val="007400"/>
                </a:solidFill>
              </a:rPr>
              <a:t>/* </a:t>
            </a:r>
            <a:r>
              <a:rPr lang="zh-CN" altLang="en-US" sz="2200" dirty="0">
                <a:solidFill>
                  <a:srgbClr val="007400"/>
                </a:solidFill>
                <a:ea typeface="幼圆" pitchFamily="49" charset="-122"/>
              </a:rPr>
              <a:t>寻找第</a:t>
            </a:r>
            <a:r>
              <a:rPr lang="en-US" altLang="zh-CN" sz="2200" dirty="0" err="1">
                <a:solidFill>
                  <a:srgbClr val="007400"/>
                </a:solidFill>
              </a:rPr>
              <a:t>i</a:t>
            </a:r>
            <a:r>
              <a:rPr lang="zh-CN" altLang="en-US" sz="2200" dirty="0">
                <a:solidFill>
                  <a:srgbClr val="007400"/>
                </a:solidFill>
                <a:ea typeface="幼圆" pitchFamily="49" charset="-122"/>
              </a:rPr>
              <a:t>个结点</a:t>
            </a:r>
            <a:r>
              <a:rPr lang="zh-CN" altLang="en-US" sz="2200" dirty="0">
                <a:solidFill>
                  <a:srgbClr val="007400"/>
                </a:solidFill>
              </a:rPr>
              <a:t> */</a:t>
            </a:r>
            <a:endParaRPr lang="en-US" altLang="zh-CN" sz="2600" dirty="0">
              <a:solidFill>
                <a:srgbClr val="007400"/>
              </a:solidFill>
            </a:endParaRPr>
          </a:p>
          <a:p>
            <a:pPr lvl="2" indent="-342900" fontAlgn="base">
              <a:lnSpc>
                <a:spcPct val="75000"/>
              </a:lnSpc>
              <a:spcBef>
                <a:spcPct val="0"/>
              </a:spcBef>
            </a:pPr>
            <a:r>
              <a:rPr lang="en-US" altLang="zh-CN" sz="2600" dirty="0">
                <a:solidFill>
                  <a:srgbClr val="003399"/>
                </a:solidFill>
              </a:rPr>
              <a:t>           if(p-&gt;link==NULL)</a:t>
            </a:r>
            <a:endParaRPr lang="en-US" altLang="zh-CN" sz="2600" dirty="0">
              <a:solidFill>
                <a:srgbClr val="003399"/>
              </a:solidFill>
            </a:endParaRPr>
          </a:p>
          <a:p>
            <a:pPr lvl="2" indent="-342900" fontAlgn="base">
              <a:lnSpc>
                <a:spcPct val="75000"/>
              </a:lnSpc>
              <a:spcBef>
                <a:spcPct val="0"/>
              </a:spcBef>
            </a:pPr>
            <a:r>
              <a:rPr lang="en-US" altLang="zh-CN" sz="2600" dirty="0">
                <a:solidFill>
                  <a:srgbClr val="003399"/>
                </a:solidFill>
              </a:rPr>
              <a:t>                 break;                 </a:t>
            </a:r>
            <a:r>
              <a:rPr lang="en-US" altLang="zh-CN" sz="2200" dirty="0">
                <a:solidFill>
                  <a:srgbClr val="007400"/>
                </a:solidFill>
              </a:rPr>
              <a:t>/* </a:t>
            </a:r>
            <a:r>
              <a:rPr lang="zh-CN" altLang="en-US" sz="2200" dirty="0">
                <a:solidFill>
                  <a:srgbClr val="007400"/>
                </a:solidFill>
                <a:ea typeface="幼圆" pitchFamily="49" charset="-122"/>
              </a:rPr>
              <a:t>不存在第</a:t>
            </a:r>
            <a:r>
              <a:rPr lang="en-US" altLang="zh-CN" sz="2200" dirty="0" err="1">
                <a:solidFill>
                  <a:srgbClr val="007400"/>
                </a:solidFill>
              </a:rPr>
              <a:t>i</a:t>
            </a:r>
            <a:r>
              <a:rPr lang="zh-CN" altLang="en-US" sz="2200" dirty="0">
                <a:solidFill>
                  <a:srgbClr val="007400"/>
                </a:solidFill>
                <a:ea typeface="幼圆" pitchFamily="49" charset="-122"/>
              </a:rPr>
              <a:t>个结点</a:t>
            </a:r>
            <a:r>
              <a:rPr lang="zh-CN" altLang="en-US" sz="2200" dirty="0">
                <a:solidFill>
                  <a:srgbClr val="007400"/>
                </a:solidFill>
              </a:rPr>
              <a:t> */</a:t>
            </a:r>
            <a:endParaRPr lang="en-US" altLang="zh-CN" sz="2200" dirty="0">
              <a:solidFill>
                <a:srgbClr val="007400"/>
              </a:solidFill>
            </a:endParaRPr>
          </a:p>
          <a:p>
            <a:pPr lvl="2" indent="-342900" fontAlgn="base">
              <a:lnSpc>
                <a:spcPct val="75000"/>
              </a:lnSpc>
              <a:spcBef>
                <a:spcPct val="0"/>
              </a:spcBef>
            </a:pPr>
            <a:r>
              <a:rPr lang="en-US" altLang="zh-CN" sz="2200" dirty="0">
                <a:solidFill>
                  <a:srgbClr val="007400"/>
                </a:solidFill>
              </a:rPr>
              <a:t>             </a:t>
            </a:r>
            <a:r>
              <a:rPr lang="en-US" altLang="zh-CN" sz="2400" dirty="0">
                <a:solidFill>
                  <a:srgbClr val="003399"/>
                </a:solidFill>
              </a:rPr>
              <a:t>p=p</a:t>
            </a:r>
            <a:r>
              <a:rPr lang="en-US" altLang="zh-CN" sz="2400" dirty="0">
                <a:solidFill>
                  <a:srgbClr val="003399"/>
                </a:solidFill>
                <a:latin typeface="宋体" pitchFamily="2" charset="-122"/>
                <a:ea typeface="宋体" pitchFamily="2" charset="-122"/>
              </a:rPr>
              <a:t>-</a:t>
            </a:r>
            <a:r>
              <a:rPr lang="en-US" altLang="zh-CN" sz="2400" dirty="0">
                <a:solidFill>
                  <a:srgbClr val="003399"/>
                </a:solidFill>
              </a:rPr>
              <a:t>&gt;link;</a:t>
            </a:r>
            <a:endParaRPr lang="zh-CN" altLang="en-US" sz="2200" dirty="0">
              <a:solidFill>
                <a:srgbClr val="007400"/>
              </a:solidFill>
            </a:endParaRPr>
          </a:p>
          <a:p>
            <a:pPr lvl="2" indent="-342900" fontAlgn="base">
              <a:lnSpc>
                <a:spcPct val="75000"/>
              </a:lnSpc>
              <a:spcBef>
                <a:spcPct val="0"/>
              </a:spcBef>
            </a:pPr>
            <a:r>
              <a:rPr lang="zh-CN" altLang="en-US" sz="2600" dirty="0">
                <a:solidFill>
                  <a:srgbClr val="003399"/>
                </a:solidFill>
              </a:rPr>
              <a:t>     </a:t>
            </a:r>
            <a:r>
              <a:rPr lang="en-US" altLang="en-US" sz="2600" dirty="0">
                <a:solidFill>
                  <a:srgbClr val="003399"/>
                </a:solidFill>
              </a:rPr>
              <a:t>}</a:t>
            </a:r>
            <a:r>
              <a:rPr lang="zh-CN" altLang="en-US" sz="2600" dirty="0">
                <a:solidFill>
                  <a:srgbClr val="003399"/>
                </a:solidFill>
              </a:rPr>
              <a:t>   </a:t>
            </a:r>
            <a:endParaRPr lang="zh-CN" altLang="en-US" sz="2600" dirty="0">
              <a:solidFill>
                <a:srgbClr val="003399"/>
              </a:solidFill>
            </a:endParaRPr>
          </a:p>
          <a:p>
            <a:pPr lvl="2" indent="-342900" fontAlgn="base">
              <a:lnSpc>
                <a:spcPct val="75000"/>
              </a:lnSpc>
              <a:spcBef>
                <a:spcPct val="0"/>
              </a:spcBef>
            </a:pPr>
            <a:r>
              <a:rPr lang="zh-CN" altLang="en-US" sz="2600" dirty="0">
                <a:solidFill>
                  <a:srgbClr val="003399"/>
                </a:solidFill>
              </a:rPr>
              <a:t>  </a:t>
            </a:r>
            <a:endParaRPr lang="en-US" altLang="zh-CN" sz="2600" dirty="0">
              <a:solidFill>
                <a:srgbClr val="003399"/>
              </a:solidFill>
            </a:endParaRPr>
          </a:p>
          <a:p>
            <a:pPr lvl="2" indent="-342900" fontAlgn="base">
              <a:lnSpc>
                <a:spcPct val="75000"/>
              </a:lnSpc>
              <a:spcBef>
                <a:spcPct val="0"/>
              </a:spcBef>
            </a:pPr>
            <a:endParaRPr lang="en-US" altLang="zh-CN" sz="2600" dirty="0">
              <a:solidFill>
                <a:srgbClr val="003399"/>
              </a:solidFill>
            </a:endParaRPr>
          </a:p>
          <a:p>
            <a:pPr lvl="2" indent="-342900" fontAlgn="base">
              <a:lnSpc>
                <a:spcPct val="75000"/>
              </a:lnSpc>
              <a:spcBef>
                <a:spcPct val="0"/>
              </a:spcBef>
            </a:pPr>
            <a:r>
              <a:rPr lang="zh-CN" altLang="en-US" sz="2600" dirty="0">
                <a:solidFill>
                  <a:srgbClr val="003399"/>
                </a:solidFill>
              </a:rPr>
              <a:t>  </a:t>
            </a:r>
            <a:endParaRPr lang="zh-CN" altLang="en-US" sz="2600" dirty="0">
              <a:solidFill>
                <a:srgbClr val="003399"/>
              </a:solidFill>
            </a:endParaRPr>
          </a:p>
          <a:p>
            <a:pPr lvl="2" indent="-342900" fontAlgn="base">
              <a:lnSpc>
                <a:spcPct val="80000"/>
              </a:lnSpc>
              <a:spcBef>
                <a:spcPct val="0"/>
              </a:spcBef>
            </a:pPr>
            <a:endParaRPr lang="zh-CN" altLang="en-US" sz="2600" dirty="0">
              <a:solidFill>
                <a:srgbClr val="003399"/>
              </a:solidFill>
            </a:endParaRPr>
          </a:p>
          <a:p>
            <a:pPr lvl="2" indent="-342900" fontAlgn="base">
              <a:lnSpc>
                <a:spcPct val="80000"/>
              </a:lnSpc>
              <a:spcBef>
                <a:spcPct val="0"/>
              </a:spcBef>
            </a:pPr>
            <a:endParaRPr lang="zh-CN" altLang="en-US" sz="2600" dirty="0">
              <a:solidFill>
                <a:srgbClr val="003399"/>
              </a:solidFill>
            </a:endParaRPr>
          </a:p>
          <a:p>
            <a:pPr lvl="2" indent="-342900" fontAlgn="base">
              <a:lnSpc>
                <a:spcPct val="80000"/>
              </a:lnSpc>
              <a:spcBef>
                <a:spcPct val="0"/>
              </a:spcBef>
            </a:pPr>
            <a:endParaRPr lang="zh-CN" altLang="en-US" sz="2600" dirty="0">
              <a:solidFill>
                <a:srgbClr val="003399"/>
              </a:solidFill>
            </a:endParaRPr>
          </a:p>
          <a:p>
            <a:pPr lvl="2" indent="-342900" fontAlgn="base">
              <a:lnSpc>
                <a:spcPct val="80000"/>
              </a:lnSpc>
              <a:spcBef>
                <a:spcPct val="0"/>
              </a:spcBef>
            </a:pPr>
            <a:endParaRPr lang="zh-CN" altLang="en-US" sz="2600" dirty="0">
              <a:solidFill>
                <a:srgbClr val="003399"/>
              </a:solidFill>
            </a:endParaRPr>
          </a:p>
          <a:p>
            <a:pPr lvl="2" indent="-342900" fontAlgn="base">
              <a:lnSpc>
                <a:spcPct val="80000"/>
              </a:lnSpc>
              <a:spcBef>
                <a:spcPct val="0"/>
              </a:spcBef>
            </a:pPr>
            <a:r>
              <a:rPr lang="zh-CN" altLang="en-US" sz="2600" dirty="0">
                <a:solidFill>
                  <a:srgbClr val="003399"/>
                </a:solidFill>
              </a:rPr>
              <a:t>}</a:t>
            </a:r>
            <a:endParaRPr lang="zh-CN" altLang="en-US" sz="2600" dirty="0">
              <a:solidFill>
                <a:srgbClr val="003399"/>
              </a:solidFill>
            </a:endParaRPr>
          </a:p>
        </p:txBody>
      </p:sp>
      <p:grpSp>
        <p:nvGrpSpPr>
          <p:cNvPr id="3" name="Group 25"/>
          <p:cNvGrpSpPr/>
          <p:nvPr/>
        </p:nvGrpSpPr>
        <p:grpSpPr bwMode="auto">
          <a:xfrm>
            <a:off x="2063552" y="3645024"/>
            <a:ext cx="7696200" cy="1550988"/>
            <a:chOff x="780" y="2280"/>
            <a:chExt cx="4848" cy="977"/>
          </a:xfrm>
        </p:grpSpPr>
        <p:sp>
          <p:nvSpPr>
            <p:cNvPr id="20489" name="Rectangle 7"/>
            <p:cNvSpPr>
              <a:spLocks noChangeArrowheads="1"/>
            </p:cNvSpPr>
            <p:nvPr/>
          </p:nvSpPr>
          <p:spPr bwMode="auto">
            <a:xfrm>
              <a:off x="780" y="2472"/>
              <a:ext cx="4704" cy="785"/>
            </a:xfrm>
            <a:prstGeom prst="rect">
              <a:avLst/>
            </a:prstGeom>
            <a:noFill/>
            <a:ln w="12700" cap="sq">
              <a:noFill/>
              <a:miter lim="800000"/>
            </a:ln>
          </p:spPr>
          <p:txBody>
            <a:bodyPr>
              <a:spAutoFit/>
            </a:bodyPr>
            <a:lstStyle/>
            <a:p>
              <a:pPr fontAlgn="base">
                <a:lnSpc>
                  <a:spcPct val="75000"/>
                </a:lnSpc>
                <a:spcBef>
                  <a:spcPct val="0"/>
                </a:spcBef>
              </a:pPr>
              <a:r>
                <a:rPr lang="en-US" altLang="zh-CN" sz="2600" dirty="0">
                  <a:solidFill>
                    <a:srgbClr val="FF3300"/>
                  </a:solidFill>
                </a:rPr>
                <a:t>q=(</a:t>
              </a:r>
              <a:r>
                <a:rPr lang="en-US" altLang="zh-CN" sz="2600" dirty="0" err="1">
                  <a:solidFill>
                    <a:srgbClr val="FF3300"/>
                  </a:solidFill>
                </a:rPr>
                <a:t>Nodeptr</a:t>
              </a:r>
              <a:r>
                <a:rPr lang="en-US" altLang="zh-CN" sz="2600" dirty="0">
                  <a:solidFill>
                    <a:srgbClr val="FF3300"/>
                  </a:solidFill>
                </a:rPr>
                <a:t>)</a:t>
              </a:r>
              <a:r>
                <a:rPr lang="en-US" altLang="zh-CN" sz="2600" dirty="0" err="1">
                  <a:solidFill>
                    <a:srgbClr val="FF3300"/>
                  </a:solidFill>
                </a:rPr>
                <a:t>malloc</a:t>
              </a:r>
              <a:r>
                <a:rPr lang="en-US" altLang="zh-CN" sz="2600" dirty="0">
                  <a:solidFill>
                    <a:srgbClr val="FF3300"/>
                  </a:solidFill>
                </a:rPr>
                <a:t>(</a:t>
              </a:r>
              <a:r>
                <a:rPr lang="en-US" altLang="zh-CN" sz="2600" dirty="0" err="1">
                  <a:solidFill>
                    <a:srgbClr val="FF3300"/>
                  </a:solidFill>
                </a:rPr>
                <a:t>sizeof</a:t>
              </a:r>
              <a:r>
                <a:rPr lang="en-US" altLang="zh-CN" sz="2600" dirty="0">
                  <a:solidFill>
                    <a:srgbClr val="FF3300"/>
                  </a:solidFill>
                </a:rPr>
                <a:t>(Node));</a:t>
              </a:r>
              <a:endParaRPr lang="zh-CN" altLang="en-US" sz="2200" dirty="0">
                <a:solidFill>
                  <a:srgbClr val="FF3300"/>
                </a:solidFill>
              </a:endParaRPr>
            </a:p>
            <a:p>
              <a:pPr fontAlgn="base">
                <a:lnSpc>
                  <a:spcPct val="75000"/>
                </a:lnSpc>
                <a:spcBef>
                  <a:spcPct val="0"/>
                </a:spcBef>
              </a:pPr>
              <a:r>
                <a:rPr lang="en-US" altLang="zh-CN" sz="2600" dirty="0">
                  <a:solidFill>
                    <a:srgbClr val="003399"/>
                  </a:solidFill>
                </a:rPr>
                <a:t>q</a:t>
              </a:r>
              <a:r>
                <a:rPr lang="en-US" altLang="zh-CN" sz="2600" dirty="0">
                  <a:solidFill>
                    <a:srgbClr val="003399"/>
                  </a:solidFill>
                  <a:latin typeface="宋体" pitchFamily="2" charset="-122"/>
                  <a:ea typeface="宋体" pitchFamily="2" charset="-122"/>
                </a:rPr>
                <a:t>-</a:t>
              </a:r>
              <a:r>
                <a:rPr lang="en-US" altLang="zh-CN" sz="2600" dirty="0">
                  <a:solidFill>
                    <a:srgbClr val="003399"/>
                  </a:solidFill>
                </a:rPr>
                <a:t>&gt;data=item;        </a:t>
              </a:r>
              <a:r>
                <a:rPr lang="en-US" altLang="zh-CN" sz="2200" dirty="0">
                  <a:solidFill>
                    <a:srgbClr val="007400"/>
                  </a:solidFill>
                </a:rPr>
                <a:t>/* </a:t>
              </a:r>
              <a:r>
                <a:rPr lang="zh-CN" altLang="en-US" sz="2200" dirty="0">
                  <a:solidFill>
                    <a:srgbClr val="007400"/>
                  </a:solidFill>
                  <a:ea typeface="幼圆" pitchFamily="49" charset="-122"/>
                </a:rPr>
                <a:t>将</a:t>
              </a:r>
              <a:r>
                <a:rPr lang="en-US" altLang="zh-CN" sz="2200" dirty="0">
                  <a:solidFill>
                    <a:srgbClr val="007400"/>
                  </a:solidFill>
                </a:rPr>
                <a:t>item</a:t>
              </a:r>
              <a:r>
                <a:rPr lang="zh-CN" altLang="en-US" sz="2200" dirty="0">
                  <a:solidFill>
                    <a:srgbClr val="007400"/>
                  </a:solidFill>
                  <a:ea typeface="幼圆" pitchFamily="49" charset="-122"/>
                </a:rPr>
                <a:t>送新结点数据域</a:t>
              </a:r>
              <a:r>
                <a:rPr lang="zh-CN" altLang="en-US" sz="2200" dirty="0">
                  <a:solidFill>
                    <a:srgbClr val="007400"/>
                  </a:solidFill>
                </a:rPr>
                <a:t> */</a:t>
              </a:r>
              <a:endParaRPr lang="en-US" altLang="zh-CN" sz="2200" dirty="0">
                <a:solidFill>
                  <a:srgbClr val="007400"/>
                </a:solidFill>
              </a:endParaRPr>
            </a:p>
            <a:p>
              <a:pPr fontAlgn="base">
                <a:lnSpc>
                  <a:spcPct val="75000"/>
                </a:lnSpc>
                <a:spcBef>
                  <a:spcPct val="0"/>
                </a:spcBef>
              </a:pPr>
              <a:r>
                <a:rPr lang="en-US" altLang="zh-CN" sz="2400" dirty="0">
                  <a:solidFill>
                    <a:srgbClr val="003399"/>
                  </a:solidFill>
                </a:rPr>
                <a:t>q-&gt;link = NULL;</a:t>
              </a:r>
              <a:endParaRPr lang="zh-CN" altLang="en-US" sz="2400" dirty="0">
                <a:solidFill>
                  <a:srgbClr val="003399"/>
                </a:solidFill>
              </a:endParaRPr>
            </a:p>
            <a:p>
              <a:pPr fontAlgn="base">
                <a:lnSpc>
                  <a:spcPct val="75000"/>
                </a:lnSpc>
                <a:spcBef>
                  <a:spcPct val="0"/>
                </a:spcBef>
              </a:pPr>
              <a:endParaRPr lang="zh-CN" altLang="en-US" sz="2200" dirty="0">
                <a:solidFill>
                  <a:srgbClr val="007400"/>
                </a:solidFill>
              </a:endParaRPr>
            </a:p>
          </p:txBody>
        </p:sp>
        <p:sp>
          <p:nvSpPr>
            <p:cNvPr id="20490" name="AutoShape 8"/>
            <p:cNvSpPr>
              <a:spLocks noChangeArrowheads="1"/>
            </p:cNvSpPr>
            <p:nvPr/>
          </p:nvSpPr>
          <p:spPr bwMode="auto">
            <a:xfrm>
              <a:off x="4161" y="2280"/>
              <a:ext cx="1392" cy="288"/>
            </a:xfrm>
            <a:prstGeom prst="wedgeRectCallout">
              <a:avLst>
                <a:gd name="adj1" fmla="val -63722"/>
                <a:gd name="adj2" fmla="val 54167"/>
              </a:avLst>
            </a:prstGeom>
            <a:noFill/>
            <a:ln w="47625" cap="sq">
              <a:solidFill>
                <a:srgbClr val="2AA9A6"/>
              </a:solidFill>
              <a:miter lim="800000"/>
            </a:ln>
          </p:spPr>
          <p:txBody>
            <a:bodyPr anchor="ctr"/>
            <a:lstStyle/>
            <a:p>
              <a:pPr algn="ctr"/>
              <a:endParaRPr lang="zh-CN" altLang="en-US" sz="2600"/>
            </a:p>
          </p:txBody>
        </p:sp>
        <p:sp>
          <p:nvSpPr>
            <p:cNvPr id="20491" name="Rectangle 9"/>
            <p:cNvSpPr>
              <a:spLocks noChangeArrowheads="1"/>
            </p:cNvSpPr>
            <p:nvPr/>
          </p:nvSpPr>
          <p:spPr bwMode="auto">
            <a:xfrm>
              <a:off x="4185" y="2284"/>
              <a:ext cx="1443" cy="260"/>
            </a:xfrm>
            <a:prstGeom prst="rect">
              <a:avLst/>
            </a:prstGeom>
            <a:noFill/>
            <a:ln w="12700" cap="sq">
              <a:noFill/>
              <a:miter lim="800000"/>
            </a:ln>
          </p:spPr>
          <p:txBody>
            <a:bodyPr>
              <a:spAutoFit/>
            </a:bodyPr>
            <a:lstStyle/>
            <a:p>
              <a:r>
                <a:rPr lang="zh-CN" altLang="en-US" sz="2100">
                  <a:solidFill>
                    <a:srgbClr val="003399"/>
                  </a:solidFill>
                  <a:latin typeface="宋体" pitchFamily="2" charset="-122"/>
                  <a:ea typeface="幼圆" pitchFamily="49" charset="-122"/>
                </a:rPr>
                <a:t>构造一个新结点</a:t>
              </a:r>
              <a:endParaRPr lang="zh-CN" altLang="en-US" sz="2100">
                <a:solidFill>
                  <a:srgbClr val="003399"/>
                </a:solidFill>
                <a:latin typeface="宋体" pitchFamily="2" charset="-122"/>
                <a:ea typeface="幼圆" pitchFamily="49" charset="-122"/>
              </a:endParaRPr>
            </a:p>
          </p:txBody>
        </p:sp>
      </p:grpSp>
      <p:sp>
        <p:nvSpPr>
          <p:cNvPr id="512010" name="Rectangle 10"/>
          <p:cNvSpPr>
            <a:spLocks noChangeArrowheads="1"/>
          </p:cNvSpPr>
          <p:nvPr/>
        </p:nvSpPr>
        <p:spPr bwMode="auto">
          <a:xfrm>
            <a:off x="1142632" y="4988543"/>
            <a:ext cx="8477250" cy="688975"/>
          </a:xfrm>
          <a:prstGeom prst="rect">
            <a:avLst/>
          </a:prstGeom>
          <a:noFill/>
          <a:ln w="12700" cap="sq">
            <a:noFill/>
            <a:miter lim="800000"/>
          </a:ln>
        </p:spPr>
        <p:txBody>
          <a:bodyPr>
            <a:spAutoFit/>
          </a:bodyPr>
          <a:lstStyle/>
          <a:p>
            <a:pPr lvl="2" fontAlgn="base">
              <a:lnSpc>
                <a:spcPct val="75000"/>
              </a:lnSpc>
              <a:spcBef>
                <a:spcPct val="0"/>
              </a:spcBef>
            </a:pPr>
            <a:r>
              <a:rPr lang="en-US" altLang="zh-CN" sz="2600" dirty="0">
                <a:solidFill>
                  <a:srgbClr val="003399"/>
                </a:solidFill>
              </a:rPr>
              <a:t>q</a:t>
            </a:r>
            <a:r>
              <a:rPr lang="en-US" altLang="zh-CN" sz="2600" dirty="0">
                <a:solidFill>
                  <a:srgbClr val="003399"/>
                </a:solidFill>
                <a:latin typeface="宋体" pitchFamily="2" charset="-122"/>
                <a:ea typeface="宋体" pitchFamily="2" charset="-122"/>
              </a:rPr>
              <a:t>-</a:t>
            </a:r>
            <a:r>
              <a:rPr lang="en-US" altLang="zh-CN" sz="2600" dirty="0">
                <a:solidFill>
                  <a:srgbClr val="003399"/>
                </a:solidFill>
              </a:rPr>
              <a:t>&gt;link=p</a:t>
            </a:r>
            <a:r>
              <a:rPr lang="en-US" altLang="zh-CN" sz="2600" dirty="0">
                <a:solidFill>
                  <a:srgbClr val="003399"/>
                </a:solidFill>
                <a:latin typeface="宋体" pitchFamily="2" charset="-122"/>
                <a:ea typeface="宋体" pitchFamily="2" charset="-122"/>
              </a:rPr>
              <a:t>-</a:t>
            </a:r>
            <a:r>
              <a:rPr lang="en-US" altLang="zh-CN" sz="2600" dirty="0">
                <a:solidFill>
                  <a:srgbClr val="003399"/>
                </a:solidFill>
              </a:rPr>
              <a:t>&gt;link;</a:t>
            </a:r>
            <a:endParaRPr lang="en-US" altLang="zh-CN" sz="2600" dirty="0">
              <a:solidFill>
                <a:srgbClr val="003399"/>
              </a:solidFill>
            </a:endParaRPr>
          </a:p>
          <a:p>
            <a:pPr lvl="2" fontAlgn="base">
              <a:lnSpc>
                <a:spcPct val="75000"/>
              </a:lnSpc>
              <a:spcBef>
                <a:spcPct val="0"/>
              </a:spcBef>
            </a:pPr>
            <a:r>
              <a:rPr lang="en-US" altLang="zh-CN" sz="2600" dirty="0">
                <a:solidFill>
                  <a:srgbClr val="003399"/>
                </a:solidFill>
              </a:rPr>
              <a:t>p</a:t>
            </a:r>
            <a:r>
              <a:rPr lang="en-US" altLang="zh-CN" sz="2600" dirty="0">
                <a:solidFill>
                  <a:srgbClr val="003399"/>
                </a:solidFill>
                <a:latin typeface="宋体" pitchFamily="2" charset="-122"/>
                <a:ea typeface="宋体" pitchFamily="2" charset="-122"/>
              </a:rPr>
              <a:t>-</a:t>
            </a:r>
            <a:r>
              <a:rPr lang="en-US" altLang="zh-CN" sz="2600" dirty="0">
                <a:solidFill>
                  <a:srgbClr val="003399"/>
                </a:solidFill>
              </a:rPr>
              <a:t>&gt;link=q;              </a:t>
            </a:r>
            <a:r>
              <a:rPr lang="en-US" altLang="zh-CN" sz="2400" dirty="0">
                <a:solidFill>
                  <a:srgbClr val="007400"/>
                </a:solidFill>
              </a:rPr>
              <a:t>/* </a:t>
            </a:r>
            <a:r>
              <a:rPr lang="zh-CN" altLang="en-US" sz="2200" dirty="0">
                <a:solidFill>
                  <a:srgbClr val="007400"/>
                </a:solidFill>
                <a:latin typeface="幼圆" pitchFamily="49" charset="-122"/>
                <a:ea typeface="幼圆" pitchFamily="49" charset="-122"/>
              </a:rPr>
              <a:t>将新结点插入到第</a:t>
            </a:r>
            <a:r>
              <a:rPr lang="en-US" altLang="zh-CN" sz="2200" dirty="0" err="1">
                <a:solidFill>
                  <a:srgbClr val="007400"/>
                </a:solidFill>
                <a:ea typeface="幼圆" pitchFamily="49" charset="-122"/>
              </a:rPr>
              <a:t>i</a:t>
            </a:r>
            <a:r>
              <a:rPr lang="zh-CN" altLang="en-US" sz="2200" dirty="0">
                <a:solidFill>
                  <a:srgbClr val="007400"/>
                </a:solidFill>
                <a:latin typeface="幼圆" pitchFamily="49" charset="-122"/>
                <a:ea typeface="幼圆" pitchFamily="49" charset="-122"/>
              </a:rPr>
              <a:t>个结点之后</a:t>
            </a:r>
            <a:r>
              <a:rPr lang="zh-CN" altLang="en-US" sz="2400" dirty="0">
                <a:solidFill>
                  <a:srgbClr val="007400"/>
                </a:solidFill>
              </a:rPr>
              <a:t> */</a:t>
            </a:r>
            <a:endParaRPr lang="zh-CN" altLang="en-US" sz="2400" dirty="0">
              <a:solidFill>
                <a:srgbClr val="007400"/>
              </a:solidFill>
            </a:endParaRPr>
          </a:p>
        </p:txBody>
      </p:sp>
      <p:grpSp>
        <p:nvGrpSpPr>
          <p:cNvPr id="4" name="Group 12"/>
          <p:cNvGrpSpPr/>
          <p:nvPr/>
        </p:nvGrpSpPr>
        <p:grpSpPr bwMode="auto">
          <a:xfrm rot="52736">
            <a:off x="3644702" y="5759573"/>
            <a:ext cx="3276600" cy="666750"/>
            <a:chOff x="480" y="3744"/>
            <a:chExt cx="2064" cy="420"/>
          </a:xfrm>
        </p:grpSpPr>
        <p:sp>
          <p:nvSpPr>
            <p:cNvPr id="20487" name="Rectangle 13"/>
            <p:cNvSpPr>
              <a:spLocks noChangeArrowheads="1"/>
            </p:cNvSpPr>
            <p:nvPr/>
          </p:nvSpPr>
          <p:spPr bwMode="auto">
            <a:xfrm>
              <a:off x="480" y="3744"/>
              <a:ext cx="2064" cy="420"/>
            </a:xfrm>
            <a:prstGeom prst="rect">
              <a:avLst/>
            </a:prstGeom>
            <a:solidFill>
              <a:srgbClr val="CCECFF"/>
            </a:solidFill>
            <a:ln w="12700" cap="sq">
              <a:noFill/>
              <a:miter lim="800000"/>
            </a:ln>
            <a:effectLst>
              <a:outerShdw dist="107763" dir="2700000" algn="ctr" rotWithShape="0">
                <a:srgbClr val="969696"/>
              </a:outerShdw>
            </a:effectLst>
          </p:spPr>
          <p:txBody>
            <a:bodyPr wrap="none" anchor="ctr"/>
            <a:lstStyle/>
            <a:p>
              <a:endParaRPr lang="zh-CN" altLang="en-US"/>
            </a:p>
          </p:txBody>
        </p:sp>
        <p:sp>
          <p:nvSpPr>
            <p:cNvPr id="20488" name="Rectangle 14"/>
            <p:cNvSpPr>
              <a:spLocks noChangeArrowheads="1"/>
            </p:cNvSpPr>
            <p:nvPr/>
          </p:nvSpPr>
          <p:spPr bwMode="auto">
            <a:xfrm rot="-57975">
              <a:off x="622" y="3778"/>
              <a:ext cx="1904" cy="365"/>
            </a:xfrm>
            <a:prstGeom prst="rect">
              <a:avLst/>
            </a:prstGeom>
            <a:noFill/>
            <a:ln w="12700" cap="sq">
              <a:noFill/>
              <a:miter lim="800000"/>
            </a:ln>
            <a:effectLst>
              <a:outerShdw dist="12700" dir="5400000" algn="ctr" rotWithShape="0">
                <a:srgbClr val="000000"/>
              </a:outerShdw>
            </a:effectLst>
          </p:spPr>
          <p:txBody>
            <a:bodyPr>
              <a:spAutoFit/>
            </a:bodyPr>
            <a:lstStyle/>
            <a:p>
              <a:r>
                <a:rPr lang="zh-CN" altLang="en-US" sz="3000">
                  <a:solidFill>
                    <a:srgbClr val="FF3300"/>
                  </a:solidFill>
                  <a:latin typeface="黑体" panose="02010609060101010101" pitchFamily="2" charset="-122"/>
                  <a:ea typeface="黑体" panose="02010609060101010101" pitchFamily="2" charset="-122"/>
                </a:rPr>
                <a:t>时间复杂度</a:t>
              </a:r>
              <a:r>
                <a:rPr lang="en-US" altLang="zh-CN" sz="3200">
                  <a:solidFill>
                    <a:srgbClr val="FF3300"/>
                  </a:solidFill>
                  <a:ea typeface="黑体" panose="02010609060101010101" pitchFamily="2" charset="-122"/>
                </a:rPr>
                <a:t>O(n)</a:t>
              </a:r>
              <a:endParaRPr lang="zh-CN" altLang="en-US" sz="3200">
                <a:solidFill>
                  <a:srgbClr val="FF3300"/>
                </a:solidFill>
                <a:ea typeface="黑体" panose="0201060906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a:p>
        </p:txBody>
      </p:sp>
      <p:grpSp>
        <p:nvGrpSpPr>
          <p:cNvPr id="3" name="Group 2"/>
          <p:cNvGrpSpPr/>
          <p:nvPr/>
        </p:nvGrpSpPr>
        <p:grpSpPr bwMode="auto">
          <a:xfrm>
            <a:off x="908846" y="87163"/>
            <a:ext cx="7943850" cy="1066800"/>
            <a:chOff x="384" y="156"/>
            <a:chExt cx="5004" cy="672"/>
          </a:xfrm>
        </p:grpSpPr>
        <p:sp>
          <p:nvSpPr>
            <p:cNvPr id="4" name="Rectangle 3"/>
            <p:cNvSpPr>
              <a:spLocks noChangeArrowheads="1"/>
            </p:cNvSpPr>
            <p:nvPr/>
          </p:nvSpPr>
          <p:spPr bwMode="auto">
            <a:xfrm>
              <a:off x="384" y="156"/>
              <a:ext cx="4848" cy="672"/>
            </a:xfrm>
            <a:prstGeom prst="rect">
              <a:avLst/>
            </a:prstGeom>
            <a:solidFill>
              <a:srgbClr val="E1F0FF"/>
            </a:solidFill>
            <a:ln w="12700" cap="sq">
              <a:noFill/>
              <a:miter lim="800000"/>
            </a:ln>
            <a:effectLst>
              <a:outerShdw dist="117088" dir="2436078" algn="ctr" rotWithShape="0">
                <a:srgbClr val="B2B2B2"/>
              </a:outerShdw>
            </a:effectLst>
          </p:spPr>
          <p:txBody>
            <a:bodyPr wrap="none" anchor="ctr"/>
            <a:lstStyle/>
            <a:p>
              <a:endParaRPr lang="zh-CN" altLang="en-US"/>
            </a:p>
          </p:txBody>
        </p:sp>
        <p:sp>
          <p:nvSpPr>
            <p:cNvPr id="5" name="Rectangle 4"/>
            <p:cNvSpPr>
              <a:spLocks noChangeArrowheads="1"/>
            </p:cNvSpPr>
            <p:nvPr/>
          </p:nvSpPr>
          <p:spPr bwMode="auto">
            <a:xfrm>
              <a:off x="396" y="240"/>
              <a:ext cx="4992" cy="520"/>
            </a:xfrm>
            <a:prstGeom prst="rect">
              <a:avLst/>
            </a:prstGeom>
            <a:noFill/>
            <a:ln w="12700" cap="sq">
              <a:noFill/>
              <a:miter lim="800000"/>
            </a:ln>
            <a:effectLst>
              <a:outerShdw dist="12700" dir="5400000" algn="ctr" rotWithShape="0">
                <a:schemeClr val="bg1"/>
              </a:outerShdw>
            </a:effectLst>
          </p:spPr>
          <p:txBody>
            <a:bodyPr>
              <a:spAutoFit/>
            </a:bodyPr>
            <a:lstStyle/>
            <a:p>
              <a:pPr eaLnBrk="1" fontAlgn="base" hangingPunct="1">
                <a:lnSpc>
                  <a:spcPct val="85000"/>
                </a:lnSpc>
                <a:spcBef>
                  <a:spcPct val="0"/>
                </a:spcBef>
              </a:pPr>
              <a:r>
                <a:rPr kumimoji="1" lang="zh-CN" altLang="en-US" sz="2800" dirty="0">
                  <a:solidFill>
                    <a:schemeClr val="accent2"/>
                  </a:solidFill>
                  <a:latin typeface="黑体" panose="02010609060101010101" pitchFamily="2" charset="-122"/>
                  <a:ea typeface="黑体" panose="02010609060101010101" pitchFamily="2" charset="-122"/>
                </a:rPr>
                <a:t> </a:t>
              </a:r>
              <a:r>
                <a:rPr kumimoji="1" lang="en-US" altLang="zh-CN" sz="2800" dirty="0">
                  <a:solidFill>
                    <a:schemeClr val="accent2"/>
                  </a:solidFill>
                  <a:ea typeface="黑体" panose="02010609060101010101" pitchFamily="2" charset="-122"/>
                </a:rPr>
                <a:t>5a</a:t>
              </a:r>
              <a:r>
                <a:rPr kumimoji="1" lang="zh-CN" altLang="en-US" sz="2800" dirty="0">
                  <a:solidFill>
                    <a:schemeClr val="accent2"/>
                  </a:solidFill>
                  <a:ea typeface="黑体" panose="02010609060101010101" pitchFamily="2" charset="-122"/>
                </a:rPr>
                <a:t> . </a:t>
              </a:r>
              <a:r>
                <a:rPr kumimoji="1" lang="zh-CN" altLang="en-US" sz="2800" dirty="0">
                  <a:solidFill>
                    <a:schemeClr val="accent2"/>
                  </a:solidFill>
                  <a:latin typeface="黑体" panose="02010609060101010101" pitchFamily="2" charset="-122"/>
                  <a:ea typeface="黑体" panose="02010609060101010101" pitchFamily="2" charset="-122"/>
                </a:rPr>
                <a:t>在</a:t>
              </a:r>
              <a:r>
                <a:rPr kumimoji="1" lang="zh-CN" altLang="en-US" sz="2800" dirty="0">
                  <a:solidFill>
                    <a:srgbClr val="7030A0"/>
                  </a:solidFill>
                  <a:latin typeface="黑体" panose="02010609060101010101" pitchFamily="2" charset="-122"/>
                  <a:ea typeface="黑体" panose="02010609060101010101" pitchFamily="2" charset="-122"/>
                </a:rPr>
                <a:t>有序</a:t>
              </a:r>
              <a:r>
                <a:rPr kumimoji="1" lang="zh-CN" altLang="en-US" sz="2800" dirty="0">
                  <a:solidFill>
                    <a:schemeClr val="accent2"/>
                  </a:solidFill>
                  <a:latin typeface="黑体" panose="02010609060101010101" pitchFamily="2" charset="-122"/>
                  <a:ea typeface="黑体" panose="02010609060101010101" pitchFamily="2" charset="-122"/>
                </a:rPr>
                <a:t>线性链表中相应位置上插入一个     </a:t>
              </a:r>
              <a:endParaRPr kumimoji="1" lang="zh-CN" altLang="en-US" sz="2800" dirty="0">
                <a:solidFill>
                  <a:schemeClr val="accent2"/>
                </a:solidFill>
                <a:latin typeface="黑体" panose="02010609060101010101" pitchFamily="2" charset="-122"/>
                <a:ea typeface="黑体" panose="02010609060101010101" pitchFamily="2" charset="-122"/>
              </a:endParaRPr>
            </a:p>
            <a:p>
              <a:pPr eaLnBrk="1" fontAlgn="base" hangingPunct="1">
                <a:lnSpc>
                  <a:spcPct val="85000"/>
                </a:lnSpc>
                <a:spcBef>
                  <a:spcPct val="0"/>
                </a:spcBef>
              </a:pPr>
              <a:r>
                <a:rPr kumimoji="1" lang="zh-CN" altLang="en-US" sz="2800" dirty="0">
                  <a:solidFill>
                    <a:schemeClr val="accent2"/>
                  </a:solidFill>
                  <a:latin typeface="黑体" panose="02010609060101010101" pitchFamily="2" charset="-122"/>
                  <a:ea typeface="黑体" panose="02010609060101010101" pitchFamily="2" charset="-122"/>
                </a:rPr>
                <a:t>    数据项为</a:t>
              </a:r>
              <a:r>
                <a:rPr kumimoji="1" lang="en-US" altLang="zh-CN" sz="2800" dirty="0">
                  <a:solidFill>
                    <a:schemeClr val="accent2"/>
                  </a:solidFill>
                  <a:ea typeface="黑体" panose="02010609060101010101" pitchFamily="2" charset="-122"/>
                </a:rPr>
                <a:t>item</a:t>
              </a:r>
              <a:r>
                <a:rPr kumimoji="1" lang="zh-CN" altLang="en-US" sz="2800" dirty="0">
                  <a:solidFill>
                    <a:schemeClr val="accent2"/>
                  </a:solidFill>
                  <a:latin typeface="黑体" panose="02010609060101010101" pitchFamily="2" charset="-122"/>
                  <a:ea typeface="黑体" panose="02010609060101010101" pitchFamily="2" charset="-122"/>
                </a:rPr>
                <a:t>的新结点</a:t>
              </a:r>
              <a:endParaRPr kumimoji="1" lang="zh-CN" altLang="en-US" sz="2800" dirty="0">
                <a:solidFill>
                  <a:schemeClr val="accent2"/>
                </a:solidFill>
                <a:latin typeface="黑体" panose="02010609060101010101" pitchFamily="2" charset="-122"/>
                <a:ea typeface="黑体" panose="02010609060101010101" pitchFamily="2" charset="-122"/>
              </a:endParaRPr>
            </a:p>
          </p:txBody>
        </p:sp>
      </p:grpSp>
      <p:sp>
        <p:nvSpPr>
          <p:cNvPr id="6" name="TextBox 5"/>
          <p:cNvSpPr txBox="1"/>
          <p:nvPr/>
        </p:nvSpPr>
        <p:spPr>
          <a:xfrm>
            <a:off x="999903" y="1202419"/>
            <a:ext cx="8280920" cy="5632311"/>
          </a:xfrm>
          <a:prstGeom prst="rect">
            <a:avLst/>
          </a:prstGeom>
          <a:solidFill>
            <a:schemeClr val="accent1">
              <a:lumMod val="9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r>
              <a:rPr lang="en-US" altLang="zh-CN" dirty="0"/>
              <a:t>/* </a:t>
            </a:r>
            <a:r>
              <a:rPr lang="zh-CN" altLang="en-US" dirty="0"/>
              <a:t>设</a:t>
            </a:r>
            <a:r>
              <a:rPr lang="en-US" altLang="zh-CN" dirty="0"/>
              <a:t>list</a:t>
            </a:r>
            <a:r>
              <a:rPr lang="zh-CN" altLang="en-US" dirty="0"/>
              <a:t>是一个有序增序链表，将元素</a:t>
            </a:r>
            <a:r>
              <a:rPr lang="en-US" altLang="zh-CN" dirty="0" err="1"/>
              <a:t>elem</a:t>
            </a:r>
            <a:r>
              <a:rPr lang="zh-CN" altLang="en-US" dirty="0"/>
              <a:t>插入到相应位置上</a:t>
            </a:r>
            <a:r>
              <a:rPr lang="en-US" altLang="zh-CN" dirty="0"/>
              <a:t> */</a:t>
            </a:r>
            <a:endParaRPr lang="en-US" altLang="zh-CN" dirty="0"/>
          </a:p>
          <a:p>
            <a:r>
              <a:rPr lang="en-US" altLang="zh-CN" dirty="0" err="1"/>
              <a:t>Nodeptr</a:t>
            </a:r>
            <a:r>
              <a:rPr lang="en-US" altLang="zh-CN" dirty="0"/>
              <a:t>  </a:t>
            </a:r>
            <a:r>
              <a:rPr lang="en-US" altLang="zh-CN" dirty="0" err="1"/>
              <a:t>insertNode</a:t>
            </a:r>
            <a:r>
              <a:rPr lang="en-US" altLang="zh-CN" dirty="0"/>
              <a:t>(</a:t>
            </a:r>
            <a:r>
              <a:rPr lang="en-US" altLang="zh-CN" dirty="0" err="1"/>
              <a:t>Nodeptr</a:t>
            </a:r>
            <a:r>
              <a:rPr lang="en-US" altLang="zh-CN" dirty="0"/>
              <a:t> list, </a:t>
            </a:r>
            <a:r>
              <a:rPr lang="en-US" altLang="zh-CN" dirty="0" err="1"/>
              <a:t>ElemType</a:t>
            </a:r>
            <a:r>
              <a:rPr lang="en-US" altLang="zh-CN" dirty="0"/>
              <a:t> </a:t>
            </a:r>
            <a:r>
              <a:rPr lang="en-US" altLang="zh-CN" dirty="0" err="1"/>
              <a:t>elem</a:t>
            </a:r>
            <a:r>
              <a:rPr lang="en-US" altLang="zh-CN" dirty="0"/>
              <a:t>)</a:t>
            </a:r>
            <a:endParaRPr lang="en-US" altLang="zh-CN" dirty="0"/>
          </a:p>
          <a:p>
            <a:r>
              <a:rPr lang="en-US" altLang="zh-CN" dirty="0"/>
              <a:t>{ </a:t>
            </a:r>
            <a:endParaRPr lang="en-US" altLang="zh-CN" dirty="0"/>
          </a:p>
          <a:p>
            <a:r>
              <a:rPr lang="en-US" altLang="zh-CN" dirty="0"/>
              <a:t>    </a:t>
            </a:r>
            <a:r>
              <a:rPr lang="en-US" altLang="zh-CN" dirty="0" err="1"/>
              <a:t>Nodeptr</a:t>
            </a:r>
            <a:r>
              <a:rPr lang="en-US" altLang="zh-CN" dirty="0"/>
              <a:t> </a:t>
            </a:r>
            <a:r>
              <a:rPr lang="en-US" altLang="zh-CN" dirty="0" err="1"/>
              <a:t>p,q</a:t>
            </a:r>
            <a:r>
              <a:rPr lang="en-US" altLang="zh-CN" dirty="0"/>
              <a:t>, r;</a:t>
            </a:r>
            <a:endParaRPr lang="en-US" altLang="zh-CN" dirty="0"/>
          </a:p>
          <a:p>
            <a:r>
              <a:rPr lang="en-US" altLang="zh-CN" dirty="0"/>
              <a:t>    r = (</a:t>
            </a:r>
            <a:r>
              <a:rPr lang="en-US" altLang="zh-CN" dirty="0" err="1"/>
              <a:t>Nodeptr</a:t>
            </a:r>
            <a:r>
              <a:rPr lang="en-US" altLang="zh-CN" dirty="0"/>
              <a:t>)</a:t>
            </a:r>
            <a:r>
              <a:rPr lang="en-US" altLang="zh-CN" dirty="0" err="1"/>
              <a:t>malloc</a:t>
            </a:r>
            <a:r>
              <a:rPr lang="en-US" altLang="zh-CN" dirty="0"/>
              <a:t>(</a:t>
            </a:r>
            <a:r>
              <a:rPr lang="en-US" altLang="zh-CN" dirty="0" err="1"/>
              <a:t>sizeof</a:t>
            </a:r>
            <a:r>
              <a:rPr lang="en-US" altLang="zh-CN" dirty="0"/>
              <a:t>(Node)); //</a:t>
            </a:r>
            <a:r>
              <a:rPr lang="zh-CN" altLang="en-US" dirty="0"/>
              <a:t>创建一个数据项为</a:t>
            </a:r>
            <a:r>
              <a:rPr lang="en-US" altLang="zh-CN" dirty="0" err="1"/>
              <a:t>elem</a:t>
            </a:r>
            <a:r>
              <a:rPr lang="zh-CN" altLang="en-US" dirty="0"/>
              <a:t>的新结点</a:t>
            </a:r>
            <a:endParaRPr lang="en-US" altLang="zh-CN" dirty="0"/>
          </a:p>
          <a:p>
            <a:r>
              <a:rPr lang="en-US" altLang="zh-CN" dirty="0"/>
              <a:t>    r-&gt;</a:t>
            </a:r>
            <a:r>
              <a:rPr lang="en-US" altLang="zh-CN" dirty="0" err="1"/>
              <a:t>elem</a:t>
            </a:r>
            <a:r>
              <a:rPr lang="en-US" altLang="zh-CN" dirty="0"/>
              <a:t> = </a:t>
            </a:r>
            <a:r>
              <a:rPr lang="en-US" altLang="zh-CN" dirty="0" err="1"/>
              <a:t>elem</a:t>
            </a:r>
            <a:r>
              <a:rPr lang="en-US" altLang="zh-CN" dirty="0"/>
              <a:t>;   r-&gt;link = NULL;</a:t>
            </a:r>
            <a:endParaRPr lang="en-US" altLang="zh-CN" dirty="0"/>
          </a:p>
          <a:p>
            <a:r>
              <a:rPr lang="en-US" altLang="zh-CN" dirty="0"/>
              <a:t>    if(list == NULL) 	 /* list</a:t>
            </a:r>
            <a:r>
              <a:rPr lang="zh-CN" altLang="en-US" dirty="0"/>
              <a:t>是一个空表 </a:t>
            </a:r>
            <a:r>
              <a:rPr lang="en-US" altLang="zh-CN" dirty="0"/>
              <a:t>*/</a:t>
            </a:r>
            <a:endParaRPr lang="en-US" altLang="zh-CN" dirty="0"/>
          </a:p>
          <a:p>
            <a:r>
              <a:rPr lang="en-US" altLang="zh-CN" dirty="0"/>
              <a:t>        return r;</a:t>
            </a:r>
            <a:endParaRPr lang="en-US" altLang="zh-CN" dirty="0"/>
          </a:p>
          <a:p>
            <a:r>
              <a:rPr lang="en-US" altLang="zh-CN" dirty="0"/>
              <a:t>    for(p=list; </a:t>
            </a:r>
            <a:r>
              <a:rPr lang="en-US" altLang="zh-CN" dirty="0" err="1"/>
              <a:t>elem</a:t>
            </a:r>
            <a:r>
              <a:rPr lang="en-US" altLang="zh-CN" dirty="0"/>
              <a:t> &gt; p-&gt;</a:t>
            </a:r>
            <a:r>
              <a:rPr lang="en-US" altLang="zh-CN" dirty="0" err="1"/>
              <a:t>elem</a:t>
            </a:r>
            <a:r>
              <a:rPr lang="en-US" altLang="zh-CN" dirty="0"/>
              <a:t> &amp;&amp; p != NULL;  q = p, p = p-&gt;link) /* </a:t>
            </a:r>
            <a:r>
              <a:rPr lang="zh-CN" altLang="en-US" dirty="0"/>
              <a:t>找到插入位置 </a:t>
            </a:r>
            <a:r>
              <a:rPr lang="en-US" altLang="zh-CN" dirty="0"/>
              <a:t>*/</a:t>
            </a:r>
            <a:endParaRPr lang="en-US" altLang="zh-CN" dirty="0"/>
          </a:p>
          <a:p>
            <a:r>
              <a:rPr lang="en-US" altLang="zh-CN" dirty="0"/>
              <a:t>        ;</a:t>
            </a:r>
            <a:endParaRPr lang="en-US" altLang="zh-CN" dirty="0"/>
          </a:p>
          <a:p>
            <a:r>
              <a:rPr lang="en-US" altLang="zh-CN" dirty="0"/>
              <a:t>    if( p == list){ /* </a:t>
            </a:r>
            <a:r>
              <a:rPr lang="zh-CN" altLang="en-US" dirty="0"/>
              <a:t>在头结点前插入 </a:t>
            </a:r>
            <a:r>
              <a:rPr lang="en-US" altLang="zh-CN" dirty="0"/>
              <a:t>*/</a:t>
            </a:r>
            <a:endParaRPr lang="en-US" altLang="zh-CN" dirty="0"/>
          </a:p>
          <a:p>
            <a:r>
              <a:rPr lang="en-US" altLang="zh-CN" dirty="0"/>
              <a:t>        r-&gt;link = p;</a:t>
            </a:r>
            <a:endParaRPr lang="en-US" altLang="zh-CN" dirty="0"/>
          </a:p>
          <a:p>
            <a:r>
              <a:rPr lang="en-US" altLang="zh-CN" dirty="0"/>
              <a:t>        return r;</a:t>
            </a:r>
            <a:endParaRPr lang="en-US" altLang="zh-CN" dirty="0"/>
          </a:p>
          <a:p>
            <a:r>
              <a:rPr lang="en-US" altLang="zh-CN" dirty="0"/>
              <a:t>    } </a:t>
            </a:r>
            <a:endParaRPr lang="en-US" altLang="zh-CN" dirty="0"/>
          </a:p>
          <a:p>
            <a:r>
              <a:rPr lang="en-US" altLang="zh-CN" dirty="0"/>
              <a:t>    else { /* </a:t>
            </a:r>
            <a:r>
              <a:rPr lang="zh-CN" altLang="en-US" dirty="0"/>
              <a:t>在结点</a:t>
            </a:r>
            <a:r>
              <a:rPr lang="en-US" altLang="zh-CN" dirty="0"/>
              <a:t>q</a:t>
            </a:r>
            <a:r>
              <a:rPr lang="zh-CN" altLang="en-US" dirty="0"/>
              <a:t>后插入一个结点 </a:t>
            </a:r>
            <a:r>
              <a:rPr lang="en-US" altLang="zh-CN" dirty="0"/>
              <a:t>*/</a:t>
            </a:r>
            <a:endParaRPr lang="en-US" altLang="zh-CN" dirty="0"/>
          </a:p>
          <a:p>
            <a:r>
              <a:rPr lang="en-US" altLang="zh-CN" dirty="0"/>
              <a:t>        q-&gt;link = r;</a:t>
            </a:r>
            <a:endParaRPr lang="en-US" altLang="zh-CN" dirty="0"/>
          </a:p>
          <a:p>
            <a:r>
              <a:rPr lang="en-US" altLang="zh-CN" dirty="0"/>
              <a:t>        r-&gt;link = p;</a:t>
            </a:r>
            <a:endParaRPr lang="en-US" altLang="zh-CN" dirty="0"/>
          </a:p>
          <a:p>
            <a:r>
              <a:rPr lang="en-US" altLang="zh-CN" dirty="0"/>
              <a:t>    }</a:t>
            </a:r>
            <a:endParaRPr lang="en-US" altLang="zh-CN" dirty="0"/>
          </a:p>
          <a:p>
            <a:r>
              <a:rPr lang="en-US" altLang="zh-CN" dirty="0"/>
              <a:t>    return list;</a:t>
            </a:r>
            <a:endParaRPr lang="en-US" altLang="zh-CN" dirty="0"/>
          </a:p>
          <a:p>
            <a:r>
              <a:rPr lang="en-US" altLang="zh-CN" dirty="0"/>
              <a:t>}</a:t>
            </a:r>
            <a:endParaRPr lang="zh-CN" altLang="en-US" dirty="0"/>
          </a:p>
        </p:txBody>
      </p:sp>
      <p:grpSp>
        <p:nvGrpSpPr>
          <p:cNvPr id="7" name="Group 2"/>
          <p:cNvGrpSpPr/>
          <p:nvPr/>
        </p:nvGrpSpPr>
        <p:grpSpPr bwMode="auto">
          <a:xfrm>
            <a:off x="8760296" y="188640"/>
            <a:ext cx="1758950" cy="2139950"/>
            <a:chOff x="4496" y="244"/>
            <a:chExt cx="1108" cy="1348"/>
          </a:xfrm>
        </p:grpSpPr>
        <p:sp>
          <p:nvSpPr>
            <p:cNvPr id="8" name="AutoShape 3"/>
            <p:cNvSpPr>
              <a:spLocks noChangeArrowheads="1"/>
            </p:cNvSpPr>
            <p:nvPr/>
          </p:nvSpPr>
          <p:spPr bwMode="auto">
            <a:xfrm rot="664023">
              <a:off x="4693" y="244"/>
              <a:ext cx="815" cy="1348"/>
            </a:xfrm>
            <a:prstGeom prst="irregularSeal2">
              <a:avLst/>
            </a:prstGeom>
            <a:solidFill>
              <a:srgbClr val="FF3300"/>
            </a:solidFill>
            <a:ln w="79375">
              <a:solidFill>
                <a:srgbClr val="FFFF00"/>
              </a:solidFill>
              <a:miter lim="800000"/>
            </a:ln>
            <a:effectLst>
              <a:outerShdw dist="117088" dir="751728" algn="ctr" rotWithShape="0">
                <a:srgbClr val="B2B2B2"/>
              </a:outerShdw>
            </a:effectLst>
          </p:spPr>
          <p:txBody>
            <a:bodyPr wrap="none" anchor="ctr"/>
            <a:lstStyle/>
            <a:p>
              <a:endParaRPr lang="zh-CN" altLang="en-US"/>
            </a:p>
          </p:txBody>
        </p:sp>
        <p:sp>
          <p:nvSpPr>
            <p:cNvPr id="9" name="Rectangle 4"/>
            <p:cNvSpPr>
              <a:spLocks noChangeArrowheads="1"/>
            </p:cNvSpPr>
            <p:nvPr/>
          </p:nvSpPr>
          <p:spPr bwMode="auto">
            <a:xfrm rot="1026383">
              <a:off x="4496" y="544"/>
              <a:ext cx="1108" cy="802"/>
            </a:xfrm>
            <a:prstGeom prst="rect">
              <a:avLst/>
            </a:prstGeom>
            <a:noFill/>
            <a:ln w="9525">
              <a:noFill/>
              <a:miter lim="800000"/>
            </a:ln>
            <a:effectLst>
              <a:outerShdw dist="28398" dir="3806097" algn="ctr" rotWithShape="0">
                <a:srgbClr val="000000"/>
              </a:outerShdw>
            </a:effectLst>
          </p:spPr>
          <p:txBody>
            <a:bodyPr anchor="ctr">
              <a:spAutoFit/>
            </a:bodyPr>
            <a:lstStyle/>
            <a:p>
              <a:pPr algn="ctr">
                <a:lnSpc>
                  <a:spcPct val="70000"/>
                </a:lnSpc>
                <a:spcBef>
                  <a:spcPct val="0"/>
                </a:spcBef>
              </a:pPr>
              <a:r>
                <a:rPr lang="zh-CN" altLang="en-US" sz="5300" dirty="0">
                  <a:ea typeface="华文新魏" pitchFamily="2" charset="-122"/>
                </a:rPr>
                <a:t>算</a:t>
              </a:r>
              <a:endParaRPr lang="zh-CN" altLang="en-US" sz="5300" dirty="0">
                <a:ea typeface="华文新魏" pitchFamily="2" charset="-122"/>
              </a:endParaRPr>
            </a:p>
            <a:p>
              <a:pPr algn="ctr">
                <a:lnSpc>
                  <a:spcPct val="70000"/>
                </a:lnSpc>
                <a:spcBef>
                  <a:spcPct val="0"/>
                </a:spcBef>
              </a:pPr>
              <a:r>
                <a:rPr lang="zh-CN" altLang="en-US" sz="5300" dirty="0">
                  <a:ea typeface="华文新魏" pitchFamily="2" charset="-122"/>
                </a:rPr>
                <a:t>法</a:t>
              </a:r>
              <a:endParaRPr lang="zh-CN" altLang="en-US" sz="5300" dirty="0">
                <a:ea typeface="华文新魏" pitchFamily="2" charset="-122"/>
              </a:endParaRPr>
            </a:p>
          </p:txBody>
        </p:sp>
      </p:grpSp>
      <p:sp>
        <p:nvSpPr>
          <p:cNvPr id="10" name="TextBox 9"/>
          <p:cNvSpPr txBox="1"/>
          <p:nvPr/>
        </p:nvSpPr>
        <p:spPr>
          <a:xfrm>
            <a:off x="7176120" y="4549676"/>
            <a:ext cx="4680520" cy="2308324"/>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r>
              <a:rPr lang="en-US" altLang="zh-CN" dirty="0">
                <a:latin typeface="楷体" panose="02010609060101010101" pitchFamily="49" charset="-122"/>
                <a:ea typeface="楷体" panose="02010609060101010101" pitchFamily="49" charset="-122"/>
              </a:rPr>
              <a:t>1. </a:t>
            </a:r>
            <a:r>
              <a:rPr lang="zh-CN" altLang="en-US" dirty="0">
                <a:latin typeface="楷体" panose="02010609060101010101" pitchFamily="49" charset="-122"/>
                <a:ea typeface="楷体" panose="02010609060101010101" pitchFamily="49" charset="-122"/>
              </a:rPr>
              <a:t>对链表进行插入操作时，一定要考虑下面特殊情况（头结点会发生改变）：</a:t>
            </a:r>
            <a:r>
              <a:rPr lang="en-US" altLang="zh-CN" b="1" dirty="0">
                <a:latin typeface="楷体" panose="02010609060101010101" pitchFamily="49" charset="-122"/>
                <a:ea typeface="楷体" panose="02010609060101010101" pitchFamily="49" charset="-122"/>
              </a:rPr>
              <a:t>1</a:t>
            </a:r>
            <a:r>
              <a:rPr lang="zh-CN" altLang="en-US" b="1" dirty="0">
                <a:latin typeface="楷体" panose="02010609060101010101" pitchFamily="49" charset="-122"/>
                <a:ea typeface="楷体" panose="02010609060101010101" pitchFamily="49" charset="-122"/>
              </a:rPr>
              <a:t>）链表为空；</a:t>
            </a:r>
            <a:r>
              <a:rPr lang="en-US" altLang="zh-CN" b="1" dirty="0">
                <a:latin typeface="楷体" panose="02010609060101010101" pitchFamily="49" charset="-122"/>
                <a:ea typeface="楷体" panose="02010609060101010101" pitchFamily="49" charset="-122"/>
              </a:rPr>
              <a:t>2</a:t>
            </a:r>
            <a:r>
              <a:rPr lang="zh-CN" altLang="en-US" b="1" dirty="0">
                <a:latin typeface="楷体" panose="02010609060101010101" pitchFamily="49" charset="-122"/>
                <a:ea typeface="楷体" panose="02010609060101010101" pitchFamily="49" charset="-122"/>
              </a:rPr>
              <a:t>）在头结点前插入</a:t>
            </a:r>
            <a:r>
              <a:rPr lang="zh-CN" altLang="en-US" dirty="0">
                <a:latin typeface="楷体" panose="02010609060101010101" pitchFamily="49" charset="-122"/>
                <a:ea typeface="楷体" panose="02010609060101010101" pitchFamily="49" charset="-122"/>
              </a:rPr>
              <a:t>。</a:t>
            </a:r>
            <a:endParaRPr lang="en-US" altLang="zh-CN" dirty="0">
              <a:latin typeface="楷体" panose="02010609060101010101" pitchFamily="49" charset="-122"/>
              <a:ea typeface="楷体" panose="02010609060101010101" pitchFamily="49" charset="-122"/>
            </a:endParaRPr>
          </a:p>
          <a:p>
            <a:r>
              <a:rPr lang="en-US" altLang="zh-CN" dirty="0">
                <a:latin typeface="楷体" panose="02010609060101010101" pitchFamily="49" charset="-122"/>
                <a:ea typeface="楷体" panose="02010609060101010101" pitchFamily="49" charset="-122"/>
              </a:rPr>
              <a:t>2. </a:t>
            </a:r>
            <a:r>
              <a:rPr lang="zh-CN" altLang="en-US" b="1" dirty="0">
                <a:latin typeface="楷体" panose="02010609060101010101" pitchFamily="49" charset="-122"/>
                <a:ea typeface="楷体" panose="02010609060101010101" pitchFamily="49" charset="-122"/>
              </a:rPr>
              <a:t>在结点</a:t>
            </a:r>
            <a:r>
              <a:rPr lang="en-US" altLang="zh-CN" b="1" dirty="0">
                <a:latin typeface="楷体" panose="02010609060101010101" pitchFamily="49" charset="-122"/>
                <a:ea typeface="楷体" panose="02010609060101010101" pitchFamily="49" charset="-122"/>
              </a:rPr>
              <a:t>p</a:t>
            </a:r>
            <a:r>
              <a:rPr lang="zh-CN" altLang="en-US" b="1" dirty="0">
                <a:latin typeface="楷体" panose="02010609060101010101" pitchFamily="49" charset="-122"/>
                <a:ea typeface="楷体" panose="02010609060101010101" pitchFamily="49" charset="-122"/>
              </a:rPr>
              <a:t>前插入一个结点，必须要知道该结点的前序结点指针</a:t>
            </a:r>
            <a:r>
              <a:rPr lang="zh-CN" altLang="en-US" dirty="0">
                <a:latin typeface="楷体" panose="02010609060101010101" pitchFamily="49" charset="-122"/>
                <a:ea typeface="楷体" panose="02010609060101010101" pitchFamily="49" charset="-122"/>
              </a:rPr>
              <a:t>，否则无法插入。在本程序中，</a:t>
            </a:r>
            <a:r>
              <a:rPr lang="en-US" altLang="zh-CN" dirty="0">
                <a:latin typeface="楷体" panose="02010609060101010101" pitchFamily="49" charset="-122"/>
                <a:ea typeface="楷体" panose="02010609060101010101" pitchFamily="49" charset="-122"/>
              </a:rPr>
              <a:t>q</a:t>
            </a:r>
            <a:r>
              <a:rPr lang="zh-CN" altLang="en-US" dirty="0">
                <a:latin typeface="楷体" panose="02010609060101010101" pitchFamily="49" charset="-122"/>
                <a:ea typeface="楷体" panose="02010609060101010101" pitchFamily="49" charset="-122"/>
              </a:rPr>
              <a:t>为</a:t>
            </a:r>
            <a:r>
              <a:rPr lang="en-US" altLang="zh-CN" dirty="0">
                <a:latin typeface="楷体" panose="02010609060101010101" pitchFamily="49" charset="-122"/>
                <a:ea typeface="楷体" panose="02010609060101010101" pitchFamily="49" charset="-122"/>
              </a:rPr>
              <a:t>p</a:t>
            </a:r>
            <a:r>
              <a:rPr lang="zh-CN" altLang="en-US" dirty="0">
                <a:latin typeface="楷体" panose="02010609060101010101" pitchFamily="49" charset="-122"/>
                <a:ea typeface="楷体" panose="02010609060101010101" pitchFamily="49" charset="-122"/>
              </a:rPr>
              <a:t>的前序结点指针；</a:t>
            </a:r>
            <a:endParaRPr lang="en-US" altLang="zh-CN" dirty="0">
              <a:latin typeface="楷体" panose="02010609060101010101" pitchFamily="49" charset="-122"/>
              <a:ea typeface="楷体" panose="02010609060101010101" pitchFamily="49" charset="-122"/>
            </a:endParaRPr>
          </a:p>
          <a:p>
            <a:r>
              <a:rPr lang="en-US" altLang="zh-CN" dirty="0">
                <a:latin typeface="楷体" panose="02010609060101010101" pitchFamily="49" charset="-122"/>
                <a:ea typeface="楷体" panose="02010609060101010101" pitchFamily="49" charset="-122"/>
              </a:rPr>
              <a:t>3. </a:t>
            </a:r>
            <a:r>
              <a:rPr lang="zh-CN" altLang="en-US" dirty="0">
                <a:latin typeface="楷体" panose="02010609060101010101" pitchFamily="49" charset="-122"/>
                <a:ea typeface="楷体" panose="02010609060101010101" pitchFamily="49" charset="-122"/>
              </a:rPr>
              <a:t>应使用如下方式调用</a:t>
            </a:r>
            <a:r>
              <a:rPr lang="en-US" altLang="zh-CN" dirty="0" err="1">
                <a:latin typeface="楷体" panose="02010609060101010101" pitchFamily="49" charset="-122"/>
                <a:ea typeface="楷体" panose="02010609060101010101" pitchFamily="49" charset="-122"/>
              </a:rPr>
              <a:t>insertNode</a:t>
            </a:r>
            <a:r>
              <a:rPr lang="zh-CN" altLang="en-US" dirty="0">
                <a:latin typeface="楷体" panose="02010609060101010101" pitchFamily="49" charset="-122"/>
                <a:ea typeface="楷体" panose="02010609060101010101" pitchFamily="49" charset="-122"/>
              </a:rPr>
              <a:t>函数：</a:t>
            </a:r>
            <a:endParaRPr lang="en-US" altLang="zh-CN" dirty="0">
              <a:latin typeface="楷体" panose="02010609060101010101" pitchFamily="49" charset="-122"/>
              <a:ea typeface="楷体" panose="02010609060101010101" pitchFamily="49" charset="-122"/>
            </a:endParaRPr>
          </a:p>
          <a:p>
            <a:r>
              <a:rPr lang="en-US" altLang="zh-CN" b="1" dirty="0">
                <a:solidFill>
                  <a:srgbClr val="7030A0"/>
                </a:solidFill>
              </a:rPr>
              <a:t>        list = </a:t>
            </a:r>
            <a:r>
              <a:rPr lang="en-US" altLang="zh-CN" b="1" dirty="0" err="1">
                <a:solidFill>
                  <a:srgbClr val="7030A0"/>
                </a:solidFill>
              </a:rPr>
              <a:t>insertNode</a:t>
            </a:r>
            <a:r>
              <a:rPr lang="en-US" altLang="zh-CN" b="1" dirty="0">
                <a:solidFill>
                  <a:srgbClr val="7030A0"/>
                </a:solidFill>
              </a:rPr>
              <a:t>(list, item);</a:t>
            </a:r>
            <a:endParaRPr lang="zh-CN" altLang="en-US" b="1" dirty="0">
              <a:solidFill>
                <a:srgbClr val="7030A0"/>
              </a:solidFill>
            </a:endParaRPr>
          </a:p>
        </p:txBody>
      </p:sp>
      <p:grpSp>
        <p:nvGrpSpPr>
          <p:cNvPr id="11" name="Group 12"/>
          <p:cNvGrpSpPr/>
          <p:nvPr/>
        </p:nvGrpSpPr>
        <p:grpSpPr bwMode="auto">
          <a:xfrm rot="52736">
            <a:off x="7786451" y="3813149"/>
            <a:ext cx="2842096" cy="543534"/>
            <a:chOff x="480" y="3744"/>
            <a:chExt cx="2064" cy="420"/>
          </a:xfrm>
        </p:grpSpPr>
        <p:sp>
          <p:nvSpPr>
            <p:cNvPr id="12" name="Rectangle 13"/>
            <p:cNvSpPr>
              <a:spLocks noChangeArrowheads="1"/>
            </p:cNvSpPr>
            <p:nvPr/>
          </p:nvSpPr>
          <p:spPr bwMode="auto">
            <a:xfrm>
              <a:off x="480" y="3744"/>
              <a:ext cx="2064" cy="420"/>
            </a:xfrm>
            <a:prstGeom prst="rect">
              <a:avLst/>
            </a:prstGeom>
            <a:solidFill>
              <a:srgbClr val="CCECFF"/>
            </a:solidFill>
            <a:ln w="12700" cap="sq">
              <a:noFill/>
              <a:miter lim="800000"/>
            </a:ln>
            <a:effectLst>
              <a:outerShdw dist="107763" dir="2700000" algn="ctr" rotWithShape="0">
                <a:srgbClr val="969696"/>
              </a:outerShdw>
            </a:effectLst>
          </p:spPr>
          <p:txBody>
            <a:bodyPr wrap="none" anchor="ctr"/>
            <a:lstStyle/>
            <a:p>
              <a:endParaRPr lang="zh-CN" altLang="en-US"/>
            </a:p>
          </p:txBody>
        </p:sp>
        <p:sp>
          <p:nvSpPr>
            <p:cNvPr id="13" name="Rectangle 14"/>
            <p:cNvSpPr>
              <a:spLocks noChangeArrowheads="1"/>
            </p:cNvSpPr>
            <p:nvPr/>
          </p:nvSpPr>
          <p:spPr bwMode="auto">
            <a:xfrm rot="21542025">
              <a:off x="622" y="3759"/>
              <a:ext cx="1904" cy="404"/>
            </a:xfrm>
            <a:prstGeom prst="rect">
              <a:avLst/>
            </a:prstGeom>
            <a:noFill/>
            <a:ln w="12700" cap="sq">
              <a:noFill/>
              <a:miter lim="800000"/>
            </a:ln>
            <a:effectLst>
              <a:outerShdw dist="12700" dir="5400000" algn="ctr" rotWithShape="0">
                <a:srgbClr val="000000"/>
              </a:outerShdw>
            </a:effectLst>
          </p:spPr>
          <p:txBody>
            <a:bodyPr>
              <a:spAutoFit/>
            </a:bodyPr>
            <a:lstStyle/>
            <a:p>
              <a:r>
                <a:rPr lang="zh-CN" altLang="en-US" sz="2800" dirty="0">
                  <a:solidFill>
                    <a:srgbClr val="FF3300"/>
                  </a:solidFill>
                  <a:latin typeface="黑体" panose="02010609060101010101" pitchFamily="2" charset="-122"/>
                  <a:ea typeface="黑体" panose="02010609060101010101" pitchFamily="2" charset="-122"/>
                </a:rPr>
                <a:t>时间复杂度</a:t>
              </a:r>
              <a:r>
                <a:rPr lang="en-US" altLang="zh-CN" sz="2800" dirty="0">
                  <a:solidFill>
                    <a:srgbClr val="FF3300"/>
                  </a:solidFill>
                  <a:ea typeface="黑体" panose="02010609060101010101" pitchFamily="2" charset="-122"/>
                </a:rPr>
                <a:t>O(n)</a:t>
              </a:r>
              <a:endParaRPr lang="zh-CN" altLang="en-US" sz="2800" dirty="0">
                <a:solidFill>
                  <a:srgbClr val="FF3300"/>
                </a:solidFill>
                <a:ea typeface="黑体" panose="02010609060101010101" pitchFamily="2" charset="-122"/>
              </a:endParaRP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linds(horizontal)">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a:p>
        </p:txBody>
      </p:sp>
      <p:graphicFrame>
        <p:nvGraphicFramePr>
          <p:cNvPr id="3" name="表格 2"/>
          <p:cNvGraphicFramePr>
            <a:graphicFrameLocks noGrp="1"/>
          </p:cNvGraphicFramePr>
          <p:nvPr/>
        </p:nvGraphicFramePr>
        <p:xfrm>
          <a:off x="3302844" y="764704"/>
          <a:ext cx="5904656" cy="4195374"/>
        </p:xfrm>
        <a:graphic>
          <a:graphicData uri="http://schemas.openxmlformats.org/drawingml/2006/table">
            <a:tbl>
              <a:tblPr firstRow="1" bandRow="1">
                <a:effectLst>
                  <a:outerShdw blurRad="50800" dist="38100" dir="5400000" algn="t" rotWithShape="0">
                    <a:prstClr val="black">
                      <a:alpha val="40000"/>
                    </a:prstClr>
                  </a:outerShdw>
                </a:effectLst>
                <a:tableStyleId>{5C22544A-7EE6-4342-B048-85BDC9FD1C3A}</a:tableStyleId>
              </a:tblPr>
              <a:tblGrid>
                <a:gridCol w="5904656"/>
              </a:tblGrid>
              <a:tr h="690174">
                <a:tc>
                  <a:txBody>
                    <a:bodyPr/>
                    <a:lstStyle/>
                    <a:p>
                      <a:pPr algn="ctr"/>
                      <a:r>
                        <a:rPr lang="zh-CN" altLang="en-US" sz="3200" dirty="0">
                          <a:solidFill>
                            <a:srgbClr val="FFFF00"/>
                          </a:solidFill>
                          <a:latin typeface="楷体" panose="02010609060101010101" pitchFamily="49" charset="-122"/>
                          <a:ea typeface="楷体" panose="02010609060101010101" pitchFamily="49" charset="-122"/>
                        </a:rPr>
                        <a:t>（单向）链表插入操作注意事项</a:t>
                      </a:r>
                      <a:endParaRPr lang="zh-CN" altLang="en-US" sz="3200" dirty="0">
                        <a:solidFill>
                          <a:srgbClr val="FFFF00"/>
                        </a:solidFill>
                        <a:latin typeface="楷体" panose="02010609060101010101" pitchFamily="49" charset="-122"/>
                        <a:ea typeface="楷体" panose="02010609060101010101" pitchFamily="49" charset="-122"/>
                      </a:endParaRPr>
                    </a:p>
                  </a:txBody>
                  <a:tcPr>
                    <a:solidFill>
                      <a:schemeClr val="tx2"/>
                    </a:solidFill>
                  </a:tcPr>
                </a:tc>
              </a:tr>
              <a:tr h="3270266">
                <a:tc>
                  <a:txBody>
                    <a:bodyPr/>
                    <a:lstStyle/>
                    <a:p>
                      <a:pPr marL="514350" indent="-514350">
                        <a:buFont typeface="+mj-lt"/>
                        <a:buAutoNum type="arabicPeriod"/>
                      </a:pPr>
                      <a:r>
                        <a:rPr lang="en-US" altLang="zh-CN" sz="3200" dirty="0"/>
                        <a:t> </a:t>
                      </a:r>
                      <a:r>
                        <a:rPr lang="zh-CN" altLang="en-US" sz="2400" dirty="0">
                          <a:latin typeface="楷体" panose="02010609060101010101" pitchFamily="49" charset="-122"/>
                          <a:ea typeface="楷体" panose="02010609060101010101" pitchFamily="49" charset="-122"/>
                        </a:rPr>
                        <a:t>对链表进行插入操作时，一定要考虑下面（头结点会发生改变）特殊情况：</a:t>
                      </a:r>
                      <a:r>
                        <a:rPr lang="en-US" altLang="zh-CN" sz="2400" b="1" dirty="0">
                          <a:latin typeface="楷体" panose="02010609060101010101" pitchFamily="49" charset="-122"/>
                          <a:ea typeface="楷体" panose="02010609060101010101" pitchFamily="49" charset="-122"/>
                        </a:rPr>
                        <a:t>1</a:t>
                      </a:r>
                      <a:r>
                        <a:rPr lang="zh-CN" altLang="en-US" sz="2400" b="1" dirty="0">
                          <a:latin typeface="楷体" panose="02010609060101010101" pitchFamily="49" charset="-122"/>
                          <a:ea typeface="楷体" panose="02010609060101010101" pitchFamily="49" charset="-122"/>
                        </a:rPr>
                        <a:t>）链表为空；</a:t>
                      </a:r>
                      <a:r>
                        <a:rPr lang="en-US" altLang="zh-CN" sz="2400" b="1" dirty="0">
                          <a:latin typeface="楷体" panose="02010609060101010101" pitchFamily="49" charset="-122"/>
                          <a:ea typeface="楷体" panose="02010609060101010101" pitchFamily="49" charset="-122"/>
                        </a:rPr>
                        <a:t>2</a:t>
                      </a:r>
                      <a:r>
                        <a:rPr lang="zh-CN" altLang="en-US" sz="2400" b="1" dirty="0">
                          <a:latin typeface="楷体" panose="02010609060101010101" pitchFamily="49" charset="-122"/>
                          <a:ea typeface="楷体" panose="02010609060101010101" pitchFamily="49" charset="-122"/>
                        </a:rPr>
                        <a:t>）在头结点前插入</a:t>
                      </a:r>
                      <a:r>
                        <a:rPr lang="zh-CN" altLang="en-US" sz="2400" dirty="0">
                          <a:latin typeface="楷体" panose="02010609060101010101" pitchFamily="49" charset="-122"/>
                          <a:ea typeface="楷体" panose="02010609060101010101" pitchFamily="49" charset="-122"/>
                        </a:rPr>
                        <a:t>。</a:t>
                      </a:r>
                      <a:endParaRPr lang="en-US" altLang="zh-CN" sz="2400" dirty="0">
                        <a:latin typeface="楷体" panose="02010609060101010101" pitchFamily="49" charset="-122"/>
                        <a:ea typeface="楷体" panose="02010609060101010101" pitchFamily="49" charset="-122"/>
                      </a:endParaRPr>
                    </a:p>
                    <a:p>
                      <a:pPr marL="457200" indent="-457200">
                        <a:buFont typeface="+mj-lt"/>
                        <a:buAutoNum type="arabicPeriod"/>
                      </a:pPr>
                      <a:r>
                        <a:rPr lang="zh-CN" altLang="en-US" sz="2400" b="1" dirty="0">
                          <a:latin typeface="楷体" panose="02010609060101010101" pitchFamily="49" charset="-122"/>
                          <a:ea typeface="楷体" panose="02010609060101010101" pitchFamily="49" charset="-122"/>
                        </a:rPr>
                        <a:t>在某结点前插入一个结点，必须要知道该结点的前序结点指针</a:t>
                      </a:r>
                      <a:r>
                        <a:rPr lang="zh-CN" altLang="en-US" sz="2400" dirty="0">
                          <a:latin typeface="楷体" panose="02010609060101010101" pitchFamily="49" charset="-122"/>
                          <a:ea typeface="楷体" panose="02010609060101010101" pitchFamily="49" charset="-122"/>
                        </a:rPr>
                        <a:t>，否则无法插入</a:t>
                      </a:r>
                      <a:endParaRPr lang="en-US" altLang="zh-CN" sz="2400" dirty="0">
                        <a:latin typeface="楷体" panose="02010609060101010101" pitchFamily="49" charset="-122"/>
                        <a:ea typeface="楷体" panose="02010609060101010101" pitchFamily="49" charset="-122"/>
                      </a:endParaRPr>
                    </a:p>
                    <a:p>
                      <a:pPr marL="457200" indent="-457200">
                        <a:buFont typeface="+mj-lt"/>
                        <a:buAutoNum type="arabicPeriod"/>
                      </a:pPr>
                      <a:r>
                        <a:rPr lang="zh-CN" altLang="en-US" sz="2400" dirty="0">
                          <a:latin typeface="楷体" panose="02010609060101010101" pitchFamily="49" charset="-122"/>
                          <a:ea typeface="楷体" panose="02010609060101010101" pitchFamily="49" charset="-122"/>
                        </a:rPr>
                        <a:t>插入操作（函数）应返回头结点指针，如使用如下方式调用</a:t>
                      </a:r>
                      <a:r>
                        <a:rPr lang="en-US" altLang="zh-CN" sz="2400" dirty="0" err="1">
                          <a:latin typeface="楷体" panose="02010609060101010101" pitchFamily="49" charset="-122"/>
                          <a:ea typeface="楷体" panose="02010609060101010101" pitchFamily="49" charset="-122"/>
                        </a:rPr>
                        <a:t>insertNode</a:t>
                      </a:r>
                      <a:r>
                        <a:rPr lang="zh-CN" altLang="en-US" sz="2400" dirty="0">
                          <a:latin typeface="楷体" panose="02010609060101010101" pitchFamily="49" charset="-122"/>
                          <a:ea typeface="楷体" panose="02010609060101010101" pitchFamily="49" charset="-122"/>
                        </a:rPr>
                        <a:t>插入函数，以保确头结点指向正确的结点：</a:t>
                      </a:r>
                      <a:endParaRPr lang="en-US" altLang="zh-CN" sz="2400" dirty="0">
                        <a:latin typeface="楷体" panose="02010609060101010101" pitchFamily="49" charset="-122"/>
                        <a:ea typeface="楷体" panose="02010609060101010101" pitchFamily="49" charset="-122"/>
                      </a:endParaRPr>
                    </a:p>
                    <a:p>
                      <a:pPr marL="0" indent="0">
                        <a:buFont typeface="+mj-lt"/>
                        <a:buNone/>
                      </a:pPr>
                      <a:r>
                        <a:rPr lang="en-US" altLang="zh-CN" sz="2400" b="1" dirty="0">
                          <a:solidFill>
                            <a:srgbClr val="7030A0"/>
                          </a:solidFill>
                        </a:rPr>
                        <a:t>       list = </a:t>
                      </a:r>
                      <a:r>
                        <a:rPr lang="en-US" altLang="zh-CN" sz="2400" b="1" dirty="0" err="1">
                          <a:solidFill>
                            <a:srgbClr val="7030A0"/>
                          </a:solidFill>
                        </a:rPr>
                        <a:t>insertNode</a:t>
                      </a:r>
                      <a:r>
                        <a:rPr lang="en-US" altLang="zh-CN" sz="2400" b="1" dirty="0">
                          <a:solidFill>
                            <a:srgbClr val="7030A0"/>
                          </a:solidFill>
                        </a:rPr>
                        <a:t>(list, item);</a:t>
                      </a:r>
                      <a:endParaRPr lang="zh-CN" altLang="en-US" sz="2400" b="1" dirty="0">
                        <a:solidFill>
                          <a:srgbClr val="7030A0"/>
                        </a:solidFill>
                      </a:endParaRPr>
                    </a:p>
                  </a:txBody>
                  <a:tcPr/>
                </a:tc>
              </a:tr>
            </a:tbl>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bwMode="auto">
          <a:xfrm>
            <a:off x="2424113" y="1916116"/>
            <a:ext cx="7351712" cy="1530351"/>
            <a:chOff x="567" y="1618"/>
            <a:chExt cx="4631" cy="964"/>
          </a:xfrm>
        </p:grpSpPr>
        <p:grpSp>
          <p:nvGrpSpPr>
            <p:cNvPr id="3" name="Group 3"/>
            <p:cNvGrpSpPr/>
            <p:nvPr/>
          </p:nvGrpSpPr>
          <p:grpSpPr bwMode="auto">
            <a:xfrm>
              <a:off x="816" y="2064"/>
              <a:ext cx="480" cy="240"/>
              <a:chOff x="720" y="2496"/>
              <a:chExt cx="480" cy="240"/>
            </a:xfrm>
          </p:grpSpPr>
          <p:sp>
            <p:nvSpPr>
              <p:cNvPr id="21577" name="Rectangle 4"/>
              <p:cNvSpPr>
                <a:spLocks noChangeArrowheads="1"/>
              </p:cNvSpPr>
              <p:nvPr/>
            </p:nvSpPr>
            <p:spPr bwMode="auto">
              <a:xfrm>
                <a:off x="720" y="2496"/>
                <a:ext cx="336" cy="240"/>
              </a:xfrm>
              <a:prstGeom prst="rect">
                <a:avLst/>
              </a:prstGeom>
              <a:noFill/>
              <a:ln w="25400" cap="sq">
                <a:solidFill>
                  <a:srgbClr val="000000"/>
                </a:solidFill>
                <a:miter lim="800000"/>
              </a:ln>
            </p:spPr>
            <p:txBody>
              <a:bodyPr wrap="none" anchor="ctr"/>
              <a:lstStyle/>
              <a:p>
                <a:endParaRPr lang="zh-CN" altLang="en-US"/>
              </a:p>
            </p:txBody>
          </p:sp>
          <p:sp>
            <p:nvSpPr>
              <p:cNvPr id="21578" name="Rectangle 5"/>
              <p:cNvSpPr>
                <a:spLocks noChangeArrowheads="1"/>
              </p:cNvSpPr>
              <p:nvPr/>
            </p:nvSpPr>
            <p:spPr bwMode="auto">
              <a:xfrm>
                <a:off x="1056" y="2496"/>
                <a:ext cx="144" cy="240"/>
              </a:xfrm>
              <a:prstGeom prst="rect">
                <a:avLst/>
              </a:prstGeom>
              <a:noFill/>
              <a:ln w="25400" cap="sq">
                <a:solidFill>
                  <a:srgbClr val="000000"/>
                </a:solidFill>
                <a:miter lim="800000"/>
              </a:ln>
            </p:spPr>
            <p:txBody>
              <a:bodyPr wrap="none" anchor="ctr"/>
              <a:lstStyle/>
              <a:p>
                <a:endParaRPr lang="zh-CN" altLang="en-US"/>
              </a:p>
            </p:txBody>
          </p:sp>
        </p:grpSp>
        <p:grpSp>
          <p:nvGrpSpPr>
            <p:cNvPr id="4" name="Group 6"/>
            <p:cNvGrpSpPr/>
            <p:nvPr/>
          </p:nvGrpSpPr>
          <p:grpSpPr bwMode="auto">
            <a:xfrm>
              <a:off x="1584" y="2064"/>
              <a:ext cx="480" cy="240"/>
              <a:chOff x="720" y="2496"/>
              <a:chExt cx="480" cy="240"/>
            </a:xfrm>
          </p:grpSpPr>
          <p:sp>
            <p:nvSpPr>
              <p:cNvPr id="21575" name="Rectangle 7"/>
              <p:cNvSpPr>
                <a:spLocks noChangeArrowheads="1"/>
              </p:cNvSpPr>
              <p:nvPr/>
            </p:nvSpPr>
            <p:spPr bwMode="auto">
              <a:xfrm>
                <a:off x="720" y="2496"/>
                <a:ext cx="336" cy="240"/>
              </a:xfrm>
              <a:prstGeom prst="rect">
                <a:avLst/>
              </a:prstGeom>
              <a:noFill/>
              <a:ln w="25400" cap="sq">
                <a:solidFill>
                  <a:srgbClr val="000000"/>
                </a:solidFill>
                <a:miter lim="800000"/>
              </a:ln>
            </p:spPr>
            <p:txBody>
              <a:bodyPr wrap="none" anchor="ctr"/>
              <a:lstStyle/>
              <a:p>
                <a:endParaRPr lang="zh-CN" altLang="en-US"/>
              </a:p>
            </p:txBody>
          </p:sp>
          <p:sp>
            <p:nvSpPr>
              <p:cNvPr id="21576" name="Rectangle 8"/>
              <p:cNvSpPr>
                <a:spLocks noChangeArrowheads="1"/>
              </p:cNvSpPr>
              <p:nvPr/>
            </p:nvSpPr>
            <p:spPr bwMode="auto">
              <a:xfrm>
                <a:off x="1056" y="2496"/>
                <a:ext cx="144" cy="240"/>
              </a:xfrm>
              <a:prstGeom prst="rect">
                <a:avLst/>
              </a:prstGeom>
              <a:noFill/>
              <a:ln w="25400" cap="sq">
                <a:solidFill>
                  <a:srgbClr val="000000"/>
                </a:solidFill>
                <a:miter lim="800000"/>
              </a:ln>
            </p:spPr>
            <p:txBody>
              <a:bodyPr wrap="none" anchor="ctr"/>
              <a:lstStyle/>
              <a:p>
                <a:endParaRPr lang="zh-CN" altLang="en-US"/>
              </a:p>
            </p:txBody>
          </p:sp>
        </p:grpSp>
        <p:grpSp>
          <p:nvGrpSpPr>
            <p:cNvPr id="5" name="Group 9"/>
            <p:cNvGrpSpPr/>
            <p:nvPr/>
          </p:nvGrpSpPr>
          <p:grpSpPr bwMode="auto">
            <a:xfrm>
              <a:off x="3936" y="2064"/>
              <a:ext cx="480" cy="240"/>
              <a:chOff x="720" y="2496"/>
              <a:chExt cx="480" cy="240"/>
            </a:xfrm>
          </p:grpSpPr>
          <p:sp>
            <p:nvSpPr>
              <p:cNvPr id="21573" name="Rectangle 10"/>
              <p:cNvSpPr>
                <a:spLocks noChangeArrowheads="1"/>
              </p:cNvSpPr>
              <p:nvPr/>
            </p:nvSpPr>
            <p:spPr bwMode="auto">
              <a:xfrm>
                <a:off x="720" y="2496"/>
                <a:ext cx="336" cy="240"/>
              </a:xfrm>
              <a:prstGeom prst="rect">
                <a:avLst/>
              </a:prstGeom>
              <a:noFill/>
              <a:ln w="25400" cap="sq">
                <a:solidFill>
                  <a:srgbClr val="000000"/>
                </a:solidFill>
                <a:miter lim="800000"/>
              </a:ln>
            </p:spPr>
            <p:txBody>
              <a:bodyPr wrap="none" anchor="ctr"/>
              <a:lstStyle/>
              <a:p>
                <a:endParaRPr lang="zh-CN" altLang="en-US"/>
              </a:p>
            </p:txBody>
          </p:sp>
          <p:sp>
            <p:nvSpPr>
              <p:cNvPr id="21574" name="Rectangle 11"/>
              <p:cNvSpPr>
                <a:spLocks noChangeArrowheads="1"/>
              </p:cNvSpPr>
              <p:nvPr/>
            </p:nvSpPr>
            <p:spPr bwMode="auto">
              <a:xfrm>
                <a:off x="1056" y="2496"/>
                <a:ext cx="144" cy="240"/>
              </a:xfrm>
              <a:prstGeom prst="rect">
                <a:avLst/>
              </a:prstGeom>
              <a:noFill/>
              <a:ln w="25400" cap="sq">
                <a:solidFill>
                  <a:srgbClr val="000000"/>
                </a:solidFill>
                <a:miter lim="800000"/>
              </a:ln>
            </p:spPr>
            <p:txBody>
              <a:bodyPr wrap="none" anchor="ctr"/>
              <a:lstStyle/>
              <a:p>
                <a:endParaRPr lang="zh-CN" altLang="en-US"/>
              </a:p>
            </p:txBody>
          </p:sp>
        </p:grpSp>
        <p:grpSp>
          <p:nvGrpSpPr>
            <p:cNvPr id="6" name="Group 12"/>
            <p:cNvGrpSpPr/>
            <p:nvPr/>
          </p:nvGrpSpPr>
          <p:grpSpPr bwMode="auto">
            <a:xfrm>
              <a:off x="4656" y="2064"/>
              <a:ext cx="480" cy="240"/>
              <a:chOff x="720" y="2496"/>
              <a:chExt cx="480" cy="240"/>
            </a:xfrm>
          </p:grpSpPr>
          <p:sp>
            <p:nvSpPr>
              <p:cNvPr id="21571" name="Rectangle 13"/>
              <p:cNvSpPr>
                <a:spLocks noChangeArrowheads="1"/>
              </p:cNvSpPr>
              <p:nvPr/>
            </p:nvSpPr>
            <p:spPr bwMode="auto">
              <a:xfrm>
                <a:off x="720" y="2496"/>
                <a:ext cx="336" cy="240"/>
              </a:xfrm>
              <a:prstGeom prst="rect">
                <a:avLst/>
              </a:prstGeom>
              <a:noFill/>
              <a:ln w="25400" cap="sq">
                <a:solidFill>
                  <a:srgbClr val="000000"/>
                </a:solidFill>
                <a:miter lim="800000"/>
              </a:ln>
            </p:spPr>
            <p:txBody>
              <a:bodyPr wrap="none" anchor="ctr"/>
              <a:lstStyle/>
              <a:p>
                <a:endParaRPr lang="zh-CN" altLang="en-US"/>
              </a:p>
            </p:txBody>
          </p:sp>
          <p:sp>
            <p:nvSpPr>
              <p:cNvPr id="21572" name="Rectangle 14"/>
              <p:cNvSpPr>
                <a:spLocks noChangeArrowheads="1"/>
              </p:cNvSpPr>
              <p:nvPr/>
            </p:nvSpPr>
            <p:spPr bwMode="auto">
              <a:xfrm>
                <a:off x="1056" y="2496"/>
                <a:ext cx="144" cy="240"/>
              </a:xfrm>
              <a:prstGeom prst="rect">
                <a:avLst/>
              </a:prstGeom>
              <a:noFill/>
              <a:ln w="25400" cap="sq">
                <a:solidFill>
                  <a:srgbClr val="000000"/>
                </a:solidFill>
                <a:miter lim="800000"/>
              </a:ln>
            </p:spPr>
            <p:txBody>
              <a:bodyPr wrap="none" anchor="ctr"/>
              <a:lstStyle/>
              <a:p>
                <a:endParaRPr lang="zh-CN" altLang="en-US"/>
              </a:p>
            </p:txBody>
          </p:sp>
        </p:grpSp>
        <p:sp>
          <p:nvSpPr>
            <p:cNvPr id="21562" name="Text Box 15"/>
            <p:cNvSpPr txBox="1">
              <a:spLocks noChangeArrowheads="1"/>
            </p:cNvSpPr>
            <p:nvPr/>
          </p:nvSpPr>
          <p:spPr bwMode="auto">
            <a:xfrm>
              <a:off x="4970" y="2042"/>
              <a:ext cx="228" cy="407"/>
            </a:xfrm>
            <a:prstGeom prst="rect">
              <a:avLst/>
            </a:prstGeom>
            <a:noFill/>
            <a:ln w="12700" cap="sq">
              <a:noFill/>
              <a:miter lim="800000"/>
            </a:ln>
          </p:spPr>
          <p:txBody>
            <a:bodyPr wrap="none">
              <a:spAutoFit/>
            </a:bodyPr>
            <a:lstStyle/>
            <a:p>
              <a:pPr algn="ctr"/>
              <a:r>
                <a:rPr lang="zh-CN" altLang="en-US" sz="3600">
                  <a:solidFill>
                    <a:schemeClr val="bg1"/>
                  </a:solidFill>
                </a:rPr>
                <a:t>^</a:t>
              </a:r>
              <a:endParaRPr lang="zh-CN" altLang="en-US" sz="3600">
                <a:solidFill>
                  <a:schemeClr val="bg1"/>
                </a:solidFill>
              </a:endParaRPr>
            </a:p>
          </p:txBody>
        </p:sp>
        <p:sp>
          <p:nvSpPr>
            <p:cNvPr id="21563" name="Line 16"/>
            <p:cNvSpPr>
              <a:spLocks noChangeShapeType="1"/>
            </p:cNvSpPr>
            <p:nvPr/>
          </p:nvSpPr>
          <p:spPr bwMode="auto">
            <a:xfrm>
              <a:off x="1222" y="2171"/>
              <a:ext cx="336" cy="0"/>
            </a:xfrm>
            <a:prstGeom prst="line">
              <a:avLst/>
            </a:prstGeom>
            <a:noFill/>
            <a:ln w="22225" cap="sq">
              <a:solidFill>
                <a:srgbClr val="000000"/>
              </a:solidFill>
              <a:round/>
              <a:tailEnd type="triangle" w="med" len="med"/>
            </a:ln>
          </p:spPr>
          <p:txBody>
            <a:bodyPr wrap="none" anchor="ctr"/>
            <a:lstStyle/>
            <a:p>
              <a:endParaRPr lang="zh-CN" altLang="en-US"/>
            </a:p>
          </p:txBody>
        </p:sp>
        <p:sp>
          <p:nvSpPr>
            <p:cNvPr id="21564" name="Line 17"/>
            <p:cNvSpPr>
              <a:spLocks noChangeShapeType="1"/>
            </p:cNvSpPr>
            <p:nvPr/>
          </p:nvSpPr>
          <p:spPr bwMode="auto">
            <a:xfrm>
              <a:off x="1968" y="2171"/>
              <a:ext cx="336" cy="0"/>
            </a:xfrm>
            <a:prstGeom prst="line">
              <a:avLst/>
            </a:prstGeom>
            <a:noFill/>
            <a:ln w="22225" cap="sq">
              <a:solidFill>
                <a:srgbClr val="000000"/>
              </a:solidFill>
              <a:round/>
              <a:tailEnd type="triangle" w="med" len="med"/>
            </a:ln>
          </p:spPr>
          <p:txBody>
            <a:bodyPr wrap="none" anchor="ctr"/>
            <a:lstStyle/>
            <a:p>
              <a:endParaRPr lang="zh-CN" altLang="en-US"/>
            </a:p>
          </p:txBody>
        </p:sp>
        <p:sp>
          <p:nvSpPr>
            <p:cNvPr id="21565" name="Line 18"/>
            <p:cNvSpPr>
              <a:spLocks noChangeShapeType="1"/>
            </p:cNvSpPr>
            <p:nvPr/>
          </p:nvSpPr>
          <p:spPr bwMode="auto">
            <a:xfrm>
              <a:off x="3611" y="2171"/>
              <a:ext cx="336" cy="0"/>
            </a:xfrm>
            <a:prstGeom prst="line">
              <a:avLst/>
            </a:prstGeom>
            <a:noFill/>
            <a:ln w="22225" cap="sq">
              <a:solidFill>
                <a:srgbClr val="000000"/>
              </a:solidFill>
              <a:round/>
              <a:tailEnd type="triangle" w="med" len="med"/>
            </a:ln>
          </p:spPr>
          <p:txBody>
            <a:bodyPr wrap="none" anchor="ctr"/>
            <a:lstStyle/>
            <a:p>
              <a:endParaRPr lang="zh-CN" altLang="en-US"/>
            </a:p>
          </p:txBody>
        </p:sp>
        <p:sp>
          <p:nvSpPr>
            <p:cNvPr id="21566" name="Line 19"/>
            <p:cNvSpPr>
              <a:spLocks noChangeShapeType="1"/>
            </p:cNvSpPr>
            <p:nvPr/>
          </p:nvSpPr>
          <p:spPr bwMode="auto">
            <a:xfrm>
              <a:off x="4320" y="2182"/>
              <a:ext cx="336" cy="0"/>
            </a:xfrm>
            <a:prstGeom prst="line">
              <a:avLst/>
            </a:prstGeom>
            <a:noFill/>
            <a:ln w="22225" cap="sq">
              <a:solidFill>
                <a:srgbClr val="000000"/>
              </a:solidFill>
              <a:round/>
              <a:tailEnd type="triangle" w="med" len="med"/>
            </a:ln>
          </p:spPr>
          <p:txBody>
            <a:bodyPr wrap="none" anchor="ctr"/>
            <a:lstStyle/>
            <a:p>
              <a:endParaRPr lang="zh-CN" altLang="en-US"/>
            </a:p>
          </p:txBody>
        </p:sp>
        <p:sp>
          <p:nvSpPr>
            <p:cNvPr id="21567" name="Rectangle 20"/>
            <p:cNvSpPr>
              <a:spLocks noChangeArrowheads="1"/>
            </p:cNvSpPr>
            <p:nvPr/>
          </p:nvSpPr>
          <p:spPr bwMode="auto">
            <a:xfrm>
              <a:off x="2577" y="1968"/>
              <a:ext cx="530" cy="291"/>
            </a:xfrm>
            <a:prstGeom prst="rect">
              <a:avLst/>
            </a:prstGeom>
            <a:noFill/>
            <a:ln w="12700" cap="sq">
              <a:noFill/>
              <a:miter lim="800000"/>
            </a:ln>
          </p:spPr>
          <p:txBody>
            <a:bodyPr wrap="none">
              <a:spAutoFit/>
            </a:bodyPr>
            <a:lstStyle/>
            <a:p>
              <a:pPr algn="ctr"/>
              <a:r>
                <a:rPr lang="en-US" altLang="zh-CN" sz="2400">
                  <a:solidFill>
                    <a:schemeClr val="bg1"/>
                  </a:solidFill>
                </a:rPr>
                <a:t>…</a:t>
              </a:r>
              <a:r>
                <a:rPr lang="en-US" altLang="zh-CN" sz="2400">
                  <a:solidFill>
                    <a:schemeClr val="bg1"/>
                  </a:solidFill>
                  <a:latin typeface="宋体" pitchFamily="2" charset="-122"/>
                </a:rPr>
                <a:t> </a:t>
              </a:r>
              <a:r>
                <a:rPr lang="en-US" altLang="zh-CN" sz="2400">
                  <a:solidFill>
                    <a:schemeClr val="bg1"/>
                  </a:solidFill>
                </a:rPr>
                <a:t>…</a:t>
              </a:r>
              <a:endParaRPr lang="zh-CN" altLang="en-US" sz="2400">
                <a:solidFill>
                  <a:schemeClr val="bg1"/>
                </a:solidFill>
                <a:latin typeface="宋体" pitchFamily="2" charset="-122"/>
              </a:endParaRPr>
            </a:p>
          </p:txBody>
        </p:sp>
        <p:sp>
          <p:nvSpPr>
            <p:cNvPr id="21568" name="Text Box 21"/>
            <p:cNvSpPr txBox="1">
              <a:spLocks noChangeArrowheads="1"/>
            </p:cNvSpPr>
            <p:nvPr/>
          </p:nvSpPr>
          <p:spPr bwMode="auto">
            <a:xfrm>
              <a:off x="567" y="1618"/>
              <a:ext cx="311" cy="291"/>
            </a:xfrm>
            <a:prstGeom prst="rect">
              <a:avLst/>
            </a:prstGeom>
            <a:noFill/>
            <a:ln w="12700" cap="sq">
              <a:noFill/>
              <a:miter lim="800000"/>
            </a:ln>
          </p:spPr>
          <p:txBody>
            <a:bodyPr wrap="none">
              <a:spAutoFit/>
            </a:bodyPr>
            <a:lstStyle/>
            <a:p>
              <a:pPr algn="ctr"/>
              <a:r>
                <a:rPr lang="en-US" altLang="zh-CN" sz="2400" dirty="0">
                  <a:solidFill>
                    <a:schemeClr val="accent2"/>
                  </a:solidFill>
                </a:rPr>
                <a:t>list</a:t>
              </a:r>
              <a:endParaRPr lang="en-US" altLang="zh-CN" sz="2400" dirty="0">
                <a:solidFill>
                  <a:schemeClr val="accent2"/>
                </a:solidFill>
              </a:endParaRPr>
            </a:p>
          </p:txBody>
        </p:sp>
        <p:sp>
          <p:nvSpPr>
            <p:cNvPr id="21569" name="Text Box 22"/>
            <p:cNvSpPr txBox="1">
              <a:spLocks noChangeArrowheads="1"/>
            </p:cNvSpPr>
            <p:nvPr/>
          </p:nvSpPr>
          <p:spPr bwMode="auto">
            <a:xfrm>
              <a:off x="782" y="2204"/>
              <a:ext cx="237" cy="378"/>
            </a:xfrm>
            <a:prstGeom prst="rect">
              <a:avLst/>
            </a:prstGeom>
            <a:noFill/>
            <a:ln w="12700" cap="sq">
              <a:noFill/>
              <a:miter lim="800000"/>
            </a:ln>
          </p:spPr>
          <p:txBody>
            <a:bodyPr wrap="none">
              <a:spAutoFit/>
            </a:bodyPr>
            <a:lstStyle/>
            <a:p>
              <a:pPr algn="ctr"/>
              <a:r>
                <a:rPr lang="en-US" altLang="zh-CN" sz="3300" dirty="0">
                  <a:solidFill>
                    <a:schemeClr val="accent2"/>
                  </a:solidFill>
                </a:rPr>
                <a:t>p</a:t>
              </a:r>
              <a:endParaRPr lang="en-US" altLang="zh-CN" sz="3300" dirty="0">
                <a:solidFill>
                  <a:schemeClr val="accent2"/>
                </a:solidFill>
              </a:endParaRPr>
            </a:p>
          </p:txBody>
        </p:sp>
        <p:sp>
          <p:nvSpPr>
            <p:cNvPr id="21570" name="Line 23"/>
            <p:cNvSpPr>
              <a:spLocks noChangeShapeType="1"/>
            </p:cNvSpPr>
            <p:nvPr/>
          </p:nvSpPr>
          <p:spPr bwMode="auto">
            <a:xfrm>
              <a:off x="672" y="1920"/>
              <a:ext cx="144" cy="144"/>
            </a:xfrm>
            <a:prstGeom prst="line">
              <a:avLst/>
            </a:prstGeom>
            <a:noFill/>
            <a:ln w="22225" cap="sq">
              <a:solidFill>
                <a:schemeClr val="accent2"/>
              </a:solidFill>
              <a:round/>
              <a:tailEnd type="triangle" w="med" len="med"/>
            </a:ln>
          </p:spPr>
          <p:txBody>
            <a:bodyPr wrap="none" anchor="ctr"/>
            <a:lstStyle/>
            <a:p>
              <a:endParaRPr lang="zh-CN" altLang="en-US"/>
            </a:p>
          </p:txBody>
        </p:sp>
      </p:grpSp>
      <p:sp>
        <p:nvSpPr>
          <p:cNvPr id="605208" name="Text Box 24"/>
          <p:cNvSpPr txBox="1">
            <a:spLocks noChangeArrowheads="1"/>
          </p:cNvSpPr>
          <p:nvPr/>
        </p:nvSpPr>
        <p:spPr bwMode="auto">
          <a:xfrm>
            <a:off x="2301907" y="3206759"/>
            <a:ext cx="5729808" cy="584775"/>
          </a:xfrm>
          <a:prstGeom prst="rect">
            <a:avLst/>
          </a:prstGeom>
          <a:noFill/>
          <a:ln w="12700" cap="sq">
            <a:noFill/>
            <a:miter lim="800000"/>
          </a:ln>
          <a:effectLst>
            <a:outerShdw algn="ctr" rotWithShape="0">
              <a:schemeClr val="bg2"/>
            </a:outerShdw>
          </a:effectLst>
        </p:spPr>
        <p:txBody>
          <a:bodyPr wrap="square">
            <a:spAutoFit/>
          </a:bodyPr>
          <a:lstStyle/>
          <a:p>
            <a:r>
              <a:rPr lang="zh-CN" altLang="en-US" sz="3200" dirty="0">
                <a:solidFill>
                  <a:srgbClr val="000066"/>
                </a:solidFill>
                <a:latin typeface="幼圆" pitchFamily="49" charset="-122"/>
                <a:ea typeface="幼圆" pitchFamily="49" charset="-122"/>
              </a:rPr>
              <a:t>情况</a:t>
            </a:r>
            <a:r>
              <a:rPr lang="zh-CN" altLang="en-US" sz="3200" dirty="0">
                <a:solidFill>
                  <a:srgbClr val="000066"/>
                </a:solidFill>
                <a:ea typeface="幼圆" pitchFamily="49" charset="-122"/>
              </a:rPr>
              <a:t>1</a:t>
            </a:r>
            <a:r>
              <a:rPr lang="zh-CN" altLang="en-US" sz="3200" dirty="0">
                <a:solidFill>
                  <a:srgbClr val="000066"/>
                </a:solidFill>
                <a:latin typeface="幼圆" pitchFamily="49" charset="-122"/>
                <a:ea typeface="幼圆" pitchFamily="49" charset="-122"/>
              </a:rPr>
              <a:t>：删除链表的第一个结点</a:t>
            </a:r>
            <a:endParaRPr lang="zh-CN" altLang="en-US" sz="3200" dirty="0">
              <a:solidFill>
                <a:srgbClr val="000066"/>
              </a:solidFill>
              <a:latin typeface="幼圆" pitchFamily="49" charset="-122"/>
              <a:ea typeface="幼圆" pitchFamily="49" charset="-122"/>
            </a:endParaRPr>
          </a:p>
        </p:txBody>
      </p:sp>
      <p:sp>
        <p:nvSpPr>
          <p:cNvPr id="605209" name="Line 25"/>
          <p:cNvSpPr>
            <a:spLocks noChangeShapeType="1"/>
          </p:cNvSpPr>
          <p:nvPr/>
        </p:nvSpPr>
        <p:spPr bwMode="auto">
          <a:xfrm>
            <a:off x="2895600" y="2241550"/>
            <a:ext cx="1066800" cy="381000"/>
          </a:xfrm>
          <a:prstGeom prst="line">
            <a:avLst/>
          </a:prstGeom>
          <a:noFill/>
          <a:ln w="28575" cap="sq">
            <a:solidFill>
              <a:schemeClr val="accent2"/>
            </a:solidFill>
            <a:round/>
            <a:tailEnd type="triangle" w="med" len="med"/>
          </a:ln>
        </p:spPr>
        <p:txBody>
          <a:bodyPr wrap="none" anchor="ctr"/>
          <a:lstStyle/>
          <a:p>
            <a:endParaRPr lang="zh-CN" altLang="en-US"/>
          </a:p>
        </p:txBody>
      </p:sp>
      <p:grpSp>
        <p:nvGrpSpPr>
          <p:cNvPr id="7" name="Group 26"/>
          <p:cNvGrpSpPr/>
          <p:nvPr/>
        </p:nvGrpSpPr>
        <p:grpSpPr bwMode="auto">
          <a:xfrm>
            <a:off x="3733800" y="1524001"/>
            <a:ext cx="2514600" cy="519113"/>
            <a:chOff x="1392" y="960"/>
            <a:chExt cx="1584" cy="327"/>
          </a:xfrm>
        </p:grpSpPr>
        <p:sp>
          <p:nvSpPr>
            <p:cNvPr id="21556" name="AutoShape 27"/>
            <p:cNvSpPr>
              <a:spLocks noChangeArrowheads="1"/>
            </p:cNvSpPr>
            <p:nvPr/>
          </p:nvSpPr>
          <p:spPr bwMode="auto">
            <a:xfrm>
              <a:off x="1392" y="963"/>
              <a:ext cx="1344" cy="317"/>
            </a:xfrm>
            <a:prstGeom prst="wedgeRectCallout">
              <a:avLst>
                <a:gd name="adj1" fmla="val -52528"/>
                <a:gd name="adj2" fmla="val 115931"/>
              </a:avLst>
            </a:prstGeom>
            <a:noFill/>
            <a:ln w="53975" cap="sq">
              <a:solidFill>
                <a:srgbClr val="2AA9A6"/>
              </a:solidFill>
              <a:miter lim="800000"/>
            </a:ln>
          </p:spPr>
          <p:txBody>
            <a:bodyPr anchor="ctr"/>
            <a:lstStyle/>
            <a:p>
              <a:pPr algn="ctr"/>
              <a:endParaRPr lang="zh-CN" altLang="en-US" sz="2600"/>
            </a:p>
          </p:txBody>
        </p:sp>
        <p:sp>
          <p:nvSpPr>
            <p:cNvPr id="21557" name="Text Box 28"/>
            <p:cNvSpPr txBox="1">
              <a:spLocks noChangeArrowheads="1"/>
            </p:cNvSpPr>
            <p:nvPr/>
          </p:nvSpPr>
          <p:spPr bwMode="auto">
            <a:xfrm>
              <a:off x="1410" y="960"/>
              <a:ext cx="1566" cy="327"/>
            </a:xfrm>
            <a:prstGeom prst="rect">
              <a:avLst/>
            </a:prstGeom>
            <a:noFill/>
            <a:ln w="12700" cap="sq">
              <a:noFill/>
              <a:miter lim="800000"/>
            </a:ln>
          </p:spPr>
          <p:txBody>
            <a:bodyPr>
              <a:spAutoFit/>
            </a:bodyPr>
            <a:lstStyle/>
            <a:p>
              <a:r>
                <a:rPr kumimoji="1" lang="en-US" altLang="zh-CN" sz="2800" dirty="0">
                  <a:solidFill>
                    <a:srgbClr val="003399"/>
                  </a:solidFill>
                  <a:ea typeface="黑体" panose="02010609060101010101" pitchFamily="2" charset="-122"/>
                </a:rPr>
                <a:t>list</a:t>
              </a:r>
              <a:r>
                <a:rPr kumimoji="1" lang="en-US" altLang="zh-CN" sz="2800" dirty="0">
                  <a:solidFill>
                    <a:srgbClr val="003399"/>
                  </a:solidFill>
                  <a:ea typeface="黑体" panose="02010609060101010101" pitchFamily="2" charset="-122"/>
                  <a:sym typeface="Symbol" pitchFamily="18" charset="2"/>
                </a:rPr>
                <a:t>=p</a:t>
              </a:r>
              <a:r>
                <a:rPr kumimoji="1" lang="en-US" altLang="zh-CN" sz="2800" dirty="0">
                  <a:solidFill>
                    <a:srgbClr val="003399"/>
                  </a:solidFill>
                  <a:latin typeface="宋体" pitchFamily="2" charset="-122"/>
                  <a:ea typeface="宋体" pitchFamily="2" charset="-122"/>
                  <a:sym typeface="Symbol" pitchFamily="18" charset="2"/>
                </a:rPr>
                <a:t>-</a:t>
              </a:r>
              <a:r>
                <a:rPr kumimoji="1" lang="en-US" altLang="zh-CN" sz="2800" dirty="0">
                  <a:solidFill>
                    <a:srgbClr val="003399"/>
                  </a:solidFill>
                  <a:ea typeface="黑体" panose="02010609060101010101" pitchFamily="2" charset="-122"/>
                  <a:sym typeface="Symbol" pitchFamily="18" charset="2"/>
                </a:rPr>
                <a:t>&gt;</a:t>
              </a:r>
              <a:r>
                <a:rPr kumimoji="1" lang="en-US" altLang="zh-CN" sz="2800" dirty="0">
                  <a:solidFill>
                    <a:srgbClr val="003399"/>
                  </a:solidFill>
                  <a:ea typeface="黑体" panose="02010609060101010101" pitchFamily="2" charset="-122"/>
                </a:rPr>
                <a:t>link;</a:t>
              </a:r>
              <a:endParaRPr kumimoji="1" lang="en-US" altLang="zh-CN" sz="2800" dirty="0">
                <a:solidFill>
                  <a:srgbClr val="003399"/>
                </a:solidFill>
                <a:ea typeface="黑体" panose="02010609060101010101" pitchFamily="2" charset="-122"/>
              </a:endParaRPr>
            </a:p>
          </p:txBody>
        </p:sp>
      </p:grpSp>
      <p:sp>
        <p:nvSpPr>
          <p:cNvPr id="605213" name="Rectangle 29"/>
          <p:cNvSpPr>
            <a:spLocks noChangeArrowheads="1"/>
          </p:cNvSpPr>
          <p:nvPr/>
        </p:nvSpPr>
        <p:spPr bwMode="auto">
          <a:xfrm>
            <a:off x="2351584" y="2348880"/>
            <a:ext cx="533400" cy="288032"/>
          </a:xfrm>
          <a:prstGeom prst="rect">
            <a:avLst/>
          </a:prstGeom>
          <a:solidFill>
            <a:srgbClr val="FFFFFF"/>
          </a:solidFill>
          <a:ln w="12700" cap="sq">
            <a:noFill/>
            <a:miter lim="800000"/>
          </a:ln>
        </p:spPr>
        <p:txBody>
          <a:bodyPr wrap="none" anchor="ctr"/>
          <a:lstStyle/>
          <a:p>
            <a:endParaRPr lang="zh-CN" altLang="en-US"/>
          </a:p>
        </p:txBody>
      </p:sp>
      <p:sp>
        <p:nvSpPr>
          <p:cNvPr id="605214" name="Rectangle 30"/>
          <p:cNvSpPr>
            <a:spLocks noChangeArrowheads="1"/>
          </p:cNvSpPr>
          <p:nvPr/>
        </p:nvSpPr>
        <p:spPr bwMode="auto">
          <a:xfrm>
            <a:off x="2778125" y="2605088"/>
            <a:ext cx="1219200" cy="703262"/>
          </a:xfrm>
          <a:prstGeom prst="rect">
            <a:avLst/>
          </a:prstGeom>
          <a:solidFill>
            <a:srgbClr val="FFFFFF"/>
          </a:solidFill>
          <a:ln w="12700" cap="sq">
            <a:noFill/>
            <a:miter lim="800000"/>
          </a:ln>
        </p:spPr>
        <p:txBody>
          <a:bodyPr wrap="none" anchor="ctr"/>
          <a:lstStyle/>
          <a:p>
            <a:endParaRPr lang="zh-CN" altLang="en-US"/>
          </a:p>
        </p:txBody>
      </p:sp>
      <p:sp>
        <p:nvSpPr>
          <p:cNvPr id="605215" name="Text Box 31"/>
          <p:cNvSpPr txBox="1">
            <a:spLocks noChangeArrowheads="1"/>
          </p:cNvSpPr>
          <p:nvPr/>
        </p:nvSpPr>
        <p:spPr bwMode="auto">
          <a:xfrm>
            <a:off x="2286001" y="6090658"/>
            <a:ext cx="6166048" cy="584775"/>
          </a:xfrm>
          <a:prstGeom prst="rect">
            <a:avLst/>
          </a:prstGeom>
          <a:noFill/>
          <a:ln w="12700" cap="sq">
            <a:noFill/>
            <a:miter lim="800000"/>
          </a:ln>
          <a:effectLst>
            <a:outerShdw algn="ctr" rotWithShape="0">
              <a:schemeClr val="bg2"/>
            </a:outerShdw>
          </a:effectLst>
        </p:spPr>
        <p:txBody>
          <a:bodyPr wrap="square">
            <a:spAutoFit/>
          </a:bodyPr>
          <a:lstStyle/>
          <a:p>
            <a:r>
              <a:rPr lang="zh-CN" altLang="en-US" sz="3200" dirty="0">
                <a:solidFill>
                  <a:srgbClr val="000066"/>
                </a:solidFill>
                <a:latin typeface="幼圆" pitchFamily="49" charset="-122"/>
                <a:ea typeface="幼圆" pitchFamily="49" charset="-122"/>
              </a:rPr>
              <a:t>情况</a:t>
            </a:r>
            <a:r>
              <a:rPr lang="zh-CN" altLang="en-US" sz="3200" dirty="0">
                <a:solidFill>
                  <a:srgbClr val="000066"/>
                </a:solidFill>
                <a:ea typeface="幼圆" pitchFamily="49" charset="-122"/>
              </a:rPr>
              <a:t>2</a:t>
            </a:r>
            <a:r>
              <a:rPr lang="zh-CN" altLang="en-US" sz="3200" dirty="0">
                <a:solidFill>
                  <a:srgbClr val="000066"/>
                </a:solidFill>
                <a:latin typeface="幼圆" pitchFamily="49" charset="-122"/>
                <a:ea typeface="幼圆" pitchFamily="49" charset="-122"/>
              </a:rPr>
              <a:t>：删除链表中非第一个结点</a:t>
            </a:r>
            <a:endParaRPr lang="zh-CN" altLang="en-US" sz="3200" dirty="0">
              <a:solidFill>
                <a:srgbClr val="000066"/>
              </a:solidFill>
              <a:latin typeface="幼圆" pitchFamily="49" charset="-122"/>
              <a:ea typeface="幼圆" pitchFamily="49" charset="-122"/>
            </a:endParaRPr>
          </a:p>
        </p:txBody>
      </p:sp>
      <p:grpSp>
        <p:nvGrpSpPr>
          <p:cNvPr id="8" name="Group 32"/>
          <p:cNvGrpSpPr/>
          <p:nvPr/>
        </p:nvGrpSpPr>
        <p:grpSpPr bwMode="auto">
          <a:xfrm>
            <a:off x="2286001" y="3886202"/>
            <a:ext cx="7543799" cy="1360488"/>
            <a:chOff x="480" y="2688"/>
            <a:chExt cx="4752" cy="857"/>
          </a:xfrm>
        </p:grpSpPr>
        <p:grpSp>
          <p:nvGrpSpPr>
            <p:cNvPr id="9" name="Group 33"/>
            <p:cNvGrpSpPr/>
            <p:nvPr/>
          </p:nvGrpSpPr>
          <p:grpSpPr bwMode="auto">
            <a:xfrm>
              <a:off x="768" y="3175"/>
              <a:ext cx="480" cy="240"/>
              <a:chOff x="720" y="2496"/>
              <a:chExt cx="480" cy="240"/>
            </a:xfrm>
          </p:grpSpPr>
          <p:sp>
            <p:nvSpPr>
              <p:cNvPr id="21554" name="Rectangle 34"/>
              <p:cNvSpPr>
                <a:spLocks noChangeArrowheads="1"/>
              </p:cNvSpPr>
              <p:nvPr/>
            </p:nvSpPr>
            <p:spPr bwMode="auto">
              <a:xfrm>
                <a:off x="720" y="2496"/>
                <a:ext cx="336" cy="240"/>
              </a:xfrm>
              <a:prstGeom prst="rect">
                <a:avLst/>
              </a:prstGeom>
              <a:noFill/>
              <a:ln w="25400" cap="sq">
                <a:solidFill>
                  <a:srgbClr val="000000"/>
                </a:solidFill>
                <a:miter lim="800000"/>
              </a:ln>
            </p:spPr>
            <p:txBody>
              <a:bodyPr wrap="none" anchor="ctr"/>
              <a:lstStyle/>
              <a:p>
                <a:endParaRPr lang="zh-CN" altLang="en-US"/>
              </a:p>
            </p:txBody>
          </p:sp>
          <p:sp>
            <p:nvSpPr>
              <p:cNvPr id="21555" name="Rectangle 35"/>
              <p:cNvSpPr>
                <a:spLocks noChangeArrowheads="1"/>
              </p:cNvSpPr>
              <p:nvPr/>
            </p:nvSpPr>
            <p:spPr bwMode="auto">
              <a:xfrm>
                <a:off x="1056" y="2496"/>
                <a:ext cx="144" cy="240"/>
              </a:xfrm>
              <a:prstGeom prst="rect">
                <a:avLst/>
              </a:prstGeom>
              <a:noFill/>
              <a:ln w="25400" cap="sq">
                <a:solidFill>
                  <a:srgbClr val="000000"/>
                </a:solidFill>
                <a:miter lim="800000"/>
              </a:ln>
            </p:spPr>
            <p:txBody>
              <a:bodyPr wrap="none" anchor="ctr"/>
              <a:lstStyle/>
              <a:p>
                <a:endParaRPr lang="zh-CN" altLang="en-US"/>
              </a:p>
            </p:txBody>
          </p:sp>
        </p:grpSp>
        <p:grpSp>
          <p:nvGrpSpPr>
            <p:cNvPr id="10" name="Group 36"/>
            <p:cNvGrpSpPr/>
            <p:nvPr/>
          </p:nvGrpSpPr>
          <p:grpSpPr bwMode="auto">
            <a:xfrm>
              <a:off x="1920" y="3175"/>
              <a:ext cx="480" cy="240"/>
              <a:chOff x="720" y="2496"/>
              <a:chExt cx="480" cy="240"/>
            </a:xfrm>
          </p:grpSpPr>
          <p:sp>
            <p:nvSpPr>
              <p:cNvPr id="21552" name="Rectangle 37"/>
              <p:cNvSpPr>
                <a:spLocks noChangeArrowheads="1"/>
              </p:cNvSpPr>
              <p:nvPr/>
            </p:nvSpPr>
            <p:spPr bwMode="auto">
              <a:xfrm>
                <a:off x="720" y="2496"/>
                <a:ext cx="336" cy="240"/>
              </a:xfrm>
              <a:prstGeom prst="rect">
                <a:avLst/>
              </a:prstGeom>
              <a:noFill/>
              <a:ln w="25400" cap="sq">
                <a:solidFill>
                  <a:srgbClr val="000000"/>
                </a:solidFill>
                <a:miter lim="800000"/>
              </a:ln>
            </p:spPr>
            <p:txBody>
              <a:bodyPr wrap="none" anchor="ctr"/>
              <a:lstStyle/>
              <a:p>
                <a:endParaRPr lang="zh-CN" altLang="en-US"/>
              </a:p>
            </p:txBody>
          </p:sp>
          <p:sp>
            <p:nvSpPr>
              <p:cNvPr id="21553" name="Rectangle 38"/>
              <p:cNvSpPr>
                <a:spLocks noChangeArrowheads="1"/>
              </p:cNvSpPr>
              <p:nvPr/>
            </p:nvSpPr>
            <p:spPr bwMode="auto">
              <a:xfrm>
                <a:off x="1056" y="2496"/>
                <a:ext cx="144" cy="240"/>
              </a:xfrm>
              <a:prstGeom prst="rect">
                <a:avLst/>
              </a:prstGeom>
              <a:noFill/>
              <a:ln w="25400" cap="sq">
                <a:solidFill>
                  <a:srgbClr val="000000"/>
                </a:solidFill>
                <a:miter lim="800000"/>
              </a:ln>
            </p:spPr>
            <p:txBody>
              <a:bodyPr wrap="none" anchor="ctr"/>
              <a:lstStyle/>
              <a:p>
                <a:endParaRPr lang="zh-CN" altLang="en-US"/>
              </a:p>
            </p:txBody>
          </p:sp>
        </p:grpSp>
        <p:grpSp>
          <p:nvGrpSpPr>
            <p:cNvPr id="11" name="Group 39"/>
            <p:cNvGrpSpPr/>
            <p:nvPr/>
          </p:nvGrpSpPr>
          <p:grpSpPr bwMode="auto">
            <a:xfrm>
              <a:off x="2677" y="3168"/>
              <a:ext cx="480" cy="240"/>
              <a:chOff x="720" y="2496"/>
              <a:chExt cx="480" cy="240"/>
            </a:xfrm>
          </p:grpSpPr>
          <p:sp>
            <p:nvSpPr>
              <p:cNvPr id="21550" name="Rectangle 40"/>
              <p:cNvSpPr>
                <a:spLocks noChangeArrowheads="1"/>
              </p:cNvSpPr>
              <p:nvPr/>
            </p:nvSpPr>
            <p:spPr bwMode="auto">
              <a:xfrm>
                <a:off x="720" y="2496"/>
                <a:ext cx="336" cy="240"/>
              </a:xfrm>
              <a:prstGeom prst="rect">
                <a:avLst/>
              </a:prstGeom>
              <a:noFill/>
              <a:ln w="25400" cap="sq">
                <a:solidFill>
                  <a:schemeClr val="accent2"/>
                </a:solidFill>
                <a:miter lim="800000"/>
              </a:ln>
            </p:spPr>
            <p:txBody>
              <a:bodyPr wrap="none" anchor="ctr"/>
              <a:lstStyle/>
              <a:p>
                <a:endParaRPr lang="zh-CN" altLang="en-US"/>
              </a:p>
            </p:txBody>
          </p:sp>
          <p:sp>
            <p:nvSpPr>
              <p:cNvPr id="21551" name="Rectangle 41"/>
              <p:cNvSpPr>
                <a:spLocks noChangeArrowheads="1"/>
              </p:cNvSpPr>
              <p:nvPr/>
            </p:nvSpPr>
            <p:spPr bwMode="auto">
              <a:xfrm>
                <a:off x="1056" y="2496"/>
                <a:ext cx="144" cy="240"/>
              </a:xfrm>
              <a:prstGeom prst="rect">
                <a:avLst/>
              </a:prstGeom>
              <a:noFill/>
              <a:ln w="25400" cap="sq">
                <a:solidFill>
                  <a:schemeClr val="accent2"/>
                </a:solidFill>
                <a:miter lim="800000"/>
              </a:ln>
            </p:spPr>
            <p:txBody>
              <a:bodyPr wrap="none" anchor="ctr"/>
              <a:lstStyle/>
              <a:p>
                <a:endParaRPr lang="zh-CN" altLang="en-US"/>
              </a:p>
            </p:txBody>
          </p:sp>
        </p:grpSp>
        <p:grpSp>
          <p:nvGrpSpPr>
            <p:cNvPr id="12" name="Group 42"/>
            <p:cNvGrpSpPr/>
            <p:nvPr/>
          </p:nvGrpSpPr>
          <p:grpSpPr bwMode="auto">
            <a:xfrm>
              <a:off x="3456" y="3168"/>
              <a:ext cx="480" cy="240"/>
              <a:chOff x="720" y="2496"/>
              <a:chExt cx="480" cy="240"/>
            </a:xfrm>
          </p:grpSpPr>
          <p:sp>
            <p:nvSpPr>
              <p:cNvPr id="21548" name="Rectangle 43"/>
              <p:cNvSpPr>
                <a:spLocks noChangeArrowheads="1"/>
              </p:cNvSpPr>
              <p:nvPr/>
            </p:nvSpPr>
            <p:spPr bwMode="auto">
              <a:xfrm>
                <a:off x="720" y="2496"/>
                <a:ext cx="336" cy="240"/>
              </a:xfrm>
              <a:prstGeom prst="rect">
                <a:avLst/>
              </a:prstGeom>
              <a:noFill/>
              <a:ln w="25400" cap="sq">
                <a:solidFill>
                  <a:srgbClr val="000000"/>
                </a:solidFill>
                <a:miter lim="800000"/>
              </a:ln>
            </p:spPr>
            <p:txBody>
              <a:bodyPr wrap="none" anchor="ctr"/>
              <a:lstStyle/>
              <a:p>
                <a:endParaRPr lang="zh-CN" altLang="en-US"/>
              </a:p>
            </p:txBody>
          </p:sp>
          <p:sp>
            <p:nvSpPr>
              <p:cNvPr id="21549" name="Rectangle 44"/>
              <p:cNvSpPr>
                <a:spLocks noChangeArrowheads="1"/>
              </p:cNvSpPr>
              <p:nvPr/>
            </p:nvSpPr>
            <p:spPr bwMode="auto">
              <a:xfrm>
                <a:off x="1056" y="2496"/>
                <a:ext cx="144" cy="240"/>
              </a:xfrm>
              <a:prstGeom prst="rect">
                <a:avLst/>
              </a:prstGeom>
              <a:noFill/>
              <a:ln w="25400" cap="sq">
                <a:solidFill>
                  <a:srgbClr val="000000"/>
                </a:solidFill>
                <a:miter lim="800000"/>
              </a:ln>
            </p:spPr>
            <p:txBody>
              <a:bodyPr wrap="none" anchor="ctr"/>
              <a:lstStyle/>
              <a:p>
                <a:endParaRPr lang="zh-CN" altLang="en-US"/>
              </a:p>
            </p:txBody>
          </p:sp>
        </p:grpSp>
        <p:grpSp>
          <p:nvGrpSpPr>
            <p:cNvPr id="13" name="Group 45"/>
            <p:cNvGrpSpPr/>
            <p:nvPr/>
          </p:nvGrpSpPr>
          <p:grpSpPr bwMode="auto">
            <a:xfrm>
              <a:off x="4704" y="3175"/>
              <a:ext cx="480" cy="240"/>
              <a:chOff x="720" y="2496"/>
              <a:chExt cx="480" cy="240"/>
            </a:xfrm>
          </p:grpSpPr>
          <p:sp>
            <p:nvSpPr>
              <p:cNvPr id="21546" name="Rectangle 46"/>
              <p:cNvSpPr>
                <a:spLocks noChangeArrowheads="1"/>
              </p:cNvSpPr>
              <p:nvPr/>
            </p:nvSpPr>
            <p:spPr bwMode="auto">
              <a:xfrm>
                <a:off x="720" y="2496"/>
                <a:ext cx="336" cy="240"/>
              </a:xfrm>
              <a:prstGeom prst="rect">
                <a:avLst/>
              </a:prstGeom>
              <a:noFill/>
              <a:ln w="25400" cap="sq">
                <a:solidFill>
                  <a:srgbClr val="000000"/>
                </a:solidFill>
                <a:miter lim="800000"/>
              </a:ln>
            </p:spPr>
            <p:txBody>
              <a:bodyPr wrap="none" anchor="ctr"/>
              <a:lstStyle/>
              <a:p>
                <a:endParaRPr lang="zh-CN" altLang="en-US"/>
              </a:p>
            </p:txBody>
          </p:sp>
          <p:sp>
            <p:nvSpPr>
              <p:cNvPr id="21547" name="Rectangle 47"/>
              <p:cNvSpPr>
                <a:spLocks noChangeArrowheads="1"/>
              </p:cNvSpPr>
              <p:nvPr/>
            </p:nvSpPr>
            <p:spPr bwMode="auto">
              <a:xfrm>
                <a:off x="1056" y="2496"/>
                <a:ext cx="144" cy="240"/>
              </a:xfrm>
              <a:prstGeom prst="rect">
                <a:avLst/>
              </a:prstGeom>
              <a:noFill/>
              <a:ln w="25400" cap="sq">
                <a:solidFill>
                  <a:srgbClr val="000000"/>
                </a:solidFill>
                <a:miter lim="800000"/>
              </a:ln>
            </p:spPr>
            <p:txBody>
              <a:bodyPr wrap="none" anchor="ctr"/>
              <a:lstStyle/>
              <a:p>
                <a:endParaRPr lang="zh-CN" altLang="en-US"/>
              </a:p>
            </p:txBody>
          </p:sp>
        </p:grpSp>
        <p:sp>
          <p:nvSpPr>
            <p:cNvPr id="21533" name="Rectangle 48"/>
            <p:cNvSpPr>
              <a:spLocks noChangeArrowheads="1"/>
            </p:cNvSpPr>
            <p:nvPr/>
          </p:nvSpPr>
          <p:spPr bwMode="auto">
            <a:xfrm>
              <a:off x="5004" y="3138"/>
              <a:ext cx="228" cy="407"/>
            </a:xfrm>
            <a:prstGeom prst="rect">
              <a:avLst/>
            </a:prstGeom>
            <a:noFill/>
            <a:ln w="12700" cap="sq">
              <a:noFill/>
              <a:miter lim="800000"/>
            </a:ln>
          </p:spPr>
          <p:txBody>
            <a:bodyPr wrap="none">
              <a:spAutoFit/>
            </a:bodyPr>
            <a:lstStyle/>
            <a:p>
              <a:pPr algn="ctr"/>
              <a:r>
                <a:rPr lang="zh-CN" altLang="en-US" sz="3600">
                  <a:solidFill>
                    <a:schemeClr val="bg1"/>
                  </a:solidFill>
                </a:rPr>
                <a:t>^</a:t>
              </a:r>
              <a:endParaRPr lang="zh-CN" altLang="en-US" sz="3600">
                <a:solidFill>
                  <a:schemeClr val="bg1"/>
                </a:solidFill>
              </a:endParaRPr>
            </a:p>
          </p:txBody>
        </p:sp>
        <p:sp>
          <p:nvSpPr>
            <p:cNvPr id="21534" name="Line 49"/>
            <p:cNvSpPr>
              <a:spLocks noChangeShapeType="1"/>
            </p:cNvSpPr>
            <p:nvPr/>
          </p:nvSpPr>
          <p:spPr bwMode="auto">
            <a:xfrm>
              <a:off x="1200" y="3286"/>
              <a:ext cx="240" cy="0"/>
            </a:xfrm>
            <a:prstGeom prst="line">
              <a:avLst/>
            </a:prstGeom>
            <a:noFill/>
            <a:ln w="19050" cap="sq">
              <a:solidFill>
                <a:schemeClr val="bg1"/>
              </a:solidFill>
              <a:round/>
              <a:tailEnd type="triangle" w="med" len="med"/>
            </a:ln>
          </p:spPr>
          <p:txBody>
            <a:bodyPr wrap="none" anchor="ctr"/>
            <a:lstStyle/>
            <a:p>
              <a:endParaRPr lang="zh-CN" altLang="en-US"/>
            </a:p>
          </p:txBody>
        </p:sp>
        <p:sp>
          <p:nvSpPr>
            <p:cNvPr id="21535" name="Line 50"/>
            <p:cNvSpPr>
              <a:spLocks noChangeShapeType="1"/>
            </p:cNvSpPr>
            <p:nvPr/>
          </p:nvSpPr>
          <p:spPr bwMode="auto">
            <a:xfrm>
              <a:off x="1680" y="3290"/>
              <a:ext cx="240" cy="0"/>
            </a:xfrm>
            <a:prstGeom prst="line">
              <a:avLst/>
            </a:prstGeom>
            <a:noFill/>
            <a:ln w="19050" cap="sq">
              <a:solidFill>
                <a:schemeClr val="bg1"/>
              </a:solidFill>
              <a:round/>
              <a:tailEnd type="triangle" w="med" len="med"/>
            </a:ln>
          </p:spPr>
          <p:txBody>
            <a:bodyPr wrap="none" anchor="ctr"/>
            <a:lstStyle/>
            <a:p>
              <a:endParaRPr lang="zh-CN" altLang="en-US"/>
            </a:p>
          </p:txBody>
        </p:sp>
        <p:sp>
          <p:nvSpPr>
            <p:cNvPr id="21536" name="Line 51"/>
            <p:cNvSpPr>
              <a:spLocks noChangeShapeType="1"/>
            </p:cNvSpPr>
            <p:nvPr/>
          </p:nvSpPr>
          <p:spPr bwMode="auto">
            <a:xfrm>
              <a:off x="3851" y="3286"/>
              <a:ext cx="240" cy="0"/>
            </a:xfrm>
            <a:prstGeom prst="line">
              <a:avLst/>
            </a:prstGeom>
            <a:noFill/>
            <a:ln w="19050" cap="sq">
              <a:solidFill>
                <a:schemeClr val="bg1"/>
              </a:solidFill>
              <a:round/>
              <a:tailEnd type="triangle" w="med" len="med"/>
            </a:ln>
          </p:spPr>
          <p:txBody>
            <a:bodyPr wrap="none" anchor="ctr"/>
            <a:lstStyle/>
            <a:p>
              <a:endParaRPr lang="zh-CN" altLang="en-US"/>
            </a:p>
          </p:txBody>
        </p:sp>
        <p:sp>
          <p:nvSpPr>
            <p:cNvPr id="21537" name="Line 52"/>
            <p:cNvSpPr>
              <a:spLocks noChangeShapeType="1"/>
            </p:cNvSpPr>
            <p:nvPr/>
          </p:nvSpPr>
          <p:spPr bwMode="auto">
            <a:xfrm>
              <a:off x="4475" y="3286"/>
              <a:ext cx="240" cy="0"/>
            </a:xfrm>
            <a:prstGeom prst="line">
              <a:avLst/>
            </a:prstGeom>
            <a:noFill/>
            <a:ln w="19050" cap="sq">
              <a:solidFill>
                <a:schemeClr val="bg1"/>
              </a:solidFill>
              <a:round/>
              <a:tailEnd type="triangle" w="med" len="med"/>
            </a:ln>
          </p:spPr>
          <p:txBody>
            <a:bodyPr wrap="none" anchor="ctr"/>
            <a:lstStyle/>
            <a:p>
              <a:endParaRPr lang="zh-CN" altLang="en-US"/>
            </a:p>
          </p:txBody>
        </p:sp>
        <p:sp>
          <p:nvSpPr>
            <p:cNvPr id="21538" name="Line 53"/>
            <p:cNvSpPr>
              <a:spLocks noChangeShapeType="1"/>
            </p:cNvSpPr>
            <p:nvPr/>
          </p:nvSpPr>
          <p:spPr bwMode="auto">
            <a:xfrm flipV="1">
              <a:off x="2341" y="3286"/>
              <a:ext cx="336" cy="0"/>
            </a:xfrm>
            <a:prstGeom prst="line">
              <a:avLst/>
            </a:prstGeom>
            <a:noFill/>
            <a:ln w="19050" cap="sq">
              <a:solidFill>
                <a:schemeClr val="bg1"/>
              </a:solidFill>
              <a:round/>
              <a:tailEnd type="triangle" w="med" len="med"/>
            </a:ln>
          </p:spPr>
          <p:txBody>
            <a:bodyPr wrap="none" anchor="ctr"/>
            <a:lstStyle/>
            <a:p>
              <a:endParaRPr lang="zh-CN" altLang="en-US"/>
            </a:p>
          </p:txBody>
        </p:sp>
        <p:sp>
          <p:nvSpPr>
            <p:cNvPr id="21539" name="Line 54"/>
            <p:cNvSpPr>
              <a:spLocks noChangeShapeType="1"/>
            </p:cNvSpPr>
            <p:nvPr/>
          </p:nvSpPr>
          <p:spPr bwMode="auto">
            <a:xfrm flipV="1">
              <a:off x="3105" y="3286"/>
              <a:ext cx="336" cy="0"/>
            </a:xfrm>
            <a:prstGeom prst="line">
              <a:avLst/>
            </a:prstGeom>
            <a:noFill/>
            <a:ln w="19050" cap="sq">
              <a:solidFill>
                <a:schemeClr val="bg1"/>
              </a:solidFill>
              <a:round/>
              <a:tailEnd type="triangle" w="med" len="med"/>
            </a:ln>
          </p:spPr>
          <p:txBody>
            <a:bodyPr wrap="none" anchor="ctr"/>
            <a:lstStyle/>
            <a:p>
              <a:endParaRPr lang="zh-CN" altLang="en-US"/>
            </a:p>
          </p:txBody>
        </p:sp>
        <p:sp>
          <p:nvSpPr>
            <p:cNvPr id="21540" name="Rectangle 55"/>
            <p:cNvSpPr>
              <a:spLocks noChangeArrowheads="1"/>
            </p:cNvSpPr>
            <p:nvPr/>
          </p:nvSpPr>
          <p:spPr bwMode="auto">
            <a:xfrm>
              <a:off x="4156" y="3083"/>
              <a:ext cx="275" cy="291"/>
            </a:xfrm>
            <a:prstGeom prst="rect">
              <a:avLst/>
            </a:prstGeom>
            <a:noFill/>
            <a:ln w="12700" cap="sq">
              <a:noFill/>
              <a:miter lim="800000"/>
            </a:ln>
          </p:spPr>
          <p:txBody>
            <a:bodyPr wrap="none">
              <a:spAutoFit/>
            </a:bodyPr>
            <a:lstStyle/>
            <a:p>
              <a:pPr algn="ctr"/>
              <a:r>
                <a:rPr lang="en-US" altLang="zh-CN" sz="2400">
                  <a:solidFill>
                    <a:schemeClr val="bg1"/>
                  </a:solidFill>
                </a:rPr>
                <a:t>…</a:t>
              </a:r>
              <a:endParaRPr lang="zh-CN" altLang="en-US" sz="2400">
                <a:solidFill>
                  <a:schemeClr val="bg1"/>
                </a:solidFill>
                <a:latin typeface="宋体" pitchFamily="2" charset="-122"/>
              </a:endParaRPr>
            </a:p>
          </p:txBody>
        </p:sp>
        <p:sp>
          <p:nvSpPr>
            <p:cNvPr id="21541" name="Rectangle 56"/>
            <p:cNvSpPr>
              <a:spLocks noChangeArrowheads="1"/>
            </p:cNvSpPr>
            <p:nvPr/>
          </p:nvSpPr>
          <p:spPr bwMode="auto">
            <a:xfrm>
              <a:off x="1442" y="3091"/>
              <a:ext cx="275" cy="291"/>
            </a:xfrm>
            <a:prstGeom prst="rect">
              <a:avLst/>
            </a:prstGeom>
            <a:noFill/>
            <a:ln w="12700" cap="sq">
              <a:noFill/>
              <a:miter lim="800000"/>
            </a:ln>
          </p:spPr>
          <p:txBody>
            <a:bodyPr wrap="none">
              <a:spAutoFit/>
            </a:bodyPr>
            <a:lstStyle/>
            <a:p>
              <a:pPr algn="ctr"/>
              <a:r>
                <a:rPr lang="en-US" altLang="zh-CN" sz="2400">
                  <a:solidFill>
                    <a:schemeClr val="bg1"/>
                  </a:solidFill>
                </a:rPr>
                <a:t>…</a:t>
              </a:r>
              <a:endParaRPr lang="zh-CN" altLang="en-US" sz="2400">
                <a:solidFill>
                  <a:schemeClr val="bg1"/>
                </a:solidFill>
                <a:latin typeface="宋体" pitchFamily="2" charset="-122"/>
              </a:endParaRPr>
            </a:p>
          </p:txBody>
        </p:sp>
        <p:sp>
          <p:nvSpPr>
            <p:cNvPr id="21542" name="Rectangle 57"/>
            <p:cNvSpPr>
              <a:spLocks noChangeArrowheads="1"/>
            </p:cNvSpPr>
            <p:nvPr/>
          </p:nvSpPr>
          <p:spPr bwMode="auto">
            <a:xfrm>
              <a:off x="480" y="2688"/>
              <a:ext cx="407" cy="407"/>
            </a:xfrm>
            <a:prstGeom prst="rect">
              <a:avLst/>
            </a:prstGeom>
            <a:noFill/>
            <a:ln w="12700" cap="sq">
              <a:noFill/>
              <a:miter lim="800000"/>
            </a:ln>
          </p:spPr>
          <p:txBody>
            <a:bodyPr wrap="none">
              <a:spAutoFit/>
            </a:bodyPr>
            <a:lstStyle/>
            <a:p>
              <a:pPr algn="ctr"/>
              <a:r>
                <a:rPr lang="en-US" altLang="zh-CN" sz="3600">
                  <a:solidFill>
                    <a:schemeClr val="accent2"/>
                  </a:solidFill>
                </a:rPr>
                <a:t>list</a:t>
              </a:r>
              <a:endParaRPr lang="en-US" altLang="zh-CN" sz="3600">
                <a:solidFill>
                  <a:schemeClr val="accent2"/>
                </a:solidFill>
              </a:endParaRPr>
            </a:p>
          </p:txBody>
        </p:sp>
        <p:sp>
          <p:nvSpPr>
            <p:cNvPr id="21543" name="Line 58"/>
            <p:cNvSpPr>
              <a:spLocks noChangeShapeType="1"/>
            </p:cNvSpPr>
            <p:nvPr/>
          </p:nvSpPr>
          <p:spPr bwMode="auto">
            <a:xfrm>
              <a:off x="720" y="2976"/>
              <a:ext cx="144" cy="192"/>
            </a:xfrm>
            <a:prstGeom prst="line">
              <a:avLst/>
            </a:prstGeom>
            <a:noFill/>
            <a:ln w="19050" cap="sq">
              <a:solidFill>
                <a:schemeClr val="accent2"/>
              </a:solidFill>
              <a:round/>
              <a:tailEnd type="triangle" w="med" len="med"/>
            </a:ln>
          </p:spPr>
          <p:txBody>
            <a:bodyPr wrap="none" anchor="ctr"/>
            <a:lstStyle/>
            <a:p>
              <a:endParaRPr lang="zh-CN" altLang="en-US"/>
            </a:p>
          </p:txBody>
        </p:sp>
        <p:sp>
          <p:nvSpPr>
            <p:cNvPr id="21544" name="Rectangle 59"/>
            <p:cNvSpPr>
              <a:spLocks noChangeArrowheads="1"/>
            </p:cNvSpPr>
            <p:nvPr/>
          </p:nvSpPr>
          <p:spPr bwMode="auto">
            <a:xfrm>
              <a:off x="2601" y="2862"/>
              <a:ext cx="249" cy="407"/>
            </a:xfrm>
            <a:prstGeom prst="rect">
              <a:avLst/>
            </a:prstGeom>
            <a:noFill/>
            <a:ln w="12700" cap="sq">
              <a:noFill/>
              <a:miter lim="800000"/>
            </a:ln>
          </p:spPr>
          <p:txBody>
            <a:bodyPr wrap="none">
              <a:spAutoFit/>
            </a:bodyPr>
            <a:lstStyle/>
            <a:p>
              <a:pPr algn="ctr"/>
              <a:r>
                <a:rPr lang="en-US" altLang="zh-CN" sz="3600" dirty="0">
                  <a:solidFill>
                    <a:schemeClr val="accent2"/>
                  </a:solidFill>
                </a:rPr>
                <a:t>p</a:t>
              </a:r>
              <a:endParaRPr lang="en-US" altLang="zh-CN" sz="3600" dirty="0">
                <a:solidFill>
                  <a:schemeClr val="accent2"/>
                </a:solidFill>
              </a:endParaRPr>
            </a:p>
          </p:txBody>
        </p:sp>
        <p:sp>
          <p:nvSpPr>
            <p:cNvPr id="21545" name="Rectangle 60"/>
            <p:cNvSpPr>
              <a:spLocks noChangeArrowheads="1"/>
            </p:cNvSpPr>
            <p:nvPr/>
          </p:nvSpPr>
          <p:spPr bwMode="auto">
            <a:xfrm>
              <a:off x="1885" y="2865"/>
              <a:ext cx="196" cy="407"/>
            </a:xfrm>
            <a:prstGeom prst="rect">
              <a:avLst/>
            </a:prstGeom>
            <a:noFill/>
            <a:ln w="12700" cap="sq">
              <a:noFill/>
              <a:miter lim="800000"/>
            </a:ln>
          </p:spPr>
          <p:txBody>
            <a:bodyPr wrap="none">
              <a:spAutoFit/>
            </a:bodyPr>
            <a:lstStyle/>
            <a:p>
              <a:pPr algn="ctr"/>
              <a:r>
                <a:rPr lang="en-US" altLang="zh-CN" sz="3600">
                  <a:solidFill>
                    <a:schemeClr val="accent2"/>
                  </a:solidFill>
                </a:rPr>
                <a:t>r</a:t>
              </a:r>
              <a:endParaRPr lang="en-US" altLang="zh-CN" sz="3600">
                <a:solidFill>
                  <a:schemeClr val="accent2"/>
                </a:solidFill>
              </a:endParaRPr>
            </a:p>
          </p:txBody>
        </p:sp>
      </p:grpSp>
      <p:sp>
        <p:nvSpPr>
          <p:cNvPr id="605245" name="Freeform 61"/>
          <p:cNvSpPr/>
          <p:nvPr/>
        </p:nvSpPr>
        <p:spPr bwMode="auto">
          <a:xfrm>
            <a:off x="5199063" y="4935538"/>
            <a:ext cx="1905000" cy="482600"/>
          </a:xfrm>
          <a:custGeom>
            <a:avLst/>
            <a:gdLst>
              <a:gd name="T0" fmla="*/ 0 w 1200"/>
              <a:gd name="T1" fmla="*/ 0 h 304"/>
              <a:gd name="T2" fmla="*/ 2147483647 w 1200"/>
              <a:gd name="T3" fmla="*/ 2147483647 h 304"/>
              <a:gd name="T4" fmla="*/ 2147483647 w 1200"/>
              <a:gd name="T5" fmla="*/ 2147483647 h 304"/>
              <a:gd name="T6" fmla="*/ 0 60000 65536"/>
              <a:gd name="T7" fmla="*/ 0 60000 65536"/>
              <a:gd name="T8" fmla="*/ 0 60000 65536"/>
              <a:gd name="T9" fmla="*/ 0 w 1200"/>
              <a:gd name="T10" fmla="*/ 0 h 304"/>
              <a:gd name="T11" fmla="*/ 1200 w 1200"/>
              <a:gd name="T12" fmla="*/ 304 h 304"/>
            </a:gdLst>
            <a:ahLst/>
            <a:cxnLst>
              <a:cxn ang="T6">
                <a:pos x="T0" y="T1"/>
              </a:cxn>
              <a:cxn ang="T7">
                <a:pos x="T2" y="T3"/>
              </a:cxn>
              <a:cxn ang="T8">
                <a:pos x="T4" y="T5"/>
              </a:cxn>
            </a:cxnLst>
            <a:rect l="T9" t="T10" r="T11" b="T12"/>
            <a:pathLst>
              <a:path w="1200" h="304">
                <a:moveTo>
                  <a:pt x="0" y="0"/>
                </a:moveTo>
                <a:cubicBezTo>
                  <a:pt x="260" y="136"/>
                  <a:pt x="520" y="272"/>
                  <a:pt x="720" y="288"/>
                </a:cubicBezTo>
                <a:cubicBezTo>
                  <a:pt x="920" y="304"/>
                  <a:pt x="1112" y="128"/>
                  <a:pt x="1200" y="96"/>
                </a:cubicBezTo>
              </a:path>
            </a:pathLst>
          </a:custGeom>
          <a:noFill/>
          <a:ln w="31750" cap="sq" cmpd="sng">
            <a:solidFill>
              <a:schemeClr val="accent2"/>
            </a:solidFill>
            <a:prstDash val="solid"/>
            <a:round/>
            <a:tailEnd type="arrow" w="med" len="med"/>
          </a:ln>
        </p:spPr>
        <p:txBody>
          <a:bodyPr wrap="none" anchor="ctr"/>
          <a:lstStyle/>
          <a:p>
            <a:endParaRPr lang="zh-CN" altLang="en-US"/>
          </a:p>
        </p:txBody>
      </p:sp>
      <p:grpSp>
        <p:nvGrpSpPr>
          <p:cNvPr id="14" name="Group 62"/>
          <p:cNvGrpSpPr/>
          <p:nvPr/>
        </p:nvGrpSpPr>
        <p:grpSpPr bwMode="auto">
          <a:xfrm>
            <a:off x="2460626" y="5486400"/>
            <a:ext cx="3025775" cy="646113"/>
            <a:chOff x="590" y="3456"/>
            <a:chExt cx="1906" cy="407"/>
          </a:xfrm>
        </p:grpSpPr>
        <p:sp>
          <p:nvSpPr>
            <p:cNvPr id="21526" name="AutoShape 63"/>
            <p:cNvSpPr>
              <a:spLocks noChangeArrowheads="1"/>
            </p:cNvSpPr>
            <p:nvPr/>
          </p:nvSpPr>
          <p:spPr bwMode="auto">
            <a:xfrm>
              <a:off x="596" y="3471"/>
              <a:ext cx="1728" cy="336"/>
            </a:xfrm>
            <a:prstGeom prst="wedgeRectCallout">
              <a:avLst>
                <a:gd name="adj1" fmla="val 52259"/>
                <a:gd name="adj2" fmla="val -109523"/>
              </a:avLst>
            </a:prstGeom>
            <a:noFill/>
            <a:ln w="50800" cap="sq">
              <a:solidFill>
                <a:srgbClr val="2AA9A6"/>
              </a:solidFill>
              <a:miter lim="800000"/>
            </a:ln>
          </p:spPr>
          <p:txBody>
            <a:bodyPr anchor="ctr"/>
            <a:lstStyle/>
            <a:p>
              <a:pPr algn="ctr"/>
              <a:endParaRPr lang="zh-CN" altLang="en-US" sz="2600"/>
            </a:p>
          </p:txBody>
        </p:sp>
        <p:sp>
          <p:nvSpPr>
            <p:cNvPr id="21527" name="Rectangle 64"/>
            <p:cNvSpPr>
              <a:spLocks noChangeArrowheads="1"/>
            </p:cNvSpPr>
            <p:nvPr/>
          </p:nvSpPr>
          <p:spPr bwMode="auto">
            <a:xfrm>
              <a:off x="590" y="3456"/>
              <a:ext cx="1906" cy="407"/>
            </a:xfrm>
            <a:prstGeom prst="rect">
              <a:avLst/>
            </a:prstGeom>
            <a:noFill/>
            <a:ln w="12700" cap="sq">
              <a:noFill/>
              <a:miter lim="800000"/>
            </a:ln>
          </p:spPr>
          <p:txBody>
            <a:bodyPr>
              <a:spAutoFit/>
            </a:bodyPr>
            <a:lstStyle/>
            <a:p>
              <a:r>
                <a:rPr kumimoji="1" lang="en-US" altLang="zh-CN" sz="2800" dirty="0">
                  <a:solidFill>
                    <a:srgbClr val="003399"/>
                  </a:solidFill>
                  <a:ea typeface="黑体" panose="02010609060101010101" pitchFamily="2" charset="-122"/>
                </a:rPr>
                <a:t>r</a:t>
              </a:r>
              <a:r>
                <a:rPr kumimoji="1" lang="en-US" altLang="zh-CN" sz="2800" dirty="0">
                  <a:solidFill>
                    <a:srgbClr val="003399"/>
                  </a:solidFill>
                  <a:latin typeface="宋体" pitchFamily="2" charset="-122"/>
                  <a:ea typeface="宋体" pitchFamily="2" charset="-122"/>
                </a:rPr>
                <a:t>-</a:t>
              </a:r>
              <a:r>
                <a:rPr kumimoji="1" lang="en-US" altLang="zh-CN" sz="2800" dirty="0">
                  <a:solidFill>
                    <a:srgbClr val="003399"/>
                  </a:solidFill>
                  <a:ea typeface="黑体" panose="02010609060101010101" pitchFamily="2" charset="-122"/>
                </a:rPr>
                <a:t>&gt;link=p</a:t>
              </a:r>
              <a:r>
                <a:rPr kumimoji="1" lang="en-US" altLang="zh-CN" sz="2800" dirty="0">
                  <a:solidFill>
                    <a:srgbClr val="003399"/>
                  </a:solidFill>
                  <a:latin typeface="宋体" pitchFamily="2" charset="-122"/>
                  <a:ea typeface="宋体" pitchFamily="2" charset="-122"/>
                </a:rPr>
                <a:t>-</a:t>
              </a:r>
              <a:r>
                <a:rPr kumimoji="1" lang="en-US" altLang="zh-CN" sz="2800" dirty="0">
                  <a:solidFill>
                    <a:srgbClr val="003399"/>
                  </a:solidFill>
                  <a:ea typeface="黑体" panose="02010609060101010101" pitchFamily="2" charset="-122"/>
                </a:rPr>
                <a:t>&gt;link</a:t>
              </a:r>
              <a:r>
                <a:rPr lang="en-US" altLang="zh-CN" sz="3600" dirty="0">
                  <a:solidFill>
                    <a:srgbClr val="003399"/>
                  </a:solidFill>
                </a:rPr>
                <a:t>;</a:t>
              </a:r>
              <a:endParaRPr lang="en-US" altLang="zh-CN" sz="3600" dirty="0">
                <a:solidFill>
                  <a:srgbClr val="003399"/>
                </a:solidFill>
              </a:endParaRPr>
            </a:p>
          </p:txBody>
        </p:sp>
      </p:grpSp>
      <p:grpSp>
        <p:nvGrpSpPr>
          <p:cNvPr id="15" name="Group 65"/>
          <p:cNvGrpSpPr/>
          <p:nvPr/>
        </p:nvGrpSpPr>
        <p:grpSpPr bwMode="auto">
          <a:xfrm>
            <a:off x="858838" y="63500"/>
            <a:ext cx="7315200" cy="1066800"/>
            <a:chOff x="384" y="144"/>
            <a:chExt cx="4608" cy="672"/>
          </a:xfrm>
        </p:grpSpPr>
        <p:sp>
          <p:nvSpPr>
            <p:cNvPr id="21524" name="Rectangle 66"/>
            <p:cNvSpPr>
              <a:spLocks noChangeArrowheads="1"/>
            </p:cNvSpPr>
            <p:nvPr/>
          </p:nvSpPr>
          <p:spPr bwMode="auto">
            <a:xfrm>
              <a:off x="384" y="144"/>
              <a:ext cx="4608" cy="672"/>
            </a:xfrm>
            <a:prstGeom prst="rect">
              <a:avLst/>
            </a:prstGeom>
            <a:solidFill>
              <a:srgbClr val="E1F0FF"/>
            </a:solidFill>
            <a:ln w="12700" cap="sq">
              <a:noFill/>
              <a:miter lim="800000"/>
            </a:ln>
            <a:effectLst>
              <a:outerShdw dist="117088" dir="2436078" algn="ctr" rotWithShape="0">
                <a:srgbClr val="B2B2B2"/>
              </a:outerShdw>
            </a:effectLst>
          </p:spPr>
          <p:txBody>
            <a:bodyPr wrap="none" anchor="ctr"/>
            <a:lstStyle/>
            <a:p>
              <a:endParaRPr lang="zh-CN" altLang="en-US"/>
            </a:p>
          </p:txBody>
        </p:sp>
        <p:sp>
          <p:nvSpPr>
            <p:cNvPr id="21525" name="Rectangle 67"/>
            <p:cNvSpPr>
              <a:spLocks noChangeArrowheads="1"/>
            </p:cNvSpPr>
            <p:nvPr/>
          </p:nvSpPr>
          <p:spPr bwMode="auto">
            <a:xfrm>
              <a:off x="425" y="228"/>
              <a:ext cx="4332" cy="330"/>
            </a:xfrm>
            <a:prstGeom prst="rect">
              <a:avLst/>
            </a:prstGeom>
            <a:noFill/>
            <a:ln w="12700" cap="sq">
              <a:noFill/>
              <a:miter lim="800000"/>
            </a:ln>
            <a:effectLst>
              <a:outerShdw dist="12700" algn="ctr" rotWithShape="0">
                <a:schemeClr val="bg1"/>
              </a:outerShdw>
            </a:effectLst>
          </p:spPr>
          <p:txBody>
            <a:bodyPr wrap="none">
              <a:spAutoFit/>
            </a:bodyPr>
            <a:lstStyle/>
            <a:p>
              <a:r>
                <a:rPr kumimoji="1" lang="zh-CN" altLang="en-US" sz="2800" dirty="0">
                  <a:solidFill>
                    <a:schemeClr val="accent2"/>
                  </a:solidFill>
                  <a:latin typeface="黑体" panose="02010609060101010101" pitchFamily="2" charset="-122"/>
                  <a:ea typeface="黑体" panose="02010609060101010101" pitchFamily="2" charset="-122"/>
                </a:rPr>
                <a:t> </a:t>
              </a:r>
              <a:r>
                <a:rPr kumimoji="1" lang="en-US" altLang="zh-CN" sz="2800" dirty="0">
                  <a:solidFill>
                    <a:schemeClr val="accent2"/>
                  </a:solidFill>
                  <a:ea typeface="黑体" panose="02010609060101010101" pitchFamily="2" charset="-122"/>
                </a:rPr>
                <a:t>6.</a:t>
              </a:r>
              <a:r>
                <a:rPr kumimoji="1" lang="en-US" altLang="zh-CN" sz="2800" dirty="0">
                  <a:solidFill>
                    <a:schemeClr val="accent2"/>
                  </a:solidFill>
                  <a:latin typeface="黑体" panose="02010609060101010101" pitchFamily="2" charset="-122"/>
                  <a:ea typeface="黑体" panose="02010609060101010101" pitchFamily="2" charset="-122"/>
                </a:rPr>
                <a:t> </a:t>
              </a:r>
              <a:r>
                <a:rPr kumimoji="1" lang="zh-CN" altLang="en-US" sz="2800" dirty="0">
                  <a:solidFill>
                    <a:schemeClr val="accent2"/>
                  </a:solidFill>
                  <a:latin typeface="黑体" panose="02010609060101010101" pitchFamily="2" charset="-122"/>
                  <a:ea typeface="黑体" panose="02010609060101010101" pitchFamily="2" charset="-122"/>
                </a:rPr>
                <a:t>从非空线性链表中删除</a:t>
              </a:r>
              <a:r>
                <a:rPr kumimoji="1" lang="en-US" altLang="zh-CN" sz="2800" dirty="0">
                  <a:solidFill>
                    <a:schemeClr val="accent2"/>
                  </a:solidFill>
                  <a:ea typeface="黑体" panose="02010609060101010101" pitchFamily="2" charset="-122"/>
                </a:rPr>
                <a:t>p</a:t>
              </a:r>
              <a:r>
                <a:rPr kumimoji="1" lang="zh-CN" altLang="en-US" sz="2800" dirty="0">
                  <a:solidFill>
                    <a:schemeClr val="accent2"/>
                  </a:solidFill>
                  <a:latin typeface="黑体" panose="02010609060101010101" pitchFamily="2" charset="-122"/>
                  <a:ea typeface="黑体" panose="02010609060101010101" pitchFamily="2" charset="-122"/>
                </a:rPr>
                <a:t>指向的链结点,</a:t>
              </a:r>
              <a:endParaRPr kumimoji="1" lang="zh-CN" altLang="en-US" sz="2800" dirty="0">
                <a:solidFill>
                  <a:schemeClr val="accent2"/>
                </a:solidFill>
                <a:latin typeface="黑体" panose="02010609060101010101" pitchFamily="2" charset="-122"/>
                <a:ea typeface="黑体" panose="02010609060101010101" pitchFamily="2" charset="-122"/>
              </a:endParaRPr>
            </a:p>
          </p:txBody>
        </p:sp>
      </p:grpSp>
      <p:sp>
        <p:nvSpPr>
          <p:cNvPr id="605252" name="Rectangle 68"/>
          <p:cNvSpPr>
            <a:spLocks noChangeArrowheads="1"/>
          </p:cNvSpPr>
          <p:nvPr/>
        </p:nvSpPr>
        <p:spPr bwMode="auto">
          <a:xfrm>
            <a:off x="1697037" y="597521"/>
            <a:ext cx="5575300" cy="519113"/>
          </a:xfrm>
          <a:prstGeom prst="rect">
            <a:avLst/>
          </a:prstGeom>
          <a:noFill/>
          <a:ln w="9525">
            <a:noFill/>
            <a:miter lim="800000"/>
          </a:ln>
          <a:effectLst>
            <a:outerShdw dist="17961" dir="2700000" algn="ctr" rotWithShape="0">
              <a:schemeClr val="bg1"/>
            </a:outerShdw>
          </a:effectLst>
        </p:spPr>
        <p:txBody>
          <a:bodyPr>
            <a:spAutoFit/>
          </a:bodyPr>
          <a:lstStyle/>
          <a:p>
            <a:r>
              <a:rPr kumimoji="1" lang="zh-CN" altLang="en-US" sz="2800" dirty="0">
                <a:solidFill>
                  <a:srgbClr val="FF3300"/>
                </a:solidFill>
                <a:latin typeface="黑体" panose="02010609060101010101" pitchFamily="2" charset="-122"/>
                <a:ea typeface="黑体" panose="02010609060101010101" pitchFamily="2" charset="-122"/>
              </a:rPr>
              <a:t>设</a:t>
            </a:r>
            <a:r>
              <a:rPr kumimoji="1" lang="en-US" altLang="zh-CN" sz="2800" dirty="0">
                <a:solidFill>
                  <a:srgbClr val="FF3300"/>
                </a:solidFill>
                <a:ea typeface="黑体" panose="02010609060101010101" pitchFamily="2" charset="-122"/>
              </a:rPr>
              <a:t>p</a:t>
            </a:r>
            <a:r>
              <a:rPr kumimoji="1" lang="zh-CN" altLang="en-US" sz="2800" dirty="0">
                <a:solidFill>
                  <a:srgbClr val="FF3300"/>
                </a:solidFill>
                <a:latin typeface="黑体" panose="02010609060101010101" pitchFamily="2" charset="-122"/>
                <a:ea typeface="黑体" panose="02010609060101010101" pitchFamily="2" charset="-122"/>
              </a:rPr>
              <a:t>的直接前驱结点由</a:t>
            </a:r>
            <a:r>
              <a:rPr kumimoji="1" lang="en-US" altLang="en-US" sz="2800" dirty="0">
                <a:solidFill>
                  <a:srgbClr val="FF3300"/>
                </a:solidFill>
                <a:ea typeface="黑体" panose="02010609060101010101" pitchFamily="2" charset="-122"/>
              </a:rPr>
              <a:t>r</a:t>
            </a:r>
            <a:r>
              <a:rPr kumimoji="1" lang="zh-CN" altLang="en-US" sz="2800" dirty="0">
                <a:solidFill>
                  <a:srgbClr val="FF3300"/>
                </a:solidFill>
                <a:latin typeface="黑体" panose="02010609060101010101" pitchFamily="2" charset="-122"/>
                <a:ea typeface="黑体" panose="02010609060101010101" pitchFamily="2" charset="-122"/>
              </a:rPr>
              <a:t>指出</a:t>
            </a:r>
            <a:endParaRPr kumimoji="1" lang="zh-CN" altLang="en-US" sz="2800" dirty="0">
              <a:solidFill>
                <a:srgbClr val="FF3300"/>
              </a:solidFill>
              <a:latin typeface="黑体" panose="02010609060101010101" pitchFamily="2" charset="-122"/>
              <a:ea typeface="黑体" panose="02010609060101010101" pitchFamily="2" charset="-122"/>
            </a:endParaRPr>
          </a:p>
        </p:txBody>
      </p:sp>
      <p:grpSp>
        <p:nvGrpSpPr>
          <p:cNvPr id="16" name="Group 69"/>
          <p:cNvGrpSpPr/>
          <p:nvPr/>
        </p:nvGrpSpPr>
        <p:grpSpPr bwMode="auto">
          <a:xfrm rot="-2610625">
            <a:off x="5387976" y="4660901"/>
            <a:ext cx="358775" cy="358775"/>
            <a:chOff x="295" y="2010"/>
            <a:chExt cx="226" cy="226"/>
          </a:xfrm>
        </p:grpSpPr>
        <p:sp>
          <p:nvSpPr>
            <p:cNvPr id="21522" name="Line 70"/>
            <p:cNvSpPr>
              <a:spLocks noChangeShapeType="1"/>
            </p:cNvSpPr>
            <p:nvPr/>
          </p:nvSpPr>
          <p:spPr bwMode="auto">
            <a:xfrm>
              <a:off x="295" y="2115"/>
              <a:ext cx="226" cy="0"/>
            </a:xfrm>
            <a:prstGeom prst="line">
              <a:avLst/>
            </a:prstGeom>
            <a:noFill/>
            <a:ln w="28575">
              <a:solidFill>
                <a:srgbClr val="F20000"/>
              </a:solidFill>
              <a:round/>
            </a:ln>
          </p:spPr>
          <p:txBody>
            <a:bodyPr wrap="none" anchor="ctr"/>
            <a:lstStyle/>
            <a:p>
              <a:endParaRPr lang="zh-CN" altLang="en-US"/>
            </a:p>
          </p:txBody>
        </p:sp>
        <p:sp>
          <p:nvSpPr>
            <p:cNvPr id="21523" name="Line 71"/>
            <p:cNvSpPr>
              <a:spLocks noChangeShapeType="1"/>
            </p:cNvSpPr>
            <p:nvPr/>
          </p:nvSpPr>
          <p:spPr bwMode="auto">
            <a:xfrm rot="16200000" flipV="1">
              <a:off x="297" y="2123"/>
              <a:ext cx="226" cy="0"/>
            </a:xfrm>
            <a:prstGeom prst="line">
              <a:avLst/>
            </a:prstGeom>
            <a:noFill/>
            <a:ln w="28575">
              <a:solidFill>
                <a:srgbClr val="F20000"/>
              </a:solidFill>
              <a:round/>
            </a:ln>
          </p:spPr>
          <p:txBody>
            <a:bodyPr wrap="none" anchor="ctr"/>
            <a:lstStyle/>
            <a:p>
              <a:endParaRPr lang="zh-CN" altLang="en-US"/>
            </a:p>
          </p:txBody>
        </p:sp>
      </p:grpSp>
      <p:grpSp>
        <p:nvGrpSpPr>
          <p:cNvPr id="17" name="Group 72"/>
          <p:cNvGrpSpPr/>
          <p:nvPr/>
        </p:nvGrpSpPr>
        <p:grpSpPr bwMode="auto">
          <a:xfrm>
            <a:off x="5357813" y="4630739"/>
            <a:ext cx="1612900" cy="454025"/>
            <a:chOff x="2415" y="2917"/>
            <a:chExt cx="1016" cy="286"/>
          </a:xfrm>
        </p:grpSpPr>
        <p:sp>
          <p:nvSpPr>
            <p:cNvPr id="21520" name="Rectangle 73"/>
            <p:cNvSpPr>
              <a:spLocks noChangeArrowheads="1"/>
            </p:cNvSpPr>
            <p:nvPr/>
          </p:nvSpPr>
          <p:spPr bwMode="auto">
            <a:xfrm>
              <a:off x="2415" y="2917"/>
              <a:ext cx="1016" cy="241"/>
            </a:xfrm>
            <a:prstGeom prst="rect">
              <a:avLst/>
            </a:prstGeom>
            <a:solidFill>
              <a:srgbClr val="FFFFFF"/>
            </a:solidFill>
            <a:ln w="12700" cap="sq">
              <a:noFill/>
              <a:miter lim="800000"/>
            </a:ln>
          </p:spPr>
          <p:txBody>
            <a:bodyPr wrap="none" anchor="ctr"/>
            <a:lstStyle/>
            <a:p>
              <a:endParaRPr lang="zh-CN" altLang="en-US"/>
            </a:p>
          </p:txBody>
        </p:sp>
        <p:sp>
          <p:nvSpPr>
            <p:cNvPr id="21521" name="Rectangle 74"/>
            <p:cNvSpPr>
              <a:spLocks noChangeArrowheads="1"/>
            </p:cNvSpPr>
            <p:nvPr/>
          </p:nvSpPr>
          <p:spPr bwMode="auto">
            <a:xfrm>
              <a:off x="2608" y="2976"/>
              <a:ext cx="635" cy="227"/>
            </a:xfrm>
            <a:prstGeom prst="rect">
              <a:avLst/>
            </a:prstGeom>
            <a:solidFill>
              <a:srgbClr val="FFFFFF"/>
            </a:solidFill>
            <a:ln w="12700" cap="sq">
              <a:noFill/>
              <a:miter lim="800000"/>
            </a:ln>
          </p:spPr>
          <p:txBody>
            <a:bodyPr wrap="none" anchor="ctr"/>
            <a:lstStyle/>
            <a:p>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605208"/>
                                        </p:tgtEl>
                                        <p:attrNameLst>
                                          <p:attrName>style.visibility</p:attrName>
                                        </p:attrNameLst>
                                      </p:cBhvr>
                                      <p:to>
                                        <p:strVal val="visible"/>
                                      </p:to>
                                    </p:set>
                                    <p:anim calcmode="lin" valueType="num">
                                      <p:cBhvr>
                                        <p:cTn id="7" dur="500" fill="hold"/>
                                        <p:tgtEl>
                                          <p:spTgt spid="605208"/>
                                        </p:tgtEl>
                                        <p:attrNameLst>
                                          <p:attrName>ppt_w</p:attrName>
                                        </p:attrNameLst>
                                      </p:cBhvr>
                                      <p:tavLst>
                                        <p:tav tm="0">
                                          <p:val>
                                            <p:fltVal val="0"/>
                                          </p:val>
                                        </p:tav>
                                        <p:tav tm="100000">
                                          <p:val>
                                            <p:strVal val="#ppt_w"/>
                                          </p:val>
                                        </p:tav>
                                      </p:tavLst>
                                    </p:anim>
                                    <p:anim calcmode="lin" valueType="num">
                                      <p:cBhvr>
                                        <p:cTn id="8" dur="500" fill="hold"/>
                                        <p:tgtEl>
                                          <p:spTgt spid="605208"/>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2"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right)">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605209"/>
                                        </p:tgtEl>
                                        <p:attrNameLst>
                                          <p:attrName>style.visibility</p:attrName>
                                        </p:attrNameLst>
                                      </p:cBhvr>
                                      <p:to>
                                        <p:strVal val="visible"/>
                                      </p:to>
                                    </p:set>
                                    <p:animEffect transition="in" filter="wipe(left)">
                                      <p:cBhvr>
                                        <p:cTn id="18" dur="500"/>
                                        <p:tgtEl>
                                          <p:spTgt spid="605209"/>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2"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right)">
                                      <p:cBhvr>
                                        <p:cTn id="23" dur="5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605213"/>
                                        </p:tgtEl>
                                        <p:attrNameLst>
                                          <p:attrName>style.visibility</p:attrName>
                                        </p:attrNameLst>
                                      </p:cBhvr>
                                      <p:to>
                                        <p:strVal val="visible"/>
                                      </p:to>
                                    </p:set>
                                    <p:animEffect transition="in" filter="dissolve">
                                      <p:cBhvr>
                                        <p:cTn id="28" dur="500"/>
                                        <p:tgtEl>
                                          <p:spTgt spid="605213"/>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605214"/>
                                        </p:tgtEl>
                                        <p:attrNameLst>
                                          <p:attrName>style.visibility</p:attrName>
                                        </p:attrNameLst>
                                      </p:cBhvr>
                                      <p:to>
                                        <p:strVal val="visible"/>
                                      </p:to>
                                    </p:set>
                                    <p:animEffect transition="in" filter="dissolve">
                                      <p:cBhvr>
                                        <p:cTn id="33" dur="500"/>
                                        <p:tgtEl>
                                          <p:spTgt spid="605214"/>
                                        </p:tgtEl>
                                      </p:cBhvr>
                                    </p:animEffect>
                                  </p:childTnLst>
                                </p:cTn>
                              </p:par>
                            </p:childTnLst>
                          </p:cTn>
                        </p:par>
                      </p:childTnLst>
                    </p:cTn>
                  </p:par>
                  <p:par>
                    <p:cTn id="34" fill="hold">
                      <p:stCondLst>
                        <p:cond delay="indefinite"/>
                      </p:stCondLst>
                      <p:childTnLst>
                        <p:par>
                          <p:cTn id="35" fill="hold">
                            <p:stCondLst>
                              <p:cond delay="0"/>
                            </p:stCondLst>
                            <p:childTnLst>
                              <p:par>
                                <p:cTn id="36" presetID="17" presetClass="entr" presetSubtype="10" fill="hold" grpId="0" nodeType="clickEffect">
                                  <p:stCondLst>
                                    <p:cond delay="0"/>
                                  </p:stCondLst>
                                  <p:childTnLst>
                                    <p:set>
                                      <p:cBhvr>
                                        <p:cTn id="37" dur="1" fill="hold">
                                          <p:stCondLst>
                                            <p:cond delay="0"/>
                                          </p:stCondLst>
                                        </p:cTn>
                                        <p:tgtEl>
                                          <p:spTgt spid="605215"/>
                                        </p:tgtEl>
                                        <p:attrNameLst>
                                          <p:attrName>style.visibility</p:attrName>
                                        </p:attrNameLst>
                                      </p:cBhvr>
                                      <p:to>
                                        <p:strVal val="visible"/>
                                      </p:to>
                                    </p:set>
                                    <p:anim calcmode="lin" valueType="num">
                                      <p:cBhvr>
                                        <p:cTn id="38" dur="500" fill="hold"/>
                                        <p:tgtEl>
                                          <p:spTgt spid="605215"/>
                                        </p:tgtEl>
                                        <p:attrNameLst>
                                          <p:attrName>ppt_w</p:attrName>
                                        </p:attrNameLst>
                                      </p:cBhvr>
                                      <p:tavLst>
                                        <p:tav tm="0">
                                          <p:val>
                                            <p:fltVal val="0"/>
                                          </p:val>
                                        </p:tav>
                                        <p:tav tm="100000">
                                          <p:val>
                                            <p:strVal val="#ppt_w"/>
                                          </p:val>
                                        </p:tav>
                                      </p:tavLst>
                                    </p:anim>
                                    <p:anim calcmode="lin" valueType="num">
                                      <p:cBhvr>
                                        <p:cTn id="39" dur="500" fill="hold"/>
                                        <p:tgtEl>
                                          <p:spTgt spid="605215"/>
                                        </p:tgtEl>
                                        <p:attrNameLst>
                                          <p:attrName>ppt_h</p:attrName>
                                        </p:attrNameLst>
                                      </p:cBhvr>
                                      <p:tavLst>
                                        <p:tav tm="0">
                                          <p:val>
                                            <p:strVal val="#ppt_h"/>
                                          </p:val>
                                        </p:tav>
                                        <p:tav tm="100000">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ID="22" presetClass="entr" presetSubtype="2" fill="hold" grpId="0" nodeType="clickEffect">
                                  <p:stCondLst>
                                    <p:cond delay="0"/>
                                  </p:stCondLst>
                                  <p:childTnLst>
                                    <p:set>
                                      <p:cBhvr>
                                        <p:cTn id="43" dur="1" fill="hold">
                                          <p:stCondLst>
                                            <p:cond delay="0"/>
                                          </p:stCondLst>
                                        </p:cTn>
                                        <p:tgtEl>
                                          <p:spTgt spid="605252"/>
                                        </p:tgtEl>
                                        <p:attrNameLst>
                                          <p:attrName>style.visibility</p:attrName>
                                        </p:attrNameLst>
                                      </p:cBhvr>
                                      <p:to>
                                        <p:strVal val="visible"/>
                                      </p:to>
                                    </p:set>
                                    <p:animEffect transition="in" filter="wipe(right)">
                                      <p:cBhvr>
                                        <p:cTn id="44" dur="500"/>
                                        <p:tgtEl>
                                          <p:spTgt spid="605252"/>
                                        </p:tgtEl>
                                      </p:cBhvr>
                                    </p:animEffect>
                                  </p:childTnLst>
                                </p:cTn>
                              </p:par>
                            </p:childTnLst>
                          </p:cTn>
                        </p:par>
                      </p:childTnLst>
                    </p:cTn>
                  </p:par>
                  <p:par>
                    <p:cTn id="45" fill="hold">
                      <p:stCondLst>
                        <p:cond delay="indefinite"/>
                      </p:stCondLst>
                      <p:childTnLst>
                        <p:par>
                          <p:cTn id="46" fill="hold">
                            <p:stCondLst>
                              <p:cond delay="0"/>
                            </p:stCondLst>
                            <p:childTnLst>
                              <p:par>
                                <p:cTn id="47" presetID="18" presetClass="entr" presetSubtype="6" fill="hold" nodeType="clickEffect">
                                  <p:stCondLst>
                                    <p:cond delay="0"/>
                                  </p:stCondLst>
                                  <p:childTnLst>
                                    <p:set>
                                      <p:cBhvr>
                                        <p:cTn id="48" dur="1" fill="hold">
                                          <p:stCondLst>
                                            <p:cond delay="0"/>
                                          </p:stCondLst>
                                        </p:cTn>
                                        <p:tgtEl>
                                          <p:spTgt spid="8"/>
                                        </p:tgtEl>
                                        <p:attrNameLst>
                                          <p:attrName>style.visibility</p:attrName>
                                        </p:attrNameLst>
                                      </p:cBhvr>
                                      <p:to>
                                        <p:strVal val="visible"/>
                                      </p:to>
                                    </p:set>
                                    <p:animEffect transition="in" filter="strips(downRight)">
                                      <p:cBhvr>
                                        <p:cTn id="49" dur="500"/>
                                        <p:tgtEl>
                                          <p:spTgt spid="8"/>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605245"/>
                                        </p:tgtEl>
                                        <p:attrNameLst>
                                          <p:attrName>style.visibility</p:attrName>
                                        </p:attrNameLst>
                                      </p:cBhvr>
                                      <p:to>
                                        <p:strVal val="visible"/>
                                      </p:to>
                                    </p:set>
                                    <p:animEffect transition="in" filter="wipe(left)">
                                      <p:cBhvr>
                                        <p:cTn id="54" dur="500"/>
                                        <p:tgtEl>
                                          <p:spTgt spid="605245"/>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wipe(left)">
                                      <p:cBhvr>
                                        <p:cTn id="59" dur="500"/>
                                        <p:tgtEl>
                                          <p:spTgt spid="14"/>
                                        </p:tgtEl>
                                      </p:cBhvr>
                                    </p:animEffect>
                                  </p:childTnLst>
                                </p:cTn>
                              </p:par>
                            </p:childTnLst>
                          </p:cTn>
                        </p:par>
                      </p:childTnLst>
                    </p:cTn>
                  </p:par>
                  <p:par>
                    <p:cTn id="60" fill="hold">
                      <p:stCondLst>
                        <p:cond delay="indefinite"/>
                      </p:stCondLst>
                      <p:childTnLst>
                        <p:par>
                          <p:cTn id="61" fill="hold">
                            <p:stCondLst>
                              <p:cond delay="0"/>
                            </p:stCondLst>
                            <p:childTnLst>
                              <p:par>
                                <p:cTn id="62" presetID="23" presetClass="entr" presetSubtype="272" fill="hold" nodeType="clickEffect">
                                  <p:stCondLst>
                                    <p:cond delay="0"/>
                                  </p:stCondLst>
                                  <p:childTnLst>
                                    <p:set>
                                      <p:cBhvr>
                                        <p:cTn id="63" dur="1" fill="hold">
                                          <p:stCondLst>
                                            <p:cond delay="0"/>
                                          </p:stCondLst>
                                        </p:cTn>
                                        <p:tgtEl>
                                          <p:spTgt spid="16"/>
                                        </p:tgtEl>
                                        <p:attrNameLst>
                                          <p:attrName>style.visibility</p:attrName>
                                        </p:attrNameLst>
                                      </p:cBhvr>
                                      <p:to>
                                        <p:strVal val="visible"/>
                                      </p:to>
                                    </p:set>
                                    <p:anim calcmode="lin" valueType="num">
                                      <p:cBhvr>
                                        <p:cTn id="64" dur="500" fill="hold"/>
                                        <p:tgtEl>
                                          <p:spTgt spid="16"/>
                                        </p:tgtEl>
                                        <p:attrNameLst>
                                          <p:attrName>ppt_w</p:attrName>
                                        </p:attrNameLst>
                                      </p:cBhvr>
                                      <p:tavLst>
                                        <p:tav tm="0">
                                          <p:val>
                                            <p:strVal val="2/3*#ppt_w"/>
                                          </p:val>
                                        </p:tav>
                                        <p:tav tm="100000">
                                          <p:val>
                                            <p:strVal val="#ppt_w"/>
                                          </p:val>
                                        </p:tav>
                                      </p:tavLst>
                                    </p:anim>
                                    <p:anim calcmode="lin" valueType="num">
                                      <p:cBhvr>
                                        <p:cTn id="65" dur="500" fill="hold"/>
                                        <p:tgtEl>
                                          <p:spTgt spid="16"/>
                                        </p:tgtEl>
                                        <p:attrNameLst>
                                          <p:attrName>ppt_h</p:attrName>
                                        </p:attrNameLst>
                                      </p:cBhvr>
                                      <p:tavLst>
                                        <p:tav tm="0">
                                          <p:val>
                                            <p:strVal val="2/3*#ppt_h"/>
                                          </p:val>
                                        </p:tav>
                                        <p:tav tm="100000">
                                          <p:val>
                                            <p:strVal val="#ppt_h"/>
                                          </p:val>
                                        </p:tav>
                                      </p:tavLst>
                                    </p:anim>
                                  </p:childTnLst>
                                </p:cTn>
                              </p:par>
                            </p:childTnLst>
                          </p:cTn>
                        </p:par>
                      </p:childTnLst>
                    </p:cTn>
                  </p:par>
                  <p:par>
                    <p:cTn id="66" fill="hold">
                      <p:stCondLst>
                        <p:cond delay="indefinite"/>
                      </p:stCondLst>
                      <p:childTnLst>
                        <p:par>
                          <p:cTn id="67" fill="hold">
                            <p:stCondLst>
                              <p:cond delay="0"/>
                            </p:stCondLst>
                            <p:childTnLst>
                              <p:par>
                                <p:cTn id="68" presetID="16" presetClass="entr" presetSubtype="37" fill="hold" nodeType="clickEffect">
                                  <p:stCondLst>
                                    <p:cond delay="0"/>
                                  </p:stCondLst>
                                  <p:childTnLst>
                                    <p:set>
                                      <p:cBhvr>
                                        <p:cTn id="69" dur="1" fill="hold">
                                          <p:stCondLst>
                                            <p:cond delay="0"/>
                                          </p:stCondLst>
                                        </p:cTn>
                                        <p:tgtEl>
                                          <p:spTgt spid="17"/>
                                        </p:tgtEl>
                                        <p:attrNameLst>
                                          <p:attrName>style.visibility</p:attrName>
                                        </p:attrNameLst>
                                      </p:cBhvr>
                                      <p:to>
                                        <p:strVal val="visible"/>
                                      </p:to>
                                    </p:set>
                                    <p:animEffect transition="in" filter="barn(outVertical)">
                                      <p:cBhvr>
                                        <p:cTn id="7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5208" grpId="0" autoUpdateAnimBg="0"/>
      <p:bldP spid="605209" grpId="0" animBg="1"/>
      <p:bldP spid="605213" grpId="0" animBg="1"/>
      <p:bldP spid="605214" grpId="0" animBg="1"/>
      <p:bldP spid="605215" grpId="0" autoUpdateAnimBg="0"/>
      <p:bldP spid="605245" grpId="0" animBg="1"/>
      <p:bldP spid="605252" grpId="0"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bwMode="auto">
          <a:xfrm>
            <a:off x="1055440" y="982181"/>
            <a:ext cx="8077200" cy="3827463"/>
            <a:chOff x="336" y="632"/>
            <a:chExt cx="5088" cy="2411"/>
          </a:xfrm>
        </p:grpSpPr>
        <p:sp>
          <p:nvSpPr>
            <p:cNvPr id="22572" name="Rectangle 3"/>
            <p:cNvSpPr>
              <a:spLocks noChangeArrowheads="1"/>
            </p:cNvSpPr>
            <p:nvPr/>
          </p:nvSpPr>
          <p:spPr bwMode="auto">
            <a:xfrm>
              <a:off x="384" y="632"/>
              <a:ext cx="5040" cy="2313"/>
            </a:xfrm>
            <a:prstGeom prst="rect">
              <a:avLst/>
            </a:prstGeom>
            <a:solidFill>
              <a:srgbClr val="FFE6CD"/>
            </a:solidFill>
            <a:ln w="9525">
              <a:noFill/>
              <a:miter lim="800000"/>
            </a:ln>
            <a:effectLst>
              <a:outerShdw dist="198380" dir="3011666" algn="ctr" rotWithShape="0">
                <a:srgbClr val="B2B2B2"/>
              </a:outerShdw>
            </a:effectLst>
          </p:spPr>
          <p:txBody>
            <a:bodyPr wrap="none" anchor="ctr"/>
            <a:lstStyle/>
            <a:p>
              <a:endParaRPr lang="zh-CN" altLang="en-US"/>
            </a:p>
          </p:txBody>
        </p:sp>
        <p:sp>
          <p:nvSpPr>
            <p:cNvPr id="22573" name="Text Box 4"/>
            <p:cNvSpPr txBox="1">
              <a:spLocks noChangeArrowheads="1"/>
            </p:cNvSpPr>
            <p:nvPr/>
          </p:nvSpPr>
          <p:spPr bwMode="auto">
            <a:xfrm>
              <a:off x="336" y="884"/>
              <a:ext cx="5088" cy="2159"/>
            </a:xfrm>
            <a:prstGeom prst="rect">
              <a:avLst/>
            </a:prstGeom>
            <a:noFill/>
            <a:ln w="9525">
              <a:noFill/>
              <a:miter lim="800000"/>
            </a:ln>
          </p:spPr>
          <p:txBody>
            <a:bodyPr>
              <a:spAutoFit/>
            </a:bodyPr>
            <a:lstStyle/>
            <a:p>
              <a:pPr marL="381000" lvl="2" fontAlgn="base">
                <a:lnSpc>
                  <a:spcPct val="85000"/>
                </a:lnSpc>
                <a:spcBef>
                  <a:spcPct val="0"/>
                </a:spcBef>
              </a:pPr>
              <a:r>
                <a:rPr lang="en-US" altLang="zh-CN" sz="2600" dirty="0" err="1">
                  <a:solidFill>
                    <a:srgbClr val="002C84"/>
                  </a:solidFill>
                </a:rPr>
                <a:t>Nodeptr</a:t>
              </a:r>
              <a:r>
                <a:rPr lang="en-US" altLang="zh-CN" sz="2600" dirty="0">
                  <a:solidFill>
                    <a:srgbClr val="002C84"/>
                  </a:solidFill>
                </a:rPr>
                <a:t> deleteNode1( </a:t>
              </a:r>
              <a:r>
                <a:rPr lang="en-US" altLang="zh-CN" sz="2600" dirty="0" err="1">
                  <a:solidFill>
                    <a:srgbClr val="002C84"/>
                  </a:solidFill>
                </a:rPr>
                <a:t>Nodeptr</a:t>
              </a:r>
              <a:r>
                <a:rPr lang="en-US" altLang="zh-CN" sz="2600" dirty="0">
                  <a:solidFill>
                    <a:srgbClr val="002C84"/>
                  </a:solidFill>
                </a:rPr>
                <a:t> list, </a:t>
              </a:r>
              <a:r>
                <a:rPr lang="en-US" altLang="zh-CN" sz="2600" dirty="0" err="1">
                  <a:solidFill>
                    <a:srgbClr val="002C84"/>
                  </a:solidFill>
                </a:rPr>
                <a:t>Nodeptr</a:t>
              </a:r>
              <a:r>
                <a:rPr lang="en-US" altLang="zh-CN" sz="2600" dirty="0">
                  <a:solidFill>
                    <a:srgbClr val="002C84"/>
                  </a:solidFill>
                </a:rPr>
                <a:t> r,  </a:t>
              </a:r>
              <a:r>
                <a:rPr lang="en-US" altLang="zh-CN" sz="2600" dirty="0" err="1">
                  <a:solidFill>
                    <a:srgbClr val="002C84"/>
                  </a:solidFill>
                </a:rPr>
                <a:t>Nodeptr</a:t>
              </a:r>
              <a:r>
                <a:rPr lang="en-US" altLang="zh-CN" sz="2600" dirty="0">
                  <a:solidFill>
                    <a:srgbClr val="002C84"/>
                  </a:solidFill>
                </a:rPr>
                <a:t> p )</a:t>
              </a:r>
              <a:endParaRPr lang="en-US" altLang="zh-CN" sz="2600" dirty="0">
                <a:solidFill>
                  <a:srgbClr val="002C84"/>
                </a:solidFill>
              </a:endParaRPr>
            </a:p>
            <a:p>
              <a:pPr marL="381000" lvl="2" fontAlgn="base">
                <a:lnSpc>
                  <a:spcPct val="85000"/>
                </a:lnSpc>
                <a:spcBef>
                  <a:spcPct val="0"/>
                </a:spcBef>
              </a:pPr>
              <a:r>
                <a:rPr lang="en-US" altLang="zh-CN" sz="2600" dirty="0">
                  <a:solidFill>
                    <a:srgbClr val="002C84"/>
                  </a:solidFill>
                </a:rPr>
                <a:t>{</a:t>
              </a:r>
              <a:endParaRPr lang="en-US" altLang="zh-CN" sz="2600" dirty="0">
                <a:solidFill>
                  <a:srgbClr val="002C84"/>
                </a:solidFill>
              </a:endParaRPr>
            </a:p>
            <a:p>
              <a:pPr marL="381000" lvl="2" fontAlgn="base">
                <a:lnSpc>
                  <a:spcPct val="85000"/>
                </a:lnSpc>
                <a:spcBef>
                  <a:spcPct val="0"/>
                </a:spcBef>
              </a:pPr>
              <a:r>
                <a:rPr lang="en-US" altLang="zh-CN" sz="2600" dirty="0">
                  <a:solidFill>
                    <a:srgbClr val="002C84"/>
                  </a:solidFill>
                </a:rPr>
                <a:t>      if(p==list)  </a:t>
              </a:r>
              <a:endParaRPr lang="en-US" altLang="zh-CN" sz="2600" dirty="0">
                <a:solidFill>
                  <a:srgbClr val="002C84"/>
                </a:solidFill>
              </a:endParaRPr>
            </a:p>
            <a:p>
              <a:pPr marL="381000" lvl="2" fontAlgn="base">
                <a:lnSpc>
                  <a:spcPct val="85000"/>
                </a:lnSpc>
                <a:spcBef>
                  <a:spcPct val="0"/>
                </a:spcBef>
              </a:pPr>
              <a:r>
                <a:rPr lang="en-US" altLang="zh-CN" sz="2600" dirty="0">
                  <a:solidFill>
                    <a:srgbClr val="002C84"/>
                  </a:solidFill>
                </a:rPr>
                <a:t>           list=p</a:t>
              </a:r>
              <a:r>
                <a:rPr lang="en-US" altLang="zh-CN" sz="2600" dirty="0">
                  <a:solidFill>
                    <a:srgbClr val="002C84"/>
                  </a:solidFill>
                  <a:latin typeface="宋体" pitchFamily="2" charset="-122"/>
                  <a:ea typeface="宋体" pitchFamily="2" charset="-122"/>
                </a:rPr>
                <a:t>-</a:t>
              </a:r>
              <a:r>
                <a:rPr lang="en-US" altLang="zh-CN" sz="2600" dirty="0">
                  <a:solidFill>
                    <a:srgbClr val="002C84"/>
                  </a:solidFill>
                </a:rPr>
                <a:t>&gt;link;         </a:t>
              </a:r>
              <a:r>
                <a:rPr lang="en-US" altLang="zh-CN" sz="2300" dirty="0">
                  <a:solidFill>
                    <a:srgbClr val="002C84"/>
                  </a:solidFill>
                </a:rPr>
                <a:t>/* </a:t>
              </a:r>
              <a:r>
                <a:rPr lang="zh-CN" altLang="en-US" sz="2300" dirty="0">
                  <a:solidFill>
                    <a:srgbClr val="002C84"/>
                  </a:solidFill>
                  <a:ea typeface="幼圆" pitchFamily="49" charset="-122"/>
                </a:rPr>
                <a:t>删除链表的第一个链结点</a:t>
              </a:r>
              <a:r>
                <a:rPr lang="zh-CN" altLang="en-US" sz="2300" dirty="0">
                  <a:solidFill>
                    <a:srgbClr val="002C84"/>
                  </a:solidFill>
                </a:rPr>
                <a:t>*/</a:t>
              </a:r>
              <a:endParaRPr lang="zh-CN" altLang="en-US" sz="2300" dirty="0">
                <a:solidFill>
                  <a:srgbClr val="002C84"/>
                </a:solidFill>
              </a:endParaRPr>
            </a:p>
            <a:p>
              <a:pPr marL="381000" lvl="2" fontAlgn="base">
                <a:lnSpc>
                  <a:spcPct val="85000"/>
                </a:lnSpc>
                <a:spcBef>
                  <a:spcPct val="0"/>
                </a:spcBef>
              </a:pPr>
              <a:r>
                <a:rPr lang="zh-CN" altLang="en-US" sz="2600" dirty="0">
                  <a:solidFill>
                    <a:srgbClr val="002C84"/>
                  </a:solidFill>
                </a:rPr>
                <a:t>      </a:t>
              </a:r>
              <a:r>
                <a:rPr lang="en-US" altLang="zh-CN" sz="2600" dirty="0">
                  <a:solidFill>
                    <a:srgbClr val="002C84"/>
                  </a:solidFill>
                </a:rPr>
                <a:t>else</a:t>
              </a:r>
              <a:endParaRPr lang="en-US" altLang="zh-CN" sz="2600" dirty="0">
                <a:solidFill>
                  <a:srgbClr val="002C84"/>
                </a:solidFill>
              </a:endParaRPr>
            </a:p>
            <a:p>
              <a:pPr marL="381000" lvl="2" fontAlgn="base">
                <a:lnSpc>
                  <a:spcPct val="85000"/>
                </a:lnSpc>
                <a:spcBef>
                  <a:spcPct val="0"/>
                </a:spcBef>
              </a:pPr>
              <a:r>
                <a:rPr lang="en-US" altLang="zh-CN" sz="2600" dirty="0">
                  <a:solidFill>
                    <a:srgbClr val="002C84"/>
                  </a:solidFill>
                </a:rPr>
                <a:t>           r</a:t>
              </a:r>
              <a:r>
                <a:rPr lang="en-US" altLang="zh-CN" sz="2600" dirty="0">
                  <a:solidFill>
                    <a:srgbClr val="002C84"/>
                  </a:solidFill>
                  <a:latin typeface="宋体" pitchFamily="2" charset="-122"/>
                  <a:ea typeface="宋体" pitchFamily="2" charset="-122"/>
                </a:rPr>
                <a:t>-</a:t>
              </a:r>
              <a:r>
                <a:rPr lang="en-US" altLang="zh-CN" sz="2600" dirty="0">
                  <a:solidFill>
                    <a:srgbClr val="002C84"/>
                  </a:solidFill>
                </a:rPr>
                <a:t>&gt;link=p</a:t>
              </a:r>
              <a:r>
                <a:rPr lang="en-US" altLang="zh-CN" sz="2600" dirty="0">
                  <a:solidFill>
                    <a:srgbClr val="002C84"/>
                  </a:solidFill>
                  <a:latin typeface="宋体" pitchFamily="2" charset="-122"/>
                  <a:ea typeface="宋体" pitchFamily="2" charset="-122"/>
                </a:rPr>
                <a:t>-</a:t>
              </a:r>
              <a:r>
                <a:rPr lang="en-US" altLang="zh-CN" sz="2600" dirty="0">
                  <a:solidFill>
                    <a:srgbClr val="002C84"/>
                  </a:solidFill>
                </a:rPr>
                <a:t>&gt;link;  </a:t>
              </a:r>
              <a:r>
                <a:rPr lang="en-US" altLang="zh-CN" sz="2300" dirty="0">
                  <a:solidFill>
                    <a:srgbClr val="002C84"/>
                  </a:solidFill>
                </a:rPr>
                <a:t>/* </a:t>
              </a:r>
              <a:r>
                <a:rPr lang="zh-CN" altLang="en-US" sz="2300" dirty="0">
                  <a:solidFill>
                    <a:srgbClr val="002C84"/>
                  </a:solidFill>
                  <a:latin typeface="幼圆" pitchFamily="49" charset="-122"/>
                  <a:ea typeface="幼圆" pitchFamily="49" charset="-122"/>
                </a:rPr>
                <a:t>删除</a:t>
              </a:r>
              <a:r>
                <a:rPr lang="en-US" altLang="zh-CN" sz="2300" dirty="0">
                  <a:solidFill>
                    <a:srgbClr val="002C84"/>
                  </a:solidFill>
                  <a:ea typeface="幼圆" pitchFamily="49" charset="-122"/>
                </a:rPr>
                <a:t>p</a:t>
              </a:r>
              <a:r>
                <a:rPr lang="zh-CN" altLang="en-US" sz="2300" dirty="0">
                  <a:solidFill>
                    <a:srgbClr val="002C84"/>
                  </a:solidFill>
                  <a:latin typeface="幼圆" pitchFamily="49" charset="-122"/>
                  <a:ea typeface="幼圆" pitchFamily="49" charset="-122"/>
                </a:rPr>
                <a:t>指的链结点</a:t>
              </a:r>
              <a:r>
                <a:rPr lang="zh-CN" altLang="en-US" sz="2300" dirty="0">
                  <a:solidFill>
                    <a:srgbClr val="002C84"/>
                  </a:solidFill>
                </a:rPr>
                <a:t>*/</a:t>
              </a:r>
              <a:endParaRPr lang="zh-CN" altLang="en-US" sz="2300" dirty="0">
                <a:solidFill>
                  <a:srgbClr val="002C84"/>
                </a:solidFill>
              </a:endParaRPr>
            </a:p>
            <a:p>
              <a:pPr marL="381000" lvl="2" fontAlgn="base">
                <a:lnSpc>
                  <a:spcPct val="85000"/>
                </a:lnSpc>
                <a:spcBef>
                  <a:spcPct val="0"/>
                </a:spcBef>
              </a:pPr>
              <a:r>
                <a:rPr lang="en-US" altLang="zh-CN" sz="2400" dirty="0">
                  <a:solidFill>
                    <a:srgbClr val="002C84"/>
                  </a:solidFill>
                </a:rPr>
                <a:t>       free</a:t>
              </a:r>
              <a:r>
                <a:rPr lang="en-US" altLang="zh-CN" sz="2600" dirty="0">
                  <a:solidFill>
                    <a:srgbClr val="002C84"/>
                  </a:solidFill>
                </a:rPr>
                <a:t>(p);                        </a:t>
              </a:r>
              <a:r>
                <a:rPr lang="en-US" altLang="zh-CN" sz="2300" dirty="0">
                  <a:solidFill>
                    <a:srgbClr val="002C84"/>
                  </a:solidFill>
                </a:rPr>
                <a:t>/* </a:t>
              </a:r>
              <a:r>
                <a:rPr lang="zh-CN" altLang="en-US" sz="2300" dirty="0">
                  <a:solidFill>
                    <a:srgbClr val="002C84"/>
                  </a:solidFill>
                  <a:ea typeface="幼圆" pitchFamily="49" charset="-122"/>
                </a:rPr>
                <a:t>释放被删除的结点空间</a:t>
              </a:r>
              <a:r>
                <a:rPr lang="zh-CN" altLang="en-US" sz="2300" dirty="0">
                  <a:solidFill>
                    <a:srgbClr val="002C84"/>
                  </a:solidFill>
                </a:rPr>
                <a:t>*/</a:t>
              </a:r>
              <a:endParaRPr lang="en-US" altLang="zh-CN" sz="2300" dirty="0">
                <a:solidFill>
                  <a:srgbClr val="002C84"/>
                </a:solidFill>
              </a:endParaRPr>
            </a:p>
            <a:p>
              <a:pPr marL="381000" lvl="2" fontAlgn="base">
                <a:lnSpc>
                  <a:spcPct val="85000"/>
                </a:lnSpc>
                <a:spcBef>
                  <a:spcPct val="0"/>
                </a:spcBef>
              </a:pPr>
              <a:r>
                <a:rPr lang="en-US" altLang="zh-CN" sz="2300" dirty="0">
                  <a:solidFill>
                    <a:srgbClr val="002C84"/>
                  </a:solidFill>
                </a:rPr>
                <a:t>       return list</a:t>
              </a:r>
              <a:endParaRPr lang="zh-CN" altLang="en-US" sz="2300" dirty="0">
                <a:solidFill>
                  <a:srgbClr val="002C84"/>
                </a:solidFill>
              </a:endParaRPr>
            </a:p>
            <a:p>
              <a:pPr marL="381000" lvl="2" fontAlgn="base">
                <a:lnSpc>
                  <a:spcPct val="85000"/>
                </a:lnSpc>
                <a:spcBef>
                  <a:spcPct val="0"/>
                </a:spcBef>
              </a:pPr>
              <a:r>
                <a:rPr lang="en-US" altLang="zh-CN" sz="2600" dirty="0">
                  <a:solidFill>
                    <a:srgbClr val="002C84"/>
                  </a:solidFill>
                </a:rPr>
                <a:t>}</a:t>
              </a:r>
              <a:endParaRPr lang="en-US" altLang="zh-CN" sz="2600" dirty="0">
                <a:solidFill>
                  <a:srgbClr val="002C84"/>
                </a:solidFill>
              </a:endParaRPr>
            </a:p>
            <a:p>
              <a:pPr marL="381000" lvl="2" fontAlgn="base">
                <a:lnSpc>
                  <a:spcPct val="85000"/>
                </a:lnSpc>
                <a:spcBef>
                  <a:spcPct val="0"/>
                </a:spcBef>
              </a:pPr>
              <a:r>
                <a:rPr lang="en-US" altLang="zh-CN" sz="2400" dirty="0">
                  <a:solidFill>
                    <a:srgbClr val="002C84"/>
                  </a:solidFill>
                  <a:latin typeface="宋体" pitchFamily="2" charset="-122"/>
                  <a:ea typeface="宋体" pitchFamily="2" charset="-122"/>
                </a:rPr>
                <a:t>                        </a:t>
              </a:r>
              <a:endParaRPr kumimoji="1" lang="zh-CN" altLang="en-US" sz="2400" dirty="0">
                <a:solidFill>
                  <a:srgbClr val="002C84"/>
                </a:solidFill>
                <a:ea typeface="宋体" pitchFamily="2" charset="-122"/>
              </a:endParaRPr>
            </a:p>
          </p:txBody>
        </p:sp>
      </p:grpSp>
      <p:grpSp>
        <p:nvGrpSpPr>
          <p:cNvPr id="3" name="Group 6"/>
          <p:cNvGrpSpPr/>
          <p:nvPr/>
        </p:nvGrpSpPr>
        <p:grpSpPr bwMode="auto">
          <a:xfrm>
            <a:off x="1055440" y="134455"/>
            <a:ext cx="2057400" cy="1219200"/>
            <a:chOff x="336" y="144"/>
            <a:chExt cx="1296" cy="768"/>
          </a:xfrm>
        </p:grpSpPr>
        <p:sp>
          <p:nvSpPr>
            <p:cNvPr id="22570" name="AutoShape 7"/>
            <p:cNvSpPr>
              <a:spLocks noChangeArrowheads="1"/>
            </p:cNvSpPr>
            <p:nvPr/>
          </p:nvSpPr>
          <p:spPr bwMode="auto">
            <a:xfrm rot="4009486">
              <a:off x="600" y="-120"/>
              <a:ext cx="768" cy="1296"/>
            </a:xfrm>
            <a:prstGeom prst="irregularSeal2">
              <a:avLst/>
            </a:prstGeom>
            <a:solidFill>
              <a:srgbClr val="FF9393"/>
            </a:solidFill>
            <a:ln w="60325">
              <a:solidFill>
                <a:srgbClr val="FFFF00"/>
              </a:solidFill>
              <a:miter lim="800000"/>
            </a:ln>
            <a:effectLst>
              <a:outerShdw dist="104727" dir="842175" algn="ctr" rotWithShape="0">
                <a:srgbClr val="B2B2B2"/>
              </a:outerShdw>
            </a:effectLst>
          </p:spPr>
          <p:txBody>
            <a:bodyPr wrap="none" anchor="ctr"/>
            <a:lstStyle/>
            <a:p>
              <a:endParaRPr lang="zh-CN" altLang="en-US"/>
            </a:p>
          </p:txBody>
        </p:sp>
        <p:sp>
          <p:nvSpPr>
            <p:cNvPr id="22571" name="Rectangle 8"/>
            <p:cNvSpPr>
              <a:spLocks noChangeArrowheads="1"/>
            </p:cNvSpPr>
            <p:nvPr/>
          </p:nvSpPr>
          <p:spPr bwMode="auto">
            <a:xfrm>
              <a:off x="392" y="226"/>
              <a:ext cx="1108" cy="490"/>
            </a:xfrm>
            <a:prstGeom prst="rect">
              <a:avLst/>
            </a:prstGeom>
            <a:noFill/>
            <a:ln w="9525">
              <a:noFill/>
              <a:miter lim="800000"/>
            </a:ln>
            <a:effectLst>
              <a:outerShdw dist="35921" dir="2700000" algn="ctr" rotWithShape="0">
                <a:schemeClr val="bg1"/>
              </a:outerShdw>
            </a:effectLst>
          </p:spPr>
          <p:txBody>
            <a:bodyPr anchor="ctr">
              <a:spAutoFit/>
            </a:bodyPr>
            <a:lstStyle/>
            <a:p>
              <a:pPr algn="ctr"/>
              <a:r>
                <a:rPr lang="zh-CN" altLang="en-US" sz="4500" i="1">
                  <a:ea typeface="黑体" panose="02010609060101010101" pitchFamily="2" charset="-122"/>
                </a:rPr>
                <a:t>算法</a:t>
              </a:r>
              <a:endParaRPr lang="zh-CN" altLang="en-US" sz="4500" i="1">
                <a:ea typeface="黑体" panose="02010609060101010101" pitchFamily="2" charset="-122"/>
              </a:endParaRPr>
            </a:p>
          </p:txBody>
        </p:sp>
      </p:grpSp>
      <p:grpSp>
        <p:nvGrpSpPr>
          <p:cNvPr id="4" name="Group 50"/>
          <p:cNvGrpSpPr/>
          <p:nvPr/>
        </p:nvGrpSpPr>
        <p:grpSpPr bwMode="auto">
          <a:xfrm>
            <a:off x="5525841" y="4889019"/>
            <a:ext cx="3141663" cy="606425"/>
            <a:chOff x="3033" y="3064"/>
            <a:chExt cx="1979" cy="382"/>
          </a:xfrm>
        </p:grpSpPr>
        <p:sp>
          <p:nvSpPr>
            <p:cNvPr id="22568" name="Rectangle 51"/>
            <p:cNvSpPr>
              <a:spLocks noChangeArrowheads="1"/>
            </p:cNvSpPr>
            <p:nvPr/>
          </p:nvSpPr>
          <p:spPr bwMode="auto">
            <a:xfrm>
              <a:off x="3033" y="3064"/>
              <a:ext cx="1951" cy="363"/>
            </a:xfrm>
            <a:prstGeom prst="rect">
              <a:avLst/>
            </a:prstGeom>
            <a:solidFill>
              <a:srgbClr val="FFFF00"/>
            </a:solidFill>
            <a:ln w="12700" cap="sq">
              <a:noFill/>
              <a:miter lim="800000"/>
            </a:ln>
            <a:effectLst>
              <a:outerShdw dist="107763" dir="2700000" algn="ctr" rotWithShape="0">
                <a:srgbClr val="969696"/>
              </a:outerShdw>
            </a:effectLst>
          </p:spPr>
          <p:txBody>
            <a:bodyPr wrap="none" anchor="ctr"/>
            <a:lstStyle/>
            <a:p>
              <a:endParaRPr lang="zh-CN" altLang="en-US"/>
            </a:p>
          </p:txBody>
        </p:sp>
        <p:sp>
          <p:nvSpPr>
            <p:cNvPr id="22569" name="Rectangle 52"/>
            <p:cNvSpPr>
              <a:spLocks noChangeArrowheads="1"/>
            </p:cNvSpPr>
            <p:nvPr/>
          </p:nvSpPr>
          <p:spPr bwMode="auto">
            <a:xfrm rot="-57975">
              <a:off x="3152" y="3081"/>
              <a:ext cx="1860" cy="365"/>
            </a:xfrm>
            <a:prstGeom prst="rect">
              <a:avLst/>
            </a:prstGeom>
            <a:noFill/>
            <a:ln w="12700" cap="sq">
              <a:noFill/>
              <a:miter lim="800000"/>
            </a:ln>
            <a:effectLst>
              <a:outerShdw dist="12700" dir="5400000" algn="ctr" rotWithShape="0">
                <a:srgbClr val="000000"/>
              </a:outerShdw>
            </a:effectLst>
          </p:spPr>
          <p:txBody>
            <a:bodyPr>
              <a:spAutoFit/>
            </a:bodyPr>
            <a:lstStyle/>
            <a:p>
              <a:r>
                <a:rPr lang="zh-CN" altLang="en-US" sz="2800">
                  <a:solidFill>
                    <a:srgbClr val="FF3300"/>
                  </a:solidFill>
                  <a:latin typeface="黑体" panose="02010609060101010101" pitchFamily="2" charset="-122"/>
                  <a:ea typeface="黑体" panose="02010609060101010101" pitchFamily="2" charset="-122"/>
                </a:rPr>
                <a:t>时间复杂度</a:t>
              </a:r>
              <a:r>
                <a:rPr lang="en-US" altLang="zh-CN" sz="3200">
                  <a:solidFill>
                    <a:srgbClr val="FF3300"/>
                  </a:solidFill>
                  <a:ea typeface="黑体" panose="02010609060101010101" pitchFamily="2" charset="-122"/>
                </a:rPr>
                <a:t>O(1)</a:t>
              </a:r>
              <a:endParaRPr lang="zh-CN" altLang="en-US" sz="3200">
                <a:solidFill>
                  <a:srgbClr val="FF3300"/>
                </a:solidFill>
                <a:ea typeface="黑体" panose="02010609060101010101" pitchFamily="2" charset="-122"/>
              </a:endParaRPr>
            </a:p>
          </p:txBody>
        </p:sp>
      </p:grpSp>
      <p:grpSp>
        <p:nvGrpSpPr>
          <p:cNvPr id="5" name="Group 61"/>
          <p:cNvGrpSpPr/>
          <p:nvPr/>
        </p:nvGrpSpPr>
        <p:grpSpPr bwMode="auto">
          <a:xfrm>
            <a:off x="1155453" y="4787417"/>
            <a:ext cx="3019424" cy="1409699"/>
            <a:chOff x="399" y="3029"/>
            <a:chExt cx="1902" cy="888"/>
          </a:xfrm>
        </p:grpSpPr>
        <p:grpSp>
          <p:nvGrpSpPr>
            <p:cNvPr id="6" name="Group 37"/>
            <p:cNvGrpSpPr/>
            <p:nvPr/>
          </p:nvGrpSpPr>
          <p:grpSpPr bwMode="auto">
            <a:xfrm>
              <a:off x="748" y="3395"/>
              <a:ext cx="409" cy="182"/>
              <a:chOff x="1927" y="3612"/>
              <a:chExt cx="409" cy="182"/>
            </a:xfrm>
          </p:grpSpPr>
          <p:sp>
            <p:nvSpPr>
              <p:cNvPr id="22566" name="Rectangle 38"/>
              <p:cNvSpPr>
                <a:spLocks noChangeArrowheads="1"/>
              </p:cNvSpPr>
              <p:nvPr/>
            </p:nvSpPr>
            <p:spPr bwMode="auto">
              <a:xfrm>
                <a:off x="1927" y="3612"/>
                <a:ext cx="273" cy="182"/>
              </a:xfrm>
              <a:prstGeom prst="rect">
                <a:avLst/>
              </a:prstGeom>
              <a:noFill/>
              <a:ln w="28575" cap="sq">
                <a:solidFill>
                  <a:srgbClr val="000080"/>
                </a:solidFill>
                <a:miter lim="800000"/>
              </a:ln>
            </p:spPr>
            <p:txBody>
              <a:bodyPr wrap="none" anchor="ctr"/>
              <a:lstStyle/>
              <a:p>
                <a:endParaRPr lang="zh-CN" altLang="en-US"/>
              </a:p>
            </p:txBody>
          </p:sp>
          <p:sp>
            <p:nvSpPr>
              <p:cNvPr id="22567" name="Rectangle 39"/>
              <p:cNvSpPr>
                <a:spLocks noChangeArrowheads="1"/>
              </p:cNvSpPr>
              <p:nvPr/>
            </p:nvSpPr>
            <p:spPr bwMode="auto">
              <a:xfrm>
                <a:off x="2199" y="3612"/>
                <a:ext cx="137" cy="182"/>
              </a:xfrm>
              <a:prstGeom prst="rect">
                <a:avLst/>
              </a:prstGeom>
              <a:noFill/>
              <a:ln w="28575" cap="sq">
                <a:solidFill>
                  <a:srgbClr val="000080"/>
                </a:solidFill>
                <a:miter lim="800000"/>
              </a:ln>
            </p:spPr>
            <p:txBody>
              <a:bodyPr wrap="none" anchor="ctr"/>
              <a:lstStyle/>
              <a:p>
                <a:endParaRPr lang="zh-CN" altLang="en-US"/>
              </a:p>
            </p:txBody>
          </p:sp>
        </p:grpSp>
        <p:grpSp>
          <p:nvGrpSpPr>
            <p:cNvPr id="7" name="Group 40"/>
            <p:cNvGrpSpPr/>
            <p:nvPr/>
          </p:nvGrpSpPr>
          <p:grpSpPr bwMode="auto">
            <a:xfrm>
              <a:off x="1387" y="3395"/>
              <a:ext cx="409" cy="182"/>
              <a:chOff x="1927" y="3612"/>
              <a:chExt cx="409" cy="182"/>
            </a:xfrm>
          </p:grpSpPr>
          <p:sp>
            <p:nvSpPr>
              <p:cNvPr id="22564" name="Rectangle 41"/>
              <p:cNvSpPr>
                <a:spLocks noChangeArrowheads="1"/>
              </p:cNvSpPr>
              <p:nvPr/>
            </p:nvSpPr>
            <p:spPr bwMode="auto">
              <a:xfrm>
                <a:off x="1927" y="3612"/>
                <a:ext cx="273" cy="182"/>
              </a:xfrm>
              <a:prstGeom prst="rect">
                <a:avLst/>
              </a:prstGeom>
              <a:noFill/>
              <a:ln w="28575" cap="sq">
                <a:solidFill>
                  <a:srgbClr val="000080"/>
                </a:solidFill>
                <a:miter lim="800000"/>
              </a:ln>
            </p:spPr>
            <p:txBody>
              <a:bodyPr wrap="none" anchor="ctr"/>
              <a:lstStyle/>
              <a:p>
                <a:endParaRPr lang="zh-CN" altLang="en-US"/>
              </a:p>
            </p:txBody>
          </p:sp>
          <p:sp>
            <p:nvSpPr>
              <p:cNvPr id="22565" name="Rectangle 42"/>
              <p:cNvSpPr>
                <a:spLocks noChangeArrowheads="1"/>
              </p:cNvSpPr>
              <p:nvPr/>
            </p:nvSpPr>
            <p:spPr bwMode="auto">
              <a:xfrm>
                <a:off x="2199" y="3612"/>
                <a:ext cx="137" cy="182"/>
              </a:xfrm>
              <a:prstGeom prst="rect">
                <a:avLst/>
              </a:prstGeom>
              <a:noFill/>
              <a:ln w="28575" cap="sq">
                <a:solidFill>
                  <a:srgbClr val="000080"/>
                </a:solidFill>
                <a:miter lim="800000"/>
              </a:ln>
            </p:spPr>
            <p:txBody>
              <a:bodyPr wrap="none" anchor="ctr"/>
              <a:lstStyle/>
              <a:p>
                <a:endParaRPr lang="zh-CN" altLang="en-US"/>
              </a:p>
            </p:txBody>
          </p:sp>
        </p:grpSp>
        <p:sp>
          <p:nvSpPr>
            <p:cNvPr id="22556" name="Rectangle 43"/>
            <p:cNvSpPr>
              <a:spLocks noChangeArrowheads="1"/>
            </p:cNvSpPr>
            <p:nvPr/>
          </p:nvSpPr>
          <p:spPr bwMode="auto">
            <a:xfrm>
              <a:off x="2012" y="3307"/>
              <a:ext cx="289" cy="310"/>
            </a:xfrm>
            <a:prstGeom prst="rect">
              <a:avLst/>
            </a:prstGeom>
            <a:noFill/>
            <a:ln w="12700" cap="sq">
              <a:noFill/>
              <a:miter lim="800000"/>
            </a:ln>
          </p:spPr>
          <p:txBody>
            <a:bodyPr wrap="none">
              <a:spAutoFit/>
            </a:bodyPr>
            <a:lstStyle/>
            <a:p>
              <a:r>
                <a:rPr lang="en-US" altLang="zh-CN" sz="2600">
                  <a:solidFill>
                    <a:schemeClr val="bg1"/>
                  </a:solidFill>
                </a:rPr>
                <a:t>…</a:t>
              </a:r>
              <a:endParaRPr lang="zh-CN" altLang="en-US" sz="2600">
                <a:solidFill>
                  <a:schemeClr val="bg1"/>
                </a:solidFill>
              </a:endParaRPr>
            </a:p>
          </p:txBody>
        </p:sp>
        <p:sp>
          <p:nvSpPr>
            <p:cNvPr id="22557" name="Line 44"/>
            <p:cNvSpPr>
              <a:spLocks noChangeShapeType="1"/>
            </p:cNvSpPr>
            <p:nvPr/>
          </p:nvSpPr>
          <p:spPr bwMode="auto">
            <a:xfrm flipV="1">
              <a:off x="1105" y="3485"/>
              <a:ext cx="272" cy="0"/>
            </a:xfrm>
            <a:prstGeom prst="line">
              <a:avLst/>
            </a:prstGeom>
            <a:noFill/>
            <a:ln w="19050" cap="sq">
              <a:solidFill>
                <a:srgbClr val="000080"/>
              </a:solidFill>
              <a:round/>
              <a:tailEnd type="triangle" w="med" len="med"/>
            </a:ln>
          </p:spPr>
          <p:txBody>
            <a:bodyPr wrap="none" anchor="ctr"/>
            <a:lstStyle/>
            <a:p>
              <a:endParaRPr lang="zh-CN" altLang="en-US"/>
            </a:p>
          </p:txBody>
        </p:sp>
        <p:sp>
          <p:nvSpPr>
            <p:cNvPr id="22558" name="Text Box 45"/>
            <p:cNvSpPr txBox="1">
              <a:spLocks noChangeArrowheads="1"/>
            </p:cNvSpPr>
            <p:nvPr/>
          </p:nvSpPr>
          <p:spPr bwMode="auto">
            <a:xfrm>
              <a:off x="399" y="3029"/>
              <a:ext cx="590" cy="310"/>
            </a:xfrm>
            <a:prstGeom prst="rect">
              <a:avLst/>
            </a:prstGeom>
            <a:noFill/>
            <a:ln w="12700" cap="sq">
              <a:noFill/>
              <a:miter lim="800000"/>
            </a:ln>
          </p:spPr>
          <p:txBody>
            <a:bodyPr>
              <a:spAutoFit/>
            </a:bodyPr>
            <a:lstStyle/>
            <a:p>
              <a:pPr>
                <a:spcBef>
                  <a:spcPct val="0"/>
                </a:spcBef>
              </a:pPr>
              <a:r>
                <a:rPr lang="en-US" altLang="zh-CN" sz="2600">
                  <a:solidFill>
                    <a:srgbClr val="FF0000"/>
                  </a:solidFill>
                </a:rPr>
                <a:t>list</a:t>
              </a:r>
              <a:endParaRPr lang="en-US" altLang="zh-CN" sz="2600">
                <a:solidFill>
                  <a:srgbClr val="FF0000"/>
                </a:solidFill>
              </a:endParaRPr>
            </a:p>
          </p:txBody>
        </p:sp>
        <p:sp>
          <p:nvSpPr>
            <p:cNvPr id="22559" name="Line 46"/>
            <p:cNvSpPr>
              <a:spLocks noChangeShapeType="1"/>
            </p:cNvSpPr>
            <p:nvPr/>
          </p:nvSpPr>
          <p:spPr bwMode="auto">
            <a:xfrm>
              <a:off x="567" y="3249"/>
              <a:ext cx="157" cy="143"/>
            </a:xfrm>
            <a:prstGeom prst="line">
              <a:avLst/>
            </a:prstGeom>
            <a:noFill/>
            <a:ln w="12700">
              <a:solidFill>
                <a:schemeClr val="accent2"/>
              </a:solidFill>
              <a:prstDash val="dash"/>
              <a:round/>
              <a:tailEnd type="triangle" w="med" len="med"/>
            </a:ln>
          </p:spPr>
          <p:txBody>
            <a:bodyPr wrap="none" anchor="ctr"/>
            <a:lstStyle/>
            <a:p>
              <a:endParaRPr lang="zh-CN" altLang="en-US"/>
            </a:p>
          </p:txBody>
        </p:sp>
        <p:sp>
          <p:nvSpPr>
            <p:cNvPr id="22560" name="Line 47"/>
            <p:cNvSpPr>
              <a:spLocks noChangeShapeType="1"/>
            </p:cNvSpPr>
            <p:nvPr/>
          </p:nvSpPr>
          <p:spPr bwMode="auto">
            <a:xfrm flipV="1">
              <a:off x="1740" y="3475"/>
              <a:ext cx="272" cy="0"/>
            </a:xfrm>
            <a:prstGeom prst="line">
              <a:avLst/>
            </a:prstGeom>
            <a:noFill/>
            <a:ln w="19050" cap="sq">
              <a:solidFill>
                <a:srgbClr val="000080"/>
              </a:solidFill>
              <a:round/>
              <a:tailEnd type="triangle" w="med" len="med"/>
            </a:ln>
          </p:spPr>
          <p:txBody>
            <a:bodyPr wrap="none" anchor="ctr"/>
            <a:lstStyle/>
            <a:p>
              <a:endParaRPr lang="zh-CN" altLang="en-US"/>
            </a:p>
          </p:txBody>
        </p:sp>
        <p:sp>
          <p:nvSpPr>
            <p:cNvPr id="22561" name="Line 48"/>
            <p:cNvSpPr>
              <a:spLocks noChangeShapeType="1"/>
            </p:cNvSpPr>
            <p:nvPr/>
          </p:nvSpPr>
          <p:spPr bwMode="auto">
            <a:xfrm>
              <a:off x="651" y="3234"/>
              <a:ext cx="701" cy="168"/>
            </a:xfrm>
            <a:prstGeom prst="line">
              <a:avLst/>
            </a:prstGeom>
            <a:noFill/>
            <a:ln w="22225" cap="sq">
              <a:solidFill>
                <a:srgbClr val="FF0000"/>
              </a:solidFill>
              <a:round/>
              <a:tailEnd type="triangle" w="med" len="med"/>
            </a:ln>
          </p:spPr>
          <p:txBody>
            <a:bodyPr wrap="none" anchor="ctr"/>
            <a:lstStyle/>
            <a:p>
              <a:endParaRPr lang="zh-CN" altLang="en-US"/>
            </a:p>
          </p:txBody>
        </p:sp>
        <p:sp>
          <p:nvSpPr>
            <p:cNvPr id="22562" name="Rectangle 49"/>
            <p:cNvSpPr>
              <a:spLocks noChangeArrowheads="1"/>
            </p:cNvSpPr>
            <p:nvPr/>
          </p:nvSpPr>
          <p:spPr bwMode="auto">
            <a:xfrm>
              <a:off x="678" y="3172"/>
              <a:ext cx="212" cy="310"/>
            </a:xfrm>
            <a:prstGeom prst="rect">
              <a:avLst/>
            </a:prstGeom>
            <a:noFill/>
            <a:ln w="12700" cap="sq">
              <a:noFill/>
              <a:miter lim="800000"/>
            </a:ln>
          </p:spPr>
          <p:txBody>
            <a:bodyPr wrap="none">
              <a:spAutoFit/>
            </a:bodyPr>
            <a:lstStyle/>
            <a:p>
              <a:r>
                <a:rPr lang="en-US" altLang="zh-CN" sz="2600" dirty="0">
                  <a:solidFill>
                    <a:srgbClr val="FF0000"/>
                  </a:solidFill>
                </a:rPr>
                <a:t>p</a:t>
              </a:r>
              <a:endParaRPr lang="zh-CN" altLang="en-US" sz="2600" dirty="0">
                <a:solidFill>
                  <a:srgbClr val="FF0000"/>
                </a:solidFill>
              </a:endParaRPr>
            </a:p>
          </p:txBody>
        </p:sp>
        <p:sp>
          <p:nvSpPr>
            <p:cNvPr id="22563" name="Text Box 53"/>
            <p:cNvSpPr txBox="1">
              <a:spLocks noChangeArrowheads="1"/>
            </p:cNvSpPr>
            <p:nvPr/>
          </p:nvSpPr>
          <p:spPr bwMode="auto">
            <a:xfrm>
              <a:off x="917" y="3626"/>
              <a:ext cx="693" cy="291"/>
            </a:xfrm>
            <a:prstGeom prst="rect">
              <a:avLst/>
            </a:prstGeom>
            <a:noFill/>
            <a:ln w="9525">
              <a:noFill/>
              <a:miter lim="800000"/>
            </a:ln>
          </p:spPr>
          <p:txBody>
            <a:bodyPr>
              <a:spAutoFit/>
            </a:bodyPr>
            <a:lstStyle/>
            <a:p>
              <a:pPr>
                <a:spcBef>
                  <a:spcPct val="0"/>
                </a:spcBef>
              </a:pPr>
              <a:r>
                <a:rPr lang="en-US" altLang="zh-CN" sz="2400">
                  <a:solidFill>
                    <a:srgbClr val="000099"/>
                  </a:solidFill>
                  <a:latin typeface="幼圆" pitchFamily="49" charset="-122"/>
                  <a:ea typeface="幼圆" pitchFamily="49" charset="-122"/>
                </a:rPr>
                <a:t>(</a:t>
              </a:r>
              <a:r>
                <a:rPr lang="zh-CN" altLang="en-US" sz="2400">
                  <a:solidFill>
                    <a:srgbClr val="000099"/>
                  </a:solidFill>
                  <a:latin typeface="幼圆" pitchFamily="49" charset="-122"/>
                  <a:ea typeface="幼圆" pitchFamily="49" charset="-122"/>
                </a:rPr>
                <a:t>情况</a:t>
              </a:r>
              <a:r>
                <a:rPr lang="en-US" altLang="zh-CN" sz="2400">
                  <a:solidFill>
                    <a:srgbClr val="000099"/>
                  </a:solidFill>
                  <a:ea typeface="幼圆" pitchFamily="49" charset="-122"/>
                </a:rPr>
                <a:t>1</a:t>
              </a:r>
              <a:r>
                <a:rPr lang="en-US" altLang="zh-CN" sz="2400">
                  <a:solidFill>
                    <a:srgbClr val="000099"/>
                  </a:solidFill>
                  <a:latin typeface="幼圆" pitchFamily="49" charset="-122"/>
                  <a:ea typeface="幼圆" pitchFamily="49" charset="-122"/>
                </a:rPr>
                <a:t>)</a:t>
              </a:r>
              <a:endParaRPr lang="en-US" altLang="zh-CN" sz="2400">
                <a:solidFill>
                  <a:srgbClr val="000099"/>
                </a:solidFill>
                <a:latin typeface="幼圆" pitchFamily="49" charset="-122"/>
                <a:ea typeface="幼圆" pitchFamily="49" charset="-122"/>
              </a:endParaRPr>
            </a:p>
          </p:txBody>
        </p:sp>
      </p:grpSp>
      <p:grpSp>
        <p:nvGrpSpPr>
          <p:cNvPr id="8" name="Group 60"/>
          <p:cNvGrpSpPr/>
          <p:nvPr/>
        </p:nvGrpSpPr>
        <p:grpSpPr bwMode="auto">
          <a:xfrm>
            <a:off x="3504954" y="5495441"/>
            <a:ext cx="4181475" cy="1349374"/>
            <a:chOff x="1879" y="3475"/>
            <a:chExt cx="2634" cy="850"/>
          </a:xfrm>
        </p:grpSpPr>
        <p:grpSp>
          <p:nvGrpSpPr>
            <p:cNvPr id="9" name="Group 19"/>
            <p:cNvGrpSpPr/>
            <p:nvPr/>
          </p:nvGrpSpPr>
          <p:grpSpPr bwMode="auto">
            <a:xfrm>
              <a:off x="3030" y="3719"/>
              <a:ext cx="409" cy="182"/>
              <a:chOff x="1927" y="3612"/>
              <a:chExt cx="409" cy="182"/>
            </a:xfrm>
          </p:grpSpPr>
          <p:sp>
            <p:nvSpPr>
              <p:cNvPr id="22552" name="Rectangle 20"/>
              <p:cNvSpPr>
                <a:spLocks noChangeArrowheads="1"/>
              </p:cNvSpPr>
              <p:nvPr/>
            </p:nvSpPr>
            <p:spPr bwMode="auto">
              <a:xfrm>
                <a:off x="1927" y="3612"/>
                <a:ext cx="273" cy="182"/>
              </a:xfrm>
              <a:prstGeom prst="rect">
                <a:avLst/>
              </a:prstGeom>
              <a:noFill/>
              <a:ln w="28575" cap="sq">
                <a:solidFill>
                  <a:srgbClr val="FF0000"/>
                </a:solidFill>
                <a:miter lim="800000"/>
              </a:ln>
            </p:spPr>
            <p:txBody>
              <a:bodyPr wrap="none" anchor="ctr"/>
              <a:lstStyle/>
              <a:p>
                <a:endParaRPr lang="zh-CN" altLang="en-US"/>
              </a:p>
            </p:txBody>
          </p:sp>
          <p:sp>
            <p:nvSpPr>
              <p:cNvPr id="22553" name="Rectangle 21"/>
              <p:cNvSpPr>
                <a:spLocks noChangeArrowheads="1"/>
              </p:cNvSpPr>
              <p:nvPr/>
            </p:nvSpPr>
            <p:spPr bwMode="auto">
              <a:xfrm>
                <a:off x="2199" y="3612"/>
                <a:ext cx="137" cy="182"/>
              </a:xfrm>
              <a:prstGeom prst="rect">
                <a:avLst/>
              </a:prstGeom>
              <a:noFill/>
              <a:ln w="28575" cap="sq">
                <a:solidFill>
                  <a:srgbClr val="FF0000"/>
                </a:solidFill>
                <a:miter lim="800000"/>
              </a:ln>
            </p:spPr>
            <p:txBody>
              <a:bodyPr wrap="none" anchor="ctr"/>
              <a:lstStyle/>
              <a:p>
                <a:endParaRPr lang="zh-CN" altLang="en-US"/>
              </a:p>
            </p:txBody>
          </p:sp>
        </p:grpSp>
        <p:sp>
          <p:nvSpPr>
            <p:cNvPr id="22536" name="Text Box 22"/>
            <p:cNvSpPr txBox="1">
              <a:spLocks noChangeArrowheads="1"/>
            </p:cNvSpPr>
            <p:nvPr/>
          </p:nvSpPr>
          <p:spPr bwMode="auto">
            <a:xfrm>
              <a:off x="2960" y="3475"/>
              <a:ext cx="192" cy="310"/>
            </a:xfrm>
            <a:prstGeom prst="rect">
              <a:avLst/>
            </a:prstGeom>
            <a:noFill/>
            <a:ln w="12700" cap="sq">
              <a:noFill/>
              <a:miter lim="800000"/>
            </a:ln>
          </p:spPr>
          <p:txBody>
            <a:bodyPr>
              <a:spAutoFit/>
            </a:bodyPr>
            <a:lstStyle/>
            <a:p>
              <a:pPr>
                <a:spcBef>
                  <a:spcPct val="0"/>
                </a:spcBef>
              </a:pPr>
              <a:r>
                <a:rPr lang="en-US" altLang="zh-CN" sz="2600" dirty="0">
                  <a:solidFill>
                    <a:srgbClr val="FF0000"/>
                  </a:solidFill>
                </a:rPr>
                <a:t>p</a:t>
              </a:r>
              <a:endParaRPr lang="en-US" altLang="zh-CN" sz="2600" dirty="0">
                <a:solidFill>
                  <a:srgbClr val="FF0000"/>
                </a:solidFill>
              </a:endParaRPr>
            </a:p>
          </p:txBody>
        </p:sp>
        <p:sp>
          <p:nvSpPr>
            <p:cNvPr id="22537" name="Rectangle 23"/>
            <p:cNvSpPr>
              <a:spLocks noChangeArrowheads="1"/>
            </p:cNvSpPr>
            <p:nvPr/>
          </p:nvSpPr>
          <p:spPr bwMode="auto">
            <a:xfrm>
              <a:off x="1879" y="3649"/>
              <a:ext cx="289" cy="310"/>
            </a:xfrm>
            <a:prstGeom prst="rect">
              <a:avLst/>
            </a:prstGeom>
            <a:noFill/>
            <a:ln w="12700" cap="sq">
              <a:noFill/>
              <a:miter lim="800000"/>
            </a:ln>
          </p:spPr>
          <p:txBody>
            <a:bodyPr wrap="none">
              <a:spAutoFit/>
            </a:bodyPr>
            <a:lstStyle/>
            <a:p>
              <a:r>
                <a:rPr lang="en-US" altLang="zh-CN" sz="2600">
                  <a:solidFill>
                    <a:schemeClr val="bg1"/>
                  </a:solidFill>
                </a:rPr>
                <a:t>…</a:t>
              </a:r>
              <a:endParaRPr lang="zh-CN" altLang="en-US" sz="2600">
                <a:solidFill>
                  <a:schemeClr val="bg1"/>
                </a:solidFill>
              </a:endParaRPr>
            </a:p>
          </p:txBody>
        </p:sp>
        <p:grpSp>
          <p:nvGrpSpPr>
            <p:cNvPr id="10" name="Group 24"/>
            <p:cNvGrpSpPr/>
            <p:nvPr/>
          </p:nvGrpSpPr>
          <p:grpSpPr bwMode="auto">
            <a:xfrm>
              <a:off x="3637" y="3719"/>
              <a:ext cx="409" cy="182"/>
              <a:chOff x="1927" y="3612"/>
              <a:chExt cx="409" cy="182"/>
            </a:xfrm>
          </p:grpSpPr>
          <p:sp>
            <p:nvSpPr>
              <p:cNvPr id="22550" name="Rectangle 25"/>
              <p:cNvSpPr>
                <a:spLocks noChangeArrowheads="1"/>
              </p:cNvSpPr>
              <p:nvPr/>
            </p:nvSpPr>
            <p:spPr bwMode="auto">
              <a:xfrm>
                <a:off x="1927" y="3612"/>
                <a:ext cx="273" cy="182"/>
              </a:xfrm>
              <a:prstGeom prst="rect">
                <a:avLst/>
              </a:prstGeom>
              <a:noFill/>
              <a:ln w="28575" cap="sq">
                <a:solidFill>
                  <a:srgbClr val="000080"/>
                </a:solidFill>
                <a:miter lim="800000"/>
              </a:ln>
            </p:spPr>
            <p:txBody>
              <a:bodyPr wrap="none" anchor="ctr"/>
              <a:lstStyle/>
              <a:p>
                <a:endParaRPr lang="zh-CN" altLang="en-US"/>
              </a:p>
            </p:txBody>
          </p:sp>
          <p:sp>
            <p:nvSpPr>
              <p:cNvPr id="22551" name="Rectangle 26"/>
              <p:cNvSpPr>
                <a:spLocks noChangeArrowheads="1"/>
              </p:cNvSpPr>
              <p:nvPr/>
            </p:nvSpPr>
            <p:spPr bwMode="auto">
              <a:xfrm>
                <a:off x="2199" y="3612"/>
                <a:ext cx="137" cy="182"/>
              </a:xfrm>
              <a:prstGeom prst="rect">
                <a:avLst/>
              </a:prstGeom>
              <a:noFill/>
              <a:ln w="28575" cap="sq">
                <a:solidFill>
                  <a:srgbClr val="000080"/>
                </a:solidFill>
                <a:miter lim="800000"/>
              </a:ln>
            </p:spPr>
            <p:txBody>
              <a:bodyPr wrap="none" anchor="ctr"/>
              <a:lstStyle/>
              <a:p>
                <a:endParaRPr lang="zh-CN" altLang="en-US"/>
              </a:p>
            </p:txBody>
          </p:sp>
        </p:grpSp>
        <p:grpSp>
          <p:nvGrpSpPr>
            <p:cNvPr id="11" name="Group 27"/>
            <p:cNvGrpSpPr/>
            <p:nvPr/>
          </p:nvGrpSpPr>
          <p:grpSpPr bwMode="auto">
            <a:xfrm>
              <a:off x="2399" y="3723"/>
              <a:ext cx="409" cy="182"/>
              <a:chOff x="1927" y="3612"/>
              <a:chExt cx="409" cy="182"/>
            </a:xfrm>
          </p:grpSpPr>
          <p:sp>
            <p:nvSpPr>
              <p:cNvPr id="22548" name="Rectangle 28"/>
              <p:cNvSpPr>
                <a:spLocks noChangeArrowheads="1"/>
              </p:cNvSpPr>
              <p:nvPr/>
            </p:nvSpPr>
            <p:spPr bwMode="auto">
              <a:xfrm>
                <a:off x="1927" y="3612"/>
                <a:ext cx="273" cy="182"/>
              </a:xfrm>
              <a:prstGeom prst="rect">
                <a:avLst/>
              </a:prstGeom>
              <a:noFill/>
              <a:ln w="28575" cap="sq">
                <a:solidFill>
                  <a:srgbClr val="000080"/>
                </a:solidFill>
                <a:miter lim="800000"/>
              </a:ln>
            </p:spPr>
            <p:txBody>
              <a:bodyPr wrap="none" anchor="ctr"/>
              <a:lstStyle/>
              <a:p>
                <a:endParaRPr lang="zh-CN" altLang="en-US"/>
              </a:p>
            </p:txBody>
          </p:sp>
          <p:sp>
            <p:nvSpPr>
              <p:cNvPr id="22549" name="Rectangle 29"/>
              <p:cNvSpPr>
                <a:spLocks noChangeArrowheads="1"/>
              </p:cNvSpPr>
              <p:nvPr/>
            </p:nvSpPr>
            <p:spPr bwMode="auto">
              <a:xfrm>
                <a:off x="2199" y="3612"/>
                <a:ext cx="137" cy="182"/>
              </a:xfrm>
              <a:prstGeom prst="rect">
                <a:avLst/>
              </a:prstGeom>
              <a:noFill/>
              <a:ln w="28575" cap="sq">
                <a:solidFill>
                  <a:srgbClr val="000080"/>
                </a:solidFill>
                <a:miter lim="800000"/>
              </a:ln>
            </p:spPr>
            <p:txBody>
              <a:bodyPr wrap="none" anchor="ctr"/>
              <a:lstStyle/>
              <a:p>
                <a:endParaRPr lang="zh-CN" altLang="en-US"/>
              </a:p>
            </p:txBody>
          </p:sp>
        </p:grpSp>
        <p:sp>
          <p:nvSpPr>
            <p:cNvPr id="22540" name="Rectangle 30"/>
            <p:cNvSpPr>
              <a:spLocks noChangeArrowheads="1"/>
            </p:cNvSpPr>
            <p:nvPr/>
          </p:nvSpPr>
          <p:spPr bwMode="auto">
            <a:xfrm>
              <a:off x="4261" y="3625"/>
              <a:ext cx="252" cy="310"/>
            </a:xfrm>
            <a:prstGeom prst="rect">
              <a:avLst/>
            </a:prstGeom>
            <a:noFill/>
            <a:ln w="12700" cap="sq">
              <a:noFill/>
              <a:miter lim="800000"/>
            </a:ln>
          </p:spPr>
          <p:txBody>
            <a:bodyPr>
              <a:spAutoFit/>
            </a:bodyPr>
            <a:lstStyle/>
            <a:p>
              <a:r>
                <a:rPr lang="en-US" altLang="zh-CN" sz="2600">
                  <a:solidFill>
                    <a:schemeClr val="bg1"/>
                  </a:solidFill>
                </a:rPr>
                <a:t>…</a:t>
              </a:r>
              <a:endParaRPr lang="zh-CN" altLang="en-US" sz="2600">
                <a:solidFill>
                  <a:schemeClr val="bg1"/>
                </a:solidFill>
              </a:endParaRPr>
            </a:p>
          </p:txBody>
        </p:sp>
        <p:sp>
          <p:nvSpPr>
            <p:cNvPr id="22541" name="Line 31"/>
            <p:cNvSpPr>
              <a:spLocks noChangeShapeType="1"/>
            </p:cNvSpPr>
            <p:nvPr/>
          </p:nvSpPr>
          <p:spPr bwMode="auto">
            <a:xfrm flipV="1">
              <a:off x="2117" y="3813"/>
              <a:ext cx="272" cy="0"/>
            </a:xfrm>
            <a:prstGeom prst="line">
              <a:avLst/>
            </a:prstGeom>
            <a:noFill/>
            <a:ln w="19050" cap="sq">
              <a:solidFill>
                <a:srgbClr val="000080"/>
              </a:solidFill>
              <a:round/>
              <a:tailEnd type="triangle" w="med" len="med"/>
            </a:ln>
          </p:spPr>
          <p:txBody>
            <a:bodyPr wrap="none" anchor="ctr"/>
            <a:lstStyle/>
            <a:p>
              <a:endParaRPr lang="zh-CN" altLang="en-US"/>
            </a:p>
          </p:txBody>
        </p:sp>
        <p:sp>
          <p:nvSpPr>
            <p:cNvPr id="22542" name="Line 32"/>
            <p:cNvSpPr>
              <a:spLocks noChangeShapeType="1"/>
            </p:cNvSpPr>
            <p:nvPr/>
          </p:nvSpPr>
          <p:spPr bwMode="auto">
            <a:xfrm flipV="1">
              <a:off x="2752" y="3803"/>
              <a:ext cx="272" cy="0"/>
            </a:xfrm>
            <a:prstGeom prst="line">
              <a:avLst/>
            </a:prstGeom>
            <a:noFill/>
            <a:ln w="15875">
              <a:solidFill>
                <a:srgbClr val="000080"/>
              </a:solidFill>
              <a:prstDash val="dash"/>
              <a:round/>
              <a:tailEnd type="triangle" w="med" len="med"/>
            </a:ln>
          </p:spPr>
          <p:txBody>
            <a:bodyPr wrap="none" anchor="ctr"/>
            <a:lstStyle/>
            <a:p>
              <a:endParaRPr lang="zh-CN" altLang="en-US"/>
            </a:p>
          </p:txBody>
        </p:sp>
        <p:sp>
          <p:nvSpPr>
            <p:cNvPr id="22543" name="Line 33"/>
            <p:cNvSpPr>
              <a:spLocks noChangeShapeType="1"/>
            </p:cNvSpPr>
            <p:nvPr/>
          </p:nvSpPr>
          <p:spPr bwMode="auto">
            <a:xfrm flipV="1">
              <a:off x="3348" y="3803"/>
              <a:ext cx="272" cy="0"/>
            </a:xfrm>
            <a:prstGeom prst="line">
              <a:avLst/>
            </a:prstGeom>
            <a:noFill/>
            <a:ln w="19050" cap="sq">
              <a:solidFill>
                <a:srgbClr val="000080"/>
              </a:solidFill>
              <a:round/>
              <a:tailEnd type="triangle" w="med" len="med"/>
            </a:ln>
          </p:spPr>
          <p:txBody>
            <a:bodyPr wrap="none" anchor="ctr"/>
            <a:lstStyle/>
            <a:p>
              <a:endParaRPr lang="zh-CN" altLang="en-US"/>
            </a:p>
          </p:txBody>
        </p:sp>
        <p:sp>
          <p:nvSpPr>
            <p:cNvPr id="22544" name="Line 34"/>
            <p:cNvSpPr>
              <a:spLocks noChangeShapeType="1"/>
            </p:cNvSpPr>
            <p:nvPr/>
          </p:nvSpPr>
          <p:spPr bwMode="auto">
            <a:xfrm flipV="1">
              <a:off x="3979" y="3796"/>
              <a:ext cx="272" cy="0"/>
            </a:xfrm>
            <a:prstGeom prst="line">
              <a:avLst/>
            </a:prstGeom>
            <a:noFill/>
            <a:ln w="19050" cap="sq">
              <a:solidFill>
                <a:srgbClr val="000080"/>
              </a:solidFill>
              <a:round/>
              <a:tailEnd type="triangle" w="med" len="med"/>
            </a:ln>
          </p:spPr>
          <p:txBody>
            <a:bodyPr wrap="none" anchor="ctr"/>
            <a:lstStyle/>
            <a:p>
              <a:endParaRPr lang="zh-CN" altLang="en-US"/>
            </a:p>
          </p:txBody>
        </p:sp>
        <p:sp>
          <p:nvSpPr>
            <p:cNvPr id="22545" name="Freeform 35"/>
            <p:cNvSpPr/>
            <p:nvPr/>
          </p:nvSpPr>
          <p:spPr bwMode="auto">
            <a:xfrm>
              <a:off x="2758" y="3848"/>
              <a:ext cx="862" cy="158"/>
            </a:xfrm>
            <a:custGeom>
              <a:avLst/>
              <a:gdLst>
                <a:gd name="T0" fmla="*/ 0 w 953"/>
                <a:gd name="T1" fmla="*/ 0 h 144"/>
                <a:gd name="T2" fmla="*/ 81 w 953"/>
                <a:gd name="T3" fmla="*/ 193 h 144"/>
                <a:gd name="T4" fmla="*/ 163 w 953"/>
                <a:gd name="T5" fmla="*/ 284 h 144"/>
                <a:gd name="T6" fmla="*/ 264 w 953"/>
                <a:gd name="T7" fmla="*/ 284 h 144"/>
                <a:gd name="T8" fmla="*/ 326 w 953"/>
                <a:gd name="T9" fmla="*/ 284 h 144"/>
                <a:gd name="T10" fmla="*/ 387 w 953"/>
                <a:gd name="T11" fmla="*/ 193 h 144"/>
                <a:gd name="T12" fmla="*/ 428 w 953"/>
                <a:gd name="T13" fmla="*/ 95 h 144"/>
                <a:gd name="T14" fmla="*/ 0 60000 65536"/>
                <a:gd name="T15" fmla="*/ 0 60000 65536"/>
                <a:gd name="T16" fmla="*/ 0 60000 65536"/>
                <a:gd name="T17" fmla="*/ 0 60000 65536"/>
                <a:gd name="T18" fmla="*/ 0 60000 65536"/>
                <a:gd name="T19" fmla="*/ 0 60000 65536"/>
                <a:gd name="T20" fmla="*/ 0 60000 65536"/>
                <a:gd name="T21" fmla="*/ 0 w 953"/>
                <a:gd name="T22" fmla="*/ 0 h 144"/>
                <a:gd name="T23" fmla="*/ 953 w 953"/>
                <a:gd name="T24" fmla="*/ 144 h 1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53" h="144">
                  <a:moveTo>
                    <a:pt x="0" y="0"/>
                  </a:moveTo>
                  <a:cubicBezTo>
                    <a:pt x="61" y="34"/>
                    <a:pt x="122" y="68"/>
                    <a:pt x="182" y="91"/>
                  </a:cubicBezTo>
                  <a:cubicBezTo>
                    <a:pt x="242" y="114"/>
                    <a:pt x="295" y="128"/>
                    <a:pt x="363" y="136"/>
                  </a:cubicBezTo>
                  <a:cubicBezTo>
                    <a:pt x="431" y="144"/>
                    <a:pt x="530" y="136"/>
                    <a:pt x="590" y="136"/>
                  </a:cubicBezTo>
                  <a:cubicBezTo>
                    <a:pt x="650" y="136"/>
                    <a:pt x="681" y="143"/>
                    <a:pt x="726" y="136"/>
                  </a:cubicBezTo>
                  <a:cubicBezTo>
                    <a:pt x="771" y="129"/>
                    <a:pt x="824" y="106"/>
                    <a:pt x="862" y="91"/>
                  </a:cubicBezTo>
                  <a:cubicBezTo>
                    <a:pt x="900" y="76"/>
                    <a:pt x="938" y="53"/>
                    <a:pt x="953" y="46"/>
                  </a:cubicBezTo>
                </a:path>
              </a:pathLst>
            </a:custGeom>
            <a:noFill/>
            <a:ln w="22225" cap="sq" cmpd="sng">
              <a:solidFill>
                <a:srgbClr val="FF0000"/>
              </a:solidFill>
              <a:prstDash val="solid"/>
              <a:round/>
              <a:tailEnd type="stealth" w="med" len="med"/>
            </a:ln>
          </p:spPr>
          <p:txBody>
            <a:bodyPr wrap="none" anchor="ctr"/>
            <a:lstStyle/>
            <a:p>
              <a:endParaRPr lang="zh-CN" altLang="en-US"/>
            </a:p>
          </p:txBody>
        </p:sp>
        <p:sp>
          <p:nvSpPr>
            <p:cNvPr id="22546" name="Text Box 54"/>
            <p:cNvSpPr txBox="1">
              <a:spLocks noChangeArrowheads="1"/>
            </p:cNvSpPr>
            <p:nvPr/>
          </p:nvSpPr>
          <p:spPr bwMode="auto">
            <a:xfrm>
              <a:off x="2971" y="4034"/>
              <a:ext cx="693" cy="291"/>
            </a:xfrm>
            <a:prstGeom prst="rect">
              <a:avLst/>
            </a:prstGeom>
            <a:noFill/>
            <a:ln w="9525">
              <a:noFill/>
              <a:miter lim="800000"/>
            </a:ln>
          </p:spPr>
          <p:txBody>
            <a:bodyPr>
              <a:spAutoFit/>
            </a:bodyPr>
            <a:lstStyle/>
            <a:p>
              <a:pPr>
                <a:spcBef>
                  <a:spcPct val="0"/>
                </a:spcBef>
              </a:pPr>
              <a:r>
                <a:rPr lang="en-US" altLang="zh-CN" sz="2400">
                  <a:solidFill>
                    <a:srgbClr val="000099"/>
                  </a:solidFill>
                  <a:latin typeface="幼圆" pitchFamily="49" charset="-122"/>
                  <a:ea typeface="幼圆" pitchFamily="49" charset="-122"/>
                </a:rPr>
                <a:t>(</a:t>
              </a:r>
              <a:r>
                <a:rPr lang="zh-CN" altLang="en-US" sz="2400">
                  <a:solidFill>
                    <a:srgbClr val="000099"/>
                  </a:solidFill>
                  <a:latin typeface="幼圆" pitchFamily="49" charset="-122"/>
                  <a:ea typeface="幼圆" pitchFamily="49" charset="-122"/>
                </a:rPr>
                <a:t>情况</a:t>
              </a:r>
              <a:r>
                <a:rPr lang="en-US" altLang="zh-CN" sz="2400">
                  <a:solidFill>
                    <a:srgbClr val="000099"/>
                  </a:solidFill>
                  <a:ea typeface="幼圆" pitchFamily="49" charset="-122"/>
                </a:rPr>
                <a:t>2</a:t>
              </a:r>
              <a:r>
                <a:rPr lang="en-US" altLang="zh-CN" sz="2400">
                  <a:solidFill>
                    <a:srgbClr val="000099"/>
                  </a:solidFill>
                  <a:latin typeface="幼圆" pitchFamily="49" charset="-122"/>
                  <a:ea typeface="幼圆" pitchFamily="49" charset="-122"/>
                </a:rPr>
                <a:t>)</a:t>
              </a:r>
              <a:endParaRPr lang="en-US" altLang="zh-CN" sz="2400">
                <a:solidFill>
                  <a:srgbClr val="000099"/>
                </a:solidFill>
                <a:latin typeface="幼圆" pitchFamily="49" charset="-122"/>
                <a:ea typeface="幼圆" pitchFamily="49" charset="-122"/>
              </a:endParaRPr>
            </a:p>
          </p:txBody>
        </p:sp>
        <p:sp>
          <p:nvSpPr>
            <p:cNvPr id="22547" name="Text Box 59"/>
            <p:cNvSpPr txBox="1">
              <a:spLocks noChangeArrowheads="1"/>
            </p:cNvSpPr>
            <p:nvPr/>
          </p:nvSpPr>
          <p:spPr bwMode="auto">
            <a:xfrm>
              <a:off x="2367" y="3489"/>
              <a:ext cx="192" cy="330"/>
            </a:xfrm>
            <a:prstGeom prst="rect">
              <a:avLst/>
            </a:prstGeom>
            <a:noFill/>
            <a:ln w="12700" cap="sq">
              <a:noFill/>
              <a:miter lim="800000"/>
            </a:ln>
          </p:spPr>
          <p:txBody>
            <a:bodyPr>
              <a:spAutoFit/>
            </a:bodyPr>
            <a:lstStyle/>
            <a:p>
              <a:pPr>
                <a:spcBef>
                  <a:spcPct val="0"/>
                </a:spcBef>
              </a:pPr>
              <a:r>
                <a:rPr lang="en-US" altLang="zh-CN" sz="2800">
                  <a:solidFill>
                    <a:srgbClr val="FF0000"/>
                  </a:solidFill>
                </a:rPr>
                <a:t>r</a:t>
              </a:r>
              <a:endParaRPr lang="en-US" altLang="zh-CN" sz="2800">
                <a:solidFill>
                  <a:srgbClr val="FF0000"/>
                </a:solidFill>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righ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bwMode="auto">
          <a:xfrm>
            <a:off x="2173289" y="4251327"/>
            <a:ext cx="7656513" cy="1360488"/>
            <a:chOff x="409" y="2622"/>
            <a:chExt cx="4823" cy="857"/>
          </a:xfrm>
        </p:grpSpPr>
        <p:grpSp>
          <p:nvGrpSpPr>
            <p:cNvPr id="3" name="Group 3"/>
            <p:cNvGrpSpPr/>
            <p:nvPr/>
          </p:nvGrpSpPr>
          <p:grpSpPr bwMode="auto">
            <a:xfrm>
              <a:off x="768" y="3109"/>
              <a:ext cx="480" cy="240"/>
              <a:chOff x="720" y="2496"/>
              <a:chExt cx="480" cy="240"/>
            </a:xfrm>
          </p:grpSpPr>
          <p:sp>
            <p:nvSpPr>
              <p:cNvPr id="23630" name="Rectangle 4"/>
              <p:cNvSpPr>
                <a:spLocks noChangeArrowheads="1"/>
              </p:cNvSpPr>
              <p:nvPr/>
            </p:nvSpPr>
            <p:spPr bwMode="auto">
              <a:xfrm>
                <a:off x="720" y="2496"/>
                <a:ext cx="336" cy="240"/>
              </a:xfrm>
              <a:prstGeom prst="rect">
                <a:avLst/>
              </a:prstGeom>
              <a:noFill/>
              <a:ln w="25400" cap="sq">
                <a:solidFill>
                  <a:srgbClr val="000000"/>
                </a:solidFill>
                <a:miter lim="800000"/>
              </a:ln>
            </p:spPr>
            <p:txBody>
              <a:bodyPr wrap="none" anchor="ctr"/>
              <a:lstStyle/>
              <a:p>
                <a:endParaRPr lang="zh-CN" altLang="en-US"/>
              </a:p>
            </p:txBody>
          </p:sp>
          <p:sp>
            <p:nvSpPr>
              <p:cNvPr id="23631" name="Rectangle 5"/>
              <p:cNvSpPr>
                <a:spLocks noChangeArrowheads="1"/>
              </p:cNvSpPr>
              <p:nvPr/>
            </p:nvSpPr>
            <p:spPr bwMode="auto">
              <a:xfrm>
                <a:off x="1056" y="2496"/>
                <a:ext cx="144" cy="240"/>
              </a:xfrm>
              <a:prstGeom prst="rect">
                <a:avLst/>
              </a:prstGeom>
              <a:noFill/>
              <a:ln w="25400" cap="sq">
                <a:solidFill>
                  <a:srgbClr val="000000"/>
                </a:solidFill>
                <a:miter lim="800000"/>
              </a:ln>
            </p:spPr>
            <p:txBody>
              <a:bodyPr wrap="none" anchor="ctr"/>
              <a:lstStyle/>
              <a:p>
                <a:endParaRPr lang="zh-CN" altLang="en-US"/>
              </a:p>
            </p:txBody>
          </p:sp>
        </p:grpSp>
        <p:grpSp>
          <p:nvGrpSpPr>
            <p:cNvPr id="4" name="Group 6"/>
            <p:cNvGrpSpPr/>
            <p:nvPr/>
          </p:nvGrpSpPr>
          <p:grpSpPr bwMode="auto">
            <a:xfrm>
              <a:off x="1920" y="3109"/>
              <a:ext cx="480" cy="240"/>
              <a:chOff x="720" y="2496"/>
              <a:chExt cx="480" cy="240"/>
            </a:xfrm>
          </p:grpSpPr>
          <p:sp>
            <p:nvSpPr>
              <p:cNvPr id="23628" name="Rectangle 7"/>
              <p:cNvSpPr>
                <a:spLocks noChangeArrowheads="1"/>
              </p:cNvSpPr>
              <p:nvPr/>
            </p:nvSpPr>
            <p:spPr bwMode="auto">
              <a:xfrm>
                <a:off x="720" y="2496"/>
                <a:ext cx="336" cy="240"/>
              </a:xfrm>
              <a:prstGeom prst="rect">
                <a:avLst/>
              </a:prstGeom>
              <a:noFill/>
              <a:ln w="25400" cap="sq">
                <a:solidFill>
                  <a:srgbClr val="000000"/>
                </a:solidFill>
                <a:miter lim="800000"/>
              </a:ln>
            </p:spPr>
            <p:txBody>
              <a:bodyPr wrap="none" anchor="ctr"/>
              <a:lstStyle/>
              <a:p>
                <a:endParaRPr lang="zh-CN" altLang="en-US"/>
              </a:p>
            </p:txBody>
          </p:sp>
          <p:sp>
            <p:nvSpPr>
              <p:cNvPr id="23629" name="Rectangle 8"/>
              <p:cNvSpPr>
                <a:spLocks noChangeArrowheads="1"/>
              </p:cNvSpPr>
              <p:nvPr/>
            </p:nvSpPr>
            <p:spPr bwMode="auto">
              <a:xfrm>
                <a:off x="1056" y="2496"/>
                <a:ext cx="144" cy="240"/>
              </a:xfrm>
              <a:prstGeom prst="rect">
                <a:avLst/>
              </a:prstGeom>
              <a:noFill/>
              <a:ln w="25400" cap="sq">
                <a:solidFill>
                  <a:srgbClr val="000000"/>
                </a:solidFill>
                <a:miter lim="800000"/>
              </a:ln>
            </p:spPr>
            <p:txBody>
              <a:bodyPr wrap="none" anchor="ctr"/>
              <a:lstStyle/>
              <a:p>
                <a:endParaRPr lang="zh-CN" altLang="en-US"/>
              </a:p>
            </p:txBody>
          </p:sp>
        </p:grpSp>
        <p:grpSp>
          <p:nvGrpSpPr>
            <p:cNvPr id="5" name="Group 9"/>
            <p:cNvGrpSpPr/>
            <p:nvPr/>
          </p:nvGrpSpPr>
          <p:grpSpPr bwMode="auto">
            <a:xfrm>
              <a:off x="2677" y="3102"/>
              <a:ext cx="480" cy="240"/>
              <a:chOff x="720" y="2496"/>
              <a:chExt cx="480" cy="240"/>
            </a:xfrm>
          </p:grpSpPr>
          <p:sp>
            <p:nvSpPr>
              <p:cNvPr id="23626" name="Rectangle 10"/>
              <p:cNvSpPr>
                <a:spLocks noChangeArrowheads="1"/>
              </p:cNvSpPr>
              <p:nvPr/>
            </p:nvSpPr>
            <p:spPr bwMode="auto">
              <a:xfrm>
                <a:off x="720" y="2496"/>
                <a:ext cx="336" cy="240"/>
              </a:xfrm>
              <a:prstGeom prst="rect">
                <a:avLst/>
              </a:prstGeom>
              <a:noFill/>
              <a:ln w="25400" cap="sq">
                <a:solidFill>
                  <a:schemeClr val="accent2"/>
                </a:solidFill>
                <a:miter lim="800000"/>
              </a:ln>
            </p:spPr>
            <p:txBody>
              <a:bodyPr wrap="none" anchor="ctr"/>
              <a:lstStyle/>
              <a:p>
                <a:endParaRPr lang="zh-CN" altLang="en-US"/>
              </a:p>
            </p:txBody>
          </p:sp>
          <p:sp>
            <p:nvSpPr>
              <p:cNvPr id="23627" name="Rectangle 11"/>
              <p:cNvSpPr>
                <a:spLocks noChangeArrowheads="1"/>
              </p:cNvSpPr>
              <p:nvPr/>
            </p:nvSpPr>
            <p:spPr bwMode="auto">
              <a:xfrm>
                <a:off x="1056" y="2496"/>
                <a:ext cx="144" cy="240"/>
              </a:xfrm>
              <a:prstGeom prst="rect">
                <a:avLst/>
              </a:prstGeom>
              <a:noFill/>
              <a:ln w="25400" cap="sq">
                <a:solidFill>
                  <a:schemeClr val="accent2"/>
                </a:solidFill>
                <a:miter lim="800000"/>
              </a:ln>
            </p:spPr>
            <p:txBody>
              <a:bodyPr wrap="none" anchor="ctr"/>
              <a:lstStyle/>
              <a:p>
                <a:endParaRPr lang="zh-CN" altLang="en-US"/>
              </a:p>
            </p:txBody>
          </p:sp>
        </p:grpSp>
        <p:grpSp>
          <p:nvGrpSpPr>
            <p:cNvPr id="6" name="Group 12"/>
            <p:cNvGrpSpPr/>
            <p:nvPr/>
          </p:nvGrpSpPr>
          <p:grpSpPr bwMode="auto">
            <a:xfrm>
              <a:off x="3456" y="3102"/>
              <a:ext cx="480" cy="240"/>
              <a:chOff x="720" y="2496"/>
              <a:chExt cx="480" cy="240"/>
            </a:xfrm>
          </p:grpSpPr>
          <p:sp>
            <p:nvSpPr>
              <p:cNvPr id="23624" name="Rectangle 13"/>
              <p:cNvSpPr>
                <a:spLocks noChangeArrowheads="1"/>
              </p:cNvSpPr>
              <p:nvPr/>
            </p:nvSpPr>
            <p:spPr bwMode="auto">
              <a:xfrm>
                <a:off x="720" y="2496"/>
                <a:ext cx="336" cy="240"/>
              </a:xfrm>
              <a:prstGeom prst="rect">
                <a:avLst/>
              </a:prstGeom>
              <a:noFill/>
              <a:ln w="25400" cap="sq">
                <a:solidFill>
                  <a:srgbClr val="000000"/>
                </a:solidFill>
                <a:miter lim="800000"/>
              </a:ln>
            </p:spPr>
            <p:txBody>
              <a:bodyPr wrap="none" anchor="ctr"/>
              <a:lstStyle/>
              <a:p>
                <a:endParaRPr lang="zh-CN" altLang="en-US"/>
              </a:p>
            </p:txBody>
          </p:sp>
          <p:sp>
            <p:nvSpPr>
              <p:cNvPr id="23625" name="Rectangle 14"/>
              <p:cNvSpPr>
                <a:spLocks noChangeArrowheads="1"/>
              </p:cNvSpPr>
              <p:nvPr/>
            </p:nvSpPr>
            <p:spPr bwMode="auto">
              <a:xfrm>
                <a:off x="1056" y="2496"/>
                <a:ext cx="144" cy="240"/>
              </a:xfrm>
              <a:prstGeom prst="rect">
                <a:avLst/>
              </a:prstGeom>
              <a:noFill/>
              <a:ln w="25400" cap="sq">
                <a:solidFill>
                  <a:srgbClr val="000000"/>
                </a:solidFill>
                <a:miter lim="800000"/>
              </a:ln>
            </p:spPr>
            <p:txBody>
              <a:bodyPr wrap="none" anchor="ctr"/>
              <a:lstStyle/>
              <a:p>
                <a:endParaRPr lang="zh-CN" altLang="en-US"/>
              </a:p>
            </p:txBody>
          </p:sp>
        </p:grpSp>
        <p:grpSp>
          <p:nvGrpSpPr>
            <p:cNvPr id="7" name="Group 15"/>
            <p:cNvGrpSpPr/>
            <p:nvPr/>
          </p:nvGrpSpPr>
          <p:grpSpPr bwMode="auto">
            <a:xfrm>
              <a:off x="4704" y="3109"/>
              <a:ext cx="480" cy="240"/>
              <a:chOff x="720" y="2496"/>
              <a:chExt cx="480" cy="240"/>
            </a:xfrm>
          </p:grpSpPr>
          <p:sp>
            <p:nvSpPr>
              <p:cNvPr id="23622" name="Rectangle 16"/>
              <p:cNvSpPr>
                <a:spLocks noChangeArrowheads="1"/>
              </p:cNvSpPr>
              <p:nvPr/>
            </p:nvSpPr>
            <p:spPr bwMode="auto">
              <a:xfrm>
                <a:off x="720" y="2496"/>
                <a:ext cx="336" cy="240"/>
              </a:xfrm>
              <a:prstGeom prst="rect">
                <a:avLst/>
              </a:prstGeom>
              <a:noFill/>
              <a:ln w="25400" cap="sq">
                <a:solidFill>
                  <a:srgbClr val="000000"/>
                </a:solidFill>
                <a:miter lim="800000"/>
              </a:ln>
            </p:spPr>
            <p:txBody>
              <a:bodyPr wrap="none" anchor="ctr"/>
              <a:lstStyle/>
              <a:p>
                <a:endParaRPr lang="zh-CN" altLang="en-US"/>
              </a:p>
            </p:txBody>
          </p:sp>
          <p:sp>
            <p:nvSpPr>
              <p:cNvPr id="23623" name="Rectangle 17"/>
              <p:cNvSpPr>
                <a:spLocks noChangeArrowheads="1"/>
              </p:cNvSpPr>
              <p:nvPr/>
            </p:nvSpPr>
            <p:spPr bwMode="auto">
              <a:xfrm>
                <a:off x="1056" y="2496"/>
                <a:ext cx="144" cy="240"/>
              </a:xfrm>
              <a:prstGeom prst="rect">
                <a:avLst/>
              </a:prstGeom>
              <a:noFill/>
              <a:ln w="25400" cap="sq">
                <a:solidFill>
                  <a:srgbClr val="000000"/>
                </a:solidFill>
                <a:miter lim="800000"/>
              </a:ln>
            </p:spPr>
            <p:txBody>
              <a:bodyPr wrap="none" anchor="ctr"/>
              <a:lstStyle/>
              <a:p>
                <a:endParaRPr lang="zh-CN" altLang="en-US"/>
              </a:p>
            </p:txBody>
          </p:sp>
        </p:grpSp>
        <p:sp>
          <p:nvSpPr>
            <p:cNvPr id="23609" name="Rectangle 18"/>
            <p:cNvSpPr>
              <a:spLocks noChangeArrowheads="1"/>
            </p:cNvSpPr>
            <p:nvPr/>
          </p:nvSpPr>
          <p:spPr bwMode="auto">
            <a:xfrm>
              <a:off x="5004" y="3072"/>
              <a:ext cx="228" cy="407"/>
            </a:xfrm>
            <a:prstGeom prst="rect">
              <a:avLst/>
            </a:prstGeom>
            <a:noFill/>
            <a:ln w="12700" cap="sq">
              <a:noFill/>
              <a:miter lim="800000"/>
            </a:ln>
          </p:spPr>
          <p:txBody>
            <a:bodyPr wrap="none">
              <a:spAutoFit/>
            </a:bodyPr>
            <a:lstStyle/>
            <a:p>
              <a:pPr algn="ctr"/>
              <a:r>
                <a:rPr lang="zh-CN" altLang="en-US" sz="3600">
                  <a:solidFill>
                    <a:schemeClr val="bg1"/>
                  </a:solidFill>
                </a:rPr>
                <a:t>^</a:t>
              </a:r>
              <a:endParaRPr lang="zh-CN" altLang="en-US" sz="3600">
                <a:solidFill>
                  <a:schemeClr val="bg1"/>
                </a:solidFill>
              </a:endParaRPr>
            </a:p>
          </p:txBody>
        </p:sp>
        <p:sp>
          <p:nvSpPr>
            <p:cNvPr id="23610" name="Line 19"/>
            <p:cNvSpPr>
              <a:spLocks noChangeShapeType="1"/>
            </p:cNvSpPr>
            <p:nvPr/>
          </p:nvSpPr>
          <p:spPr bwMode="auto">
            <a:xfrm>
              <a:off x="1200" y="3220"/>
              <a:ext cx="240"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23611" name="Line 20"/>
            <p:cNvSpPr>
              <a:spLocks noChangeShapeType="1"/>
            </p:cNvSpPr>
            <p:nvPr/>
          </p:nvSpPr>
          <p:spPr bwMode="auto">
            <a:xfrm>
              <a:off x="1680" y="3224"/>
              <a:ext cx="240" cy="0"/>
            </a:xfrm>
            <a:prstGeom prst="line">
              <a:avLst/>
            </a:prstGeom>
            <a:noFill/>
            <a:ln w="19050" cap="sq">
              <a:solidFill>
                <a:schemeClr val="bg1"/>
              </a:solidFill>
              <a:round/>
              <a:tailEnd type="triangle" w="med" len="med"/>
            </a:ln>
          </p:spPr>
          <p:txBody>
            <a:bodyPr wrap="none" anchor="ctr"/>
            <a:lstStyle/>
            <a:p>
              <a:endParaRPr lang="zh-CN" altLang="en-US"/>
            </a:p>
          </p:txBody>
        </p:sp>
        <p:sp>
          <p:nvSpPr>
            <p:cNvPr id="23612" name="Line 21"/>
            <p:cNvSpPr>
              <a:spLocks noChangeShapeType="1"/>
            </p:cNvSpPr>
            <p:nvPr/>
          </p:nvSpPr>
          <p:spPr bwMode="auto">
            <a:xfrm>
              <a:off x="3851" y="3220"/>
              <a:ext cx="240"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23613" name="Line 22"/>
            <p:cNvSpPr>
              <a:spLocks noChangeShapeType="1"/>
            </p:cNvSpPr>
            <p:nvPr/>
          </p:nvSpPr>
          <p:spPr bwMode="auto">
            <a:xfrm>
              <a:off x="4475" y="3220"/>
              <a:ext cx="240"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23614" name="Line 23"/>
            <p:cNvSpPr>
              <a:spLocks noChangeShapeType="1"/>
            </p:cNvSpPr>
            <p:nvPr/>
          </p:nvSpPr>
          <p:spPr bwMode="auto">
            <a:xfrm flipV="1">
              <a:off x="2341" y="3220"/>
              <a:ext cx="336"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23615" name="Line 24"/>
            <p:cNvSpPr>
              <a:spLocks noChangeShapeType="1"/>
            </p:cNvSpPr>
            <p:nvPr/>
          </p:nvSpPr>
          <p:spPr bwMode="auto">
            <a:xfrm flipV="1">
              <a:off x="3105" y="3220"/>
              <a:ext cx="336"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23616" name="Rectangle 25"/>
            <p:cNvSpPr>
              <a:spLocks noChangeArrowheads="1"/>
            </p:cNvSpPr>
            <p:nvPr/>
          </p:nvSpPr>
          <p:spPr bwMode="auto">
            <a:xfrm>
              <a:off x="4168" y="3017"/>
              <a:ext cx="251" cy="291"/>
            </a:xfrm>
            <a:prstGeom prst="rect">
              <a:avLst/>
            </a:prstGeom>
            <a:noFill/>
            <a:ln w="12700" cap="sq">
              <a:noFill/>
              <a:miter lim="800000"/>
            </a:ln>
          </p:spPr>
          <p:txBody>
            <a:bodyPr wrap="none">
              <a:spAutoFit/>
            </a:bodyPr>
            <a:lstStyle/>
            <a:p>
              <a:pPr algn="ctr"/>
              <a:r>
                <a:rPr lang="en-US" altLang="zh-CN" sz="2400" dirty="0"/>
                <a:t>…</a:t>
              </a:r>
              <a:endParaRPr lang="zh-CN" altLang="en-US" sz="2400" dirty="0">
                <a:latin typeface="宋体" pitchFamily="2" charset="-122"/>
              </a:endParaRPr>
            </a:p>
          </p:txBody>
        </p:sp>
        <p:sp>
          <p:nvSpPr>
            <p:cNvPr id="23617" name="Rectangle 26"/>
            <p:cNvSpPr>
              <a:spLocks noChangeArrowheads="1"/>
            </p:cNvSpPr>
            <p:nvPr/>
          </p:nvSpPr>
          <p:spPr bwMode="auto">
            <a:xfrm>
              <a:off x="1454" y="3025"/>
              <a:ext cx="251" cy="291"/>
            </a:xfrm>
            <a:prstGeom prst="rect">
              <a:avLst/>
            </a:prstGeom>
            <a:noFill/>
            <a:ln w="12700" cap="sq">
              <a:noFill/>
              <a:miter lim="800000"/>
            </a:ln>
          </p:spPr>
          <p:txBody>
            <a:bodyPr wrap="none">
              <a:spAutoFit/>
            </a:bodyPr>
            <a:lstStyle/>
            <a:p>
              <a:pPr algn="ctr"/>
              <a:r>
                <a:rPr lang="en-US" altLang="zh-CN" sz="2400" dirty="0"/>
                <a:t>…</a:t>
              </a:r>
              <a:endParaRPr lang="zh-CN" altLang="en-US" sz="2400" dirty="0">
                <a:latin typeface="宋体" pitchFamily="2" charset="-122"/>
              </a:endParaRPr>
            </a:p>
          </p:txBody>
        </p:sp>
        <p:sp>
          <p:nvSpPr>
            <p:cNvPr id="23618" name="Rectangle 27"/>
            <p:cNvSpPr>
              <a:spLocks noChangeArrowheads="1"/>
            </p:cNvSpPr>
            <p:nvPr/>
          </p:nvSpPr>
          <p:spPr bwMode="auto">
            <a:xfrm>
              <a:off x="409" y="2622"/>
              <a:ext cx="407" cy="407"/>
            </a:xfrm>
            <a:prstGeom prst="rect">
              <a:avLst/>
            </a:prstGeom>
            <a:noFill/>
            <a:ln w="12700" cap="sq">
              <a:noFill/>
              <a:miter lim="800000"/>
            </a:ln>
          </p:spPr>
          <p:txBody>
            <a:bodyPr wrap="none">
              <a:spAutoFit/>
            </a:bodyPr>
            <a:lstStyle/>
            <a:p>
              <a:pPr algn="ctr"/>
              <a:r>
                <a:rPr lang="en-US" altLang="zh-CN" sz="3600">
                  <a:solidFill>
                    <a:schemeClr val="accent2"/>
                  </a:solidFill>
                </a:rPr>
                <a:t>list</a:t>
              </a:r>
              <a:endParaRPr lang="en-US" altLang="zh-CN" sz="3600">
                <a:solidFill>
                  <a:schemeClr val="accent2"/>
                </a:solidFill>
              </a:endParaRPr>
            </a:p>
          </p:txBody>
        </p:sp>
        <p:sp>
          <p:nvSpPr>
            <p:cNvPr id="23619" name="Line 28"/>
            <p:cNvSpPr>
              <a:spLocks noChangeShapeType="1"/>
            </p:cNvSpPr>
            <p:nvPr/>
          </p:nvSpPr>
          <p:spPr bwMode="auto">
            <a:xfrm>
              <a:off x="624" y="2910"/>
              <a:ext cx="144" cy="192"/>
            </a:xfrm>
            <a:prstGeom prst="line">
              <a:avLst/>
            </a:prstGeom>
            <a:noFill/>
            <a:ln w="19050" cap="sq">
              <a:solidFill>
                <a:schemeClr val="accent2"/>
              </a:solidFill>
              <a:round/>
              <a:tailEnd type="triangle" w="med" len="med"/>
            </a:ln>
          </p:spPr>
          <p:txBody>
            <a:bodyPr wrap="none" anchor="ctr"/>
            <a:lstStyle/>
            <a:p>
              <a:endParaRPr lang="zh-CN" altLang="en-US"/>
            </a:p>
          </p:txBody>
        </p:sp>
        <p:sp>
          <p:nvSpPr>
            <p:cNvPr id="23620" name="Rectangle 29"/>
            <p:cNvSpPr>
              <a:spLocks noChangeArrowheads="1"/>
            </p:cNvSpPr>
            <p:nvPr/>
          </p:nvSpPr>
          <p:spPr bwMode="auto">
            <a:xfrm>
              <a:off x="2601" y="2796"/>
              <a:ext cx="249" cy="407"/>
            </a:xfrm>
            <a:prstGeom prst="rect">
              <a:avLst/>
            </a:prstGeom>
            <a:noFill/>
            <a:ln w="12700" cap="sq">
              <a:noFill/>
              <a:miter lim="800000"/>
            </a:ln>
          </p:spPr>
          <p:txBody>
            <a:bodyPr wrap="none">
              <a:spAutoFit/>
            </a:bodyPr>
            <a:lstStyle/>
            <a:p>
              <a:pPr algn="ctr"/>
              <a:r>
                <a:rPr lang="en-US" altLang="zh-CN" sz="3600" dirty="0">
                  <a:solidFill>
                    <a:schemeClr val="accent2"/>
                  </a:solidFill>
                </a:rPr>
                <a:t>p</a:t>
              </a:r>
              <a:endParaRPr lang="en-US" altLang="zh-CN" sz="3600" dirty="0">
                <a:solidFill>
                  <a:schemeClr val="accent2"/>
                </a:solidFill>
              </a:endParaRPr>
            </a:p>
          </p:txBody>
        </p:sp>
        <p:sp>
          <p:nvSpPr>
            <p:cNvPr id="23621" name="Rectangle 30"/>
            <p:cNvSpPr>
              <a:spLocks noChangeArrowheads="1"/>
            </p:cNvSpPr>
            <p:nvPr/>
          </p:nvSpPr>
          <p:spPr bwMode="auto">
            <a:xfrm>
              <a:off x="1885" y="2799"/>
              <a:ext cx="196" cy="407"/>
            </a:xfrm>
            <a:prstGeom prst="rect">
              <a:avLst/>
            </a:prstGeom>
            <a:noFill/>
            <a:ln w="12700" cap="sq">
              <a:noFill/>
              <a:miter lim="800000"/>
            </a:ln>
          </p:spPr>
          <p:txBody>
            <a:bodyPr wrap="none">
              <a:spAutoFit/>
            </a:bodyPr>
            <a:lstStyle/>
            <a:p>
              <a:pPr algn="ctr"/>
              <a:r>
                <a:rPr lang="en-US" altLang="zh-CN" sz="3600">
                  <a:solidFill>
                    <a:srgbClr val="0033CC"/>
                  </a:solidFill>
                </a:rPr>
                <a:t>r</a:t>
              </a:r>
              <a:endParaRPr lang="en-US" altLang="zh-CN" sz="3600">
                <a:solidFill>
                  <a:srgbClr val="0033CC"/>
                </a:solidFill>
              </a:endParaRPr>
            </a:p>
          </p:txBody>
        </p:sp>
      </p:grpSp>
      <p:grpSp>
        <p:nvGrpSpPr>
          <p:cNvPr id="8" name="Group 31"/>
          <p:cNvGrpSpPr/>
          <p:nvPr/>
        </p:nvGrpSpPr>
        <p:grpSpPr bwMode="auto">
          <a:xfrm>
            <a:off x="1944689" y="2544764"/>
            <a:ext cx="7696201" cy="1360488"/>
            <a:chOff x="265" y="1662"/>
            <a:chExt cx="4848" cy="857"/>
          </a:xfrm>
        </p:grpSpPr>
        <p:grpSp>
          <p:nvGrpSpPr>
            <p:cNvPr id="9" name="Group 32"/>
            <p:cNvGrpSpPr/>
            <p:nvPr/>
          </p:nvGrpSpPr>
          <p:grpSpPr bwMode="auto">
            <a:xfrm>
              <a:off x="649" y="2149"/>
              <a:ext cx="480" cy="240"/>
              <a:chOff x="720" y="2496"/>
              <a:chExt cx="480" cy="240"/>
            </a:xfrm>
          </p:grpSpPr>
          <p:sp>
            <p:nvSpPr>
              <p:cNvPr id="23602" name="Rectangle 33"/>
              <p:cNvSpPr>
                <a:spLocks noChangeArrowheads="1"/>
              </p:cNvSpPr>
              <p:nvPr/>
            </p:nvSpPr>
            <p:spPr bwMode="auto">
              <a:xfrm>
                <a:off x="720" y="2496"/>
                <a:ext cx="336" cy="240"/>
              </a:xfrm>
              <a:prstGeom prst="rect">
                <a:avLst/>
              </a:prstGeom>
              <a:noFill/>
              <a:ln w="25400" cap="sq">
                <a:solidFill>
                  <a:srgbClr val="000000"/>
                </a:solidFill>
                <a:miter lim="800000"/>
              </a:ln>
            </p:spPr>
            <p:txBody>
              <a:bodyPr wrap="none" anchor="ctr"/>
              <a:lstStyle/>
              <a:p>
                <a:endParaRPr lang="zh-CN" altLang="en-US"/>
              </a:p>
            </p:txBody>
          </p:sp>
          <p:sp>
            <p:nvSpPr>
              <p:cNvPr id="23603" name="Rectangle 34"/>
              <p:cNvSpPr>
                <a:spLocks noChangeArrowheads="1"/>
              </p:cNvSpPr>
              <p:nvPr/>
            </p:nvSpPr>
            <p:spPr bwMode="auto">
              <a:xfrm>
                <a:off x="1056" y="2496"/>
                <a:ext cx="144" cy="240"/>
              </a:xfrm>
              <a:prstGeom prst="rect">
                <a:avLst/>
              </a:prstGeom>
              <a:noFill/>
              <a:ln w="25400" cap="sq">
                <a:solidFill>
                  <a:srgbClr val="000000"/>
                </a:solidFill>
                <a:miter lim="800000"/>
              </a:ln>
            </p:spPr>
            <p:txBody>
              <a:bodyPr wrap="none" anchor="ctr"/>
              <a:lstStyle/>
              <a:p>
                <a:endParaRPr lang="zh-CN" altLang="en-US"/>
              </a:p>
            </p:txBody>
          </p:sp>
        </p:grpSp>
        <p:grpSp>
          <p:nvGrpSpPr>
            <p:cNvPr id="10" name="Group 35"/>
            <p:cNvGrpSpPr/>
            <p:nvPr/>
          </p:nvGrpSpPr>
          <p:grpSpPr bwMode="auto">
            <a:xfrm>
              <a:off x="1801" y="2149"/>
              <a:ext cx="480" cy="240"/>
              <a:chOff x="720" y="2496"/>
              <a:chExt cx="480" cy="240"/>
            </a:xfrm>
          </p:grpSpPr>
          <p:sp>
            <p:nvSpPr>
              <p:cNvPr id="23600" name="Rectangle 36"/>
              <p:cNvSpPr>
                <a:spLocks noChangeArrowheads="1"/>
              </p:cNvSpPr>
              <p:nvPr/>
            </p:nvSpPr>
            <p:spPr bwMode="auto">
              <a:xfrm>
                <a:off x="720" y="2496"/>
                <a:ext cx="336" cy="240"/>
              </a:xfrm>
              <a:prstGeom prst="rect">
                <a:avLst/>
              </a:prstGeom>
              <a:noFill/>
              <a:ln w="25400" cap="sq">
                <a:solidFill>
                  <a:srgbClr val="000000"/>
                </a:solidFill>
                <a:miter lim="800000"/>
              </a:ln>
            </p:spPr>
            <p:txBody>
              <a:bodyPr wrap="none" anchor="ctr"/>
              <a:lstStyle/>
              <a:p>
                <a:endParaRPr lang="zh-CN" altLang="en-US"/>
              </a:p>
            </p:txBody>
          </p:sp>
          <p:sp>
            <p:nvSpPr>
              <p:cNvPr id="23601" name="Rectangle 37"/>
              <p:cNvSpPr>
                <a:spLocks noChangeArrowheads="1"/>
              </p:cNvSpPr>
              <p:nvPr/>
            </p:nvSpPr>
            <p:spPr bwMode="auto">
              <a:xfrm>
                <a:off x="1056" y="2496"/>
                <a:ext cx="144" cy="240"/>
              </a:xfrm>
              <a:prstGeom prst="rect">
                <a:avLst/>
              </a:prstGeom>
              <a:noFill/>
              <a:ln w="25400" cap="sq">
                <a:solidFill>
                  <a:srgbClr val="000000"/>
                </a:solidFill>
                <a:miter lim="800000"/>
              </a:ln>
            </p:spPr>
            <p:txBody>
              <a:bodyPr wrap="none" anchor="ctr"/>
              <a:lstStyle/>
              <a:p>
                <a:endParaRPr lang="zh-CN" altLang="en-US"/>
              </a:p>
            </p:txBody>
          </p:sp>
        </p:grpSp>
        <p:grpSp>
          <p:nvGrpSpPr>
            <p:cNvPr id="11" name="Group 38"/>
            <p:cNvGrpSpPr/>
            <p:nvPr/>
          </p:nvGrpSpPr>
          <p:grpSpPr bwMode="auto">
            <a:xfrm>
              <a:off x="2558" y="2142"/>
              <a:ext cx="480" cy="240"/>
              <a:chOff x="720" y="2496"/>
              <a:chExt cx="480" cy="240"/>
            </a:xfrm>
          </p:grpSpPr>
          <p:sp>
            <p:nvSpPr>
              <p:cNvPr id="23598" name="Rectangle 39"/>
              <p:cNvSpPr>
                <a:spLocks noChangeArrowheads="1"/>
              </p:cNvSpPr>
              <p:nvPr/>
            </p:nvSpPr>
            <p:spPr bwMode="auto">
              <a:xfrm>
                <a:off x="720" y="2496"/>
                <a:ext cx="336" cy="240"/>
              </a:xfrm>
              <a:prstGeom prst="rect">
                <a:avLst/>
              </a:prstGeom>
              <a:noFill/>
              <a:ln w="25400" cap="sq">
                <a:solidFill>
                  <a:schemeClr val="accent2"/>
                </a:solidFill>
                <a:miter lim="800000"/>
              </a:ln>
            </p:spPr>
            <p:txBody>
              <a:bodyPr wrap="none" anchor="ctr"/>
              <a:lstStyle/>
              <a:p>
                <a:endParaRPr lang="zh-CN" altLang="en-US"/>
              </a:p>
            </p:txBody>
          </p:sp>
          <p:sp>
            <p:nvSpPr>
              <p:cNvPr id="23599" name="Rectangle 40"/>
              <p:cNvSpPr>
                <a:spLocks noChangeArrowheads="1"/>
              </p:cNvSpPr>
              <p:nvPr/>
            </p:nvSpPr>
            <p:spPr bwMode="auto">
              <a:xfrm>
                <a:off x="1056" y="2496"/>
                <a:ext cx="144" cy="240"/>
              </a:xfrm>
              <a:prstGeom prst="rect">
                <a:avLst/>
              </a:prstGeom>
              <a:noFill/>
              <a:ln w="25400" cap="sq">
                <a:solidFill>
                  <a:schemeClr val="accent2"/>
                </a:solidFill>
                <a:miter lim="800000"/>
              </a:ln>
            </p:spPr>
            <p:txBody>
              <a:bodyPr wrap="none" anchor="ctr"/>
              <a:lstStyle/>
              <a:p>
                <a:endParaRPr lang="zh-CN" altLang="en-US"/>
              </a:p>
            </p:txBody>
          </p:sp>
        </p:grpSp>
        <p:grpSp>
          <p:nvGrpSpPr>
            <p:cNvPr id="12" name="Group 41"/>
            <p:cNvGrpSpPr/>
            <p:nvPr/>
          </p:nvGrpSpPr>
          <p:grpSpPr bwMode="auto">
            <a:xfrm>
              <a:off x="3337" y="2142"/>
              <a:ext cx="480" cy="240"/>
              <a:chOff x="720" y="2496"/>
              <a:chExt cx="480" cy="240"/>
            </a:xfrm>
          </p:grpSpPr>
          <p:sp>
            <p:nvSpPr>
              <p:cNvPr id="23596" name="Rectangle 42"/>
              <p:cNvSpPr>
                <a:spLocks noChangeArrowheads="1"/>
              </p:cNvSpPr>
              <p:nvPr/>
            </p:nvSpPr>
            <p:spPr bwMode="auto">
              <a:xfrm>
                <a:off x="720" y="2496"/>
                <a:ext cx="336" cy="240"/>
              </a:xfrm>
              <a:prstGeom prst="rect">
                <a:avLst/>
              </a:prstGeom>
              <a:noFill/>
              <a:ln w="25400" cap="sq">
                <a:solidFill>
                  <a:srgbClr val="000000"/>
                </a:solidFill>
                <a:miter lim="800000"/>
              </a:ln>
            </p:spPr>
            <p:txBody>
              <a:bodyPr wrap="none" anchor="ctr"/>
              <a:lstStyle/>
              <a:p>
                <a:endParaRPr lang="zh-CN" altLang="en-US"/>
              </a:p>
            </p:txBody>
          </p:sp>
          <p:sp>
            <p:nvSpPr>
              <p:cNvPr id="23597" name="Rectangle 43"/>
              <p:cNvSpPr>
                <a:spLocks noChangeArrowheads="1"/>
              </p:cNvSpPr>
              <p:nvPr/>
            </p:nvSpPr>
            <p:spPr bwMode="auto">
              <a:xfrm>
                <a:off x="1056" y="2496"/>
                <a:ext cx="144" cy="240"/>
              </a:xfrm>
              <a:prstGeom prst="rect">
                <a:avLst/>
              </a:prstGeom>
              <a:noFill/>
              <a:ln w="25400" cap="sq">
                <a:solidFill>
                  <a:srgbClr val="000000"/>
                </a:solidFill>
                <a:miter lim="800000"/>
              </a:ln>
            </p:spPr>
            <p:txBody>
              <a:bodyPr wrap="none" anchor="ctr"/>
              <a:lstStyle/>
              <a:p>
                <a:endParaRPr lang="zh-CN" altLang="en-US"/>
              </a:p>
            </p:txBody>
          </p:sp>
        </p:grpSp>
        <p:grpSp>
          <p:nvGrpSpPr>
            <p:cNvPr id="13" name="Group 44"/>
            <p:cNvGrpSpPr/>
            <p:nvPr/>
          </p:nvGrpSpPr>
          <p:grpSpPr bwMode="auto">
            <a:xfrm>
              <a:off x="4585" y="2149"/>
              <a:ext cx="480" cy="240"/>
              <a:chOff x="720" y="2496"/>
              <a:chExt cx="480" cy="240"/>
            </a:xfrm>
          </p:grpSpPr>
          <p:sp>
            <p:nvSpPr>
              <p:cNvPr id="23594" name="Rectangle 45"/>
              <p:cNvSpPr>
                <a:spLocks noChangeArrowheads="1"/>
              </p:cNvSpPr>
              <p:nvPr/>
            </p:nvSpPr>
            <p:spPr bwMode="auto">
              <a:xfrm>
                <a:off x="720" y="2496"/>
                <a:ext cx="336" cy="240"/>
              </a:xfrm>
              <a:prstGeom prst="rect">
                <a:avLst/>
              </a:prstGeom>
              <a:noFill/>
              <a:ln w="25400" cap="sq">
                <a:solidFill>
                  <a:srgbClr val="000000"/>
                </a:solidFill>
                <a:miter lim="800000"/>
              </a:ln>
            </p:spPr>
            <p:txBody>
              <a:bodyPr wrap="none" anchor="ctr"/>
              <a:lstStyle/>
              <a:p>
                <a:endParaRPr lang="zh-CN" altLang="en-US"/>
              </a:p>
            </p:txBody>
          </p:sp>
          <p:sp>
            <p:nvSpPr>
              <p:cNvPr id="23595" name="Rectangle 46"/>
              <p:cNvSpPr>
                <a:spLocks noChangeArrowheads="1"/>
              </p:cNvSpPr>
              <p:nvPr/>
            </p:nvSpPr>
            <p:spPr bwMode="auto">
              <a:xfrm>
                <a:off x="1056" y="2496"/>
                <a:ext cx="144" cy="240"/>
              </a:xfrm>
              <a:prstGeom prst="rect">
                <a:avLst/>
              </a:prstGeom>
              <a:noFill/>
              <a:ln w="25400" cap="sq">
                <a:solidFill>
                  <a:srgbClr val="000000"/>
                </a:solidFill>
                <a:miter lim="800000"/>
              </a:ln>
            </p:spPr>
            <p:txBody>
              <a:bodyPr wrap="none" anchor="ctr"/>
              <a:lstStyle/>
              <a:p>
                <a:endParaRPr lang="zh-CN" altLang="en-US"/>
              </a:p>
            </p:txBody>
          </p:sp>
        </p:grpSp>
        <p:sp>
          <p:nvSpPr>
            <p:cNvPr id="23582" name="Rectangle 47"/>
            <p:cNvSpPr>
              <a:spLocks noChangeArrowheads="1"/>
            </p:cNvSpPr>
            <p:nvPr/>
          </p:nvSpPr>
          <p:spPr bwMode="auto">
            <a:xfrm>
              <a:off x="4885" y="2112"/>
              <a:ext cx="228" cy="407"/>
            </a:xfrm>
            <a:prstGeom prst="rect">
              <a:avLst/>
            </a:prstGeom>
            <a:noFill/>
            <a:ln w="12700" cap="sq">
              <a:noFill/>
              <a:miter lim="800000"/>
            </a:ln>
          </p:spPr>
          <p:txBody>
            <a:bodyPr wrap="none">
              <a:spAutoFit/>
            </a:bodyPr>
            <a:lstStyle/>
            <a:p>
              <a:pPr algn="ctr"/>
              <a:r>
                <a:rPr lang="zh-CN" altLang="en-US" sz="3600">
                  <a:solidFill>
                    <a:schemeClr val="bg1"/>
                  </a:solidFill>
                </a:rPr>
                <a:t>^</a:t>
              </a:r>
              <a:endParaRPr lang="zh-CN" altLang="en-US" sz="3600">
                <a:solidFill>
                  <a:schemeClr val="bg1"/>
                </a:solidFill>
              </a:endParaRPr>
            </a:p>
          </p:txBody>
        </p:sp>
        <p:sp>
          <p:nvSpPr>
            <p:cNvPr id="23583" name="Line 48"/>
            <p:cNvSpPr>
              <a:spLocks noChangeShapeType="1"/>
            </p:cNvSpPr>
            <p:nvPr/>
          </p:nvSpPr>
          <p:spPr bwMode="auto">
            <a:xfrm>
              <a:off x="1081" y="2260"/>
              <a:ext cx="240"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23584" name="Line 49"/>
            <p:cNvSpPr>
              <a:spLocks noChangeShapeType="1"/>
            </p:cNvSpPr>
            <p:nvPr/>
          </p:nvSpPr>
          <p:spPr bwMode="auto">
            <a:xfrm>
              <a:off x="1561" y="2264"/>
              <a:ext cx="240" cy="0"/>
            </a:xfrm>
            <a:prstGeom prst="line">
              <a:avLst/>
            </a:prstGeom>
            <a:noFill/>
            <a:ln w="19050" cap="sq">
              <a:solidFill>
                <a:schemeClr val="bg1"/>
              </a:solidFill>
              <a:round/>
              <a:tailEnd type="triangle" w="med" len="med"/>
            </a:ln>
          </p:spPr>
          <p:txBody>
            <a:bodyPr wrap="none" anchor="ctr"/>
            <a:lstStyle/>
            <a:p>
              <a:endParaRPr lang="zh-CN" altLang="en-US"/>
            </a:p>
          </p:txBody>
        </p:sp>
        <p:sp>
          <p:nvSpPr>
            <p:cNvPr id="23585" name="Line 50"/>
            <p:cNvSpPr>
              <a:spLocks noChangeShapeType="1"/>
            </p:cNvSpPr>
            <p:nvPr/>
          </p:nvSpPr>
          <p:spPr bwMode="auto">
            <a:xfrm>
              <a:off x="3732" y="2260"/>
              <a:ext cx="240"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23586" name="Line 51"/>
            <p:cNvSpPr>
              <a:spLocks noChangeShapeType="1"/>
            </p:cNvSpPr>
            <p:nvPr/>
          </p:nvSpPr>
          <p:spPr bwMode="auto">
            <a:xfrm>
              <a:off x="4356" y="2260"/>
              <a:ext cx="240"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23587" name="Line 52"/>
            <p:cNvSpPr>
              <a:spLocks noChangeShapeType="1"/>
            </p:cNvSpPr>
            <p:nvPr/>
          </p:nvSpPr>
          <p:spPr bwMode="auto">
            <a:xfrm flipV="1">
              <a:off x="2222" y="2260"/>
              <a:ext cx="336"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23588" name="Line 53"/>
            <p:cNvSpPr>
              <a:spLocks noChangeShapeType="1"/>
            </p:cNvSpPr>
            <p:nvPr/>
          </p:nvSpPr>
          <p:spPr bwMode="auto">
            <a:xfrm flipV="1">
              <a:off x="2986" y="2260"/>
              <a:ext cx="336"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23589" name="Rectangle 54"/>
            <p:cNvSpPr>
              <a:spLocks noChangeArrowheads="1"/>
            </p:cNvSpPr>
            <p:nvPr/>
          </p:nvSpPr>
          <p:spPr bwMode="auto">
            <a:xfrm>
              <a:off x="4049" y="2057"/>
              <a:ext cx="251" cy="291"/>
            </a:xfrm>
            <a:prstGeom prst="rect">
              <a:avLst/>
            </a:prstGeom>
            <a:noFill/>
            <a:ln w="12700" cap="sq">
              <a:noFill/>
              <a:miter lim="800000"/>
            </a:ln>
          </p:spPr>
          <p:txBody>
            <a:bodyPr wrap="none">
              <a:spAutoFit/>
            </a:bodyPr>
            <a:lstStyle/>
            <a:p>
              <a:pPr algn="ctr"/>
              <a:r>
                <a:rPr lang="en-US" altLang="zh-CN" sz="2400"/>
                <a:t>…</a:t>
              </a:r>
              <a:endParaRPr lang="zh-CN" altLang="en-US" sz="2400">
                <a:latin typeface="宋体" pitchFamily="2" charset="-122"/>
              </a:endParaRPr>
            </a:p>
          </p:txBody>
        </p:sp>
        <p:sp>
          <p:nvSpPr>
            <p:cNvPr id="23590" name="Rectangle 55"/>
            <p:cNvSpPr>
              <a:spLocks noChangeArrowheads="1"/>
            </p:cNvSpPr>
            <p:nvPr/>
          </p:nvSpPr>
          <p:spPr bwMode="auto">
            <a:xfrm>
              <a:off x="1335" y="2065"/>
              <a:ext cx="251" cy="291"/>
            </a:xfrm>
            <a:prstGeom prst="rect">
              <a:avLst/>
            </a:prstGeom>
            <a:noFill/>
            <a:ln w="12700" cap="sq">
              <a:noFill/>
              <a:miter lim="800000"/>
            </a:ln>
          </p:spPr>
          <p:txBody>
            <a:bodyPr wrap="none">
              <a:spAutoFit/>
            </a:bodyPr>
            <a:lstStyle/>
            <a:p>
              <a:pPr algn="ctr"/>
              <a:r>
                <a:rPr lang="en-US" altLang="zh-CN" sz="2400" dirty="0"/>
                <a:t>…</a:t>
              </a:r>
              <a:endParaRPr lang="zh-CN" altLang="en-US" sz="2400" dirty="0">
                <a:latin typeface="宋体" pitchFamily="2" charset="-122"/>
              </a:endParaRPr>
            </a:p>
          </p:txBody>
        </p:sp>
        <p:sp>
          <p:nvSpPr>
            <p:cNvPr id="23591" name="Rectangle 56"/>
            <p:cNvSpPr>
              <a:spLocks noChangeArrowheads="1"/>
            </p:cNvSpPr>
            <p:nvPr/>
          </p:nvSpPr>
          <p:spPr bwMode="auto">
            <a:xfrm>
              <a:off x="265" y="1662"/>
              <a:ext cx="407" cy="407"/>
            </a:xfrm>
            <a:prstGeom prst="rect">
              <a:avLst/>
            </a:prstGeom>
            <a:noFill/>
            <a:ln w="12700" cap="sq">
              <a:noFill/>
              <a:miter lim="800000"/>
            </a:ln>
          </p:spPr>
          <p:txBody>
            <a:bodyPr wrap="none">
              <a:spAutoFit/>
            </a:bodyPr>
            <a:lstStyle/>
            <a:p>
              <a:pPr algn="ctr"/>
              <a:r>
                <a:rPr lang="en-US" altLang="zh-CN" sz="3600">
                  <a:solidFill>
                    <a:schemeClr val="accent2"/>
                  </a:solidFill>
                </a:rPr>
                <a:t>list</a:t>
              </a:r>
              <a:endParaRPr lang="en-US" altLang="zh-CN" sz="3600">
                <a:solidFill>
                  <a:schemeClr val="accent2"/>
                </a:solidFill>
              </a:endParaRPr>
            </a:p>
          </p:txBody>
        </p:sp>
        <p:sp>
          <p:nvSpPr>
            <p:cNvPr id="23592" name="Line 57"/>
            <p:cNvSpPr>
              <a:spLocks noChangeShapeType="1"/>
            </p:cNvSpPr>
            <p:nvPr/>
          </p:nvSpPr>
          <p:spPr bwMode="auto">
            <a:xfrm>
              <a:off x="528" y="1950"/>
              <a:ext cx="144" cy="192"/>
            </a:xfrm>
            <a:prstGeom prst="line">
              <a:avLst/>
            </a:prstGeom>
            <a:noFill/>
            <a:ln w="19050" cap="sq">
              <a:solidFill>
                <a:schemeClr val="accent2"/>
              </a:solidFill>
              <a:round/>
              <a:tailEnd type="triangle" w="med" len="med"/>
            </a:ln>
          </p:spPr>
          <p:txBody>
            <a:bodyPr wrap="none" anchor="ctr"/>
            <a:lstStyle/>
            <a:p>
              <a:endParaRPr lang="zh-CN" altLang="en-US"/>
            </a:p>
          </p:txBody>
        </p:sp>
        <p:sp>
          <p:nvSpPr>
            <p:cNvPr id="23593" name="Rectangle 58"/>
            <p:cNvSpPr>
              <a:spLocks noChangeArrowheads="1"/>
            </p:cNvSpPr>
            <p:nvPr/>
          </p:nvSpPr>
          <p:spPr bwMode="auto">
            <a:xfrm>
              <a:off x="2489" y="1836"/>
              <a:ext cx="234" cy="368"/>
            </a:xfrm>
            <a:prstGeom prst="rect">
              <a:avLst/>
            </a:prstGeom>
            <a:noFill/>
            <a:ln w="12700" cap="sq">
              <a:noFill/>
              <a:miter lim="800000"/>
            </a:ln>
          </p:spPr>
          <p:txBody>
            <a:bodyPr wrap="none">
              <a:spAutoFit/>
            </a:bodyPr>
            <a:lstStyle/>
            <a:p>
              <a:pPr algn="ctr"/>
              <a:r>
                <a:rPr lang="en-US" altLang="zh-CN" sz="3200" dirty="0">
                  <a:solidFill>
                    <a:schemeClr val="accent2"/>
                  </a:solidFill>
                </a:rPr>
                <a:t>p</a:t>
              </a:r>
              <a:endParaRPr lang="en-US" altLang="zh-CN" sz="3200" dirty="0">
                <a:solidFill>
                  <a:schemeClr val="accent2"/>
                </a:solidFill>
              </a:endParaRPr>
            </a:p>
          </p:txBody>
        </p:sp>
      </p:grpSp>
      <p:sp>
        <p:nvSpPr>
          <p:cNvPr id="606267" name="Rectangle 59"/>
          <p:cNvSpPr>
            <a:spLocks noChangeArrowheads="1"/>
          </p:cNvSpPr>
          <p:nvPr/>
        </p:nvSpPr>
        <p:spPr bwMode="auto">
          <a:xfrm>
            <a:off x="2580406" y="2849564"/>
            <a:ext cx="311303" cy="646331"/>
          </a:xfrm>
          <a:prstGeom prst="rect">
            <a:avLst/>
          </a:prstGeom>
          <a:noFill/>
          <a:ln w="12700" cap="sq">
            <a:noFill/>
            <a:miter lim="800000"/>
          </a:ln>
        </p:spPr>
        <p:txBody>
          <a:bodyPr wrap="none">
            <a:spAutoFit/>
          </a:bodyPr>
          <a:lstStyle/>
          <a:p>
            <a:pPr algn="ctr"/>
            <a:r>
              <a:rPr lang="en-US" altLang="zh-CN" sz="3600">
                <a:solidFill>
                  <a:srgbClr val="0033CC"/>
                </a:solidFill>
              </a:rPr>
              <a:t>r</a:t>
            </a:r>
            <a:endParaRPr lang="en-US" altLang="zh-CN" sz="3600">
              <a:solidFill>
                <a:srgbClr val="0033CC"/>
              </a:solidFill>
            </a:endParaRPr>
          </a:p>
        </p:txBody>
      </p:sp>
      <p:grpSp>
        <p:nvGrpSpPr>
          <p:cNvPr id="15" name="Group 63"/>
          <p:cNvGrpSpPr/>
          <p:nvPr/>
        </p:nvGrpSpPr>
        <p:grpSpPr bwMode="auto">
          <a:xfrm>
            <a:off x="2632076" y="2860678"/>
            <a:ext cx="2049463" cy="646113"/>
            <a:chOff x="698" y="1868"/>
            <a:chExt cx="1291" cy="407"/>
          </a:xfrm>
        </p:grpSpPr>
        <p:sp>
          <p:nvSpPr>
            <p:cNvPr id="23573" name="Rectangle 64"/>
            <p:cNvSpPr>
              <a:spLocks noChangeArrowheads="1"/>
            </p:cNvSpPr>
            <p:nvPr/>
          </p:nvSpPr>
          <p:spPr bwMode="auto">
            <a:xfrm>
              <a:off x="1793" y="1868"/>
              <a:ext cx="196" cy="407"/>
            </a:xfrm>
            <a:prstGeom prst="rect">
              <a:avLst/>
            </a:prstGeom>
            <a:noFill/>
            <a:ln w="12700" cap="sq">
              <a:noFill/>
              <a:miter lim="800000"/>
            </a:ln>
          </p:spPr>
          <p:txBody>
            <a:bodyPr wrap="none">
              <a:spAutoFit/>
            </a:bodyPr>
            <a:lstStyle/>
            <a:p>
              <a:pPr algn="ctr"/>
              <a:r>
                <a:rPr lang="en-US" altLang="zh-CN" sz="3600">
                  <a:solidFill>
                    <a:srgbClr val="0033CC"/>
                  </a:solidFill>
                </a:rPr>
                <a:t>r</a:t>
              </a:r>
              <a:endParaRPr lang="en-US" altLang="zh-CN" sz="3600">
                <a:solidFill>
                  <a:srgbClr val="0033CC"/>
                </a:solidFill>
              </a:endParaRPr>
            </a:p>
          </p:txBody>
        </p:sp>
        <p:sp>
          <p:nvSpPr>
            <p:cNvPr id="23574" name="Rectangle 65"/>
            <p:cNvSpPr>
              <a:spLocks noChangeArrowheads="1"/>
            </p:cNvSpPr>
            <p:nvPr/>
          </p:nvSpPr>
          <p:spPr bwMode="auto">
            <a:xfrm>
              <a:off x="698" y="1872"/>
              <a:ext cx="240" cy="240"/>
            </a:xfrm>
            <a:prstGeom prst="rect">
              <a:avLst/>
            </a:prstGeom>
            <a:solidFill>
              <a:srgbClr val="FFFFFF"/>
            </a:solidFill>
            <a:ln w="12700" cap="sq">
              <a:noFill/>
              <a:miter lim="800000"/>
            </a:ln>
          </p:spPr>
          <p:txBody>
            <a:bodyPr wrap="none" anchor="ctr"/>
            <a:lstStyle/>
            <a:p>
              <a:endParaRPr lang="zh-CN" altLang="en-US"/>
            </a:p>
          </p:txBody>
        </p:sp>
      </p:grpSp>
      <p:grpSp>
        <p:nvGrpSpPr>
          <p:cNvPr id="16" name="Group 66"/>
          <p:cNvGrpSpPr/>
          <p:nvPr/>
        </p:nvGrpSpPr>
        <p:grpSpPr bwMode="auto">
          <a:xfrm>
            <a:off x="5719527" y="1671638"/>
            <a:ext cx="4984683" cy="1143000"/>
            <a:chOff x="2670" y="1064"/>
            <a:chExt cx="2536" cy="720"/>
          </a:xfrm>
        </p:grpSpPr>
        <p:sp>
          <p:nvSpPr>
            <p:cNvPr id="23571" name="AutoShape 67"/>
            <p:cNvSpPr>
              <a:spLocks noChangeArrowheads="1"/>
            </p:cNvSpPr>
            <p:nvPr/>
          </p:nvSpPr>
          <p:spPr bwMode="auto">
            <a:xfrm>
              <a:off x="2670" y="1064"/>
              <a:ext cx="2312" cy="720"/>
            </a:xfrm>
            <a:prstGeom prst="wedgeRectCallout">
              <a:avLst>
                <a:gd name="adj1" fmla="val -97477"/>
                <a:gd name="adj2" fmla="val 60417"/>
              </a:avLst>
            </a:prstGeom>
            <a:noFill/>
            <a:ln w="53975" cap="sq">
              <a:solidFill>
                <a:srgbClr val="2FC0BD"/>
              </a:solidFill>
              <a:miter lim="800000"/>
            </a:ln>
          </p:spPr>
          <p:txBody>
            <a:bodyPr wrap="none" anchor="ctr"/>
            <a:lstStyle/>
            <a:p>
              <a:pPr algn="ctr"/>
              <a:endParaRPr lang="zh-CN" altLang="en-US" sz="2600"/>
            </a:p>
          </p:txBody>
        </p:sp>
        <p:sp>
          <p:nvSpPr>
            <p:cNvPr id="23572" name="Text Box 68"/>
            <p:cNvSpPr txBox="1">
              <a:spLocks noChangeArrowheads="1"/>
            </p:cNvSpPr>
            <p:nvPr/>
          </p:nvSpPr>
          <p:spPr bwMode="auto">
            <a:xfrm>
              <a:off x="2678" y="1209"/>
              <a:ext cx="2528" cy="436"/>
            </a:xfrm>
            <a:prstGeom prst="rect">
              <a:avLst/>
            </a:prstGeom>
            <a:noFill/>
            <a:ln w="12700" cap="sq">
              <a:noFill/>
              <a:miter lim="800000"/>
            </a:ln>
          </p:spPr>
          <p:txBody>
            <a:bodyPr wrap="square" anchor="ctr">
              <a:spAutoFit/>
            </a:bodyPr>
            <a:lstStyle/>
            <a:p>
              <a:pPr>
                <a:lnSpc>
                  <a:spcPct val="70000"/>
                </a:lnSpc>
                <a:spcBef>
                  <a:spcPct val="0"/>
                </a:spcBef>
              </a:pPr>
              <a:r>
                <a:rPr kumimoji="1" lang="en-US" altLang="zh-CN" sz="2700" dirty="0">
                  <a:solidFill>
                    <a:srgbClr val="002C84"/>
                  </a:solidFill>
                  <a:ea typeface="黑体" panose="02010609060101010101" pitchFamily="2" charset="-122"/>
                </a:rPr>
                <a:t>for(r=list; r</a:t>
              </a:r>
              <a:r>
                <a:rPr kumimoji="1" lang="en-US" altLang="zh-CN" sz="2700" dirty="0">
                  <a:solidFill>
                    <a:srgbClr val="002C84"/>
                  </a:solidFill>
                  <a:latin typeface="宋体" pitchFamily="2" charset="-122"/>
                  <a:ea typeface="宋体" pitchFamily="2" charset="-122"/>
                </a:rPr>
                <a:t>-</a:t>
              </a:r>
              <a:r>
                <a:rPr kumimoji="1" lang="en-US" altLang="zh-CN" sz="2700" dirty="0">
                  <a:solidFill>
                    <a:srgbClr val="002C84"/>
                  </a:solidFill>
                  <a:ea typeface="黑体" panose="02010609060101010101" pitchFamily="2" charset="-122"/>
                </a:rPr>
                <a:t>&gt;link!=p; r=r-&gt;link)</a:t>
              </a:r>
              <a:endParaRPr kumimoji="1" lang="en-US" altLang="zh-CN" sz="2700" dirty="0">
                <a:solidFill>
                  <a:srgbClr val="002C84"/>
                </a:solidFill>
                <a:ea typeface="黑体" panose="02010609060101010101" pitchFamily="2" charset="-122"/>
              </a:endParaRPr>
            </a:p>
            <a:p>
              <a:pPr>
                <a:lnSpc>
                  <a:spcPct val="70000"/>
                </a:lnSpc>
                <a:spcBef>
                  <a:spcPct val="0"/>
                </a:spcBef>
              </a:pPr>
              <a:r>
                <a:rPr kumimoji="1" lang="en-US" altLang="zh-CN" sz="2700" dirty="0">
                  <a:solidFill>
                    <a:srgbClr val="002C84"/>
                  </a:solidFill>
                  <a:ea typeface="黑体" panose="02010609060101010101" pitchFamily="2" charset="-122"/>
                </a:rPr>
                <a:t>     </a:t>
              </a:r>
              <a:r>
                <a:rPr kumimoji="1" lang="en-US" altLang="zh-CN" sz="2700" dirty="0">
                  <a:solidFill>
                    <a:srgbClr val="002C84"/>
                  </a:solidFill>
                  <a:ea typeface="黑体" panose="02010609060101010101" pitchFamily="2" charset="-122"/>
                  <a:sym typeface="Symbol" pitchFamily="18" charset="2"/>
                </a:rPr>
                <a:t>;</a:t>
              </a:r>
              <a:endParaRPr kumimoji="1" lang="en-US" altLang="zh-CN" sz="2700" dirty="0">
                <a:solidFill>
                  <a:srgbClr val="002C84"/>
                </a:solidFill>
                <a:ea typeface="黑体" panose="02010609060101010101" pitchFamily="2" charset="-122"/>
                <a:sym typeface="Symbol" pitchFamily="18" charset="2"/>
              </a:endParaRPr>
            </a:p>
          </p:txBody>
        </p:sp>
      </p:grpSp>
      <p:sp>
        <p:nvSpPr>
          <p:cNvPr id="606277" name="Freeform 69"/>
          <p:cNvSpPr/>
          <p:nvPr/>
        </p:nvSpPr>
        <p:spPr bwMode="auto">
          <a:xfrm>
            <a:off x="5181600" y="5308600"/>
            <a:ext cx="1905000" cy="482600"/>
          </a:xfrm>
          <a:custGeom>
            <a:avLst/>
            <a:gdLst>
              <a:gd name="T0" fmla="*/ 0 w 1200"/>
              <a:gd name="T1" fmla="*/ 0 h 304"/>
              <a:gd name="T2" fmla="*/ 2147483647 w 1200"/>
              <a:gd name="T3" fmla="*/ 2147483647 h 304"/>
              <a:gd name="T4" fmla="*/ 2147483647 w 1200"/>
              <a:gd name="T5" fmla="*/ 2147483647 h 304"/>
              <a:gd name="T6" fmla="*/ 0 60000 65536"/>
              <a:gd name="T7" fmla="*/ 0 60000 65536"/>
              <a:gd name="T8" fmla="*/ 0 60000 65536"/>
              <a:gd name="T9" fmla="*/ 0 w 1200"/>
              <a:gd name="T10" fmla="*/ 0 h 304"/>
              <a:gd name="T11" fmla="*/ 1200 w 1200"/>
              <a:gd name="T12" fmla="*/ 304 h 304"/>
            </a:gdLst>
            <a:ahLst/>
            <a:cxnLst>
              <a:cxn ang="T6">
                <a:pos x="T0" y="T1"/>
              </a:cxn>
              <a:cxn ang="T7">
                <a:pos x="T2" y="T3"/>
              </a:cxn>
              <a:cxn ang="T8">
                <a:pos x="T4" y="T5"/>
              </a:cxn>
            </a:cxnLst>
            <a:rect l="T9" t="T10" r="T11" b="T12"/>
            <a:pathLst>
              <a:path w="1200" h="304">
                <a:moveTo>
                  <a:pt x="0" y="0"/>
                </a:moveTo>
                <a:cubicBezTo>
                  <a:pt x="260" y="136"/>
                  <a:pt x="520" y="272"/>
                  <a:pt x="720" y="288"/>
                </a:cubicBezTo>
                <a:cubicBezTo>
                  <a:pt x="920" y="304"/>
                  <a:pt x="1112" y="128"/>
                  <a:pt x="1200" y="96"/>
                </a:cubicBezTo>
              </a:path>
            </a:pathLst>
          </a:custGeom>
          <a:noFill/>
          <a:ln w="31750" cap="sq" cmpd="sng">
            <a:solidFill>
              <a:schemeClr val="accent2"/>
            </a:solidFill>
            <a:prstDash val="solid"/>
            <a:round/>
            <a:tailEnd type="arrow" w="med" len="med"/>
          </a:ln>
        </p:spPr>
        <p:txBody>
          <a:bodyPr wrap="none" anchor="ctr"/>
          <a:lstStyle/>
          <a:p>
            <a:endParaRPr lang="zh-CN" altLang="en-US"/>
          </a:p>
        </p:txBody>
      </p:sp>
      <p:grpSp>
        <p:nvGrpSpPr>
          <p:cNvPr id="17" name="Group 70"/>
          <p:cNvGrpSpPr/>
          <p:nvPr/>
        </p:nvGrpSpPr>
        <p:grpSpPr bwMode="auto">
          <a:xfrm>
            <a:off x="806452" y="73484"/>
            <a:ext cx="7315200" cy="1755775"/>
            <a:chOff x="288" y="120"/>
            <a:chExt cx="4608" cy="1106"/>
          </a:xfrm>
        </p:grpSpPr>
        <p:grpSp>
          <p:nvGrpSpPr>
            <p:cNvPr id="18" name="Group 71"/>
            <p:cNvGrpSpPr/>
            <p:nvPr/>
          </p:nvGrpSpPr>
          <p:grpSpPr bwMode="auto">
            <a:xfrm>
              <a:off x="288" y="120"/>
              <a:ext cx="4608" cy="672"/>
              <a:chOff x="384" y="144"/>
              <a:chExt cx="4608" cy="672"/>
            </a:xfrm>
          </p:grpSpPr>
          <p:sp>
            <p:nvSpPr>
              <p:cNvPr id="23569" name="Rectangle 72"/>
              <p:cNvSpPr>
                <a:spLocks noChangeArrowheads="1"/>
              </p:cNvSpPr>
              <p:nvPr/>
            </p:nvSpPr>
            <p:spPr bwMode="auto">
              <a:xfrm>
                <a:off x="384" y="144"/>
                <a:ext cx="4608" cy="672"/>
              </a:xfrm>
              <a:prstGeom prst="rect">
                <a:avLst/>
              </a:prstGeom>
              <a:solidFill>
                <a:srgbClr val="E1F0FF"/>
              </a:solidFill>
              <a:ln w="12700" cap="sq">
                <a:noFill/>
                <a:miter lim="800000"/>
              </a:ln>
              <a:effectLst>
                <a:outerShdw dist="117088" dir="2436078" algn="ctr" rotWithShape="0">
                  <a:srgbClr val="B2B2B2"/>
                </a:outerShdw>
              </a:effectLst>
            </p:spPr>
            <p:txBody>
              <a:bodyPr wrap="none" anchor="ctr"/>
              <a:lstStyle/>
              <a:p>
                <a:endParaRPr lang="zh-CN" altLang="en-US"/>
              </a:p>
            </p:txBody>
          </p:sp>
          <p:sp>
            <p:nvSpPr>
              <p:cNvPr id="23570" name="Rectangle 73"/>
              <p:cNvSpPr>
                <a:spLocks noChangeArrowheads="1"/>
              </p:cNvSpPr>
              <p:nvPr/>
            </p:nvSpPr>
            <p:spPr bwMode="auto">
              <a:xfrm>
                <a:off x="425" y="228"/>
                <a:ext cx="4332" cy="330"/>
              </a:xfrm>
              <a:prstGeom prst="rect">
                <a:avLst/>
              </a:prstGeom>
              <a:noFill/>
              <a:ln w="12700" cap="sq">
                <a:noFill/>
                <a:miter lim="800000"/>
              </a:ln>
              <a:effectLst>
                <a:outerShdw dist="12700" algn="ctr" rotWithShape="0">
                  <a:schemeClr val="bg1"/>
                </a:outerShdw>
              </a:effectLst>
            </p:spPr>
            <p:txBody>
              <a:bodyPr wrap="none">
                <a:spAutoFit/>
              </a:bodyPr>
              <a:lstStyle/>
              <a:p>
                <a:r>
                  <a:rPr kumimoji="1" lang="zh-CN" altLang="en-US" sz="2800" dirty="0">
                    <a:solidFill>
                      <a:schemeClr val="accent2"/>
                    </a:solidFill>
                    <a:latin typeface="黑体" panose="02010609060101010101" pitchFamily="2" charset="-122"/>
                    <a:ea typeface="黑体" panose="02010609060101010101" pitchFamily="2" charset="-122"/>
                  </a:rPr>
                  <a:t> </a:t>
                </a:r>
                <a:r>
                  <a:rPr kumimoji="1" lang="en-US" altLang="zh-CN" sz="2800" dirty="0">
                    <a:solidFill>
                      <a:schemeClr val="accent2"/>
                    </a:solidFill>
                    <a:ea typeface="黑体" panose="02010609060101010101" pitchFamily="2" charset="-122"/>
                  </a:rPr>
                  <a:t>7.</a:t>
                </a:r>
                <a:r>
                  <a:rPr kumimoji="1" lang="en-US" altLang="zh-CN" sz="2800" dirty="0">
                    <a:solidFill>
                      <a:schemeClr val="accent2"/>
                    </a:solidFill>
                    <a:latin typeface="黑体" panose="02010609060101010101" pitchFamily="2" charset="-122"/>
                    <a:ea typeface="黑体" panose="02010609060101010101" pitchFamily="2" charset="-122"/>
                  </a:rPr>
                  <a:t> </a:t>
                </a:r>
                <a:r>
                  <a:rPr kumimoji="1" lang="zh-CN" altLang="en-US" sz="2800" dirty="0">
                    <a:solidFill>
                      <a:schemeClr val="accent2"/>
                    </a:solidFill>
                    <a:latin typeface="黑体" panose="02010609060101010101" pitchFamily="2" charset="-122"/>
                    <a:ea typeface="黑体" panose="02010609060101010101" pitchFamily="2" charset="-122"/>
                  </a:rPr>
                  <a:t>从非空线性链表中删除</a:t>
                </a:r>
                <a:r>
                  <a:rPr kumimoji="1" lang="en-US" altLang="zh-CN" sz="2800" dirty="0">
                    <a:solidFill>
                      <a:schemeClr val="accent2"/>
                    </a:solidFill>
                    <a:ea typeface="黑体" panose="02010609060101010101" pitchFamily="2" charset="-122"/>
                  </a:rPr>
                  <a:t>p</a:t>
                </a:r>
                <a:r>
                  <a:rPr kumimoji="1" lang="zh-CN" altLang="en-US" sz="2800" dirty="0">
                    <a:solidFill>
                      <a:schemeClr val="accent2"/>
                    </a:solidFill>
                    <a:latin typeface="黑体" panose="02010609060101010101" pitchFamily="2" charset="-122"/>
                    <a:ea typeface="黑体" panose="02010609060101010101" pitchFamily="2" charset="-122"/>
                  </a:rPr>
                  <a:t>指向的链结点,</a:t>
                </a:r>
                <a:endParaRPr kumimoji="1" lang="zh-CN" altLang="en-US" sz="2800" dirty="0">
                  <a:solidFill>
                    <a:schemeClr val="accent2"/>
                  </a:solidFill>
                  <a:latin typeface="黑体" panose="02010609060101010101" pitchFamily="2" charset="-122"/>
                  <a:ea typeface="黑体" panose="02010609060101010101" pitchFamily="2" charset="-122"/>
                </a:endParaRPr>
              </a:p>
            </p:txBody>
          </p:sp>
        </p:grpSp>
        <p:sp>
          <p:nvSpPr>
            <p:cNvPr id="23568" name="Rectangle 74"/>
            <p:cNvSpPr>
              <a:spLocks noChangeArrowheads="1"/>
            </p:cNvSpPr>
            <p:nvPr/>
          </p:nvSpPr>
          <p:spPr bwMode="auto">
            <a:xfrm>
              <a:off x="307" y="899"/>
              <a:ext cx="3512" cy="327"/>
            </a:xfrm>
            <a:prstGeom prst="rect">
              <a:avLst/>
            </a:prstGeom>
            <a:noFill/>
            <a:ln w="9525">
              <a:noFill/>
              <a:miter lim="800000"/>
            </a:ln>
            <a:effectLst>
              <a:outerShdw dist="17961" dir="2700000" algn="ctr" rotWithShape="0">
                <a:schemeClr val="bg1"/>
              </a:outerShdw>
            </a:effectLst>
          </p:spPr>
          <p:txBody>
            <a:bodyPr>
              <a:spAutoFit/>
            </a:bodyPr>
            <a:lstStyle/>
            <a:p>
              <a:r>
                <a:rPr kumimoji="1" lang="zh-CN" altLang="en-US" sz="2800" dirty="0">
                  <a:solidFill>
                    <a:srgbClr val="FF3300"/>
                  </a:solidFill>
                  <a:latin typeface="黑体" panose="02010609060101010101" pitchFamily="2" charset="-122"/>
                  <a:ea typeface="黑体" panose="02010609060101010101" pitchFamily="2" charset="-122"/>
                </a:rPr>
                <a:t>设</a:t>
              </a:r>
              <a:r>
                <a:rPr kumimoji="1" lang="en-US" altLang="zh-CN" sz="2800" dirty="0">
                  <a:solidFill>
                    <a:srgbClr val="FF3300"/>
                  </a:solidFill>
                  <a:ea typeface="黑体" panose="02010609060101010101" pitchFamily="2" charset="-122"/>
                </a:rPr>
                <a:t>r</a:t>
              </a:r>
              <a:r>
                <a:rPr kumimoji="1" lang="zh-CN" altLang="en-US" sz="2800" dirty="0">
                  <a:solidFill>
                    <a:srgbClr val="FF3300"/>
                  </a:solidFill>
                  <a:ea typeface="黑体" panose="02010609060101010101" pitchFamily="2" charset="-122"/>
                </a:rPr>
                <a:t>是</a:t>
              </a:r>
              <a:r>
                <a:rPr kumimoji="1" lang="en-US" altLang="zh-CN" sz="2800" dirty="0">
                  <a:solidFill>
                    <a:srgbClr val="FF3300"/>
                  </a:solidFill>
                  <a:ea typeface="黑体" panose="02010609060101010101" pitchFamily="2" charset="-122"/>
                </a:rPr>
                <a:t>p</a:t>
              </a:r>
              <a:r>
                <a:rPr kumimoji="1" lang="zh-CN" altLang="en-US" sz="2800" dirty="0">
                  <a:solidFill>
                    <a:srgbClr val="FF3300"/>
                  </a:solidFill>
                  <a:latin typeface="黑体" panose="02010609060101010101" pitchFamily="2" charset="-122"/>
                  <a:ea typeface="黑体" panose="02010609060101010101" pitchFamily="2" charset="-122"/>
                </a:rPr>
                <a:t>的直接前驱结点指针</a:t>
              </a:r>
              <a:endParaRPr kumimoji="1" lang="zh-CN" altLang="en-US" sz="2800" dirty="0">
                <a:solidFill>
                  <a:srgbClr val="FF3300"/>
                </a:solidFill>
                <a:latin typeface="黑体" panose="02010609060101010101" pitchFamily="2" charset="-122"/>
                <a:ea typeface="黑体" panose="02010609060101010101" pitchFamily="2" charset="-122"/>
              </a:endParaRPr>
            </a:p>
          </p:txBody>
        </p:sp>
      </p:grpSp>
      <p:grpSp>
        <p:nvGrpSpPr>
          <p:cNvPr id="19" name="Group 76"/>
          <p:cNvGrpSpPr/>
          <p:nvPr/>
        </p:nvGrpSpPr>
        <p:grpSpPr bwMode="auto">
          <a:xfrm rot="-2763655">
            <a:off x="5397501" y="5029201"/>
            <a:ext cx="360363" cy="360363"/>
            <a:chOff x="385" y="3824"/>
            <a:chExt cx="227" cy="227"/>
          </a:xfrm>
        </p:grpSpPr>
        <p:sp>
          <p:nvSpPr>
            <p:cNvPr id="23565" name="Line 77"/>
            <p:cNvSpPr>
              <a:spLocks noChangeShapeType="1"/>
            </p:cNvSpPr>
            <p:nvPr/>
          </p:nvSpPr>
          <p:spPr bwMode="auto">
            <a:xfrm>
              <a:off x="385" y="3929"/>
              <a:ext cx="227" cy="0"/>
            </a:xfrm>
            <a:prstGeom prst="line">
              <a:avLst/>
            </a:prstGeom>
            <a:noFill/>
            <a:ln w="28575">
              <a:solidFill>
                <a:srgbClr val="F20000"/>
              </a:solidFill>
              <a:round/>
            </a:ln>
          </p:spPr>
          <p:txBody>
            <a:bodyPr wrap="none" anchor="ctr"/>
            <a:lstStyle/>
            <a:p>
              <a:endParaRPr lang="zh-CN" altLang="en-US"/>
            </a:p>
          </p:txBody>
        </p:sp>
        <p:sp>
          <p:nvSpPr>
            <p:cNvPr id="23566" name="Line 78"/>
            <p:cNvSpPr>
              <a:spLocks noChangeShapeType="1"/>
            </p:cNvSpPr>
            <p:nvPr/>
          </p:nvSpPr>
          <p:spPr bwMode="auto">
            <a:xfrm rot="-5400000">
              <a:off x="386" y="3938"/>
              <a:ext cx="227" cy="0"/>
            </a:xfrm>
            <a:prstGeom prst="line">
              <a:avLst/>
            </a:prstGeom>
            <a:noFill/>
            <a:ln w="28575">
              <a:solidFill>
                <a:srgbClr val="F20000"/>
              </a:solidFill>
              <a:round/>
            </a:ln>
          </p:spPr>
          <p:txBody>
            <a:bodyPr wrap="none" anchor="ctr"/>
            <a:lstStyle/>
            <a:p>
              <a:endParaRPr lang="zh-CN" altLang="en-US"/>
            </a:p>
          </p:txBody>
        </p:sp>
      </p:grpSp>
      <p:sp>
        <p:nvSpPr>
          <p:cNvPr id="606287" name="Rectangle 79"/>
          <p:cNvSpPr>
            <a:spLocks noChangeArrowheads="1"/>
          </p:cNvSpPr>
          <p:nvPr/>
        </p:nvSpPr>
        <p:spPr bwMode="auto">
          <a:xfrm>
            <a:off x="5407717" y="4727118"/>
            <a:ext cx="1600200" cy="685800"/>
          </a:xfrm>
          <a:prstGeom prst="rect">
            <a:avLst/>
          </a:prstGeom>
          <a:solidFill>
            <a:srgbClr val="FFFFFF"/>
          </a:solidFill>
          <a:ln w="12700" cap="sq">
            <a:noFill/>
            <a:miter lim="800000"/>
          </a:ln>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trips(downRigh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5" presetClass="entr" presetSubtype="0" fill="hold" grpId="0" nodeType="clickEffect">
                                  <p:stCondLst>
                                    <p:cond delay="0"/>
                                  </p:stCondLst>
                                  <p:childTnLst>
                                    <p:set>
                                      <p:cBhvr>
                                        <p:cTn id="11" dur="1" fill="hold">
                                          <p:stCondLst>
                                            <p:cond delay="0"/>
                                          </p:stCondLst>
                                        </p:cTn>
                                        <p:tgtEl>
                                          <p:spTgt spid="606267"/>
                                        </p:tgtEl>
                                        <p:attrNameLst>
                                          <p:attrName>style.visibility</p:attrName>
                                        </p:attrNameLst>
                                      </p:cBhvr>
                                      <p:to>
                                        <p:strVal val="visible"/>
                                      </p:to>
                                    </p:set>
                                    <p:anim calcmode="lin" valueType="num">
                                      <p:cBhvr>
                                        <p:cTn id="12" dur="1000" fill="hold"/>
                                        <p:tgtEl>
                                          <p:spTgt spid="606267"/>
                                        </p:tgtEl>
                                        <p:attrNameLst>
                                          <p:attrName>ppt_w</p:attrName>
                                        </p:attrNameLst>
                                      </p:cBhvr>
                                      <p:tavLst>
                                        <p:tav tm="0">
                                          <p:val>
                                            <p:fltVal val="0"/>
                                          </p:val>
                                        </p:tav>
                                        <p:tav tm="100000">
                                          <p:val>
                                            <p:strVal val="#ppt_w"/>
                                          </p:val>
                                        </p:tav>
                                      </p:tavLst>
                                    </p:anim>
                                    <p:anim calcmode="lin" valueType="num">
                                      <p:cBhvr>
                                        <p:cTn id="13" dur="1000" fill="hold"/>
                                        <p:tgtEl>
                                          <p:spTgt spid="606267"/>
                                        </p:tgtEl>
                                        <p:attrNameLst>
                                          <p:attrName>ppt_h</p:attrName>
                                        </p:attrNameLst>
                                      </p:cBhvr>
                                      <p:tavLst>
                                        <p:tav tm="0">
                                          <p:val>
                                            <p:fltVal val="0"/>
                                          </p:val>
                                        </p:tav>
                                        <p:tav tm="100000">
                                          <p:val>
                                            <p:strVal val="#ppt_h"/>
                                          </p:val>
                                        </p:tav>
                                      </p:tavLst>
                                    </p:anim>
                                    <p:anim calcmode="lin" valueType="num">
                                      <p:cBhvr>
                                        <p:cTn id="14" dur="1000" fill="hold"/>
                                        <p:tgtEl>
                                          <p:spTgt spid="606267"/>
                                        </p:tgtEl>
                                        <p:attrNameLst>
                                          <p:attrName>ppt_x</p:attrName>
                                        </p:attrNameLst>
                                      </p:cBhvr>
                                      <p:tavLst>
                                        <p:tav tm="0" fmla="#ppt_x+(cos(-2*pi*(1-$))*-#ppt_x-sin(-2*pi*(1-$))*(1-#ppt_y))*(1-$)">
                                          <p:val>
                                            <p:fltVal val="0"/>
                                          </p:val>
                                        </p:tav>
                                        <p:tav tm="100000">
                                          <p:val>
                                            <p:fltVal val="1"/>
                                          </p:val>
                                        </p:tav>
                                      </p:tavLst>
                                    </p:anim>
                                    <p:anim calcmode="lin" valueType="num">
                                      <p:cBhvr>
                                        <p:cTn id="15" dur="1000" fill="hold"/>
                                        <p:tgtEl>
                                          <p:spTgt spid="606267"/>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dissolve">
                                      <p:cBhvr>
                                        <p:cTn id="20" dur="500"/>
                                        <p:tgtEl>
                                          <p:spTgt spid="1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2"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right)">
                                      <p:cBhvr>
                                        <p:cTn id="25" dur="5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dissolve">
                                      <p:cBhvr>
                                        <p:cTn id="30" dur="500"/>
                                        <p:tgtEl>
                                          <p:spTgt spid="2"/>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606277"/>
                                        </p:tgtEl>
                                        <p:attrNameLst>
                                          <p:attrName>style.visibility</p:attrName>
                                        </p:attrNameLst>
                                      </p:cBhvr>
                                      <p:to>
                                        <p:strVal val="visible"/>
                                      </p:to>
                                    </p:set>
                                    <p:animEffect transition="in" filter="wipe(left)">
                                      <p:cBhvr>
                                        <p:cTn id="35" dur="500"/>
                                        <p:tgtEl>
                                          <p:spTgt spid="606277"/>
                                        </p:tgtEl>
                                      </p:cBhvr>
                                    </p:animEffect>
                                  </p:childTnLst>
                                </p:cTn>
                              </p:par>
                            </p:childTnLst>
                          </p:cTn>
                        </p:par>
                      </p:childTnLst>
                    </p:cTn>
                  </p:par>
                  <p:par>
                    <p:cTn id="36" fill="hold">
                      <p:stCondLst>
                        <p:cond delay="indefinite"/>
                      </p:stCondLst>
                      <p:childTnLst>
                        <p:par>
                          <p:cTn id="37" fill="hold">
                            <p:stCondLst>
                              <p:cond delay="0"/>
                            </p:stCondLst>
                            <p:childTnLst>
                              <p:par>
                                <p:cTn id="38" presetID="4" presetClass="entr" presetSubtype="16" fill="hold" nodeType="click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box(in)">
                                      <p:cBhvr>
                                        <p:cTn id="40" dur="500"/>
                                        <p:tgtEl>
                                          <p:spTgt spid="19"/>
                                        </p:tgtEl>
                                      </p:cBhvr>
                                    </p:animEffect>
                                  </p:childTnLst>
                                </p:cTn>
                              </p:par>
                            </p:childTnLst>
                          </p:cTn>
                        </p:par>
                      </p:childTnLst>
                    </p:cTn>
                  </p:par>
                  <p:par>
                    <p:cTn id="41" fill="hold">
                      <p:stCondLst>
                        <p:cond delay="indefinite"/>
                      </p:stCondLst>
                      <p:childTnLst>
                        <p:par>
                          <p:cTn id="42" fill="hold">
                            <p:stCondLst>
                              <p:cond delay="0"/>
                            </p:stCondLst>
                            <p:childTnLst>
                              <p:par>
                                <p:cTn id="43" presetID="17" presetClass="entr" presetSubtype="10" fill="hold" grpId="0" nodeType="clickEffect">
                                  <p:stCondLst>
                                    <p:cond delay="0"/>
                                  </p:stCondLst>
                                  <p:childTnLst>
                                    <p:set>
                                      <p:cBhvr>
                                        <p:cTn id="44" dur="1" fill="hold">
                                          <p:stCondLst>
                                            <p:cond delay="0"/>
                                          </p:stCondLst>
                                        </p:cTn>
                                        <p:tgtEl>
                                          <p:spTgt spid="606287"/>
                                        </p:tgtEl>
                                        <p:attrNameLst>
                                          <p:attrName>style.visibility</p:attrName>
                                        </p:attrNameLst>
                                      </p:cBhvr>
                                      <p:to>
                                        <p:strVal val="visible"/>
                                      </p:to>
                                    </p:set>
                                    <p:anim calcmode="lin" valueType="num">
                                      <p:cBhvr>
                                        <p:cTn id="45" dur="500" fill="hold"/>
                                        <p:tgtEl>
                                          <p:spTgt spid="606287"/>
                                        </p:tgtEl>
                                        <p:attrNameLst>
                                          <p:attrName>ppt_w</p:attrName>
                                        </p:attrNameLst>
                                      </p:cBhvr>
                                      <p:tavLst>
                                        <p:tav tm="0">
                                          <p:val>
                                            <p:fltVal val="0"/>
                                          </p:val>
                                        </p:tav>
                                        <p:tav tm="100000">
                                          <p:val>
                                            <p:strVal val="#ppt_w"/>
                                          </p:val>
                                        </p:tav>
                                      </p:tavLst>
                                    </p:anim>
                                    <p:anim calcmode="lin" valueType="num">
                                      <p:cBhvr>
                                        <p:cTn id="46" dur="500" fill="hold"/>
                                        <p:tgtEl>
                                          <p:spTgt spid="60628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6267" grpId="0" autoUpdateAnimBg="0"/>
      <p:bldP spid="606277" grpId="0" animBg="1"/>
      <p:bldP spid="606287"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07"/>
          <p:cNvGrpSpPr/>
          <p:nvPr/>
        </p:nvGrpSpPr>
        <p:grpSpPr bwMode="auto">
          <a:xfrm>
            <a:off x="1271464" y="1124744"/>
            <a:ext cx="8447087" cy="5334000"/>
            <a:chOff x="199" y="576"/>
            <a:chExt cx="5321" cy="3360"/>
          </a:xfrm>
        </p:grpSpPr>
        <p:sp>
          <p:nvSpPr>
            <p:cNvPr id="24589" name="Rectangle 3"/>
            <p:cNvSpPr>
              <a:spLocks noChangeArrowheads="1"/>
            </p:cNvSpPr>
            <p:nvPr/>
          </p:nvSpPr>
          <p:spPr bwMode="auto">
            <a:xfrm>
              <a:off x="240" y="576"/>
              <a:ext cx="5280" cy="3360"/>
            </a:xfrm>
            <a:prstGeom prst="rect">
              <a:avLst/>
            </a:prstGeom>
            <a:solidFill>
              <a:srgbClr val="E1F0FF"/>
            </a:solidFill>
            <a:ln w="9525">
              <a:noFill/>
              <a:miter lim="800000"/>
            </a:ln>
            <a:effectLst>
              <a:outerShdw dist="251447" dir="2700000" algn="ctr" rotWithShape="0">
                <a:srgbClr val="B2B2B2"/>
              </a:outerShdw>
            </a:effectLst>
          </p:spPr>
          <p:txBody>
            <a:bodyPr wrap="none" anchor="ctr"/>
            <a:lstStyle/>
            <a:p>
              <a:pPr algn="ctr"/>
              <a:endParaRPr lang="zh-CN" altLang="en-US" sz="2600">
                <a:solidFill>
                  <a:schemeClr val="accent1"/>
                </a:solidFill>
              </a:endParaRPr>
            </a:p>
          </p:txBody>
        </p:sp>
        <p:sp>
          <p:nvSpPr>
            <p:cNvPr id="24590" name="Text Box 4"/>
            <p:cNvSpPr txBox="1">
              <a:spLocks noChangeArrowheads="1"/>
            </p:cNvSpPr>
            <p:nvPr/>
          </p:nvSpPr>
          <p:spPr bwMode="auto">
            <a:xfrm>
              <a:off x="199" y="823"/>
              <a:ext cx="5273" cy="3057"/>
            </a:xfrm>
            <a:prstGeom prst="rect">
              <a:avLst/>
            </a:prstGeom>
            <a:noFill/>
            <a:ln w="9525">
              <a:noFill/>
              <a:miter lim="800000"/>
            </a:ln>
          </p:spPr>
          <p:txBody>
            <a:bodyPr>
              <a:spAutoFit/>
            </a:bodyPr>
            <a:lstStyle/>
            <a:p>
              <a:pPr marL="723900" lvl="2" indent="-342900" algn="just" fontAlgn="base">
                <a:lnSpc>
                  <a:spcPct val="70000"/>
                </a:lnSpc>
                <a:spcBef>
                  <a:spcPct val="0"/>
                </a:spcBef>
              </a:pPr>
              <a:r>
                <a:rPr lang="en-US" altLang="zh-CN" sz="2600" dirty="0" err="1">
                  <a:solidFill>
                    <a:srgbClr val="002C84"/>
                  </a:solidFill>
                </a:rPr>
                <a:t>Nodeptr</a:t>
              </a:r>
              <a:r>
                <a:rPr lang="en-US" altLang="zh-CN" sz="2600" dirty="0">
                  <a:solidFill>
                    <a:srgbClr val="002C84"/>
                  </a:solidFill>
                </a:rPr>
                <a:t> deleteNode2( </a:t>
              </a:r>
              <a:r>
                <a:rPr lang="en-US" altLang="zh-CN" sz="2600" dirty="0" err="1">
                  <a:solidFill>
                    <a:srgbClr val="002C84"/>
                  </a:solidFill>
                </a:rPr>
                <a:t>Nodeptr</a:t>
              </a:r>
              <a:r>
                <a:rPr lang="en-US" altLang="zh-CN" sz="2600" dirty="0">
                  <a:solidFill>
                    <a:srgbClr val="002C84"/>
                  </a:solidFill>
                </a:rPr>
                <a:t> list, </a:t>
              </a:r>
              <a:r>
                <a:rPr lang="en-US" altLang="zh-CN" sz="2600" dirty="0" err="1">
                  <a:solidFill>
                    <a:srgbClr val="002C84"/>
                  </a:solidFill>
                </a:rPr>
                <a:t>Nodeptr</a:t>
              </a:r>
              <a:r>
                <a:rPr lang="en-US" altLang="zh-CN" sz="2600" dirty="0">
                  <a:solidFill>
                    <a:srgbClr val="002C84"/>
                  </a:solidFill>
                </a:rPr>
                <a:t> p )</a:t>
              </a:r>
              <a:endParaRPr lang="en-US" altLang="zh-CN" sz="2600" dirty="0">
                <a:solidFill>
                  <a:srgbClr val="002C84"/>
                </a:solidFill>
              </a:endParaRPr>
            </a:p>
            <a:p>
              <a:pPr marL="723900" lvl="2" indent="-342900" algn="just" fontAlgn="base">
                <a:lnSpc>
                  <a:spcPct val="70000"/>
                </a:lnSpc>
                <a:spcBef>
                  <a:spcPct val="0"/>
                </a:spcBef>
              </a:pPr>
              <a:r>
                <a:rPr lang="en-US" altLang="zh-CN" sz="2600" dirty="0">
                  <a:solidFill>
                    <a:srgbClr val="002C84"/>
                  </a:solidFill>
                </a:rPr>
                <a:t>{</a:t>
              </a:r>
              <a:endParaRPr lang="en-US" altLang="zh-CN" sz="2600" dirty="0">
                <a:solidFill>
                  <a:srgbClr val="002C84"/>
                </a:solidFill>
              </a:endParaRPr>
            </a:p>
            <a:p>
              <a:pPr marL="723900" lvl="2" indent="-342900" algn="just" fontAlgn="base">
                <a:lnSpc>
                  <a:spcPct val="70000"/>
                </a:lnSpc>
                <a:spcBef>
                  <a:spcPct val="0"/>
                </a:spcBef>
              </a:pPr>
              <a:r>
                <a:rPr lang="en-US" altLang="zh-CN" sz="2600" dirty="0">
                  <a:solidFill>
                    <a:srgbClr val="002C84"/>
                  </a:solidFill>
                </a:rPr>
                <a:t>      </a:t>
              </a:r>
              <a:r>
                <a:rPr lang="en-US" altLang="zh-CN" sz="2600" dirty="0" err="1">
                  <a:solidFill>
                    <a:srgbClr val="002C84"/>
                  </a:solidFill>
                </a:rPr>
                <a:t>Nodeptr</a:t>
              </a:r>
              <a:r>
                <a:rPr lang="en-US" altLang="zh-CN" sz="2600" dirty="0">
                  <a:solidFill>
                    <a:srgbClr val="002C84"/>
                  </a:solidFill>
                </a:rPr>
                <a:t> r;</a:t>
              </a:r>
              <a:endParaRPr lang="en-US" altLang="zh-CN" sz="2600" dirty="0">
                <a:solidFill>
                  <a:srgbClr val="002C84"/>
                </a:solidFill>
              </a:endParaRPr>
            </a:p>
            <a:p>
              <a:pPr marL="723900" lvl="2" indent="-342900" algn="just" fontAlgn="base">
                <a:lnSpc>
                  <a:spcPct val="70000"/>
                </a:lnSpc>
                <a:spcBef>
                  <a:spcPct val="0"/>
                </a:spcBef>
              </a:pPr>
              <a:r>
                <a:rPr lang="en-US" altLang="zh-CN" sz="2600" dirty="0">
                  <a:solidFill>
                    <a:srgbClr val="002C84"/>
                  </a:solidFill>
                </a:rPr>
                <a:t>      if(p==list){                         </a:t>
              </a:r>
              <a:r>
                <a:rPr lang="en-US" altLang="zh-CN" sz="2300" dirty="0">
                  <a:solidFill>
                    <a:srgbClr val="002C84"/>
                  </a:solidFill>
                </a:rPr>
                <a:t>/*</a:t>
              </a:r>
              <a:r>
                <a:rPr lang="zh-CN" altLang="en-US" sz="2300" dirty="0">
                  <a:solidFill>
                    <a:srgbClr val="002C84"/>
                  </a:solidFill>
                  <a:ea typeface="幼圆" pitchFamily="49" charset="-122"/>
                </a:rPr>
                <a:t>当删除链表第一个结点</a:t>
              </a:r>
              <a:r>
                <a:rPr lang="zh-CN" altLang="en-US" sz="2300" dirty="0">
                  <a:solidFill>
                    <a:srgbClr val="002C84"/>
                  </a:solidFill>
                </a:rPr>
                <a:t>*/</a:t>
              </a:r>
              <a:endParaRPr lang="zh-CN" altLang="en-US" sz="2300" dirty="0">
                <a:solidFill>
                  <a:srgbClr val="002C84"/>
                </a:solidFill>
              </a:endParaRPr>
            </a:p>
            <a:p>
              <a:pPr marL="723900" lvl="2" indent="-342900" algn="just" fontAlgn="base">
                <a:lnSpc>
                  <a:spcPct val="70000"/>
                </a:lnSpc>
                <a:spcBef>
                  <a:spcPct val="0"/>
                </a:spcBef>
              </a:pPr>
              <a:r>
                <a:rPr lang="zh-CN" altLang="en-US" sz="2600" dirty="0">
                  <a:solidFill>
                    <a:srgbClr val="002C84"/>
                  </a:solidFill>
                </a:rPr>
                <a:t>             </a:t>
              </a:r>
              <a:r>
                <a:rPr lang="en-US" altLang="zh-CN" sz="2600" dirty="0">
                  <a:solidFill>
                    <a:srgbClr val="002C84"/>
                  </a:solidFill>
                </a:rPr>
                <a:t>list=list</a:t>
              </a:r>
              <a:r>
                <a:rPr lang="en-US" altLang="zh-CN" sz="2600" dirty="0">
                  <a:solidFill>
                    <a:srgbClr val="002C84"/>
                  </a:solidFill>
                  <a:latin typeface="宋体" pitchFamily="2" charset="-122"/>
                  <a:ea typeface="宋体" pitchFamily="2" charset="-122"/>
                </a:rPr>
                <a:t>-</a:t>
              </a:r>
              <a:r>
                <a:rPr lang="en-US" altLang="zh-CN" sz="2600" dirty="0">
                  <a:solidFill>
                    <a:srgbClr val="002C84"/>
                  </a:solidFill>
                </a:rPr>
                <a:t>&gt;link;</a:t>
              </a:r>
              <a:endParaRPr lang="en-US" altLang="zh-CN" sz="2600" dirty="0">
                <a:solidFill>
                  <a:srgbClr val="002C84"/>
                </a:solidFill>
              </a:endParaRPr>
            </a:p>
            <a:p>
              <a:pPr marL="723900" lvl="2" indent="-342900" algn="just" fontAlgn="base">
                <a:lnSpc>
                  <a:spcPct val="70000"/>
                </a:lnSpc>
                <a:spcBef>
                  <a:spcPct val="0"/>
                </a:spcBef>
              </a:pPr>
              <a:r>
                <a:rPr lang="en-US" altLang="zh-CN" sz="2600" dirty="0">
                  <a:solidFill>
                    <a:srgbClr val="002C84"/>
                  </a:solidFill>
                </a:rPr>
                <a:t>             free(p);                        </a:t>
              </a:r>
              <a:r>
                <a:rPr lang="en-US" altLang="zh-CN" sz="2300" dirty="0">
                  <a:solidFill>
                    <a:srgbClr val="002C84"/>
                  </a:solidFill>
                </a:rPr>
                <a:t>/*</a:t>
              </a:r>
              <a:r>
                <a:rPr lang="zh-CN" altLang="en-US" sz="2300" dirty="0">
                  <a:solidFill>
                    <a:srgbClr val="002C84"/>
                  </a:solidFill>
                  <a:ea typeface="幼圆" pitchFamily="49" charset="-122"/>
                </a:rPr>
                <a:t>释放被删除结点的空间</a:t>
              </a:r>
              <a:r>
                <a:rPr lang="zh-CN" altLang="en-US" sz="2300" dirty="0">
                  <a:solidFill>
                    <a:srgbClr val="002C84"/>
                  </a:solidFill>
                </a:rPr>
                <a:t>*/</a:t>
              </a:r>
              <a:endParaRPr lang="zh-CN" altLang="en-US" sz="2300" dirty="0">
                <a:solidFill>
                  <a:srgbClr val="002C84"/>
                </a:solidFill>
              </a:endParaRPr>
            </a:p>
            <a:p>
              <a:pPr marL="723900" lvl="2" indent="-342900" algn="just" fontAlgn="base">
                <a:lnSpc>
                  <a:spcPct val="70000"/>
                </a:lnSpc>
                <a:spcBef>
                  <a:spcPct val="0"/>
                </a:spcBef>
              </a:pPr>
              <a:r>
                <a:rPr lang="en-US" altLang="zh-CN" sz="2600" dirty="0">
                  <a:solidFill>
                    <a:srgbClr val="002C84"/>
                  </a:solidFill>
                </a:rPr>
                <a:t>       }</a:t>
              </a:r>
              <a:endParaRPr lang="en-US" altLang="zh-CN" sz="2600" dirty="0">
                <a:solidFill>
                  <a:srgbClr val="002C84"/>
                </a:solidFill>
              </a:endParaRPr>
            </a:p>
            <a:p>
              <a:pPr marL="723900" lvl="2" indent="-342900" algn="just" fontAlgn="base">
                <a:lnSpc>
                  <a:spcPct val="70000"/>
                </a:lnSpc>
                <a:spcBef>
                  <a:spcPct val="0"/>
                </a:spcBef>
              </a:pPr>
              <a:r>
                <a:rPr lang="en-US" altLang="zh-CN" sz="2600" dirty="0">
                  <a:solidFill>
                    <a:srgbClr val="002C84"/>
                  </a:solidFill>
                </a:rPr>
                <a:t>      else{</a:t>
              </a:r>
              <a:endParaRPr lang="en-US" altLang="zh-CN" sz="2600" dirty="0">
                <a:solidFill>
                  <a:srgbClr val="002C84"/>
                </a:solidFill>
              </a:endParaRPr>
            </a:p>
            <a:p>
              <a:pPr marL="723900" lvl="2" indent="-342900" algn="just" fontAlgn="base">
                <a:lnSpc>
                  <a:spcPct val="70000"/>
                </a:lnSpc>
                <a:spcBef>
                  <a:spcPct val="0"/>
                </a:spcBef>
              </a:pPr>
              <a:r>
                <a:rPr lang="en-US" altLang="zh-CN" sz="2600" dirty="0">
                  <a:solidFill>
                    <a:srgbClr val="002C84"/>
                  </a:solidFill>
                </a:rPr>
                <a:t>             for(r=list; r</a:t>
              </a:r>
              <a:r>
                <a:rPr lang="en-US" altLang="zh-CN" sz="2600" dirty="0">
                  <a:solidFill>
                    <a:srgbClr val="002C84"/>
                  </a:solidFill>
                  <a:latin typeface="宋体" pitchFamily="2" charset="-122"/>
                  <a:ea typeface="宋体" pitchFamily="2" charset="-122"/>
                </a:rPr>
                <a:t>-</a:t>
              </a:r>
              <a:r>
                <a:rPr lang="en-US" altLang="zh-CN" sz="2600" dirty="0">
                  <a:solidFill>
                    <a:srgbClr val="002C84"/>
                  </a:solidFill>
                </a:rPr>
                <a:t>&gt;link!=p  &amp;&amp;  r</a:t>
              </a:r>
              <a:r>
                <a:rPr lang="en-US" altLang="zh-CN" sz="2600" dirty="0">
                  <a:solidFill>
                    <a:srgbClr val="002C84"/>
                  </a:solidFill>
                  <a:latin typeface="宋体" pitchFamily="2" charset="-122"/>
                  <a:ea typeface="宋体" pitchFamily="2" charset="-122"/>
                </a:rPr>
                <a:t>-</a:t>
              </a:r>
              <a:r>
                <a:rPr lang="en-US" altLang="zh-CN" sz="2600" dirty="0">
                  <a:solidFill>
                    <a:srgbClr val="002C84"/>
                  </a:solidFill>
                </a:rPr>
                <a:t>&gt;link!=NULL; r=r-&gt;link) </a:t>
              </a:r>
              <a:endParaRPr lang="en-US" altLang="zh-CN" sz="2600" dirty="0">
                <a:solidFill>
                  <a:srgbClr val="002C84"/>
                </a:solidFill>
              </a:endParaRPr>
            </a:p>
            <a:p>
              <a:pPr marL="723900" lvl="2" indent="-342900" algn="just" fontAlgn="base">
                <a:lnSpc>
                  <a:spcPct val="70000"/>
                </a:lnSpc>
                <a:spcBef>
                  <a:spcPct val="0"/>
                </a:spcBef>
              </a:pPr>
              <a:r>
                <a:rPr lang="en-US" altLang="zh-CN" sz="2600" dirty="0">
                  <a:solidFill>
                    <a:srgbClr val="002C84"/>
                  </a:solidFill>
                </a:rPr>
                <a:t>                    ;                           </a:t>
              </a:r>
              <a:r>
                <a:rPr lang="en-US" altLang="zh-CN" sz="2300" dirty="0">
                  <a:solidFill>
                    <a:srgbClr val="002C84"/>
                  </a:solidFill>
                </a:rPr>
                <a:t>/*</a:t>
              </a:r>
              <a:r>
                <a:rPr lang="zh-CN" altLang="en-US" sz="2300" dirty="0">
                  <a:solidFill>
                    <a:srgbClr val="002C84"/>
                  </a:solidFill>
                  <a:latin typeface="幼圆" pitchFamily="49" charset="-122"/>
                  <a:ea typeface="幼圆" pitchFamily="49" charset="-122"/>
                </a:rPr>
                <a:t>移向下一个链结点*</a:t>
              </a:r>
              <a:r>
                <a:rPr lang="zh-CN" altLang="en-US" sz="2300" dirty="0">
                  <a:solidFill>
                    <a:srgbClr val="002C84"/>
                  </a:solidFill>
                </a:rPr>
                <a:t>/</a:t>
              </a:r>
              <a:endParaRPr lang="zh-CN" altLang="en-US" sz="2300" dirty="0">
                <a:solidFill>
                  <a:srgbClr val="002C84"/>
                </a:solidFill>
              </a:endParaRPr>
            </a:p>
            <a:p>
              <a:pPr marL="723900" lvl="2" indent="-342900" algn="just" fontAlgn="base">
                <a:lnSpc>
                  <a:spcPct val="70000"/>
                </a:lnSpc>
                <a:spcBef>
                  <a:spcPct val="0"/>
                </a:spcBef>
              </a:pPr>
              <a:r>
                <a:rPr lang="en-US" altLang="zh-CN" sz="2600" dirty="0">
                  <a:solidFill>
                    <a:srgbClr val="002C84"/>
                  </a:solidFill>
                </a:rPr>
                <a:t>             if(r</a:t>
              </a:r>
              <a:r>
                <a:rPr lang="en-US" altLang="zh-CN" sz="2600" dirty="0">
                  <a:solidFill>
                    <a:srgbClr val="002C84"/>
                  </a:solidFill>
                  <a:latin typeface="宋体" pitchFamily="2" charset="-122"/>
                  <a:ea typeface="宋体" pitchFamily="2" charset="-122"/>
                </a:rPr>
                <a:t>-</a:t>
              </a:r>
              <a:r>
                <a:rPr lang="en-US" altLang="zh-CN" sz="2600" dirty="0">
                  <a:solidFill>
                    <a:srgbClr val="002C84"/>
                  </a:solidFill>
                </a:rPr>
                <a:t>&gt;link!=NULL){ </a:t>
              </a:r>
              <a:endParaRPr lang="en-US" altLang="zh-CN" sz="2600" dirty="0">
                <a:solidFill>
                  <a:srgbClr val="002C84"/>
                </a:solidFill>
              </a:endParaRPr>
            </a:p>
            <a:p>
              <a:pPr marL="723900" lvl="2" indent="-342900" algn="just" fontAlgn="base">
                <a:lnSpc>
                  <a:spcPct val="70000"/>
                </a:lnSpc>
                <a:spcBef>
                  <a:spcPct val="0"/>
                </a:spcBef>
              </a:pPr>
              <a:r>
                <a:rPr lang="en-US" altLang="zh-CN" sz="2600" dirty="0">
                  <a:solidFill>
                    <a:srgbClr val="002C84"/>
                  </a:solidFill>
                </a:rPr>
                <a:t>                   r</a:t>
              </a:r>
              <a:r>
                <a:rPr lang="en-US" altLang="zh-CN" sz="2600" dirty="0">
                  <a:solidFill>
                    <a:srgbClr val="002C84"/>
                  </a:solidFill>
                  <a:latin typeface="宋体" pitchFamily="2" charset="-122"/>
                  <a:ea typeface="宋体" pitchFamily="2" charset="-122"/>
                </a:rPr>
                <a:t>-</a:t>
              </a:r>
              <a:r>
                <a:rPr lang="en-US" altLang="zh-CN" sz="2600" dirty="0">
                  <a:solidFill>
                    <a:srgbClr val="002C84"/>
                  </a:solidFill>
                </a:rPr>
                <a:t>&gt;link=p</a:t>
              </a:r>
              <a:r>
                <a:rPr lang="en-US" altLang="zh-CN" sz="2600" dirty="0">
                  <a:solidFill>
                    <a:srgbClr val="002C84"/>
                  </a:solidFill>
                  <a:latin typeface="宋体" pitchFamily="2" charset="-122"/>
                  <a:ea typeface="宋体" pitchFamily="2" charset="-122"/>
                </a:rPr>
                <a:t>-</a:t>
              </a:r>
              <a:r>
                <a:rPr lang="en-US" altLang="zh-CN" sz="2600" dirty="0">
                  <a:solidFill>
                    <a:srgbClr val="002C84"/>
                  </a:solidFill>
                </a:rPr>
                <a:t>&gt;link;</a:t>
              </a:r>
              <a:endParaRPr lang="en-US" altLang="zh-CN" sz="2600" dirty="0">
                <a:solidFill>
                  <a:srgbClr val="002C84"/>
                </a:solidFill>
              </a:endParaRPr>
            </a:p>
            <a:p>
              <a:pPr marL="723900" lvl="2" indent="-342900" algn="just" fontAlgn="base">
                <a:lnSpc>
                  <a:spcPct val="70000"/>
                </a:lnSpc>
                <a:spcBef>
                  <a:spcPct val="0"/>
                </a:spcBef>
              </a:pPr>
              <a:r>
                <a:rPr lang="en-US" altLang="zh-CN" sz="2600" dirty="0">
                  <a:solidFill>
                    <a:srgbClr val="002C84"/>
                  </a:solidFill>
                </a:rPr>
                <a:t>                   free(p);                  </a:t>
              </a:r>
              <a:endParaRPr lang="en-US" altLang="zh-CN" sz="2600" dirty="0">
                <a:solidFill>
                  <a:srgbClr val="002C84"/>
                </a:solidFill>
              </a:endParaRPr>
            </a:p>
            <a:p>
              <a:pPr marL="723900" lvl="2" indent="-342900" algn="just" fontAlgn="base">
                <a:lnSpc>
                  <a:spcPct val="70000"/>
                </a:lnSpc>
                <a:spcBef>
                  <a:spcPct val="0"/>
                </a:spcBef>
              </a:pPr>
              <a:r>
                <a:rPr lang="en-US" altLang="zh-CN" sz="2600" dirty="0">
                  <a:solidFill>
                    <a:srgbClr val="002C84"/>
                  </a:solidFill>
                </a:rPr>
                <a:t>              }</a:t>
              </a:r>
              <a:endParaRPr lang="en-US" altLang="zh-CN" sz="2600" dirty="0">
                <a:solidFill>
                  <a:srgbClr val="002C84"/>
                </a:solidFill>
              </a:endParaRPr>
            </a:p>
            <a:p>
              <a:pPr marL="723900" lvl="2" indent="-342900" algn="just" fontAlgn="base">
                <a:lnSpc>
                  <a:spcPct val="70000"/>
                </a:lnSpc>
                <a:spcBef>
                  <a:spcPct val="0"/>
                </a:spcBef>
              </a:pPr>
              <a:r>
                <a:rPr lang="en-US" altLang="zh-CN" sz="2600" dirty="0">
                  <a:solidFill>
                    <a:srgbClr val="002C84"/>
                  </a:solidFill>
                </a:rPr>
                <a:t>      } </a:t>
              </a:r>
              <a:endParaRPr lang="en-US" altLang="zh-CN" sz="2600" dirty="0">
                <a:solidFill>
                  <a:srgbClr val="002C84"/>
                </a:solidFill>
              </a:endParaRPr>
            </a:p>
            <a:p>
              <a:pPr marL="723900" lvl="2" indent="-342900" algn="just" fontAlgn="base">
                <a:lnSpc>
                  <a:spcPct val="70000"/>
                </a:lnSpc>
                <a:spcBef>
                  <a:spcPct val="0"/>
                </a:spcBef>
              </a:pPr>
              <a:r>
                <a:rPr lang="en-US" altLang="zh-CN" sz="2600" dirty="0">
                  <a:solidFill>
                    <a:srgbClr val="002C84"/>
                  </a:solidFill>
                </a:rPr>
                <a:t>      return list;</a:t>
              </a:r>
              <a:endParaRPr lang="en-US" altLang="zh-CN" sz="2600" dirty="0">
                <a:solidFill>
                  <a:srgbClr val="002C84"/>
                </a:solidFill>
              </a:endParaRPr>
            </a:p>
            <a:p>
              <a:pPr marL="723900" lvl="2" indent="-342900" algn="just" fontAlgn="base">
                <a:lnSpc>
                  <a:spcPct val="70000"/>
                </a:lnSpc>
                <a:spcBef>
                  <a:spcPct val="0"/>
                </a:spcBef>
              </a:pPr>
              <a:r>
                <a:rPr lang="zh-CN" altLang="zh-CN" sz="2600" dirty="0">
                  <a:solidFill>
                    <a:srgbClr val="002C84"/>
                  </a:solidFill>
                </a:rPr>
                <a:t> </a:t>
              </a:r>
              <a:r>
                <a:rPr lang="en-US" altLang="zh-CN" sz="2600" dirty="0">
                  <a:solidFill>
                    <a:srgbClr val="002C84"/>
                  </a:solidFill>
                </a:rPr>
                <a:t>}</a:t>
              </a:r>
              <a:endParaRPr lang="zh-CN" altLang="en-US" sz="2600" dirty="0">
                <a:solidFill>
                  <a:srgbClr val="002C84"/>
                </a:solidFill>
              </a:endParaRPr>
            </a:p>
          </p:txBody>
        </p:sp>
      </p:grpSp>
      <p:grpSp>
        <p:nvGrpSpPr>
          <p:cNvPr id="3" name="Group 108"/>
          <p:cNvGrpSpPr/>
          <p:nvPr/>
        </p:nvGrpSpPr>
        <p:grpSpPr bwMode="auto">
          <a:xfrm>
            <a:off x="2612900" y="3677445"/>
            <a:ext cx="6553200" cy="2500313"/>
            <a:chOff x="1056" y="2184"/>
            <a:chExt cx="4128" cy="1575"/>
          </a:xfrm>
        </p:grpSpPr>
        <p:sp>
          <p:nvSpPr>
            <p:cNvPr id="24586" name="AutoShape 62"/>
            <p:cNvSpPr>
              <a:spLocks noChangeArrowheads="1"/>
            </p:cNvSpPr>
            <p:nvPr/>
          </p:nvSpPr>
          <p:spPr bwMode="auto">
            <a:xfrm>
              <a:off x="1440" y="3408"/>
              <a:ext cx="2208" cy="351"/>
            </a:xfrm>
            <a:prstGeom prst="wedgeRectCallout">
              <a:avLst>
                <a:gd name="adj1" fmla="val 39676"/>
                <a:gd name="adj2" fmla="val -213532"/>
              </a:avLst>
            </a:prstGeom>
            <a:noFill/>
            <a:ln w="57150" cap="sq">
              <a:solidFill>
                <a:srgbClr val="33CCCC"/>
              </a:solidFill>
              <a:miter lim="800000"/>
            </a:ln>
          </p:spPr>
          <p:txBody>
            <a:bodyPr anchor="ctr"/>
            <a:lstStyle/>
            <a:p>
              <a:pPr algn="ctr"/>
              <a:endParaRPr lang="zh-CN" altLang="en-US" sz="2600"/>
            </a:p>
          </p:txBody>
        </p:sp>
        <p:sp>
          <p:nvSpPr>
            <p:cNvPr id="24587" name="Rectangle 63"/>
            <p:cNvSpPr>
              <a:spLocks noChangeArrowheads="1"/>
            </p:cNvSpPr>
            <p:nvPr/>
          </p:nvSpPr>
          <p:spPr bwMode="auto">
            <a:xfrm>
              <a:off x="1476" y="3432"/>
              <a:ext cx="2256" cy="298"/>
            </a:xfrm>
            <a:prstGeom prst="rect">
              <a:avLst/>
            </a:prstGeom>
            <a:noFill/>
            <a:ln w="12700" cap="sq">
              <a:noFill/>
              <a:miter lim="800000"/>
            </a:ln>
            <a:effectLst>
              <a:outerShdw dist="12700" dir="5400000" algn="ctr" rotWithShape="0">
                <a:schemeClr val="bg1"/>
              </a:outerShdw>
            </a:effectLst>
          </p:spPr>
          <p:txBody>
            <a:bodyPr>
              <a:spAutoFit/>
            </a:bodyPr>
            <a:lstStyle/>
            <a:p>
              <a:r>
                <a:rPr lang="zh-CN" altLang="en-US" sz="2500" dirty="0">
                  <a:solidFill>
                    <a:srgbClr val="FF3300"/>
                  </a:solidFill>
                  <a:latin typeface="幼圆" pitchFamily="49" charset="-122"/>
                  <a:ea typeface="幼圆" pitchFamily="49" charset="-122"/>
                </a:rPr>
                <a:t>寻找</a:t>
              </a:r>
              <a:r>
                <a:rPr lang="en-US" altLang="zh-CN" sz="2500" dirty="0">
                  <a:solidFill>
                    <a:srgbClr val="FF3300"/>
                  </a:solidFill>
                  <a:ea typeface="幼圆" pitchFamily="49" charset="-122"/>
                </a:rPr>
                <a:t>p</a:t>
              </a:r>
              <a:r>
                <a:rPr lang="zh-CN" altLang="en-US" sz="2500" dirty="0">
                  <a:solidFill>
                    <a:srgbClr val="FF3300"/>
                  </a:solidFill>
                  <a:latin typeface="幼圆" pitchFamily="49" charset="-122"/>
                  <a:ea typeface="幼圆" pitchFamily="49" charset="-122"/>
                </a:rPr>
                <a:t>结点的直接前驱</a:t>
              </a:r>
              <a:r>
                <a:rPr lang="en-US" altLang="zh-CN" sz="2500" dirty="0">
                  <a:solidFill>
                    <a:srgbClr val="FF3300"/>
                  </a:solidFill>
                  <a:ea typeface="幼圆" pitchFamily="49" charset="-122"/>
                </a:rPr>
                <a:t>r</a:t>
              </a:r>
              <a:endParaRPr lang="zh-CN" altLang="en-US" sz="2500" dirty="0">
                <a:solidFill>
                  <a:srgbClr val="FF3300"/>
                </a:solidFill>
                <a:ea typeface="幼圆" pitchFamily="49" charset="-122"/>
              </a:endParaRPr>
            </a:p>
          </p:txBody>
        </p:sp>
        <p:sp>
          <p:nvSpPr>
            <p:cNvPr id="24588" name="Freeform 91"/>
            <p:cNvSpPr/>
            <p:nvPr/>
          </p:nvSpPr>
          <p:spPr bwMode="auto">
            <a:xfrm>
              <a:off x="1056" y="2184"/>
              <a:ext cx="4128" cy="792"/>
            </a:xfrm>
            <a:custGeom>
              <a:avLst/>
              <a:gdLst>
                <a:gd name="T0" fmla="*/ 157 w 4188"/>
                <a:gd name="T1" fmla="*/ 23 h 814"/>
                <a:gd name="T2" fmla="*/ 2216 w 4188"/>
                <a:gd name="T3" fmla="*/ 34 h 814"/>
                <a:gd name="T4" fmla="*/ 3110 w 4188"/>
                <a:gd name="T5" fmla="*/ 46 h 814"/>
                <a:gd name="T6" fmla="*/ 3654 w 4188"/>
                <a:gd name="T7" fmla="*/ 72 h 814"/>
                <a:gd name="T8" fmla="*/ 3695 w 4188"/>
                <a:gd name="T9" fmla="*/ 312 h 814"/>
                <a:gd name="T10" fmla="*/ 3121 w 4188"/>
                <a:gd name="T11" fmla="*/ 506 h 814"/>
                <a:gd name="T12" fmla="*/ 61 w 4188"/>
                <a:gd name="T13" fmla="*/ 496 h 814"/>
                <a:gd name="T14" fmla="*/ 50 w 4188"/>
                <a:gd name="T15" fmla="*/ 247 h 814"/>
                <a:gd name="T16" fmla="*/ 0 w 4188"/>
                <a:gd name="T17" fmla="*/ 126 h 814"/>
                <a:gd name="T18" fmla="*/ 61 w 4188"/>
                <a:gd name="T19" fmla="*/ 88 h 814"/>
                <a:gd name="T20" fmla="*/ 96 w 4188"/>
                <a:gd name="T21" fmla="*/ 72 h 814"/>
                <a:gd name="T22" fmla="*/ 157 w 4188"/>
                <a:gd name="T23" fmla="*/ 52 h 814"/>
                <a:gd name="T24" fmla="*/ 183 w 4188"/>
                <a:gd name="T25" fmla="*/ 46 h 814"/>
                <a:gd name="T26" fmla="*/ 157 w 4188"/>
                <a:gd name="T27" fmla="*/ 23 h 81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188"/>
                <a:gd name="T43" fmla="*/ 0 h 814"/>
                <a:gd name="T44" fmla="*/ 4188 w 4188"/>
                <a:gd name="T45" fmla="*/ 814 h 81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188" h="814">
                  <a:moveTo>
                    <a:pt x="173" y="31"/>
                  </a:moveTo>
                  <a:cubicBezTo>
                    <a:pt x="938" y="72"/>
                    <a:pt x="1722" y="34"/>
                    <a:pt x="2488" y="42"/>
                  </a:cubicBezTo>
                  <a:cubicBezTo>
                    <a:pt x="2852" y="63"/>
                    <a:pt x="3069" y="60"/>
                    <a:pt x="3491" y="54"/>
                  </a:cubicBezTo>
                  <a:cubicBezTo>
                    <a:pt x="3564" y="52"/>
                    <a:pt x="4013" y="0"/>
                    <a:pt x="4101" y="88"/>
                  </a:cubicBezTo>
                  <a:cubicBezTo>
                    <a:pt x="4134" y="185"/>
                    <a:pt x="4133" y="287"/>
                    <a:pt x="4147" y="388"/>
                  </a:cubicBezTo>
                  <a:cubicBezTo>
                    <a:pt x="4084" y="814"/>
                    <a:pt x="4188" y="630"/>
                    <a:pt x="3502" y="630"/>
                  </a:cubicBezTo>
                  <a:cubicBezTo>
                    <a:pt x="2358" y="630"/>
                    <a:pt x="1213" y="622"/>
                    <a:pt x="69" y="618"/>
                  </a:cubicBezTo>
                  <a:cubicBezTo>
                    <a:pt x="65" y="514"/>
                    <a:pt x="65" y="411"/>
                    <a:pt x="58" y="307"/>
                  </a:cubicBezTo>
                  <a:cubicBezTo>
                    <a:pt x="54" y="251"/>
                    <a:pt x="18" y="208"/>
                    <a:pt x="0" y="158"/>
                  </a:cubicBezTo>
                  <a:cubicBezTo>
                    <a:pt x="40" y="97"/>
                    <a:pt x="0" y="141"/>
                    <a:pt x="69" y="111"/>
                  </a:cubicBezTo>
                  <a:cubicBezTo>
                    <a:pt x="82" y="105"/>
                    <a:pt x="91" y="94"/>
                    <a:pt x="104" y="88"/>
                  </a:cubicBezTo>
                  <a:cubicBezTo>
                    <a:pt x="126" y="78"/>
                    <a:pt x="150" y="73"/>
                    <a:pt x="173" y="65"/>
                  </a:cubicBezTo>
                  <a:cubicBezTo>
                    <a:pt x="184" y="61"/>
                    <a:pt x="217" y="61"/>
                    <a:pt x="207" y="54"/>
                  </a:cubicBezTo>
                  <a:cubicBezTo>
                    <a:pt x="196" y="46"/>
                    <a:pt x="184" y="39"/>
                    <a:pt x="173" y="31"/>
                  </a:cubicBezTo>
                  <a:close/>
                </a:path>
              </a:pathLst>
            </a:custGeom>
            <a:noFill/>
            <a:ln w="50800" cap="sq" cmpd="sng">
              <a:solidFill>
                <a:srgbClr val="FF0000"/>
              </a:solidFill>
              <a:prstDash val="solid"/>
              <a:round/>
            </a:ln>
          </p:spPr>
          <p:txBody>
            <a:bodyPr wrap="none" anchor="ctr"/>
            <a:lstStyle/>
            <a:p>
              <a:endParaRPr lang="zh-CN" altLang="en-US"/>
            </a:p>
          </p:txBody>
        </p:sp>
      </p:grpSp>
      <p:grpSp>
        <p:nvGrpSpPr>
          <p:cNvPr id="4" name="Group 104"/>
          <p:cNvGrpSpPr/>
          <p:nvPr/>
        </p:nvGrpSpPr>
        <p:grpSpPr bwMode="auto">
          <a:xfrm>
            <a:off x="1298450" y="400844"/>
            <a:ext cx="2057400" cy="1136650"/>
            <a:chOff x="2304" y="2916"/>
            <a:chExt cx="1296" cy="716"/>
          </a:xfrm>
        </p:grpSpPr>
        <p:sp>
          <p:nvSpPr>
            <p:cNvPr id="24584" name="AutoShape 105"/>
            <p:cNvSpPr>
              <a:spLocks noChangeArrowheads="1"/>
            </p:cNvSpPr>
            <p:nvPr/>
          </p:nvSpPr>
          <p:spPr bwMode="auto">
            <a:xfrm rot="4009486">
              <a:off x="2594" y="2626"/>
              <a:ext cx="716" cy="1296"/>
            </a:xfrm>
            <a:prstGeom prst="irregularSeal2">
              <a:avLst/>
            </a:prstGeom>
            <a:solidFill>
              <a:srgbClr val="2DB6B3"/>
            </a:solidFill>
            <a:ln w="73025">
              <a:solidFill>
                <a:srgbClr val="FFFFFF"/>
              </a:solidFill>
              <a:miter lim="800000"/>
            </a:ln>
            <a:effectLst>
              <a:outerShdw dist="129515" dir="678596" algn="ctr" rotWithShape="0">
                <a:srgbClr val="B2B2B2"/>
              </a:outerShdw>
            </a:effectLst>
          </p:spPr>
          <p:txBody>
            <a:bodyPr wrap="none" anchor="ctr"/>
            <a:lstStyle/>
            <a:p>
              <a:endParaRPr lang="zh-CN" altLang="en-US"/>
            </a:p>
          </p:txBody>
        </p:sp>
        <p:sp>
          <p:nvSpPr>
            <p:cNvPr id="24585" name="Rectangle 106"/>
            <p:cNvSpPr>
              <a:spLocks noChangeArrowheads="1"/>
            </p:cNvSpPr>
            <p:nvPr/>
          </p:nvSpPr>
          <p:spPr bwMode="auto">
            <a:xfrm>
              <a:off x="2480" y="2976"/>
              <a:ext cx="1108" cy="490"/>
            </a:xfrm>
            <a:prstGeom prst="rect">
              <a:avLst/>
            </a:prstGeom>
            <a:noFill/>
            <a:ln w="9525">
              <a:noFill/>
              <a:miter lim="800000"/>
            </a:ln>
            <a:effectLst>
              <a:outerShdw dist="35921" dir="2700000" algn="ctr" rotWithShape="0">
                <a:schemeClr val="bg2"/>
              </a:outerShdw>
            </a:effectLst>
          </p:spPr>
          <p:txBody>
            <a:bodyPr anchor="ctr">
              <a:spAutoFit/>
            </a:bodyPr>
            <a:lstStyle/>
            <a:p>
              <a:r>
                <a:rPr lang="zh-CN" altLang="en-US" sz="4500" i="1">
                  <a:solidFill>
                    <a:srgbClr val="FFFF00"/>
                  </a:solidFill>
                  <a:ea typeface="黑体" panose="02010609060101010101" pitchFamily="2" charset="-122"/>
                </a:rPr>
                <a:t>算法</a:t>
              </a:r>
              <a:endParaRPr lang="zh-CN" altLang="en-US" sz="4500" i="1">
                <a:solidFill>
                  <a:srgbClr val="FFFF00"/>
                </a:solidFill>
                <a:ea typeface="黑体" panose="02010609060101010101" pitchFamily="2" charset="-122"/>
              </a:endParaRPr>
            </a:p>
          </p:txBody>
        </p:sp>
      </p:grpSp>
      <p:grpSp>
        <p:nvGrpSpPr>
          <p:cNvPr id="5" name="Group 120"/>
          <p:cNvGrpSpPr/>
          <p:nvPr/>
        </p:nvGrpSpPr>
        <p:grpSpPr bwMode="auto">
          <a:xfrm>
            <a:off x="6708650" y="4871244"/>
            <a:ext cx="3067050" cy="723900"/>
            <a:chOff x="3624" y="2907"/>
            <a:chExt cx="1932" cy="456"/>
          </a:xfrm>
        </p:grpSpPr>
        <p:sp>
          <p:nvSpPr>
            <p:cNvPr id="24582" name="Freeform 121"/>
            <p:cNvSpPr/>
            <p:nvPr/>
          </p:nvSpPr>
          <p:spPr bwMode="auto">
            <a:xfrm>
              <a:off x="3624" y="2907"/>
              <a:ext cx="1705" cy="456"/>
            </a:xfrm>
            <a:custGeom>
              <a:avLst/>
              <a:gdLst>
                <a:gd name="T0" fmla="*/ 104 w 1635"/>
                <a:gd name="T1" fmla="*/ 81 h 504"/>
                <a:gd name="T2" fmla="*/ 118 w 1635"/>
                <a:gd name="T3" fmla="*/ 61 h 504"/>
                <a:gd name="T4" fmla="*/ 163 w 1635"/>
                <a:gd name="T5" fmla="*/ 55 h 504"/>
                <a:gd name="T6" fmla="*/ 534 w 1635"/>
                <a:gd name="T7" fmla="*/ 24 h 504"/>
                <a:gd name="T8" fmla="*/ 1052 w 1635"/>
                <a:gd name="T9" fmla="*/ 24 h 504"/>
                <a:gd name="T10" fmla="*/ 1970 w 1635"/>
                <a:gd name="T11" fmla="*/ 49 h 504"/>
                <a:gd name="T12" fmla="*/ 2029 w 1635"/>
                <a:gd name="T13" fmla="*/ 130 h 504"/>
                <a:gd name="T14" fmla="*/ 2062 w 1635"/>
                <a:gd name="T15" fmla="*/ 168 h 504"/>
                <a:gd name="T16" fmla="*/ 2015 w 1635"/>
                <a:gd name="T17" fmla="*/ 207 h 504"/>
                <a:gd name="T18" fmla="*/ 1999 w 1635"/>
                <a:gd name="T19" fmla="*/ 233 h 504"/>
                <a:gd name="T20" fmla="*/ 1927 w 1635"/>
                <a:gd name="T21" fmla="*/ 238 h 504"/>
                <a:gd name="T22" fmla="*/ 1794 w 1635"/>
                <a:gd name="T23" fmla="*/ 245 h 504"/>
                <a:gd name="T24" fmla="*/ 1690 w 1635"/>
                <a:gd name="T25" fmla="*/ 263 h 504"/>
                <a:gd name="T26" fmla="*/ 1570 w 1635"/>
                <a:gd name="T27" fmla="*/ 277 h 504"/>
                <a:gd name="T28" fmla="*/ 1244 w 1635"/>
                <a:gd name="T29" fmla="*/ 257 h 504"/>
                <a:gd name="T30" fmla="*/ 474 w 1635"/>
                <a:gd name="T31" fmla="*/ 277 h 504"/>
                <a:gd name="T32" fmla="*/ 268 w 1635"/>
                <a:gd name="T33" fmla="*/ 271 h 504"/>
                <a:gd name="T34" fmla="*/ 88 w 1635"/>
                <a:gd name="T35" fmla="*/ 233 h 504"/>
                <a:gd name="T36" fmla="*/ 0 w 1635"/>
                <a:gd name="T37" fmla="*/ 176 h 504"/>
                <a:gd name="T38" fmla="*/ 104 w 1635"/>
                <a:gd name="T39" fmla="*/ 125 h 504"/>
                <a:gd name="T40" fmla="*/ 118 w 1635"/>
                <a:gd name="T41" fmla="*/ 106 h 504"/>
                <a:gd name="T42" fmla="*/ 104 w 1635"/>
                <a:gd name="T43" fmla="*/ 81 h 50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635" h="504">
                  <a:moveTo>
                    <a:pt x="81" y="147"/>
                  </a:moveTo>
                  <a:cubicBezTo>
                    <a:pt x="85" y="135"/>
                    <a:pt x="83" y="121"/>
                    <a:pt x="92" y="112"/>
                  </a:cubicBezTo>
                  <a:cubicBezTo>
                    <a:pt x="101" y="103"/>
                    <a:pt x="116" y="106"/>
                    <a:pt x="127" y="101"/>
                  </a:cubicBezTo>
                  <a:cubicBezTo>
                    <a:pt x="225" y="53"/>
                    <a:pt x="303" y="54"/>
                    <a:pt x="415" y="43"/>
                  </a:cubicBezTo>
                  <a:cubicBezTo>
                    <a:pt x="552" y="0"/>
                    <a:pt x="681" y="31"/>
                    <a:pt x="818" y="43"/>
                  </a:cubicBezTo>
                  <a:cubicBezTo>
                    <a:pt x="1050" y="91"/>
                    <a:pt x="1296" y="80"/>
                    <a:pt x="1532" y="89"/>
                  </a:cubicBezTo>
                  <a:cubicBezTo>
                    <a:pt x="1601" y="158"/>
                    <a:pt x="1550" y="92"/>
                    <a:pt x="1578" y="239"/>
                  </a:cubicBezTo>
                  <a:cubicBezTo>
                    <a:pt x="1583" y="263"/>
                    <a:pt x="1602" y="308"/>
                    <a:pt x="1602" y="308"/>
                  </a:cubicBezTo>
                  <a:cubicBezTo>
                    <a:pt x="1551" y="457"/>
                    <a:pt x="1635" y="221"/>
                    <a:pt x="1567" y="377"/>
                  </a:cubicBezTo>
                  <a:cubicBezTo>
                    <a:pt x="1561" y="392"/>
                    <a:pt x="1567" y="413"/>
                    <a:pt x="1555" y="423"/>
                  </a:cubicBezTo>
                  <a:cubicBezTo>
                    <a:pt x="1540" y="435"/>
                    <a:pt x="1517" y="432"/>
                    <a:pt x="1498" y="435"/>
                  </a:cubicBezTo>
                  <a:cubicBezTo>
                    <a:pt x="1463" y="440"/>
                    <a:pt x="1429" y="442"/>
                    <a:pt x="1394" y="446"/>
                  </a:cubicBezTo>
                  <a:cubicBezTo>
                    <a:pt x="1367" y="456"/>
                    <a:pt x="1342" y="472"/>
                    <a:pt x="1314" y="481"/>
                  </a:cubicBezTo>
                  <a:cubicBezTo>
                    <a:pt x="1284" y="491"/>
                    <a:pt x="1221" y="504"/>
                    <a:pt x="1221" y="504"/>
                  </a:cubicBezTo>
                  <a:cubicBezTo>
                    <a:pt x="1127" y="497"/>
                    <a:pt x="1056" y="492"/>
                    <a:pt x="968" y="469"/>
                  </a:cubicBezTo>
                  <a:cubicBezTo>
                    <a:pt x="773" y="481"/>
                    <a:pt x="557" y="459"/>
                    <a:pt x="369" y="504"/>
                  </a:cubicBezTo>
                  <a:cubicBezTo>
                    <a:pt x="315" y="500"/>
                    <a:pt x="261" y="502"/>
                    <a:pt x="208" y="493"/>
                  </a:cubicBezTo>
                  <a:cubicBezTo>
                    <a:pt x="202" y="492"/>
                    <a:pt x="83" y="429"/>
                    <a:pt x="69" y="423"/>
                  </a:cubicBezTo>
                  <a:cubicBezTo>
                    <a:pt x="35" y="389"/>
                    <a:pt x="16" y="365"/>
                    <a:pt x="0" y="320"/>
                  </a:cubicBezTo>
                  <a:cubicBezTo>
                    <a:pt x="17" y="270"/>
                    <a:pt x="43" y="265"/>
                    <a:pt x="81" y="228"/>
                  </a:cubicBezTo>
                  <a:cubicBezTo>
                    <a:pt x="85" y="216"/>
                    <a:pt x="94" y="205"/>
                    <a:pt x="92" y="193"/>
                  </a:cubicBezTo>
                  <a:cubicBezTo>
                    <a:pt x="83" y="138"/>
                    <a:pt x="52" y="173"/>
                    <a:pt x="81" y="147"/>
                  </a:cubicBezTo>
                  <a:close/>
                </a:path>
              </a:pathLst>
            </a:custGeom>
            <a:solidFill>
              <a:srgbClr val="FFFF99"/>
            </a:solidFill>
            <a:ln w="12700" cap="sq" cmpd="sng">
              <a:noFill/>
              <a:prstDash val="solid"/>
              <a:round/>
            </a:ln>
            <a:effectLst>
              <a:outerShdw dist="71842" dir="2700000" algn="ctr" rotWithShape="0">
                <a:srgbClr val="B2B2B2"/>
              </a:outerShdw>
            </a:effectLst>
          </p:spPr>
          <p:txBody>
            <a:bodyPr wrap="none" anchor="ctr"/>
            <a:lstStyle/>
            <a:p>
              <a:endParaRPr lang="zh-CN" altLang="en-US"/>
            </a:p>
          </p:txBody>
        </p:sp>
        <p:sp>
          <p:nvSpPr>
            <p:cNvPr id="24583" name="Rectangle 122"/>
            <p:cNvSpPr>
              <a:spLocks noChangeArrowheads="1"/>
            </p:cNvSpPr>
            <p:nvPr/>
          </p:nvSpPr>
          <p:spPr bwMode="auto">
            <a:xfrm rot="-30194">
              <a:off x="3694" y="3001"/>
              <a:ext cx="1862" cy="298"/>
            </a:xfrm>
            <a:prstGeom prst="rect">
              <a:avLst/>
            </a:prstGeom>
            <a:noFill/>
            <a:ln w="12700" cap="sq">
              <a:noFill/>
              <a:miter lim="800000"/>
            </a:ln>
            <a:effectLst>
              <a:outerShdw dist="12700" dir="5400000" algn="ctr" rotWithShape="0">
                <a:srgbClr val="000000"/>
              </a:outerShdw>
            </a:effectLst>
          </p:spPr>
          <p:txBody>
            <a:bodyPr>
              <a:spAutoFit/>
            </a:bodyPr>
            <a:lstStyle/>
            <a:p>
              <a:r>
                <a:rPr lang="zh-CN" altLang="en-US" sz="2500">
                  <a:solidFill>
                    <a:srgbClr val="FF3300"/>
                  </a:solidFill>
                  <a:ea typeface="幼圆" pitchFamily="49" charset="-122"/>
                </a:rPr>
                <a:t>时间复杂度</a:t>
              </a:r>
              <a:r>
                <a:rPr lang="en-US" altLang="zh-CN" sz="2500">
                  <a:solidFill>
                    <a:srgbClr val="FF3300"/>
                  </a:solidFill>
                  <a:ea typeface="幼圆" pitchFamily="49" charset="-122"/>
                </a:rPr>
                <a:t>O(n)</a:t>
              </a:r>
              <a:endParaRPr lang="zh-CN" altLang="en-US" sz="2500">
                <a:solidFill>
                  <a:srgbClr val="FF3300"/>
                </a:solidFill>
                <a:ea typeface="幼圆" pitchFamily="49"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1+#ppt_w/2"/>
                                          </p:val>
                                        </p:tav>
                                        <p:tav tm="100000">
                                          <p:val>
                                            <p:strVal val="#ppt_x"/>
                                          </p:val>
                                        </p:tav>
                                      </p:tavLst>
                                    </p:anim>
                                    <p:anim calcmode="lin" valueType="num">
                                      <p:cBhvr additive="base">
                                        <p:cTn id="13"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07"/>
          <p:cNvGrpSpPr/>
          <p:nvPr/>
        </p:nvGrpSpPr>
        <p:grpSpPr bwMode="auto">
          <a:xfrm>
            <a:off x="852875" y="1212372"/>
            <a:ext cx="8447087" cy="5334000"/>
            <a:chOff x="199" y="576"/>
            <a:chExt cx="5321" cy="3360"/>
          </a:xfrm>
        </p:grpSpPr>
        <p:sp>
          <p:nvSpPr>
            <p:cNvPr id="24589" name="Rectangle 3"/>
            <p:cNvSpPr>
              <a:spLocks noChangeArrowheads="1"/>
            </p:cNvSpPr>
            <p:nvPr/>
          </p:nvSpPr>
          <p:spPr bwMode="auto">
            <a:xfrm>
              <a:off x="240" y="576"/>
              <a:ext cx="5280" cy="3360"/>
            </a:xfrm>
            <a:prstGeom prst="rect">
              <a:avLst/>
            </a:prstGeom>
            <a:solidFill>
              <a:srgbClr val="E1F0FF"/>
            </a:solidFill>
            <a:ln w="9525">
              <a:noFill/>
              <a:miter lim="800000"/>
            </a:ln>
            <a:effectLst>
              <a:outerShdw dist="251447" dir="2700000" algn="ctr" rotWithShape="0">
                <a:srgbClr val="B2B2B2"/>
              </a:outerShdw>
            </a:effectLst>
          </p:spPr>
          <p:txBody>
            <a:bodyPr wrap="none" anchor="ctr"/>
            <a:lstStyle/>
            <a:p>
              <a:pPr algn="ctr"/>
              <a:endParaRPr lang="zh-CN" altLang="en-US" sz="2600">
                <a:solidFill>
                  <a:schemeClr val="accent1"/>
                </a:solidFill>
              </a:endParaRPr>
            </a:p>
          </p:txBody>
        </p:sp>
        <p:sp>
          <p:nvSpPr>
            <p:cNvPr id="24590" name="Text Box 4"/>
            <p:cNvSpPr txBox="1">
              <a:spLocks noChangeArrowheads="1"/>
            </p:cNvSpPr>
            <p:nvPr/>
          </p:nvSpPr>
          <p:spPr bwMode="auto">
            <a:xfrm>
              <a:off x="199" y="823"/>
              <a:ext cx="5273" cy="3053"/>
            </a:xfrm>
            <a:prstGeom prst="rect">
              <a:avLst/>
            </a:prstGeom>
            <a:noFill/>
            <a:ln w="9525">
              <a:noFill/>
              <a:miter lim="800000"/>
            </a:ln>
          </p:spPr>
          <p:txBody>
            <a:bodyPr>
              <a:spAutoFit/>
            </a:bodyPr>
            <a:lstStyle/>
            <a:p>
              <a:pPr marL="723900" lvl="2" indent="-342900" algn="just" fontAlgn="base">
                <a:lnSpc>
                  <a:spcPct val="70000"/>
                </a:lnSpc>
                <a:spcBef>
                  <a:spcPct val="0"/>
                </a:spcBef>
              </a:pPr>
              <a:r>
                <a:rPr lang="en-US" altLang="zh-CN" sz="2600" dirty="0" err="1">
                  <a:solidFill>
                    <a:srgbClr val="002C84"/>
                  </a:solidFill>
                </a:rPr>
                <a:t>Nodeptr</a:t>
              </a:r>
              <a:r>
                <a:rPr lang="en-US" altLang="zh-CN" sz="2600" dirty="0">
                  <a:solidFill>
                    <a:srgbClr val="002C84"/>
                  </a:solidFill>
                </a:rPr>
                <a:t> </a:t>
              </a:r>
              <a:r>
                <a:rPr lang="en-US" altLang="zh-CN" sz="2600" dirty="0" err="1">
                  <a:solidFill>
                    <a:srgbClr val="002C84"/>
                  </a:solidFill>
                </a:rPr>
                <a:t>deleteNode</a:t>
              </a:r>
              <a:r>
                <a:rPr lang="en-US" altLang="zh-CN" sz="2600" dirty="0">
                  <a:solidFill>
                    <a:srgbClr val="002C84"/>
                  </a:solidFill>
                </a:rPr>
                <a:t>( </a:t>
              </a:r>
              <a:r>
                <a:rPr lang="en-US" altLang="zh-CN" sz="2600" dirty="0" err="1">
                  <a:solidFill>
                    <a:srgbClr val="002C84"/>
                  </a:solidFill>
                </a:rPr>
                <a:t>Nodeptr</a:t>
              </a:r>
              <a:r>
                <a:rPr lang="en-US" altLang="zh-CN" sz="2600" dirty="0">
                  <a:solidFill>
                    <a:srgbClr val="002C84"/>
                  </a:solidFill>
                </a:rPr>
                <a:t> list, </a:t>
              </a:r>
              <a:r>
                <a:rPr lang="en-US" altLang="zh-CN" sz="2800" dirty="0" err="1"/>
                <a:t>ElemType</a:t>
              </a:r>
              <a:r>
                <a:rPr lang="en-US" altLang="zh-CN" sz="2800" dirty="0"/>
                <a:t> </a:t>
              </a:r>
              <a:r>
                <a:rPr lang="en-US" altLang="zh-CN" sz="2800" dirty="0" err="1"/>
                <a:t>elem</a:t>
              </a:r>
              <a:r>
                <a:rPr lang="en-US" altLang="zh-CN" sz="2600" dirty="0">
                  <a:solidFill>
                    <a:srgbClr val="002C84"/>
                  </a:solidFill>
                </a:rPr>
                <a:t> )</a:t>
              </a:r>
              <a:endParaRPr lang="en-US" altLang="zh-CN" sz="2600" dirty="0">
                <a:solidFill>
                  <a:srgbClr val="002C84"/>
                </a:solidFill>
              </a:endParaRPr>
            </a:p>
            <a:p>
              <a:pPr marL="723900" lvl="2" indent="-342900" algn="just" fontAlgn="base">
                <a:lnSpc>
                  <a:spcPct val="70000"/>
                </a:lnSpc>
                <a:spcBef>
                  <a:spcPct val="0"/>
                </a:spcBef>
              </a:pPr>
              <a:r>
                <a:rPr lang="en-US" altLang="zh-CN" sz="2600" dirty="0">
                  <a:solidFill>
                    <a:srgbClr val="002C84"/>
                  </a:solidFill>
                </a:rPr>
                <a:t>{</a:t>
              </a:r>
              <a:endParaRPr lang="en-US" altLang="zh-CN" sz="2600" dirty="0">
                <a:solidFill>
                  <a:srgbClr val="002C84"/>
                </a:solidFill>
              </a:endParaRPr>
            </a:p>
            <a:p>
              <a:pPr marL="723900" lvl="2" indent="-342900" algn="just" fontAlgn="base">
                <a:lnSpc>
                  <a:spcPct val="70000"/>
                </a:lnSpc>
                <a:spcBef>
                  <a:spcPct val="0"/>
                </a:spcBef>
              </a:pPr>
              <a:r>
                <a:rPr lang="en-US" altLang="zh-CN" sz="2600" dirty="0">
                  <a:solidFill>
                    <a:srgbClr val="002C84"/>
                  </a:solidFill>
                </a:rPr>
                <a:t>      </a:t>
              </a:r>
              <a:r>
                <a:rPr lang="en-US" altLang="zh-CN" sz="2600" dirty="0" err="1">
                  <a:solidFill>
                    <a:srgbClr val="002C84"/>
                  </a:solidFill>
                </a:rPr>
                <a:t>Nodeptr</a:t>
              </a:r>
              <a:r>
                <a:rPr lang="en-US" altLang="zh-CN" sz="2600" dirty="0">
                  <a:solidFill>
                    <a:srgbClr val="002C84"/>
                  </a:solidFill>
                </a:rPr>
                <a:t> p, q;    </a:t>
              </a:r>
              <a:r>
                <a:rPr lang="en-US" altLang="zh-CN" sz="2300" dirty="0">
                  <a:solidFill>
                    <a:srgbClr val="002C84"/>
                  </a:solidFill>
                  <a:ea typeface="幼圆" pitchFamily="49" charset="-122"/>
                </a:rPr>
                <a:t>/*p</a:t>
              </a:r>
              <a:r>
                <a:rPr lang="zh-CN" altLang="en-US" sz="2300" dirty="0">
                  <a:solidFill>
                    <a:srgbClr val="002C84"/>
                  </a:solidFill>
                  <a:ea typeface="幼圆" pitchFamily="49" charset="-122"/>
                </a:rPr>
                <a:t>指向要删除的结点，</a:t>
              </a:r>
              <a:r>
                <a:rPr lang="en-US" altLang="zh-CN" sz="2300" dirty="0">
                  <a:solidFill>
                    <a:srgbClr val="002C84"/>
                  </a:solidFill>
                  <a:ea typeface="幼圆" pitchFamily="49" charset="-122"/>
                </a:rPr>
                <a:t>q</a:t>
              </a:r>
              <a:r>
                <a:rPr lang="zh-CN" altLang="en-US" sz="2300" dirty="0">
                  <a:solidFill>
                    <a:srgbClr val="002C84"/>
                  </a:solidFill>
                  <a:ea typeface="幼圆" pitchFamily="49" charset="-122"/>
                </a:rPr>
                <a:t>为</a:t>
              </a:r>
              <a:r>
                <a:rPr lang="en-US" altLang="zh-CN" sz="2300" dirty="0">
                  <a:solidFill>
                    <a:srgbClr val="002C84"/>
                  </a:solidFill>
                  <a:ea typeface="幼圆" pitchFamily="49" charset="-122"/>
                </a:rPr>
                <a:t>p</a:t>
              </a:r>
              <a:r>
                <a:rPr lang="zh-CN" altLang="en-US" sz="2300" dirty="0">
                  <a:solidFill>
                    <a:srgbClr val="002C84"/>
                  </a:solidFill>
                  <a:ea typeface="幼圆" pitchFamily="49" charset="-122"/>
                </a:rPr>
                <a:t>的前一个结点*/</a:t>
              </a:r>
              <a:endParaRPr lang="zh-CN" altLang="en-US" sz="2300" dirty="0">
                <a:solidFill>
                  <a:srgbClr val="002C84"/>
                </a:solidFill>
                <a:ea typeface="幼圆" pitchFamily="49" charset="-122"/>
              </a:endParaRPr>
            </a:p>
            <a:p>
              <a:pPr marL="723900" lvl="2" indent="-342900" algn="just" fontAlgn="base">
                <a:lnSpc>
                  <a:spcPct val="70000"/>
                </a:lnSpc>
                <a:spcBef>
                  <a:spcPct val="0"/>
                </a:spcBef>
              </a:pPr>
              <a:endParaRPr lang="en-US" altLang="zh-CN" sz="2600" dirty="0">
                <a:solidFill>
                  <a:srgbClr val="002C84"/>
                </a:solidFill>
              </a:endParaRPr>
            </a:p>
            <a:p>
              <a:pPr marL="723900" lvl="2" indent="-342900" algn="just" fontAlgn="base">
                <a:lnSpc>
                  <a:spcPct val="70000"/>
                </a:lnSpc>
                <a:spcBef>
                  <a:spcPct val="0"/>
                </a:spcBef>
              </a:pPr>
              <a:r>
                <a:rPr lang="en-US" altLang="zh-CN" sz="2600" dirty="0">
                  <a:solidFill>
                    <a:srgbClr val="002C84"/>
                  </a:solidFill>
                </a:rPr>
                <a:t>      for(p=list; p!=NULL; q=</a:t>
              </a:r>
              <a:r>
                <a:rPr lang="en-US" altLang="zh-CN" sz="2600" dirty="0" err="1">
                  <a:solidFill>
                    <a:srgbClr val="002C84"/>
                  </a:solidFill>
                </a:rPr>
                <a:t>p,p</a:t>
              </a:r>
              <a:r>
                <a:rPr lang="en-US" altLang="zh-CN" sz="2600" dirty="0">
                  <a:solidFill>
                    <a:srgbClr val="002C84"/>
                  </a:solidFill>
                </a:rPr>
                <a:t>=p-&gt;link) </a:t>
              </a:r>
              <a:endParaRPr lang="en-US" altLang="zh-CN" sz="2600" dirty="0">
                <a:solidFill>
                  <a:srgbClr val="002C84"/>
                </a:solidFill>
              </a:endParaRPr>
            </a:p>
            <a:p>
              <a:pPr marL="723900" lvl="2" indent="-342900" algn="just" fontAlgn="base">
                <a:lnSpc>
                  <a:spcPct val="70000"/>
                </a:lnSpc>
                <a:spcBef>
                  <a:spcPct val="0"/>
                </a:spcBef>
              </a:pPr>
              <a:r>
                <a:rPr lang="en-US" altLang="zh-CN" sz="2600" dirty="0">
                  <a:solidFill>
                    <a:srgbClr val="002C84"/>
                  </a:solidFill>
                </a:rPr>
                <a:t>                   if(p</a:t>
              </a:r>
              <a:r>
                <a:rPr lang="en-US" altLang="zh-CN" sz="2600" dirty="0">
                  <a:solidFill>
                    <a:srgbClr val="002C84"/>
                  </a:solidFill>
                  <a:latin typeface="宋体" pitchFamily="2" charset="-122"/>
                  <a:ea typeface="宋体" pitchFamily="2" charset="-122"/>
                </a:rPr>
                <a:t>-</a:t>
              </a:r>
              <a:r>
                <a:rPr lang="en-US" altLang="zh-CN" sz="2600" dirty="0">
                  <a:solidFill>
                    <a:srgbClr val="002C84"/>
                  </a:solidFill>
                </a:rPr>
                <a:t>&gt;</a:t>
              </a:r>
              <a:r>
                <a:rPr lang="en-US" altLang="zh-CN" sz="2600" dirty="0" err="1">
                  <a:solidFill>
                    <a:srgbClr val="002C84"/>
                  </a:solidFill>
                </a:rPr>
                <a:t>elem</a:t>
              </a:r>
              <a:r>
                <a:rPr lang="en-US" altLang="zh-CN" sz="2600" dirty="0">
                  <a:solidFill>
                    <a:srgbClr val="002C84"/>
                  </a:solidFill>
                </a:rPr>
                <a:t>==</a:t>
              </a:r>
              <a:r>
                <a:rPr lang="en-US" altLang="zh-CN" sz="2600" dirty="0" err="1">
                  <a:solidFill>
                    <a:srgbClr val="002C84"/>
                  </a:solidFill>
                </a:rPr>
                <a:t>elem</a:t>
              </a:r>
              <a:r>
                <a:rPr lang="en-US" altLang="zh-CN" sz="2600" dirty="0">
                  <a:solidFill>
                    <a:srgbClr val="002C84"/>
                  </a:solidFill>
                </a:rPr>
                <a:t> </a:t>
              </a:r>
              <a:r>
                <a:rPr lang="zh-CN" altLang="en-US" sz="2600" dirty="0">
                  <a:solidFill>
                    <a:srgbClr val="002C84"/>
                  </a:solidFill>
                </a:rPr>
                <a:t>）</a:t>
              </a:r>
              <a:r>
                <a:rPr lang="en-US" altLang="zh-CN" sz="2600" dirty="0">
                  <a:solidFill>
                    <a:srgbClr val="002C84"/>
                  </a:solidFill>
                </a:rPr>
                <a:t>         </a:t>
              </a:r>
              <a:r>
                <a:rPr lang="en-US" altLang="zh-CN" sz="2000" dirty="0">
                  <a:solidFill>
                    <a:srgbClr val="002C84"/>
                  </a:solidFill>
                </a:rPr>
                <a:t>/*</a:t>
              </a:r>
              <a:r>
                <a:rPr lang="zh-CN" altLang="en-US" sz="2000" dirty="0">
                  <a:solidFill>
                    <a:srgbClr val="002C84"/>
                  </a:solidFill>
                  <a:latin typeface="幼圆" pitchFamily="49" charset="-122"/>
                  <a:ea typeface="幼圆" pitchFamily="49" charset="-122"/>
                </a:rPr>
                <a:t>找到要删除的链结点*</a:t>
              </a:r>
              <a:r>
                <a:rPr lang="zh-CN" altLang="en-US" sz="2000" dirty="0">
                  <a:solidFill>
                    <a:srgbClr val="002C84"/>
                  </a:solidFill>
                </a:rPr>
                <a:t>/</a:t>
              </a:r>
              <a:endParaRPr lang="en-US" altLang="zh-CN" sz="2000" dirty="0">
                <a:solidFill>
                  <a:srgbClr val="002C84"/>
                </a:solidFill>
              </a:endParaRPr>
            </a:p>
            <a:p>
              <a:pPr marL="723900" lvl="2" indent="-342900" algn="just" fontAlgn="base">
                <a:lnSpc>
                  <a:spcPct val="70000"/>
                </a:lnSpc>
                <a:spcBef>
                  <a:spcPct val="0"/>
                </a:spcBef>
              </a:pPr>
              <a:r>
                <a:rPr lang="en-US" altLang="zh-CN" sz="2000" dirty="0">
                  <a:solidFill>
                    <a:srgbClr val="002C84"/>
                  </a:solidFill>
                </a:rPr>
                <a:t>                                    break;</a:t>
              </a:r>
              <a:endParaRPr lang="zh-CN" altLang="en-US" sz="2300" dirty="0">
                <a:solidFill>
                  <a:srgbClr val="002C84"/>
                </a:solidFill>
              </a:endParaRPr>
            </a:p>
            <a:p>
              <a:pPr marL="723900" lvl="2" indent="-342900" algn="just" fontAlgn="base">
                <a:lnSpc>
                  <a:spcPct val="70000"/>
                </a:lnSpc>
                <a:spcBef>
                  <a:spcPct val="0"/>
                </a:spcBef>
              </a:pPr>
              <a:r>
                <a:rPr lang="en-US" altLang="zh-CN" sz="2600" dirty="0">
                  <a:solidFill>
                    <a:srgbClr val="002C84"/>
                  </a:solidFill>
                </a:rPr>
                <a:t>      if(p==list) {                         </a:t>
              </a:r>
              <a:r>
                <a:rPr lang="en-US" altLang="zh-CN" sz="2000" dirty="0">
                  <a:solidFill>
                    <a:srgbClr val="002C84"/>
                  </a:solidFill>
                </a:rPr>
                <a:t>/</a:t>
              </a:r>
              <a:r>
                <a:rPr lang="zh-CN" altLang="en-US" sz="2000" dirty="0">
                  <a:solidFill>
                    <a:srgbClr val="002C84"/>
                  </a:solidFill>
                </a:rPr>
                <a:t>* 删除头结点*</a:t>
              </a:r>
              <a:r>
                <a:rPr lang="en-US" altLang="zh-CN" sz="2000" dirty="0">
                  <a:solidFill>
                    <a:srgbClr val="002C84"/>
                  </a:solidFill>
                </a:rPr>
                <a:t>/</a:t>
              </a:r>
              <a:endParaRPr lang="en-US" altLang="zh-CN" sz="2600" dirty="0">
                <a:solidFill>
                  <a:srgbClr val="002C84"/>
                </a:solidFill>
              </a:endParaRPr>
            </a:p>
            <a:p>
              <a:pPr marL="723900" lvl="2" indent="-342900" algn="just" fontAlgn="base">
                <a:lnSpc>
                  <a:spcPct val="70000"/>
                </a:lnSpc>
                <a:spcBef>
                  <a:spcPct val="0"/>
                </a:spcBef>
              </a:pPr>
              <a:r>
                <a:rPr lang="en-US" altLang="zh-CN" sz="2600" dirty="0">
                  <a:solidFill>
                    <a:srgbClr val="002C84"/>
                  </a:solidFill>
                </a:rPr>
                <a:t>                   list = list</a:t>
              </a:r>
              <a:r>
                <a:rPr lang="en-US" altLang="zh-CN" sz="2600" dirty="0">
                  <a:solidFill>
                    <a:srgbClr val="002C84"/>
                  </a:solidFill>
                  <a:latin typeface="宋体" pitchFamily="2" charset="-122"/>
                  <a:ea typeface="宋体" pitchFamily="2" charset="-122"/>
                </a:rPr>
                <a:t>-</a:t>
              </a:r>
              <a:r>
                <a:rPr lang="en-US" altLang="zh-CN" sz="2600" dirty="0">
                  <a:solidFill>
                    <a:srgbClr val="002C84"/>
                  </a:solidFill>
                </a:rPr>
                <a:t>&gt;link;</a:t>
              </a:r>
              <a:endParaRPr lang="en-US" altLang="zh-CN" sz="2600" dirty="0">
                <a:solidFill>
                  <a:srgbClr val="002C84"/>
                </a:solidFill>
              </a:endParaRPr>
            </a:p>
            <a:p>
              <a:pPr marL="723900" lvl="2" indent="-342900" algn="just" fontAlgn="base">
                <a:lnSpc>
                  <a:spcPct val="70000"/>
                </a:lnSpc>
                <a:spcBef>
                  <a:spcPct val="0"/>
                </a:spcBef>
              </a:pPr>
              <a:r>
                <a:rPr lang="en-US" altLang="zh-CN" sz="2600" dirty="0">
                  <a:solidFill>
                    <a:srgbClr val="002C84"/>
                  </a:solidFill>
                </a:rPr>
                <a:t>                   free(p);                  </a:t>
              </a:r>
              <a:endParaRPr lang="en-US" altLang="zh-CN" sz="2600" dirty="0">
                <a:solidFill>
                  <a:srgbClr val="002C84"/>
                </a:solidFill>
              </a:endParaRPr>
            </a:p>
            <a:p>
              <a:pPr marL="723900" lvl="2" indent="-342900" algn="just" fontAlgn="base">
                <a:lnSpc>
                  <a:spcPct val="70000"/>
                </a:lnSpc>
                <a:spcBef>
                  <a:spcPct val="0"/>
                </a:spcBef>
              </a:pPr>
              <a:r>
                <a:rPr lang="en-US" altLang="zh-CN" sz="2600" dirty="0">
                  <a:solidFill>
                    <a:srgbClr val="002C84"/>
                  </a:solidFill>
                </a:rPr>
                <a:t>      } </a:t>
              </a:r>
              <a:endParaRPr lang="en-US" altLang="zh-CN" sz="2600" dirty="0">
                <a:solidFill>
                  <a:srgbClr val="002C84"/>
                </a:solidFill>
              </a:endParaRPr>
            </a:p>
            <a:p>
              <a:pPr marL="723900" lvl="2" indent="-342900" algn="just" fontAlgn="base">
                <a:lnSpc>
                  <a:spcPct val="70000"/>
                </a:lnSpc>
                <a:spcBef>
                  <a:spcPct val="0"/>
                </a:spcBef>
              </a:pPr>
              <a:r>
                <a:rPr lang="en-US" altLang="zh-CN" sz="2600" dirty="0">
                  <a:solidFill>
                    <a:srgbClr val="002C84"/>
                  </a:solidFill>
                </a:rPr>
                <a:t>      if(q-&gt;link != NULL) {            </a:t>
              </a:r>
              <a:r>
                <a:rPr lang="en-US" altLang="zh-CN" sz="2000" dirty="0">
                  <a:solidFill>
                    <a:srgbClr val="002C84"/>
                  </a:solidFill>
                </a:rPr>
                <a:t>/</a:t>
              </a:r>
              <a:r>
                <a:rPr lang="zh-CN" altLang="en-US" sz="2000" dirty="0">
                  <a:solidFill>
                    <a:srgbClr val="002C84"/>
                  </a:solidFill>
                </a:rPr>
                <a:t>* 删除</a:t>
              </a:r>
              <a:r>
                <a:rPr lang="en-US" altLang="zh-CN" sz="2000" dirty="0">
                  <a:solidFill>
                    <a:srgbClr val="002C84"/>
                  </a:solidFill>
                </a:rPr>
                <a:t>p</a:t>
              </a:r>
              <a:r>
                <a:rPr lang="zh-CN" altLang="en-US" sz="2000" dirty="0">
                  <a:solidFill>
                    <a:srgbClr val="002C84"/>
                  </a:solidFill>
                </a:rPr>
                <a:t>指向的结点*</a:t>
              </a:r>
              <a:r>
                <a:rPr lang="en-US" altLang="zh-CN" sz="2000" dirty="0">
                  <a:solidFill>
                    <a:srgbClr val="002C84"/>
                  </a:solidFill>
                </a:rPr>
                <a:t>/</a:t>
              </a:r>
              <a:endParaRPr lang="en-US" altLang="zh-CN" sz="2600" dirty="0">
                <a:solidFill>
                  <a:srgbClr val="002C84"/>
                </a:solidFill>
              </a:endParaRPr>
            </a:p>
            <a:p>
              <a:pPr marL="723900" lvl="2" indent="-342900" algn="just" fontAlgn="base">
                <a:lnSpc>
                  <a:spcPct val="70000"/>
                </a:lnSpc>
                <a:spcBef>
                  <a:spcPct val="0"/>
                </a:spcBef>
              </a:pPr>
              <a:r>
                <a:rPr lang="en-US" altLang="zh-CN" sz="2600" dirty="0">
                  <a:solidFill>
                    <a:srgbClr val="002C84"/>
                  </a:solidFill>
                </a:rPr>
                <a:t>                   q-&gt;link = p-&gt;link;</a:t>
              </a:r>
              <a:endParaRPr lang="en-US" altLang="zh-CN" sz="2600" dirty="0">
                <a:solidFill>
                  <a:srgbClr val="002C84"/>
                </a:solidFill>
              </a:endParaRPr>
            </a:p>
            <a:p>
              <a:pPr marL="723900" lvl="2" indent="-342900" algn="just" fontAlgn="base">
                <a:lnSpc>
                  <a:spcPct val="70000"/>
                </a:lnSpc>
                <a:spcBef>
                  <a:spcPct val="0"/>
                </a:spcBef>
              </a:pPr>
              <a:r>
                <a:rPr lang="en-US" altLang="zh-CN" sz="2600" dirty="0">
                  <a:solidFill>
                    <a:srgbClr val="002C84"/>
                  </a:solidFill>
                </a:rPr>
                <a:t>                   free(p);</a:t>
              </a:r>
              <a:endParaRPr lang="en-US" altLang="zh-CN" sz="2600" dirty="0">
                <a:solidFill>
                  <a:srgbClr val="002C84"/>
                </a:solidFill>
              </a:endParaRPr>
            </a:p>
            <a:p>
              <a:pPr marL="723900" lvl="2" indent="-342900" algn="just" fontAlgn="base">
                <a:lnSpc>
                  <a:spcPct val="70000"/>
                </a:lnSpc>
                <a:spcBef>
                  <a:spcPct val="0"/>
                </a:spcBef>
              </a:pPr>
              <a:r>
                <a:rPr lang="en-US" altLang="zh-CN" sz="2600" dirty="0">
                  <a:solidFill>
                    <a:srgbClr val="002C84"/>
                  </a:solidFill>
                </a:rPr>
                <a:t>      }</a:t>
              </a:r>
              <a:endParaRPr lang="en-US" altLang="zh-CN" sz="2600" dirty="0">
                <a:solidFill>
                  <a:srgbClr val="002C84"/>
                </a:solidFill>
              </a:endParaRPr>
            </a:p>
            <a:p>
              <a:pPr marL="723900" lvl="2" indent="-342900" algn="just" fontAlgn="base">
                <a:lnSpc>
                  <a:spcPct val="70000"/>
                </a:lnSpc>
                <a:spcBef>
                  <a:spcPct val="0"/>
                </a:spcBef>
              </a:pPr>
              <a:r>
                <a:rPr lang="en-US" altLang="zh-CN" sz="2600" dirty="0">
                  <a:solidFill>
                    <a:srgbClr val="002C84"/>
                  </a:solidFill>
                </a:rPr>
                <a:t>      return list;</a:t>
              </a:r>
              <a:endParaRPr lang="en-US" altLang="zh-CN" sz="2600" dirty="0">
                <a:solidFill>
                  <a:srgbClr val="002C84"/>
                </a:solidFill>
              </a:endParaRPr>
            </a:p>
            <a:p>
              <a:pPr marL="723900" lvl="2" indent="-342900" algn="just" fontAlgn="base">
                <a:lnSpc>
                  <a:spcPct val="70000"/>
                </a:lnSpc>
                <a:spcBef>
                  <a:spcPct val="0"/>
                </a:spcBef>
              </a:pPr>
              <a:r>
                <a:rPr lang="zh-CN" altLang="zh-CN" sz="2600" dirty="0">
                  <a:solidFill>
                    <a:srgbClr val="002C84"/>
                  </a:solidFill>
                </a:rPr>
                <a:t> </a:t>
              </a:r>
              <a:r>
                <a:rPr lang="en-US" altLang="zh-CN" sz="2600" dirty="0">
                  <a:solidFill>
                    <a:srgbClr val="002C84"/>
                  </a:solidFill>
                </a:rPr>
                <a:t>}</a:t>
              </a:r>
              <a:endParaRPr lang="zh-CN" altLang="en-US" sz="2600" dirty="0">
                <a:solidFill>
                  <a:srgbClr val="002C84"/>
                </a:solidFill>
              </a:endParaRPr>
            </a:p>
          </p:txBody>
        </p:sp>
      </p:grpSp>
      <p:grpSp>
        <p:nvGrpSpPr>
          <p:cNvPr id="5" name="Group 120"/>
          <p:cNvGrpSpPr/>
          <p:nvPr/>
        </p:nvGrpSpPr>
        <p:grpSpPr bwMode="auto">
          <a:xfrm>
            <a:off x="9008037" y="5689446"/>
            <a:ext cx="3067050" cy="723900"/>
            <a:chOff x="3624" y="2907"/>
            <a:chExt cx="1932" cy="456"/>
          </a:xfrm>
        </p:grpSpPr>
        <p:sp>
          <p:nvSpPr>
            <p:cNvPr id="24582" name="Freeform 121"/>
            <p:cNvSpPr/>
            <p:nvPr/>
          </p:nvSpPr>
          <p:spPr bwMode="auto">
            <a:xfrm>
              <a:off x="3624" y="2907"/>
              <a:ext cx="1705" cy="456"/>
            </a:xfrm>
            <a:custGeom>
              <a:avLst/>
              <a:gdLst>
                <a:gd name="T0" fmla="*/ 104 w 1635"/>
                <a:gd name="T1" fmla="*/ 81 h 504"/>
                <a:gd name="T2" fmla="*/ 118 w 1635"/>
                <a:gd name="T3" fmla="*/ 61 h 504"/>
                <a:gd name="T4" fmla="*/ 163 w 1635"/>
                <a:gd name="T5" fmla="*/ 55 h 504"/>
                <a:gd name="T6" fmla="*/ 534 w 1635"/>
                <a:gd name="T7" fmla="*/ 24 h 504"/>
                <a:gd name="T8" fmla="*/ 1052 w 1635"/>
                <a:gd name="T9" fmla="*/ 24 h 504"/>
                <a:gd name="T10" fmla="*/ 1970 w 1635"/>
                <a:gd name="T11" fmla="*/ 49 h 504"/>
                <a:gd name="T12" fmla="*/ 2029 w 1635"/>
                <a:gd name="T13" fmla="*/ 130 h 504"/>
                <a:gd name="T14" fmla="*/ 2062 w 1635"/>
                <a:gd name="T15" fmla="*/ 168 h 504"/>
                <a:gd name="T16" fmla="*/ 2015 w 1635"/>
                <a:gd name="T17" fmla="*/ 207 h 504"/>
                <a:gd name="T18" fmla="*/ 1999 w 1635"/>
                <a:gd name="T19" fmla="*/ 233 h 504"/>
                <a:gd name="T20" fmla="*/ 1927 w 1635"/>
                <a:gd name="T21" fmla="*/ 238 h 504"/>
                <a:gd name="T22" fmla="*/ 1794 w 1635"/>
                <a:gd name="T23" fmla="*/ 245 h 504"/>
                <a:gd name="T24" fmla="*/ 1690 w 1635"/>
                <a:gd name="T25" fmla="*/ 263 h 504"/>
                <a:gd name="T26" fmla="*/ 1570 w 1635"/>
                <a:gd name="T27" fmla="*/ 277 h 504"/>
                <a:gd name="T28" fmla="*/ 1244 w 1635"/>
                <a:gd name="T29" fmla="*/ 257 h 504"/>
                <a:gd name="T30" fmla="*/ 474 w 1635"/>
                <a:gd name="T31" fmla="*/ 277 h 504"/>
                <a:gd name="T32" fmla="*/ 268 w 1635"/>
                <a:gd name="T33" fmla="*/ 271 h 504"/>
                <a:gd name="T34" fmla="*/ 88 w 1635"/>
                <a:gd name="T35" fmla="*/ 233 h 504"/>
                <a:gd name="T36" fmla="*/ 0 w 1635"/>
                <a:gd name="T37" fmla="*/ 176 h 504"/>
                <a:gd name="T38" fmla="*/ 104 w 1635"/>
                <a:gd name="T39" fmla="*/ 125 h 504"/>
                <a:gd name="T40" fmla="*/ 118 w 1635"/>
                <a:gd name="T41" fmla="*/ 106 h 504"/>
                <a:gd name="T42" fmla="*/ 104 w 1635"/>
                <a:gd name="T43" fmla="*/ 81 h 50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635" h="504">
                  <a:moveTo>
                    <a:pt x="81" y="147"/>
                  </a:moveTo>
                  <a:cubicBezTo>
                    <a:pt x="85" y="135"/>
                    <a:pt x="83" y="121"/>
                    <a:pt x="92" y="112"/>
                  </a:cubicBezTo>
                  <a:cubicBezTo>
                    <a:pt x="101" y="103"/>
                    <a:pt x="116" y="106"/>
                    <a:pt x="127" y="101"/>
                  </a:cubicBezTo>
                  <a:cubicBezTo>
                    <a:pt x="225" y="53"/>
                    <a:pt x="303" y="54"/>
                    <a:pt x="415" y="43"/>
                  </a:cubicBezTo>
                  <a:cubicBezTo>
                    <a:pt x="552" y="0"/>
                    <a:pt x="681" y="31"/>
                    <a:pt x="818" y="43"/>
                  </a:cubicBezTo>
                  <a:cubicBezTo>
                    <a:pt x="1050" y="91"/>
                    <a:pt x="1296" y="80"/>
                    <a:pt x="1532" y="89"/>
                  </a:cubicBezTo>
                  <a:cubicBezTo>
                    <a:pt x="1601" y="158"/>
                    <a:pt x="1550" y="92"/>
                    <a:pt x="1578" y="239"/>
                  </a:cubicBezTo>
                  <a:cubicBezTo>
                    <a:pt x="1583" y="263"/>
                    <a:pt x="1602" y="308"/>
                    <a:pt x="1602" y="308"/>
                  </a:cubicBezTo>
                  <a:cubicBezTo>
                    <a:pt x="1551" y="457"/>
                    <a:pt x="1635" y="221"/>
                    <a:pt x="1567" y="377"/>
                  </a:cubicBezTo>
                  <a:cubicBezTo>
                    <a:pt x="1561" y="392"/>
                    <a:pt x="1567" y="413"/>
                    <a:pt x="1555" y="423"/>
                  </a:cubicBezTo>
                  <a:cubicBezTo>
                    <a:pt x="1540" y="435"/>
                    <a:pt x="1517" y="432"/>
                    <a:pt x="1498" y="435"/>
                  </a:cubicBezTo>
                  <a:cubicBezTo>
                    <a:pt x="1463" y="440"/>
                    <a:pt x="1429" y="442"/>
                    <a:pt x="1394" y="446"/>
                  </a:cubicBezTo>
                  <a:cubicBezTo>
                    <a:pt x="1367" y="456"/>
                    <a:pt x="1342" y="472"/>
                    <a:pt x="1314" y="481"/>
                  </a:cubicBezTo>
                  <a:cubicBezTo>
                    <a:pt x="1284" y="491"/>
                    <a:pt x="1221" y="504"/>
                    <a:pt x="1221" y="504"/>
                  </a:cubicBezTo>
                  <a:cubicBezTo>
                    <a:pt x="1127" y="497"/>
                    <a:pt x="1056" y="492"/>
                    <a:pt x="968" y="469"/>
                  </a:cubicBezTo>
                  <a:cubicBezTo>
                    <a:pt x="773" y="481"/>
                    <a:pt x="557" y="459"/>
                    <a:pt x="369" y="504"/>
                  </a:cubicBezTo>
                  <a:cubicBezTo>
                    <a:pt x="315" y="500"/>
                    <a:pt x="261" y="502"/>
                    <a:pt x="208" y="493"/>
                  </a:cubicBezTo>
                  <a:cubicBezTo>
                    <a:pt x="202" y="492"/>
                    <a:pt x="83" y="429"/>
                    <a:pt x="69" y="423"/>
                  </a:cubicBezTo>
                  <a:cubicBezTo>
                    <a:pt x="35" y="389"/>
                    <a:pt x="16" y="365"/>
                    <a:pt x="0" y="320"/>
                  </a:cubicBezTo>
                  <a:cubicBezTo>
                    <a:pt x="17" y="270"/>
                    <a:pt x="43" y="265"/>
                    <a:pt x="81" y="228"/>
                  </a:cubicBezTo>
                  <a:cubicBezTo>
                    <a:pt x="85" y="216"/>
                    <a:pt x="94" y="205"/>
                    <a:pt x="92" y="193"/>
                  </a:cubicBezTo>
                  <a:cubicBezTo>
                    <a:pt x="83" y="138"/>
                    <a:pt x="52" y="173"/>
                    <a:pt x="81" y="147"/>
                  </a:cubicBezTo>
                  <a:close/>
                </a:path>
              </a:pathLst>
            </a:custGeom>
            <a:solidFill>
              <a:srgbClr val="FFFF99"/>
            </a:solidFill>
            <a:ln w="12700" cap="sq" cmpd="sng">
              <a:noFill/>
              <a:prstDash val="solid"/>
              <a:round/>
            </a:ln>
            <a:effectLst>
              <a:outerShdw dist="71842" dir="2700000" algn="ctr" rotWithShape="0">
                <a:srgbClr val="B2B2B2"/>
              </a:outerShdw>
            </a:effectLst>
          </p:spPr>
          <p:txBody>
            <a:bodyPr wrap="none" anchor="ctr"/>
            <a:lstStyle/>
            <a:p>
              <a:endParaRPr lang="zh-CN" altLang="en-US"/>
            </a:p>
          </p:txBody>
        </p:sp>
        <p:sp>
          <p:nvSpPr>
            <p:cNvPr id="24583" name="Rectangle 122"/>
            <p:cNvSpPr>
              <a:spLocks noChangeArrowheads="1"/>
            </p:cNvSpPr>
            <p:nvPr/>
          </p:nvSpPr>
          <p:spPr bwMode="auto">
            <a:xfrm rot="-30194">
              <a:off x="3694" y="3001"/>
              <a:ext cx="1862" cy="298"/>
            </a:xfrm>
            <a:prstGeom prst="rect">
              <a:avLst/>
            </a:prstGeom>
            <a:noFill/>
            <a:ln w="12700" cap="sq">
              <a:noFill/>
              <a:miter lim="800000"/>
            </a:ln>
            <a:effectLst>
              <a:outerShdw dist="12700" dir="5400000" algn="ctr" rotWithShape="0">
                <a:srgbClr val="000000"/>
              </a:outerShdw>
            </a:effectLst>
          </p:spPr>
          <p:txBody>
            <a:bodyPr>
              <a:spAutoFit/>
            </a:bodyPr>
            <a:lstStyle/>
            <a:p>
              <a:r>
                <a:rPr lang="zh-CN" altLang="en-US" sz="2500" dirty="0">
                  <a:solidFill>
                    <a:srgbClr val="FF3300"/>
                  </a:solidFill>
                  <a:ea typeface="幼圆" pitchFamily="49" charset="-122"/>
                </a:rPr>
                <a:t>时间复杂度</a:t>
              </a:r>
              <a:r>
                <a:rPr lang="en-US" altLang="zh-CN" sz="2500" dirty="0">
                  <a:solidFill>
                    <a:srgbClr val="FF3300"/>
                  </a:solidFill>
                  <a:ea typeface="幼圆" pitchFamily="49" charset="-122"/>
                </a:rPr>
                <a:t>O(n)</a:t>
              </a:r>
              <a:endParaRPr lang="zh-CN" altLang="en-US" sz="2500" dirty="0">
                <a:solidFill>
                  <a:srgbClr val="FF3300"/>
                </a:solidFill>
                <a:ea typeface="幼圆" pitchFamily="49" charset="-122"/>
              </a:endParaRPr>
            </a:p>
          </p:txBody>
        </p:sp>
      </p:grpSp>
      <p:sp>
        <p:nvSpPr>
          <p:cNvPr id="15" name="Rectangle 72"/>
          <p:cNvSpPr>
            <a:spLocks noChangeArrowheads="1"/>
          </p:cNvSpPr>
          <p:nvPr/>
        </p:nvSpPr>
        <p:spPr bwMode="auto">
          <a:xfrm>
            <a:off x="3143672" y="116632"/>
            <a:ext cx="6891999" cy="893762"/>
          </a:xfrm>
          <a:prstGeom prst="rect">
            <a:avLst/>
          </a:prstGeom>
          <a:solidFill>
            <a:srgbClr val="E1F0FF"/>
          </a:solidFill>
          <a:ln w="12700" cap="sq">
            <a:noFill/>
            <a:miter lim="800000"/>
          </a:ln>
          <a:effectLst>
            <a:outerShdw dist="117088" dir="2436078" algn="ctr" rotWithShape="0">
              <a:srgbClr val="B2B2B2"/>
            </a:outerShdw>
          </a:effectLst>
        </p:spPr>
        <p:txBody>
          <a:bodyPr wrap="none" anchor="ctr"/>
          <a:lstStyle/>
          <a:p>
            <a:endParaRPr lang="zh-CN" altLang="en-US" dirty="0"/>
          </a:p>
        </p:txBody>
      </p:sp>
      <p:sp>
        <p:nvSpPr>
          <p:cNvPr id="16" name="Rectangle 73"/>
          <p:cNvSpPr>
            <a:spLocks noChangeArrowheads="1"/>
          </p:cNvSpPr>
          <p:nvPr/>
        </p:nvSpPr>
        <p:spPr bwMode="auto">
          <a:xfrm>
            <a:off x="3087088" y="116631"/>
            <a:ext cx="6321281" cy="892552"/>
          </a:xfrm>
          <a:prstGeom prst="rect">
            <a:avLst/>
          </a:prstGeom>
          <a:noFill/>
          <a:ln w="12700" cap="sq">
            <a:noFill/>
            <a:miter lim="800000"/>
          </a:ln>
          <a:effectLst>
            <a:outerShdw dist="12700" algn="ctr" rotWithShape="0">
              <a:schemeClr val="bg1"/>
            </a:outerShdw>
          </a:effectLst>
        </p:spPr>
        <p:txBody>
          <a:bodyPr wrap="square">
            <a:spAutoFit/>
          </a:bodyPr>
          <a:lstStyle/>
          <a:p>
            <a:r>
              <a:rPr kumimoji="1" lang="zh-CN" altLang="en-US" sz="2800" dirty="0">
                <a:solidFill>
                  <a:schemeClr val="accent2"/>
                </a:solidFill>
                <a:latin typeface="黑体" panose="02010609060101010101" pitchFamily="2" charset="-122"/>
                <a:ea typeface="黑体" panose="02010609060101010101" pitchFamily="2" charset="-122"/>
              </a:rPr>
              <a:t> </a:t>
            </a:r>
            <a:r>
              <a:rPr kumimoji="1" lang="zh-CN" altLang="en-US" sz="2400" dirty="0">
                <a:solidFill>
                  <a:schemeClr val="accent2"/>
                </a:solidFill>
                <a:latin typeface="黑体" panose="02010609060101010101" pitchFamily="2" charset="-122"/>
                <a:ea typeface="黑体" panose="02010609060101010101" pitchFamily="2" charset="-122"/>
              </a:rPr>
              <a:t>从非空线性链表中删除包含给定元素的结点</a:t>
            </a:r>
            <a:endParaRPr kumimoji="1" lang="en-US" altLang="zh-CN" sz="2400" dirty="0">
              <a:solidFill>
                <a:schemeClr val="accent2"/>
              </a:solidFill>
              <a:latin typeface="黑体" panose="02010609060101010101" pitchFamily="2" charset="-122"/>
              <a:ea typeface="黑体" panose="02010609060101010101" pitchFamily="2" charset="-122"/>
            </a:endParaRPr>
          </a:p>
          <a:p>
            <a:pPr algn="r"/>
            <a:r>
              <a:rPr kumimoji="1" lang="en-US" altLang="zh-CN" sz="2400" dirty="0">
                <a:solidFill>
                  <a:schemeClr val="accent2"/>
                </a:solidFill>
                <a:latin typeface="黑体" panose="02010609060101010101" pitchFamily="2" charset="-122"/>
                <a:ea typeface="黑体" panose="02010609060101010101" pitchFamily="2" charset="-122"/>
              </a:rPr>
              <a:t>                  </a:t>
            </a:r>
            <a:r>
              <a:rPr kumimoji="1" lang="zh-CN" altLang="en-US" sz="2400" dirty="0">
                <a:latin typeface="黑体" panose="02010609060101010101" pitchFamily="2" charset="-122"/>
                <a:ea typeface="黑体" panose="02010609060101010101" pitchFamily="2" charset="-122"/>
              </a:rPr>
              <a:t>一个更常见的操作</a:t>
            </a:r>
            <a:endParaRPr kumimoji="1" lang="zh-CN" altLang="en-US" sz="2800" dirty="0">
              <a:latin typeface="黑体" panose="02010609060101010101" pitchFamily="2" charset="-122"/>
              <a:ea typeface="黑体" panose="02010609060101010101" pitchFamily="2" charset="-122"/>
            </a:endParaRPr>
          </a:p>
        </p:txBody>
      </p:sp>
      <p:grpSp>
        <p:nvGrpSpPr>
          <p:cNvPr id="17" name="组合 16"/>
          <p:cNvGrpSpPr/>
          <p:nvPr/>
        </p:nvGrpSpPr>
        <p:grpSpPr>
          <a:xfrm>
            <a:off x="8832304" y="3849107"/>
            <a:ext cx="2643526" cy="1637826"/>
            <a:chOff x="0" y="168899"/>
            <a:chExt cx="2305050" cy="956433"/>
          </a:xfrm>
        </p:grpSpPr>
        <p:grpSp>
          <p:nvGrpSpPr>
            <p:cNvPr id="18" name="Group 7"/>
            <p:cNvGrpSpPr/>
            <p:nvPr/>
          </p:nvGrpSpPr>
          <p:grpSpPr bwMode="auto">
            <a:xfrm>
              <a:off x="0" y="188640"/>
              <a:ext cx="2305050" cy="936692"/>
              <a:chOff x="476" y="506"/>
              <a:chExt cx="516" cy="589"/>
            </a:xfrm>
          </p:grpSpPr>
          <p:sp>
            <p:nvSpPr>
              <p:cNvPr id="21" name="Freeform 8"/>
              <p:cNvSpPr/>
              <p:nvPr/>
            </p:nvSpPr>
            <p:spPr bwMode="auto">
              <a:xfrm>
                <a:off x="476" y="506"/>
                <a:ext cx="499" cy="589"/>
              </a:xfrm>
              <a:custGeom>
                <a:avLst/>
                <a:gdLst>
                  <a:gd name="T0" fmla="*/ 7 w 710"/>
                  <a:gd name="T1" fmla="*/ 134 h 616"/>
                  <a:gd name="T2" fmla="*/ 13 w 710"/>
                  <a:gd name="T3" fmla="*/ 284 h 616"/>
                  <a:gd name="T4" fmla="*/ 84 w 710"/>
                  <a:gd name="T5" fmla="*/ 242 h 616"/>
                  <a:gd name="T6" fmla="*/ 77 w 710"/>
                  <a:gd name="T7" fmla="*/ 91 h 616"/>
                  <a:gd name="T8" fmla="*/ 66 w 710"/>
                  <a:gd name="T9" fmla="*/ 79 h 616"/>
                  <a:gd name="T10" fmla="*/ 16 w 710"/>
                  <a:gd name="T11" fmla="*/ 62 h 616"/>
                  <a:gd name="T12" fmla="*/ 9 w 710"/>
                  <a:gd name="T13" fmla="*/ 91 h 616"/>
                  <a:gd name="T14" fmla="*/ 8 w 710"/>
                  <a:gd name="T15" fmla="*/ 105 h 616"/>
                  <a:gd name="T16" fmla="*/ 7 w 710"/>
                  <a:gd name="T17" fmla="*/ 134 h 6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10" h="616">
                    <a:moveTo>
                      <a:pt x="58" y="225"/>
                    </a:moveTo>
                    <a:cubicBezTo>
                      <a:pt x="63" y="383"/>
                      <a:pt x="0" y="441"/>
                      <a:pt x="107" y="477"/>
                    </a:cubicBezTo>
                    <a:cubicBezTo>
                      <a:pt x="511" y="472"/>
                      <a:pt x="586" y="616"/>
                      <a:pt x="690" y="407"/>
                    </a:cubicBezTo>
                    <a:cubicBezTo>
                      <a:pt x="688" y="366"/>
                      <a:pt x="710" y="188"/>
                      <a:pt x="634" y="154"/>
                    </a:cubicBezTo>
                    <a:cubicBezTo>
                      <a:pt x="601" y="139"/>
                      <a:pt x="585" y="139"/>
                      <a:pt x="550" y="133"/>
                    </a:cubicBezTo>
                    <a:cubicBezTo>
                      <a:pt x="462" y="0"/>
                      <a:pt x="367" y="101"/>
                      <a:pt x="135" y="105"/>
                    </a:cubicBezTo>
                    <a:cubicBezTo>
                      <a:pt x="112" y="120"/>
                      <a:pt x="102" y="139"/>
                      <a:pt x="79" y="154"/>
                    </a:cubicBezTo>
                    <a:cubicBezTo>
                      <a:pt x="74" y="161"/>
                      <a:pt x="66" y="167"/>
                      <a:pt x="65" y="175"/>
                    </a:cubicBezTo>
                    <a:cubicBezTo>
                      <a:pt x="60" y="231"/>
                      <a:pt x="93" y="242"/>
                      <a:pt x="58" y="225"/>
                    </a:cubicBezTo>
                    <a:close/>
                  </a:path>
                </a:pathLst>
              </a:custGeom>
              <a:solidFill>
                <a:srgbClr val="99CCFF"/>
              </a:solidFill>
              <a:ln w="9525" cap="flat" cmpd="sng">
                <a:noFill/>
                <a:prstDash val="solid"/>
                <a:round/>
              </a:ln>
              <a:effectLst>
                <a:outerShdw dist="45791" dir="2021404" algn="ctr" rotWithShape="0">
                  <a:srgbClr val="7B7B7B"/>
                </a:outerShdw>
              </a:effectLst>
            </p:spPr>
            <p:txBody>
              <a:bodyPr wrap="none" anchor="ctr"/>
              <a:lstStyle/>
              <a:p>
                <a:endParaRPr lang="zh-CN" altLang="en-US"/>
              </a:p>
            </p:txBody>
          </p:sp>
          <p:sp>
            <p:nvSpPr>
              <p:cNvPr id="22" name="Rectangle 9"/>
              <p:cNvSpPr>
                <a:spLocks noChangeArrowheads="1"/>
              </p:cNvSpPr>
              <p:nvPr/>
            </p:nvSpPr>
            <p:spPr bwMode="auto">
              <a:xfrm>
                <a:off x="493" y="527"/>
                <a:ext cx="499" cy="478"/>
              </a:xfrm>
              <a:prstGeom prst="rect">
                <a:avLst/>
              </a:prstGeom>
              <a:noFill/>
              <a:ln w="9525">
                <a:noFill/>
                <a:miter lim="800000"/>
              </a:ln>
              <a:effectLst>
                <a:outerShdw dist="28398" dir="3806097" algn="ctr" rotWithShape="0">
                  <a:schemeClr val="bg1"/>
                </a:outerShdw>
              </a:effectLst>
            </p:spPr>
            <p:txBody>
              <a:bodyPr anchor="ctr">
                <a:spAutoFit/>
              </a:bodyPr>
              <a:lstStyle/>
              <a:p>
                <a:r>
                  <a:rPr lang="zh-CN" altLang="en-US" sz="3200" dirty="0">
                    <a:solidFill>
                      <a:srgbClr val="FF0000"/>
                    </a:solidFill>
                    <a:ea typeface="华文新魏" pitchFamily="2" charset="-122"/>
                  </a:rPr>
                  <a:t>思考</a:t>
                </a:r>
                <a:endParaRPr lang="en-US" altLang="zh-CN" sz="3200" dirty="0">
                  <a:solidFill>
                    <a:srgbClr val="FF0000"/>
                  </a:solidFill>
                  <a:ea typeface="华文新魏" pitchFamily="2" charset="-122"/>
                </a:endParaRPr>
              </a:p>
              <a:p>
                <a:pPr>
                  <a:lnSpc>
                    <a:spcPts val="1800"/>
                  </a:lnSpc>
                </a:pPr>
                <a:r>
                  <a:rPr lang="zh-CN" altLang="en-US" sz="2400" dirty="0">
                    <a:ea typeface="华文新魏" pitchFamily="2" charset="-122"/>
                  </a:rPr>
                  <a:t>如果要删除的元素不存在，算法会有问题吗？</a:t>
                </a:r>
                <a:r>
                  <a:rPr lang="zh-CN" altLang="en-US" sz="2400" dirty="0">
                    <a:solidFill>
                      <a:srgbClr val="FF0000"/>
                    </a:solidFill>
                    <a:ea typeface="华文新魏" pitchFamily="2" charset="-122"/>
                  </a:rPr>
                  <a:t> </a:t>
                </a:r>
                <a:endParaRPr lang="zh-CN" altLang="en-US" sz="2400" dirty="0">
                  <a:solidFill>
                    <a:srgbClr val="FF0000"/>
                  </a:solidFill>
                  <a:ea typeface="华文新魏" pitchFamily="2" charset="-122"/>
                </a:endParaRPr>
              </a:p>
            </p:txBody>
          </p:sp>
        </p:grpSp>
        <p:sp>
          <p:nvSpPr>
            <p:cNvPr id="19" name="Freeform 31"/>
            <p:cNvSpPr/>
            <p:nvPr/>
          </p:nvSpPr>
          <p:spPr bwMode="auto">
            <a:xfrm rot="530513">
              <a:off x="814368" y="168899"/>
              <a:ext cx="336898" cy="359291"/>
            </a:xfrm>
            <a:custGeom>
              <a:avLst/>
              <a:gdLst>
                <a:gd name="T0" fmla="*/ 19595 w 439"/>
                <a:gd name="T1" fmla="*/ 374 h 683"/>
                <a:gd name="T2" fmla="*/ 25351 w 439"/>
                <a:gd name="T3" fmla="*/ 278 h 683"/>
                <a:gd name="T4" fmla="*/ 35572 w 439"/>
                <a:gd name="T5" fmla="*/ 336 h 683"/>
                <a:gd name="T6" fmla="*/ 34644 w 439"/>
                <a:gd name="T7" fmla="*/ 491 h 683"/>
                <a:gd name="T8" fmla="*/ 22332 w 439"/>
                <a:gd name="T9" fmla="*/ 616 h 683"/>
                <a:gd name="T10" fmla="*/ 20008 w 439"/>
                <a:gd name="T11" fmla="*/ 958 h 683"/>
                <a:gd name="T12" fmla="*/ 22332 w 439"/>
                <a:gd name="T13" fmla="*/ 1066 h 683"/>
                <a:gd name="T14" fmla="*/ 18298 w 439"/>
                <a:gd name="T15" fmla="*/ 1183 h 683"/>
                <a:gd name="T16" fmla="*/ 19221 w 439"/>
                <a:gd name="T17" fmla="*/ 1302 h 683"/>
                <a:gd name="T18" fmla="*/ 27843 w 439"/>
                <a:gd name="T19" fmla="*/ 1382 h 683"/>
                <a:gd name="T20" fmla="*/ 39233 w 439"/>
                <a:gd name="T21" fmla="*/ 1327 h 683"/>
                <a:gd name="T22" fmla="*/ 42887 w 439"/>
                <a:gd name="T23" fmla="*/ 1183 h 683"/>
                <a:gd name="T24" fmla="*/ 38303 w 439"/>
                <a:gd name="T25" fmla="*/ 1045 h 683"/>
                <a:gd name="T26" fmla="*/ 43302 w 439"/>
                <a:gd name="T27" fmla="*/ 972 h 683"/>
                <a:gd name="T28" fmla="*/ 43302 w 439"/>
                <a:gd name="T29" fmla="*/ 781 h 683"/>
                <a:gd name="T30" fmla="*/ 56046 w 439"/>
                <a:gd name="T31" fmla="*/ 621 h 683"/>
                <a:gd name="T32" fmla="*/ 57387 w 439"/>
                <a:gd name="T33" fmla="*/ 378 h 683"/>
                <a:gd name="T34" fmla="*/ 49144 w 439"/>
                <a:gd name="T35" fmla="*/ 118 h 683"/>
                <a:gd name="T36" fmla="*/ 32792 w 439"/>
                <a:gd name="T37" fmla="*/ 0 h 683"/>
                <a:gd name="T38" fmla="*/ 14637 w 439"/>
                <a:gd name="T39" fmla="*/ 78 h 683"/>
                <a:gd name="T40" fmla="*/ 4071 w 439"/>
                <a:gd name="T41" fmla="*/ 232 h 683"/>
                <a:gd name="T42" fmla="*/ 0 w 439"/>
                <a:gd name="T43" fmla="*/ 473 h 683"/>
                <a:gd name="T44" fmla="*/ 514 w 439"/>
                <a:gd name="T45" fmla="*/ 616 h 683"/>
                <a:gd name="T46" fmla="*/ 19221 w 439"/>
                <a:gd name="T47" fmla="*/ 598 h 683"/>
                <a:gd name="T48" fmla="*/ 19595 w 439"/>
                <a:gd name="T49" fmla="*/ 374 h 68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439" h="683">
                  <a:moveTo>
                    <a:pt x="150" y="185"/>
                  </a:moveTo>
                  <a:lnTo>
                    <a:pt x="194" y="138"/>
                  </a:lnTo>
                  <a:lnTo>
                    <a:pt x="272" y="167"/>
                  </a:lnTo>
                  <a:lnTo>
                    <a:pt x="265" y="244"/>
                  </a:lnTo>
                  <a:lnTo>
                    <a:pt x="171" y="304"/>
                  </a:lnTo>
                  <a:lnTo>
                    <a:pt x="153" y="474"/>
                  </a:lnTo>
                  <a:lnTo>
                    <a:pt x="171" y="527"/>
                  </a:lnTo>
                  <a:lnTo>
                    <a:pt x="140" y="585"/>
                  </a:lnTo>
                  <a:lnTo>
                    <a:pt x="147" y="645"/>
                  </a:lnTo>
                  <a:lnTo>
                    <a:pt x="213" y="683"/>
                  </a:lnTo>
                  <a:lnTo>
                    <a:pt x="300" y="656"/>
                  </a:lnTo>
                  <a:lnTo>
                    <a:pt x="328" y="585"/>
                  </a:lnTo>
                  <a:lnTo>
                    <a:pt x="293" y="518"/>
                  </a:lnTo>
                  <a:lnTo>
                    <a:pt x="331" y="480"/>
                  </a:lnTo>
                  <a:lnTo>
                    <a:pt x="331" y="387"/>
                  </a:lnTo>
                  <a:lnTo>
                    <a:pt x="429" y="308"/>
                  </a:lnTo>
                  <a:lnTo>
                    <a:pt x="439" y="188"/>
                  </a:lnTo>
                  <a:lnTo>
                    <a:pt x="376" y="59"/>
                  </a:lnTo>
                  <a:lnTo>
                    <a:pt x="251" y="0"/>
                  </a:lnTo>
                  <a:lnTo>
                    <a:pt x="112" y="38"/>
                  </a:lnTo>
                  <a:lnTo>
                    <a:pt x="31" y="115"/>
                  </a:lnTo>
                  <a:lnTo>
                    <a:pt x="0" y="234"/>
                  </a:lnTo>
                  <a:lnTo>
                    <a:pt x="4" y="304"/>
                  </a:lnTo>
                  <a:lnTo>
                    <a:pt x="147" y="296"/>
                  </a:lnTo>
                  <a:lnTo>
                    <a:pt x="150" y="185"/>
                  </a:lnTo>
                  <a:close/>
                </a:path>
              </a:pathLst>
            </a:custGeom>
            <a:solidFill>
              <a:srgbClr val="FF0000"/>
            </a:solidFill>
            <a:ln w="9525">
              <a:solidFill>
                <a:srgbClr val="00FFFF"/>
              </a:solidFill>
              <a:round/>
            </a:ln>
            <a:effectLst>
              <a:outerShdw dist="40161" dir="1106097" algn="ctr" rotWithShape="0">
                <a:srgbClr val="808080"/>
              </a:outerShdw>
            </a:effectLst>
          </p:spPr>
          <p:txBody>
            <a:bodyPr/>
            <a:lstStyle/>
            <a:p>
              <a:endParaRPr lang="zh-CN" altLang="en-US" dirty="0">
                <a:solidFill>
                  <a:srgbClr val="FF0000"/>
                </a:solidFill>
              </a:endParaRPr>
            </a:p>
          </p:txBody>
        </p:sp>
        <p:sp>
          <p:nvSpPr>
            <p:cNvPr id="20" name="Freeform 33"/>
            <p:cNvSpPr/>
            <p:nvPr/>
          </p:nvSpPr>
          <p:spPr bwMode="auto">
            <a:xfrm rot="530513">
              <a:off x="1479516" y="848074"/>
              <a:ext cx="152631" cy="62012"/>
            </a:xfrm>
            <a:custGeom>
              <a:avLst/>
              <a:gdLst>
                <a:gd name="T0" fmla="*/ 5777 w 126"/>
                <a:gd name="T1" fmla="*/ 0 h 109"/>
                <a:gd name="T2" fmla="*/ 1145 w 126"/>
                <a:gd name="T3" fmla="*/ 45 h 109"/>
                <a:gd name="T4" fmla="*/ 0 w 126"/>
                <a:gd name="T5" fmla="*/ 165 h 109"/>
                <a:gd name="T6" fmla="*/ 3612 w 126"/>
                <a:gd name="T7" fmla="*/ 248 h 109"/>
                <a:gd name="T8" fmla="*/ 12576 w 126"/>
                <a:gd name="T9" fmla="*/ 248 h 109"/>
                <a:gd name="T10" fmla="*/ 16178 w 126"/>
                <a:gd name="T11" fmla="*/ 151 h 109"/>
                <a:gd name="T12" fmla="*/ 13076 w 126"/>
                <a:gd name="T13" fmla="*/ 32 h 109"/>
                <a:gd name="T14" fmla="*/ 5777 w 126"/>
                <a:gd name="T15" fmla="*/ 0 h 10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26" h="109">
                  <a:moveTo>
                    <a:pt x="45" y="0"/>
                  </a:moveTo>
                  <a:lnTo>
                    <a:pt x="9" y="20"/>
                  </a:lnTo>
                  <a:lnTo>
                    <a:pt x="0" y="73"/>
                  </a:lnTo>
                  <a:lnTo>
                    <a:pt x="28" y="109"/>
                  </a:lnTo>
                  <a:lnTo>
                    <a:pt x="98" y="109"/>
                  </a:lnTo>
                  <a:lnTo>
                    <a:pt x="126" y="66"/>
                  </a:lnTo>
                  <a:lnTo>
                    <a:pt x="102" y="14"/>
                  </a:lnTo>
                  <a:lnTo>
                    <a:pt x="45" y="0"/>
                  </a:lnTo>
                  <a:close/>
                </a:path>
              </a:pathLst>
            </a:custGeom>
            <a:solidFill>
              <a:srgbClr val="FF3300"/>
            </a:solidFill>
            <a:ln w="9525">
              <a:solidFill>
                <a:srgbClr val="00FFFF"/>
              </a:solidFill>
              <a:round/>
            </a:ln>
            <a:effectLst>
              <a:outerShdw dist="40161" dir="1106097" algn="ctr" rotWithShape="0">
                <a:srgbClr val="808080"/>
              </a:outerShdw>
            </a:effectLst>
          </p:spPr>
          <p:txBody>
            <a:bodyPr/>
            <a:lstStyle/>
            <a:p>
              <a:endParaRPr lang="zh-CN" altLang="en-US"/>
            </a:p>
          </p:txBody>
        </p:sp>
      </p:grpSp>
      <p:grpSp>
        <p:nvGrpSpPr>
          <p:cNvPr id="23" name="Group 9"/>
          <p:cNvGrpSpPr/>
          <p:nvPr/>
        </p:nvGrpSpPr>
        <p:grpSpPr bwMode="auto">
          <a:xfrm>
            <a:off x="1048197" y="116632"/>
            <a:ext cx="1779587" cy="973137"/>
            <a:chOff x="392" y="169"/>
            <a:chExt cx="1121" cy="613"/>
          </a:xfrm>
        </p:grpSpPr>
        <p:sp>
          <p:nvSpPr>
            <p:cNvPr id="24" name="AutoShape 10"/>
            <p:cNvSpPr>
              <a:spLocks noChangeArrowheads="1"/>
            </p:cNvSpPr>
            <p:nvPr/>
          </p:nvSpPr>
          <p:spPr bwMode="auto">
            <a:xfrm rot="4009486">
              <a:off x="689" y="-41"/>
              <a:ext cx="613" cy="1034"/>
            </a:xfrm>
            <a:prstGeom prst="irregularSeal2">
              <a:avLst/>
            </a:prstGeom>
            <a:solidFill>
              <a:srgbClr val="FF9393"/>
            </a:solidFill>
            <a:ln w="60325">
              <a:solidFill>
                <a:srgbClr val="FFFF00"/>
              </a:solidFill>
              <a:miter lim="800000"/>
            </a:ln>
            <a:effectLst>
              <a:outerShdw dist="104727" dir="842175" algn="ctr" rotWithShape="0">
                <a:srgbClr val="B2B2B2"/>
              </a:outerShdw>
            </a:effectLst>
          </p:spPr>
          <p:txBody>
            <a:bodyPr wrap="none" anchor="ctr"/>
            <a:lstStyle/>
            <a:p>
              <a:endParaRPr lang="zh-CN" altLang="en-US"/>
            </a:p>
          </p:txBody>
        </p:sp>
        <p:sp>
          <p:nvSpPr>
            <p:cNvPr id="25" name="Rectangle 11"/>
            <p:cNvSpPr>
              <a:spLocks noChangeArrowheads="1"/>
            </p:cNvSpPr>
            <p:nvPr/>
          </p:nvSpPr>
          <p:spPr bwMode="auto">
            <a:xfrm>
              <a:off x="392" y="223"/>
              <a:ext cx="1108" cy="404"/>
            </a:xfrm>
            <a:prstGeom prst="rect">
              <a:avLst/>
            </a:prstGeom>
            <a:noFill/>
            <a:ln w="9525">
              <a:noFill/>
              <a:miter lim="800000"/>
            </a:ln>
            <a:effectLst>
              <a:outerShdw dist="35921" dir="2700000" algn="ctr" rotWithShape="0">
                <a:schemeClr val="bg1"/>
              </a:outerShdw>
            </a:effectLst>
          </p:spPr>
          <p:txBody>
            <a:bodyPr anchor="ctr">
              <a:spAutoFit/>
            </a:bodyPr>
            <a:lstStyle/>
            <a:p>
              <a:pPr algn="ctr"/>
              <a:r>
                <a:rPr lang="zh-CN" altLang="en-US" sz="3600" i="1">
                  <a:ea typeface="黑体" panose="02010609060101010101" pitchFamily="2" charset="-122"/>
                </a:rPr>
                <a:t>算法</a:t>
              </a:r>
              <a:endParaRPr lang="zh-CN" altLang="en-US" sz="3600" i="1">
                <a:ea typeface="黑体" panose="0201060906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graphicFrame>
        <p:nvGraphicFramePr>
          <p:cNvPr id="4" name="表格 3"/>
          <p:cNvGraphicFramePr>
            <a:graphicFrameLocks noGrp="1"/>
          </p:cNvGraphicFramePr>
          <p:nvPr/>
        </p:nvGraphicFramePr>
        <p:xfrm>
          <a:off x="3302844" y="764704"/>
          <a:ext cx="5904656" cy="5292654"/>
        </p:xfrm>
        <a:graphic>
          <a:graphicData uri="http://schemas.openxmlformats.org/drawingml/2006/table">
            <a:tbl>
              <a:tblPr firstRow="1" bandRow="1">
                <a:effectLst>
                  <a:outerShdw blurRad="50800" dist="38100" dir="5400000" algn="t" rotWithShape="0">
                    <a:prstClr val="black">
                      <a:alpha val="40000"/>
                    </a:prstClr>
                  </a:outerShdw>
                </a:effectLst>
                <a:tableStyleId>{5C22544A-7EE6-4342-B048-85BDC9FD1C3A}</a:tableStyleId>
              </a:tblPr>
              <a:tblGrid>
                <a:gridCol w="5904656"/>
              </a:tblGrid>
              <a:tr h="690174">
                <a:tc>
                  <a:txBody>
                    <a:bodyPr/>
                    <a:lstStyle/>
                    <a:p>
                      <a:pPr algn="ctr"/>
                      <a:r>
                        <a:rPr lang="zh-CN" altLang="en-US" sz="3200" dirty="0">
                          <a:solidFill>
                            <a:srgbClr val="FFFF00"/>
                          </a:solidFill>
                          <a:latin typeface="楷体" panose="02010609060101010101" pitchFamily="49" charset="-122"/>
                          <a:ea typeface="楷体" panose="02010609060101010101" pitchFamily="49" charset="-122"/>
                        </a:rPr>
                        <a:t>（单向）链表删除操作注意事项</a:t>
                      </a:r>
                      <a:endParaRPr lang="zh-CN" altLang="en-US" sz="3200" dirty="0">
                        <a:solidFill>
                          <a:srgbClr val="FFFF00"/>
                        </a:solidFill>
                        <a:latin typeface="楷体" panose="02010609060101010101" pitchFamily="49" charset="-122"/>
                        <a:ea typeface="楷体" panose="02010609060101010101" pitchFamily="49" charset="-122"/>
                      </a:endParaRPr>
                    </a:p>
                  </a:txBody>
                  <a:tcPr>
                    <a:solidFill>
                      <a:schemeClr val="tx2"/>
                    </a:solidFill>
                  </a:tcPr>
                </a:tc>
              </a:tr>
              <a:tr h="3270266">
                <a:tc>
                  <a:txBody>
                    <a:bodyPr/>
                    <a:lstStyle/>
                    <a:p>
                      <a:pPr marL="514350" indent="-514350">
                        <a:buFont typeface="+mj-lt"/>
                        <a:buAutoNum type="arabicPeriod"/>
                      </a:pPr>
                      <a:r>
                        <a:rPr lang="en-US" altLang="zh-CN" sz="3200" dirty="0"/>
                        <a:t> </a:t>
                      </a:r>
                      <a:r>
                        <a:rPr lang="zh-CN" altLang="en-US" sz="2400" dirty="0">
                          <a:latin typeface="楷体" panose="02010609060101010101" pitchFamily="49" charset="-122"/>
                          <a:ea typeface="楷体" panose="02010609060101010101" pitchFamily="49" charset="-122"/>
                        </a:rPr>
                        <a:t>对链表进行删除操作时，一定要考虑下面特殊情况：</a:t>
                      </a:r>
                      <a:r>
                        <a:rPr lang="en-US" altLang="zh-CN" sz="2400" b="1" dirty="0">
                          <a:latin typeface="楷体" panose="02010609060101010101" pitchFamily="49" charset="-122"/>
                          <a:ea typeface="楷体" panose="02010609060101010101" pitchFamily="49" charset="-122"/>
                        </a:rPr>
                        <a:t>1</a:t>
                      </a:r>
                      <a:r>
                        <a:rPr lang="zh-CN" altLang="en-US" sz="2400" b="1" dirty="0">
                          <a:latin typeface="楷体" panose="02010609060101010101" pitchFamily="49" charset="-122"/>
                          <a:ea typeface="楷体" panose="02010609060101010101" pitchFamily="49" charset="-122"/>
                        </a:rPr>
                        <a:t>）链表为空；</a:t>
                      </a:r>
                      <a:r>
                        <a:rPr lang="en-US" altLang="zh-CN" sz="2400" b="1" dirty="0">
                          <a:latin typeface="楷体" panose="02010609060101010101" pitchFamily="49" charset="-122"/>
                          <a:ea typeface="楷体" panose="02010609060101010101" pitchFamily="49" charset="-122"/>
                        </a:rPr>
                        <a:t>2</a:t>
                      </a:r>
                      <a:r>
                        <a:rPr lang="zh-CN" altLang="en-US" sz="2400" b="1" dirty="0">
                          <a:latin typeface="楷体" panose="02010609060101010101" pitchFamily="49" charset="-122"/>
                          <a:ea typeface="楷体" panose="02010609060101010101" pitchFamily="49" charset="-122"/>
                        </a:rPr>
                        <a:t>）删除头结点</a:t>
                      </a:r>
                      <a:r>
                        <a:rPr lang="zh-CN" altLang="en-US" sz="2400" dirty="0">
                          <a:latin typeface="楷体" panose="02010609060101010101" pitchFamily="49" charset="-122"/>
                          <a:ea typeface="楷体" panose="02010609060101010101" pitchFamily="49" charset="-122"/>
                        </a:rPr>
                        <a:t>。</a:t>
                      </a:r>
                      <a:endParaRPr lang="en-US" altLang="zh-CN" sz="2400" dirty="0">
                        <a:latin typeface="楷体" panose="02010609060101010101" pitchFamily="49" charset="-122"/>
                        <a:ea typeface="楷体" panose="02010609060101010101" pitchFamily="49" charset="-122"/>
                      </a:endParaRPr>
                    </a:p>
                    <a:p>
                      <a:pPr marL="457200" indent="-457200">
                        <a:buFont typeface="+mj-lt"/>
                        <a:buAutoNum type="arabicPeriod"/>
                      </a:pPr>
                      <a:r>
                        <a:rPr lang="zh-CN" altLang="en-US" sz="2400" b="1" dirty="0">
                          <a:latin typeface="楷体" panose="02010609060101010101" pitchFamily="49" charset="-122"/>
                          <a:ea typeface="楷体" panose="02010609060101010101" pitchFamily="49" charset="-122"/>
                        </a:rPr>
                        <a:t>在删除某个结点时，必须要知道该结点的前序结点指针</a:t>
                      </a:r>
                      <a:r>
                        <a:rPr lang="zh-CN" altLang="en-US" sz="2400" dirty="0">
                          <a:latin typeface="楷体" panose="02010609060101010101" pitchFamily="49" charset="-122"/>
                          <a:ea typeface="楷体" panose="02010609060101010101" pitchFamily="49" charset="-122"/>
                        </a:rPr>
                        <a:t>，否则无法删除。</a:t>
                      </a:r>
                      <a:endParaRPr lang="en-US" altLang="zh-CN" sz="2400" dirty="0">
                        <a:latin typeface="楷体" panose="02010609060101010101" pitchFamily="49" charset="-122"/>
                        <a:ea typeface="楷体" panose="02010609060101010101" pitchFamily="49" charset="-122"/>
                      </a:endParaRPr>
                    </a:p>
                    <a:p>
                      <a:pPr marL="457200" indent="-457200">
                        <a:buFont typeface="+mj-lt"/>
                        <a:buAutoNum type="arabicPeriod"/>
                      </a:pPr>
                      <a:r>
                        <a:rPr lang="zh-CN" altLang="en-US" sz="2400" b="1" dirty="0">
                          <a:latin typeface="楷体" panose="02010609060101010101" pitchFamily="49" charset="-122"/>
                          <a:ea typeface="楷体" panose="02010609060101010101" pitchFamily="49" charset="-122"/>
                        </a:rPr>
                        <a:t>结点删除后一定要释放</a:t>
                      </a:r>
                      <a:r>
                        <a:rPr lang="zh-CN" altLang="en-US" sz="2400" dirty="0">
                          <a:latin typeface="楷体" panose="02010609060101010101" pitchFamily="49" charset="-122"/>
                          <a:ea typeface="楷体" panose="02010609060101010101" pitchFamily="49" charset="-122"/>
                        </a:rPr>
                        <a:t>。删除某个结点前，必须要事先保存指向该结点的指针，以便删除后能释放结点。</a:t>
                      </a:r>
                      <a:endParaRPr lang="en-US" altLang="zh-CN" sz="2400" dirty="0">
                        <a:latin typeface="楷体" panose="02010609060101010101" pitchFamily="49" charset="-122"/>
                        <a:ea typeface="楷体" panose="02010609060101010101" pitchFamily="49" charset="-122"/>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defRPr/>
                      </a:pPr>
                      <a:r>
                        <a:rPr lang="zh-CN" altLang="en-US" sz="2400" dirty="0">
                          <a:latin typeface="楷体" panose="02010609060101010101" pitchFamily="49" charset="-122"/>
                          <a:ea typeface="楷体" panose="02010609060101010101" pitchFamily="49" charset="-122"/>
                        </a:rPr>
                        <a:t>删除操作（函数）应返回头结点指针，如使用如下方式调用</a:t>
                      </a:r>
                      <a:r>
                        <a:rPr lang="en-US" altLang="zh-CN" sz="2400" dirty="0" err="1">
                          <a:latin typeface="楷体" panose="02010609060101010101" pitchFamily="49" charset="-122"/>
                          <a:ea typeface="楷体" panose="02010609060101010101" pitchFamily="49" charset="-122"/>
                        </a:rPr>
                        <a:t>deleteNode</a:t>
                      </a:r>
                      <a:r>
                        <a:rPr lang="zh-CN" altLang="en-US" sz="2400" dirty="0">
                          <a:latin typeface="楷体" panose="02010609060101010101" pitchFamily="49" charset="-122"/>
                          <a:ea typeface="楷体" panose="02010609060101010101" pitchFamily="49" charset="-122"/>
                        </a:rPr>
                        <a:t>删除函数，以保确头结点指向正确</a:t>
                      </a:r>
                      <a:r>
                        <a:rPr lang="zh-CN" altLang="en-US" sz="2400">
                          <a:latin typeface="楷体" panose="02010609060101010101" pitchFamily="49" charset="-122"/>
                          <a:ea typeface="楷体" panose="02010609060101010101" pitchFamily="49" charset="-122"/>
                        </a:rPr>
                        <a:t>的结点：</a:t>
                      </a:r>
                      <a:endParaRPr lang="en-US" altLang="zh-CN" sz="2400" dirty="0">
                        <a:latin typeface="楷体" panose="02010609060101010101" pitchFamily="49" charset="-122"/>
                        <a:ea typeface="楷体" panose="02010609060101010101" pitchFamily="49" charset="-122"/>
                      </a:endParaRPr>
                    </a:p>
                    <a:p>
                      <a:pPr marL="0" indent="0">
                        <a:buFont typeface="+mj-lt"/>
                        <a:buNone/>
                      </a:pPr>
                      <a:r>
                        <a:rPr lang="en-US" altLang="zh-CN" sz="2400" b="1" dirty="0">
                          <a:solidFill>
                            <a:srgbClr val="7030A0"/>
                          </a:solidFill>
                        </a:rPr>
                        <a:t>       list = </a:t>
                      </a:r>
                      <a:r>
                        <a:rPr lang="en-US" altLang="zh-CN" sz="2400" b="1" dirty="0" err="1">
                          <a:solidFill>
                            <a:srgbClr val="7030A0"/>
                          </a:solidFill>
                        </a:rPr>
                        <a:t>deleteNode</a:t>
                      </a:r>
                      <a:r>
                        <a:rPr lang="en-US" altLang="zh-CN" sz="2400" b="1" dirty="0">
                          <a:solidFill>
                            <a:srgbClr val="7030A0"/>
                          </a:solidFill>
                        </a:rPr>
                        <a:t>(list, item);</a:t>
                      </a:r>
                      <a:endParaRPr lang="zh-CN" altLang="en-US" sz="2400" b="1" dirty="0">
                        <a:solidFill>
                          <a:srgbClr val="7030A0"/>
                        </a:solidFill>
                      </a:endParaRPr>
                    </a:p>
                  </a:txBody>
                  <a:tcPr/>
                </a:tc>
              </a:tr>
            </a:tbl>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问题</a:t>
            </a:r>
            <a:r>
              <a:rPr lang="en-US" altLang="zh-CN" dirty="0"/>
              <a:t>2.1</a:t>
            </a:r>
            <a:r>
              <a:rPr lang="zh-CN" altLang="en-US" dirty="0"/>
              <a:t>：词频统计 </a:t>
            </a:r>
            <a:r>
              <a:rPr lang="en-US" altLang="zh-CN" dirty="0"/>
              <a:t>– </a:t>
            </a:r>
            <a:r>
              <a:rPr lang="zh-CN" altLang="en-US" dirty="0"/>
              <a:t>链表</a:t>
            </a:r>
            <a:endParaRPr lang="zh-CN" altLang="en-US" dirty="0"/>
          </a:p>
        </p:txBody>
      </p:sp>
      <p:sp>
        <p:nvSpPr>
          <p:cNvPr id="4" name="灯片编号占位符 3"/>
          <p:cNvSpPr>
            <a:spLocks noGrp="1"/>
          </p:cNvSpPr>
          <p:nvPr>
            <p:ph type="sldNum" sz="quarter" idx="12"/>
          </p:nvPr>
        </p:nvSpPr>
        <p:spPr>
          <a:xfrm>
            <a:off x="7102872" y="6157342"/>
            <a:ext cx="1905000" cy="457200"/>
          </a:xfrm>
        </p:spPr>
        <p:txBody>
          <a:bodyPr/>
          <a:lstStyle/>
          <a:p>
            <a:pPr>
              <a:defRPr/>
            </a:pPr>
            <a:fld id="{116D1347-07F4-4751-9C03-6E7F30E2E01E}" type="slidenum">
              <a:rPr lang="zh-CN" altLang="en-US" smtClean="0"/>
            </a:fld>
            <a:endParaRPr lang="en-US" altLang="zh-CN"/>
          </a:p>
        </p:txBody>
      </p:sp>
      <p:sp>
        <p:nvSpPr>
          <p:cNvPr id="5" name="Rectangle 3"/>
          <p:cNvSpPr txBox="1">
            <a:spLocks noChangeArrowheads="1"/>
          </p:cNvSpPr>
          <p:nvPr/>
        </p:nvSpPr>
        <p:spPr bwMode="auto">
          <a:xfrm>
            <a:off x="1343472" y="1124744"/>
            <a:ext cx="7105650" cy="1405136"/>
          </a:xfrm>
          <a:prstGeom prst="rect">
            <a:avLst/>
          </a:prstGeom>
          <a:noFill/>
          <a:ln w="9525">
            <a:noFill/>
            <a:miter lim="800000"/>
          </a:ln>
          <a:effectLst/>
        </p:spPr>
        <p:txBody>
          <a:bodyPr vert="horz" wrap="square" lIns="91440" tIns="45720" rIns="91440" bIns="45720" numCol="1" anchor="t" anchorCtr="0" compatLnSpc="1"/>
          <a:lstStyle/>
          <a:p>
            <a:pPr marL="457200" indent="-457200" fontAlgn="base">
              <a:lnSpc>
                <a:spcPct val="90000"/>
              </a:lnSpc>
              <a:spcBef>
                <a:spcPct val="60000"/>
              </a:spcBef>
              <a:spcAft>
                <a:spcPct val="0"/>
              </a:spcAft>
              <a:buClr>
                <a:srgbClr val="D60093"/>
              </a:buClr>
              <a:buSzPct val="70000"/>
              <a:buFont typeface="Wingdings" panose="05000000000000000000" pitchFamily="2" charset="2"/>
              <a:buChar char="n"/>
              <a:defRPr/>
            </a:pPr>
            <a:r>
              <a:rPr lang="zh-CN" altLang="en-US" sz="2400" b="1" kern="0" dirty="0">
                <a:ea typeface="宋体" pitchFamily="2" charset="-122"/>
              </a:rPr>
              <a:t>问题：编写程序统计一个文件中每个单词的出现次数（词频统计），并按字典序输出每个单词及出现次数。</a:t>
            </a:r>
            <a:endParaRPr lang="zh-CN" altLang="en-US" sz="2400" b="1" kern="0" dirty="0">
              <a:ea typeface="宋体" pitchFamily="2" charset="-122"/>
            </a:endParaRPr>
          </a:p>
          <a:p>
            <a:pPr marL="457200" indent="-457200" fontAlgn="base">
              <a:lnSpc>
                <a:spcPct val="90000"/>
              </a:lnSpc>
              <a:spcBef>
                <a:spcPct val="60000"/>
              </a:spcBef>
              <a:spcAft>
                <a:spcPct val="0"/>
              </a:spcAft>
              <a:buClr>
                <a:srgbClr val="D60093"/>
              </a:buClr>
              <a:buSzPct val="70000"/>
              <a:buFont typeface="Wingdings" panose="05000000000000000000" pitchFamily="2" charset="2"/>
              <a:buChar char="n"/>
              <a:defRPr/>
            </a:pPr>
            <a:r>
              <a:rPr lang="zh-CN" altLang="en-US" sz="2400" b="1" kern="0" dirty="0">
                <a:ea typeface="宋体" pitchFamily="2" charset="-122"/>
              </a:rPr>
              <a:t>算法分析：</a:t>
            </a:r>
            <a:r>
              <a:rPr lang="zh-CN" altLang="en-US" sz="2400" kern="0" dirty="0">
                <a:ea typeface="宋体" pitchFamily="2" charset="-122"/>
              </a:rPr>
              <a:t>本问题算法很简单，基本上只有</a:t>
            </a:r>
            <a:r>
              <a:rPr lang="zh-CN" altLang="en-US" sz="2400" b="1" kern="0" dirty="0">
                <a:ea typeface="宋体" pitchFamily="2" charset="-122"/>
              </a:rPr>
              <a:t>查找</a:t>
            </a:r>
            <a:r>
              <a:rPr lang="zh-CN" altLang="en-US" sz="2400" kern="0" dirty="0">
                <a:ea typeface="宋体" pitchFamily="2" charset="-122"/>
              </a:rPr>
              <a:t>和</a:t>
            </a:r>
            <a:r>
              <a:rPr lang="zh-CN" altLang="en-US" sz="2400" b="1" kern="0" dirty="0">
                <a:ea typeface="宋体" pitchFamily="2" charset="-122"/>
              </a:rPr>
              <a:t>插入</a:t>
            </a:r>
            <a:r>
              <a:rPr lang="zh-CN" altLang="en-US" sz="2400" kern="0" dirty="0">
                <a:ea typeface="宋体" pitchFamily="2" charset="-122"/>
              </a:rPr>
              <a:t>操作。</a:t>
            </a:r>
            <a:endParaRPr lang="en-US" altLang="zh-CN" sz="2400" b="1" kern="0" dirty="0">
              <a:ea typeface="宋体" pitchFamily="2" charset="-122"/>
            </a:endParaRPr>
          </a:p>
          <a:p>
            <a:pPr marL="457200" indent="-457200" fontAlgn="base">
              <a:lnSpc>
                <a:spcPct val="90000"/>
              </a:lnSpc>
              <a:spcBef>
                <a:spcPct val="60000"/>
              </a:spcBef>
              <a:spcAft>
                <a:spcPct val="0"/>
              </a:spcAft>
              <a:buClr>
                <a:srgbClr val="D60093"/>
              </a:buClr>
              <a:buSzPct val="70000"/>
              <a:defRPr/>
            </a:pPr>
            <a:endParaRPr lang="en-US" altLang="zh-CN" sz="2400" b="1" kern="0" dirty="0">
              <a:ea typeface="宋体" pitchFamily="2" charset="-122"/>
            </a:endParaRPr>
          </a:p>
        </p:txBody>
      </p:sp>
      <p:grpSp>
        <p:nvGrpSpPr>
          <p:cNvPr id="3" name="组合 53"/>
          <p:cNvGrpSpPr/>
          <p:nvPr/>
        </p:nvGrpSpPr>
        <p:grpSpPr>
          <a:xfrm>
            <a:off x="2207568" y="2708920"/>
            <a:ext cx="5688632" cy="4077072"/>
            <a:chOff x="1475656" y="2780928"/>
            <a:chExt cx="5688632" cy="4077072"/>
          </a:xfrm>
        </p:grpSpPr>
        <p:sp>
          <p:nvSpPr>
            <p:cNvPr id="6" name="TextBox 5"/>
            <p:cNvSpPr txBox="1"/>
            <p:nvPr/>
          </p:nvSpPr>
          <p:spPr>
            <a:xfrm>
              <a:off x="2915816" y="2996952"/>
              <a:ext cx="2304256" cy="369332"/>
            </a:xfrm>
            <a:prstGeom prst="rect">
              <a:avLst/>
            </a:prstGeom>
            <a:solidFill>
              <a:schemeClr val="bg1"/>
            </a:solidFill>
            <a:ln>
              <a:solidFill>
                <a:schemeClr val="tx1"/>
              </a:solidFill>
            </a:ln>
          </p:spPr>
          <p:txBody>
            <a:bodyPr wrap="square" rtlCol="0">
              <a:spAutoFit/>
            </a:bodyPr>
            <a:lstStyle/>
            <a:p>
              <a:r>
                <a:rPr lang="zh-CN" altLang="en-US" dirty="0">
                  <a:latin typeface="楷体" panose="02010609060101010101" pitchFamily="49" charset="-122"/>
                  <a:ea typeface="楷体" panose="02010609060101010101" pitchFamily="49" charset="-122"/>
                </a:rPr>
                <a:t>构造一个空单词表</a:t>
              </a:r>
              <a:endParaRPr lang="zh-CN" altLang="en-US" dirty="0">
                <a:latin typeface="楷体" panose="02010609060101010101" pitchFamily="49" charset="-122"/>
                <a:ea typeface="楷体" panose="02010609060101010101" pitchFamily="49" charset="-122"/>
              </a:endParaRPr>
            </a:p>
          </p:txBody>
        </p:sp>
        <p:sp>
          <p:nvSpPr>
            <p:cNvPr id="7" name="TextBox 6"/>
            <p:cNvSpPr txBox="1"/>
            <p:nvPr/>
          </p:nvSpPr>
          <p:spPr>
            <a:xfrm>
              <a:off x="2915816" y="3573016"/>
              <a:ext cx="2376264" cy="369332"/>
            </a:xfrm>
            <a:prstGeom prst="rect">
              <a:avLst/>
            </a:prstGeom>
            <a:solidFill>
              <a:schemeClr val="bg1"/>
            </a:solidFill>
            <a:ln>
              <a:solidFill>
                <a:schemeClr val="tx1"/>
              </a:solidFill>
            </a:ln>
          </p:spPr>
          <p:txBody>
            <a:bodyPr wrap="square" rtlCol="0">
              <a:spAutoFit/>
            </a:bodyPr>
            <a:lstStyle/>
            <a:p>
              <a:r>
                <a:rPr lang="zh-CN" altLang="en-US" dirty="0">
                  <a:latin typeface="楷体" panose="02010609060101010101" pitchFamily="49" charset="-122"/>
                  <a:ea typeface="楷体" panose="02010609060101010101" pitchFamily="49" charset="-122"/>
                </a:rPr>
                <a:t>从文件中读一个单词</a:t>
              </a:r>
              <a:endParaRPr lang="zh-CN" altLang="en-US" dirty="0">
                <a:latin typeface="楷体" panose="02010609060101010101" pitchFamily="49" charset="-122"/>
                <a:ea typeface="楷体" panose="02010609060101010101" pitchFamily="49" charset="-122"/>
              </a:endParaRPr>
            </a:p>
          </p:txBody>
        </p:sp>
        <p:sp>
          <p:nvSpPr>
            <p:cNvPr id="8" name="流程图: 决策 7"/>
            <p:cNvSpPr/>
            <p:nvPr/>
          </p:nvSpPr>
          <p:spPr bwMode="auto">
            <a:xfrm>
              <a:off x="2699792" y="4149080"/>
              <a:ext cx="2736304" cy="1161633"/>
            </a:xfrm>
            <a:prstGeom prst="flowChartDecision">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algn="ctr" eaLnBrk="0" fontAlgn="base" hangingPunct="0">
                <a:spcBef>
                  <a:spcPct val="0"/>
                </a:spcBef>
                <a:spcAft>
                  <a:spcPct val="0"/>
                </a:spcAft>
              </a:pPr>
              <a:r>
                <a:rPr lang="zh-CN" altLang="en-US" sz="1600" dirty="0">
                  <a:latin typeface="楷体" panose="02010609060101010101" pitchFamily="49" charset="-122"/>
                  <a:ea typeface="楷体" panose="02010609060101010101" pitchFamily="49" charset="-122"/>
                </a:rPr>
                <a:t>在单词表中查找该单词</a:t>
              </a:r>
              <a:endParaRPr lang="zh-CN" altLang="en-US" sz="1600" dirty="0">
                <a:latin typeface="楷体" panose="02010609060101010101" pitchFamily="49" charset="-122"/>
                <a:ea typeface="楷体" panose="02010609060101010101" pitchFamily="49" charset="-122"/>
              </a:endParaRPr>
            </a:p>
          </p:txBody>
        </p:sp>
        <p:sp>
          <p:nvSpPr>
            <p:cNvPr id="9" name="TextBox 8"/>
            <p:cNvSpPr txBox="1"/>
            <p:nvPr/>
          </p:nvSpPr>
          <p:spPr>
            <a:xfrm>
              <a:off x="4860032" y="5085184"/>
              <a:ext cx="2304256" cy="646331"/>
            </a:xfrm>
            <a:prstGeom prst="rect">
              <a:avLst/>
            </a:prstGeom>
            <a:solidFill>
              <a:schemeClr val="bg1"/>
            </a:solidFill>
            <a:ln>
              <a:solidFill>
                <a:schemeClr val="tx1"/>
              </a:solidFill>
            </a:ln>
          </p:spPr>
          <p:txBody>
            <a:bodyPr wrap="square" rtlCol="0">
              <a:spAutoFit/>
            </a:bodyPr>
            <a:lstStyle/>
            <a:p>
              <a:pPr algn="ctr"/>
              <a:r>
                <a:rPr lang="zh-CN" altLang="en-US" dirty="0">
                  <a:latin typeface="楷体" panose="02010609060101010101" pitchFamily="49" charset="-122"/>
                  <a:ea typeface="楷体" panose="02010609060101010101" pitchFamily="49" charset="-122"/>
                </a:rPr>
                <a:t>将该单词加入到单词表中，其次数为</a:t>
              </a:r>
              <a:r>
                <a:rPr lang="en-US" altLang="zh-CN" dirty="0">
                  <a:latin typeface="楷体" panose="02010609060101010101" pitchFamily="49" charset="-122"/>
                  <a:ea typeface="楷体" panose="02010609060101010101" pitchFamily="49" charset="-122"/>
                </a:rPr>
                <a:t>1</a:t>
              </a:r>
              <a:endParaRPr lang="zh-CN" altLang="en-US" dirty="0">
                <a:latin typeface="楷体" panose="02010609060101010101" pitchFamily="49" charset="-122"/>
                <a:ea typeface="楷体" panose="02010609060101010101" pitchFamily="49" charset="-122"/>
              </a:endParaRPr>
            </a:p>
          </p:txBody>
        </p:sp>
        <p:sp>
          <p:nvSpPr>
            <p:cNvPr id="10" name="TextBox 9"/>
            <p:cNvSpPr txBox="1"/>
            <p:nvPr/>
          </p:nvSpPr>
          <p:spPr>
            <a:xfrm>
              <a:off x="1475656" y="5013176"/>
              <a:ext cx="1440160" cy="648072"/>
            </a:xfrm>
            <a:prstGeom prst="rect">
              <a:avLst/>
            </a:prstGeom>
            <a:solidFill>
              <a:schemeClr val="bg1"/>
            </a:solidFill>
            <a:ln>
              <a:solidFill>
                <a:schemeClr val="tx1"/>
              </a:solidFill>
            </a:ln>
          </p:spPr>
          <p:txBody>
            <a:bodyPr wrap="square" rtlCol="0">
              <a:spAutoFit/>
            </a:bodyPr>
            <a:lstStyle/>
            <a:p>
              <a:pPr algn="ctr"/>
              <a:r>
                <a:rPr lang="zh-CN" altLang="en-US" dirty="0">
                  <a:latin typeface="楷体" panose="02010609060101010101" pitchFamily="49" charset="-122"/>
                  <a:ea typeface="楷体" panose="02010609060101010101" pitchFamily="49" charset="-122"/>
                </a:rPr>
                <a:t>该单词次数为加</a:t>
              </a:r>
              <a:r>
                <a:rPr lang="en-US" altLang="zh-CN" dirty="0">
                  <a:latin typeface="楷体" panose="02010609060101010101" pitchFamily="49" charset="-122"/>
                  <a:ea typeface="楷体" panose="02010609060101010101" pitchFamily="49" charset="-122"/>
                </a:rPr>
                <a:t>1</a:t>
              </a:r>
              <a:endParaRPr lang="zh-CN" altLang="en-US" dirty="0">
                <a:latin typeface="楷体" panose="02010609060101010101" pitchFamily="49" charset="-122"/>
                <a:ea typeface="楷体" panose="02010609060101010101" pitchFamily="49" charset="-122"/>
              </a:endParaRPr>
            </a:p>
          </p:txBody>
        </p:sp>
        <p:sp>
          <p:nvSpPr>
            <p:cNvPr id="12" name="流程图: 决策 11"/>
            <p:cNvSpPr/>
            <p:nvPr/>
          </p:nvSpPr>
          <p:spPr bwMode="auto">
            <a:xfrm>
              <a:off x="2267744" y="6021288"/>
              <a:ext cx="3528392" cy="672525"/>
            </a:xfrm>
            <a:prstGeom prst="flowChartDecision">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algn="ctr" eaLnBrk="0" fontAlgn="base" hangingPunct="0">
                <a:spcBef>
                  <a:spcPct val="0"/>
                </a:spcBef>
                <a:spcAft>
                  <a:spcPct val="0"/>
                </a:spcAft>
              </a:pPr>
              <a:r>
                <a:rPr lang="zh-CN" altLang="en-US" sz="1600" dirty="0">
                  <a:latin typeface="楷体" panose="02010609060101010101" pitchFamily="49" charset="-122"/>
                  <a:ea typeface="楷体" panose="02010609060101010101" pitchFamily="49" charset="-122"/>
                </a:rPr>
                <a:t>文件中仍有单词</a:t>
              </a:r>
              <a:endParaRPr lang="zh-CN" altLang="en-US" sz="1600" dirty="0">
                <a:latin typeface="楷体" panose="02010609060101010101" pitchFamily="49" charset="-122"/>
                <a:ea typeface="楷体" panose="02010609060101010101" pitchFamily="49" charset="-122"/>
              </a:endParaRPr>
            </a:p>
          </p:txBody>
        </p:sp>
        <p:cxnSp>
          <p:nvCxnSpPr>
            <p:cNvPr id="14" name="直接箭头连接符 13"/>
            <p:cNvCxnSpPr>
              <a:endCxn id="6" idx="0"/>
            </p:cNvCxnSpPr>
            <p:nvPr/>
          </p:nvCxnSpPr>
          <p:spPr bwMode="auto">
            <a:xfrm>
              <a:off x="4067944" y="2780928"/>
              <a:ext cx="0" cy="216024"/>
            </a:xfrm>
            <a:prstGeom prst="straightConnector1">
              <a:avLst/>
            </a:prstGeom>
            <a:noFill/>
            <a:ln w="9525" cap="flat" cmpd="sng" algn="ctr">
              <a:solidFill>
                <a:schemeClr val="tx1"/>
              </a:solidFill>
              <a:prstDash val="solid"/>
              <a:round/>
              <a:headEnd type="none" w="med" len="med"/>
              <a:tailEnd type="arrow"/>
            </a:ln>
            <a:effectLst/>
          </p:spPr>
        </p:cxnSp>
        <p:cxnSp>
          <p:nvCxnSpPr>
            <p:cNvPr id="17" name="直接箭头连接符 16"/>
            <p:cNvCxnSpPr/>
            <p:nvPr/>
          </p:nvCxnSpPr>
          <p:spPr bwMode="auto">
            <a:xfrm>
              <a:off x="4067944" y="3356992"/>
              <a:ext cx="0" cy="216024"/>
            </a:xfrm>
            <a:prstGeom prst="straightConnector1">
              <a:avLst/>
            </a:prstGeom>
            <a:noFill/>
            <a:ln w="9525" cap="flat" cmpd="sng" algn="ctr">
              <a:solidFill>
                <a:schemeClr val="tx1"/>
              </a:solidFill>
              <a:prstDash val="solid"/>
              <a:round/>
              <a:headEnd type="none" w="med" len="med"/>
              <a:tailEnd type="arrow"/>
            </a:ln>
            <a:effectLst/>
          </p:spPr>
        </p:cxnSp>
        <p:cxnSp>
          <p:nvCxnSpPr>
            <p:cNvPr id="18" name="直接箭头连接符 17"/>
            <p:cNvCxnSpPr/>
            <p:nvPr/>
          </p:nvCxnSpPr>
          <p:spPr bwMode="auto">
            <a:xfrm>
              <a:off x="4067944" y="3933056"/>
              <a:ext cx="0" cy="216024"/>
            </a:xfrm>
            <a:prstGeom prst="straightConnector1">
              <a:avLst/>
            </a:prstGeom>
            <a:noFill/>
            <a:ln w="9525" cap="flat" cmpd="sng" algn="ctr">
              <a:solidFill>
                <a:schemeClr val="tx1"/>
              </a:solidFill>
              <a:prstDash val="solid"/>
              <a:round/>
              <a:headEnd type="none" w="med" len="med"/>
              <a:tailEnd type="arrow"/>
            </a:ln>
            <a:effectLst/>
          </p:spPr>
        </p:cxnSp>
        <p:cxnSp>
          <p:nvCxnSpPr>
            <p:cNvPr id="20" name="肘形连接符 19"/>
            <p:cNvCxnSpPr>
              <a:stCxn id="8" idx="3"/>
              <a:endCxn id="9" idx="0"/>
            </p:cNvCxnSpPr>
            <p:nvPr/>
          </p:nvCxnSpPr>
          <p:spPr bwMode="auto">
            <a:xfrm>
              <a:off x="5436096" y="4729897"/>
              <a:ext cx="576064" cy="355287"/>
            </a:xfrm>
            <a:prstGeom prst="bentConnector2">
              <a:avLst/>
            </a:prstGeom>
            <a:noFill/>
            <a:ln w="9525" cap="flat" cmpd="sng" algn="ctr">
              <a:solidFill>
                <a:schemeClr val="tx1"/>
              </a:solidFill>
              <a:prstDash val="solid"/>
              <a:round/>
              <a:headEnd type="none" w="med" len="med"/>
              <a:tailEnd type="arrow"/>
            </a:ln>
            <a:effectLst/>
          </p:spPr>
        </p:cxnSp>
        <p:cxnSp>
          <p:nvCxnSpPr>
            <p:cNvPr id="25" name="肘形连接符 24"/>
            <p:cNvCxnSpPr>
              <a:stCxn id="8" idx="1"/>
              <a:endCxn id="10" idx="0"/>
            </p:cNvCxnSpPr>
            <p:nvPr/>
          </p:nvCxnSpPr>
          <p:spPr bwMode="auto">
            <a:xfrm rot="10800000" flipV="1">
              <a:off x="2195736" y="4729896"/>
              <a:ext cx="504056" cy="283279"/>
            </a:xfrm>
            <a:prstGeom prst="bentConnector2">
              <a:avLst/>
            </a:prstGeom>
            <a:noFill/>
            <a:ln w="9525" cap="flat" cmpd="sng" algn="ctr">
              <a:solidFill>
                <a:schemeClr val="tx1"/>
              </a:solidFill>
              <a:prstDash val="solid"/>
              <a:round/>
              <a:headEnd type="none" w="med" len="med"/>
              <a:tailEnd type="arrow"/>
            </a:ln>
            <a:effectLst/>
          </p:spPr>
        </p:cxnSp>
        <p:cxnSp>
          <p:nvCxnSpPr>
            <p:cNvPr id="28" name="肘形连接符 27"/>
            <p:cNvCxnSpPr/>
            <p:nvPr/>
          </p:nvCxnSpPr>
          <p:spPr bwMode="auto">
            <a:xfrm rot="5400000">
              <a:off x="4175956" y="5769260"/>
              <a:ext cx="360040" cy="12700"/>
            </a:xfrm>
            <a:prstGeom prst="bentConnector3">
              <a:avLst>
                <a:gd name="adj1" fmla="val 50000"/>
              </a:avLst>
            </a:prstGeom>
            <a:noFill/>
            <a:ln w="9525" cap="flat" cmpd="sng" algn="ctr">
              <a:noFill/>
              <a:prstDash val="solid"/>
              <a:round/>
              <a:headEnd type="none" w="med" len="med"/>
              <a:tailEnd type="arrow"/>
            </a:ln>
            <a:effectLst/>
          </p:spPr>
        </p:cxnSp>
        <p:cxnSp>
          <p:nvCxnSpPr>
            <p:cNvPr id="30" name="肘形连接符 29"/>
            <p:cNvCxnSpPr>
              <a:stCxn id="10" idx="2"/>
              <a:endCxn id="9" idx="2"/>
            </p:cNvCxnSpPr>
            <p:nvPr/>
          </p:nvCxnSpPr>
          <p:spPr bwMode="auto">
            <a:xfrm rot="16200000" flipH="1">
              <a:off x="4068815" y="3788169"/>
              <a:ext cx="70267" cy="3816424"/>
            </a:xfrm>
            <a:prstGeom prst="bentConnector3">
              <a:avLst>
                <a:gd name="adj1" fmla="val 198116"/>
              </a:avLst>
            </a:prstGeom>
            <a:noFill/>
            <a:ln w="9525" cap="flat" cmpd="sng" algn="ctr">
              <a:solidFill>
                <a:schemeClr val="tx1"/>
              </a:solidFill>
              <a:prstDash val="solid"/>
              <a:round/>
              <a:headEnd type="none" w="med" len="med"/>
              <a:tailEnd type="none" w="med" len="med"/>
            </a:ln>
            <a:effectLst/>
          </p:spPr>
        </p:cxnSp>
        <p:cxnSp>
          <p:nvCxnSpPr>
            <p:cNvPr id="36" name="直接箭头连接符 35"/>
            <p:cNvCxnSpPr/>
            <p:nvPr/>
          </p:nvCxnSpPr>
          <p:spPr bwMode="auto">
            <a:xfrm>
              <a:off x="3995936" y="5805264"/>
              <a:ext cx="0" cy="216024"/>
            </a:xfrm>
            <a:prstGeom prst="straightConnector1">
              <a:avLst/>
            </a:prstGeom>
            <a:noFill/>
            <a:ln w="9525" cap="flat" cmpd="sng" algn="ctr">
              <a:solidFill>
                <a:schemeClr val="tx1"/>
              </a:solidFill>
              <a:prstDash val="solid"/>
              <a:round/>
              <a:headEnd type="none" w="med" len="med"/>
              <a:tailEnd type="arrow"/>
            </a:ln>
            <a:effectLst/>
          </p:spPr>
        </p:cxnSp>
        <p:cxnSp>
          <p:nvCxnSpPr>
            <p:cNvPr id="44" name="肘形连接符 43"/>
            <p:cNvCxnSpPr>
              <a:stCxn id="12" idx="1"/>
            </p:cNvCxnSpPr>
            <p:nvPr/>
          </p:nvCxnSpPr>
          <p:spPr bwMode="auto">
            <a:xfrm rot="10800000" flipH="1">
              <a:off x="2267744" y="3429001"/>
              <a:ext cx="1800200" cy="2928551"/>
            </a:xfrm>
            <a:prstGeom prst="bentConnector4">
              <a:avLst>
                <a:gd name="adj1" fmla="val -56237"/>
                <a:gd name="adj2" fmla="val 97868"/>
              </a:avLst>
            </a:prstGeom>
            <a:noFill/>
            <a:ln w="9525" cap="flat" cmpd="sng" algn="ctr">
              <a:solidFill>
                <a:schemeClr val="tx1"/>
              </a:solidFill>
              <a:prstDash val="solid"/>
              <a:round/>
              <a:headEnd type="none" w="med" len="med"/>
              <a:tailEnd type="arrow"/>
            </a:ln>
            <a:effectLst/>
          </p:spPr>
        </p:cxnSp>
        <p:cxnSp>
          <p:nvCxnSpPr>
            <p:cNvPr id="48" name="直接箭头连接符 47"/>
            <p:cNvCxnSpPr/>
            <p:nvPr/>
          </p:nvCxnSpPr>
          <p:spPr bwMode="auto">
            <a:xfrm>
              <a:off x="3995936" y="6641976"/>
              <a:ext cx="0" cy="216024"/>
            </a:xfrm>
            <a:prstGeom prst="straightConnector1">
              <a:avLst/>
            </a:prstGeom>
            <a:noFill/>
            <a:ln w="9525" cap="flat" cmpd="sng" algn="ctr">
              <a:solidFill>
                <a:schemeClr val="tx1"/>
              </a:solidFill>
              <a:prstDash val="solid"/>
              <a:round/>
              <a:headEnd type="none" w="med" len="med"/>
              <a:tailEnd type="arrow"/>
            </a:ln>
            <a:effectLst/>
          </p:spPr>
        </p:cxnSp>
        <p:sp>
          <p:nvSpPr>
            <p:cNvPr id="50" name="TextBox 49"/>
            <p:cNvSpPr txBox="1"/>
            <p:nvPr/>
          </p:nvSpPr>
          <p:spPr>
            <a:xfrm>
              <a:off x="2267744" y="4365104"/>
              <a:ext cx="543739" cy="307777"/>
            </a:xfrm>
            <a:prstGeom prst="rect">
              <a:avLst/>
            </a:prstGeom>
            <a:noFill/>
          </p:spPr>
          <p:txBody>
            <a:bodyPr wrap="none" rtlCol="0">
              <a:spAutoFit/>
            </a:bodyPr>
            <a:lstStyle/>
            <a:p>
              <a:r>
                <a:rPr lang="zh-CN" altLang="en-US" sz="1400" dirty="0">
                  <a:latin typeface="楷体" panose="02010609060101010101" pitchFamily="49" charset="-122"/>
                  <a:ea typeface="楷体" panose="02010609060101010101" pitchFamily="49" charset="-122"/>
                </a:rPr>
                <a:t>找到</a:t>
              </a:r>
              <a:endParaRPr lang="zh-CN" altLang="en-US" sz="1400" dirty="0">
                <a:latin typeface="楷体" panose="02010609060101010101" pitchFamily="49" charset="-122"/>
                <a:ea typeface="楷体" panose="02010609060101010101" pitchFamily="49" charset="-122"/>
              </a:endParaRPr>
            </a:p>
          </p:txBody>
        </p:sp>
        <p:sp>
          <p:nvSpPr>
            <p:cNvPr id="51" name="TextBox 50"/>
            <p:cNvSpPr txBox="1"/>
            <p:nvPr/>
          </p:nvSpPr>
          <p:spPr>
            <a:xfrm>
              <a:off x="5508104" y="4365104"/>
              <a:ext cx="723275" cy="307777"/>
            </a:xfrm>
            <a:prstGeom prst="rect">
              <a:avLst/>
            </a:prstGeom>
            <a:noFill/>
          </p:spPr>
          <p:txBody>
            <a:bodyPr wrap="none" rtlCol="0">
              <a:spAutoFit/>
            </a:bodyPr>
            <a:lstStyle/>
            <a:p>
              <a:r>
                <a:rPr lang="zh-CN" altLang="en-US" sz="1400" dirty="0">
                  <a:latin typeface="楷体" panose="02010609060101010101" pitchFamily="49" charset="-122"/>
                  <a:ea typeface="楷体" panose="02010609060101010101" pitchFamily="49" charset="-122"/>
                </a:rPr>
                <a:t>没找到</a:t>
              </a:r>
              <a:endParaRPr lang="zh-CN" altLang="en-US" sz="1400" dirty="0">
                <a:latin typeface="楷体" panose="02010609060101010101" pitchFamily="49" charset="-122"/>
                <a:ea typeface="楷体" panose="02010609060101010101" pitchFamily="49" charset="-122"/>
              </a:endParaRPr>
            </a:p>
          </p:txBody>
        </p:sp>
        <p:sp>
          <p:nvSpPr>
            <p:cNvPr id="52" name="TextBox 51"/>
            <p:cNvSpPr txBox="1"/>
            <p:nvPr/>
          </p:nvSpPr>
          <p:spPr>
            <a:xfrm>
              <a:off x="1475656" y="5949280"/>
              <a:ext cx="364202" cy="307777"/>
            </a:xfrm>
            <a:prstGeom prst="rect">
              <a:avLst/>
            </a:prstGeom>
            <a:noFill/>
          </p:spPr>
          <p:txBody>
            <a:bodyPr wrap="none" rtlCol="0">
              <a:spAutoFit/>
            </a:bodyPr>
            <a:lstStyle/>
            <a:p>
              <a:r>
                <a:rPr lang="zh-CN" altLang="en-US" sz="1400" dirty="0">
                  <a:latin typeface="楷体" panose="02010609060101010101" pitchFamily="49" charset="-122"/>
                  <a:ea typeface="楷体" panose="02010609060101010101" pitchFamily="49" charset="-122"/>
                </a:rPr>
                <a:t>有</a:t>
              </a:r>
              <a:endParaRPr lang="zh-CN" altLang="en-US" sz="1400" dirty="0">
                <a:latin typeface="楷体" panose="02010609060101010101" pitchFamily="49" charset="-122"/>
                <a:ea typeface="楷体" panose="02010609060101010101" pitchFamily="49" charset="-122"/>
              </a:endParaRPr>
            </a:p>
          </p:txBody>
        </p:sp>
        <p:sp>
          <p:nvSpPr>
            <p:cNvPr id="53" name="TextBox 52"/>
            <p:cNvSpPr txBox="1"/>
            <p:nvPr/>
          </p:nvSpPr>
          <p:spPr>
            <a:xfrm>
              <a:off x="4427984" y="6550223"/>
              <a:ext cx="364202" cy="307777"/>
            </a:xfrm>
            <a:prstGeom prst="rect">
              <a:avLst/>
            </a:prstGeom>
            <a:noFill/>
          </p:spPr>
          <p:txBody>
            <a:bodyPr wrap="none" rtlCol="0">
              <a:spAutoFit/>
            </a:bodyPr>
            <a:lstStyle/>
            <a:p>
              <a:r>
                <a:rPr lang="zh-CN" altLang="en-US" sz="1400" dirty="0">
                  <a:latin typeface="楷体" panose="02010609060101010101" pitchFamily="49" charset="-122"/>
                  <a:ea typeface="楷体" panose="02010609060101010101" pitchFamily="49" charset="-122"/>
                </a:rPr>
                <a:t>无</a:t>
              </a:r>
              <a:endParaRPr lang="zh-CN" altLang="en-US" sz="1400" dirty="0">
                <a:latin typeface="楷体" panose="02010609060101010101" pitchFamily="49" charset="-122"/>
                <a:ea typeface="楷体" panose="02010609060101010101" pitchFamily="49" charset="-122"/>
              </a:endParaRP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blinds(horizontal)">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问题</a:t>
            </a:r>
            <a:r>
              <a:rPr lang="en-US" altLang="zh-CN" dirty="0"/>
              <a:t>2.1</a:t>
            </a:r>
            <a:r>
              <a:rPr lang="zh-CN" altLang="en-US" dirty="0"/>
              <a:t>：词频统计 </a:t>
            </a:r>
            <a:r>
              <a:rPr lang="en-US" altLang="zh-CN" dirty="0"/>
              <a:t>– </a:t>
            </a:r>
            <a:r>
              <a:rPr lang="zh-CN" altLang="en-US" dirty="0"/>
              <a:t>链表</a:t>
            </a:r>
            <a:endParaRPr lang="zh-CN" altLang="en-US" dirty="0"/>
          </a:p>
        </p:txBody>
      </p:sp>
      <p:sp>
        <p:nvSpPr>
          <p:cNvPr id="4" name="灯片编号占位符 3"/>
          <p:cNvSpPr>
            <a:spLocks noGrp="1"/>
          </p:cNvSpPr>
          <p:nvPr>
            <p:ph type="sldNum" sz="quarter" idx="12"/>
          </p:nvPr>
        </p:nvSpPr>
        <p:spPr/>
        <p:txBody>
          <a:bodyPr/>
          <a:lstStyle/>
          <a:p>
            <a:pPr>
              <a:defRPr/>
            </a:pPr>
            <a:fld id="{116D1347-07F4-4751-9C03-6E7F30E2E01E}" type="slidenum">
              <a:rPr lang="zh-CN" altLang="en-US" smtClean="0"/>
            </a:fld>
            <a:endParaRPr lang="en-US" altLang="zh-CN"/>
          </a:p>
        </p:txBody>
      </p:sp>
      <p:sp>
        <p:nvSpPr>
          <p:cNvPr id="5" name="Cloud"/>
          <p:cNvSpPr>
            <a:spLocks noChangeAspect="1" noEditPoints="1" noChangeArrowheads="1"/>
          </p:cNvSpPr>
          <p:nvPr/>
        </p:nvSpPr>
        <p:spPr bwMode="auto">
          <a:xfrm>
            <a:off x="1847528" y="1124744"/>
            <a:ext cx="8424936" cy="3888432"/>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A7EEFF"/>
          </a:solidFill>
          <a:ln w="28575">
            <a:solidFill>
              <a:srgbClr val="969696"/>
            </a:solidFill>
            <a:miter lim="800000"/>
          </a:ln>
          <a:effectLst>
            <a:outerShdw dist="170388" dir="1593903" algn="ctr" rotWithShape="0">
              <a:srgbClr val="C3C3C3"/>
            </a:outerShdw>
          </a:effectLst>
        </p:spPr>
        <p:txBody>
          <a:bodyPr/>
          <a:lstStyle/>
          <a:p>
            <a:pPr eaLnBrk="0" fontAlgn="t" hangingPunct="0">
              <a:lnSpc>
                <a:spcPct val="95000"/>
              </a:lnSpc>
              <a:spcBef>
                <a:spcPct val="0"/>
              </a:spcBef>
              <a:spcAft>
                <a:spcPct val="0"/>
              </a:spcAft>
            </a:pPr>
            <a:r>
              <a:rPr lang="zh-CN" altLang="en-US" sz="2000" dirty="0">
                <a:solidFill>
                  <a:srgbClr val="7030A0"/>
                </a:solidFill>
                <a:latin typeface="黑体" panose="02010609060101010101" pitchFamily="2" charset="-122"/>
                <a:ea typeface="黑体" panose="02010609060101010101" pitchFamily="2" charset="-122"/>
              </a:rPr>
              <a:t>由于本问题有如下特点：</a:t>
            </a:r>
            <a:endParaRPr lang="en-US" altLang="zh-CN" sz="2000" dirty="0">
              <a:solidFill>
                <a:srgbClr val="7030A0"/>
              </a:solidFill>
              <a:latin typeface="黑体" panose="02010609060101010101" pitchFamily="2" charset="-122"/>
              <a:ea typeface="黑体" panose="02010609060101010101" pitchFamily="2" charset="-122"/>
            </a:endParaRPr>
          </a:p>
          <a:p>
            <a:pPr eaLnBrk="0" fontAlgn="t" hangingPunct="0">
              <a:lnSpc>
                <a:spcPct val="95000"/>
              </a:lnSpc>
              <a:spcBef>
                <a:spcPct val="0"/>
              </a:spcBef>
              <a:spcAft>
                <a:spcPct val="0"/>
              </a:spcAft>
            </a:pPr>
            <a:r>
              <a:rPr lang="en-US" altLang="zh-CN" sz="2000" dirty="0">
                <a:solidFill>
                  <a:srgbClr val="7030A0"/>
                </a:solidFill>
                <a:latin typeface="黑体" panose="02010609060101010101" pitchFamily="2" charset="-122"/>
                <a:ea typeface="黑体" panose="02010609060101010101" pitchFamily="2" charset="-122"/>
              </a:rPr>
              <a:t>1.</a:t>
            </a:r>
            <a:r>
              <a:rPr lang="zh-CN" altLang="en-US" sz="2000" dirty="0">
                <a:solidFill>
                  <a:srgbClr val="7030A0"/>
                </a:solidFill>
                <a:latin typeface="黑体" panose="02010609060101010101" pitchFamily="2" charset="-122"/>
                <a:ea typeface="黑体" panose="02010609060101010101" pitchFamily="2" charset="-122"/>
              </a:rPr>
              <a:t>问题规模不知（即需要统计的单词数量末知</a:t>
            </a:r>
            <a:r>
              <a:rPr lang="en-US" altLang="zh-CN" sz="2000" dirty="0">
                <a:solidFill>
                  <a:srgbClr val="7030A0"/>
                </a:solidFill>
                <a:latin typeface="黑体" panose="02010609060101010101" pitchFamily="2" charset="-122"/>
                <a:ea typeface="黑体" panose="02010609060101010101" pitchFamily="2" charset="-122"/>
              </a:rPr>
              <a:t>)</a:t>
            </a:r>
            <a:endParaRPr lang="en-US" altLang="zh-CN" sz="2000" dirty="0">
              <a:solidFill>
                <a:srgbClr val="7030A0"/>
              </a:solidFill>
              <a:latin typeface="黑体" panose="02010609060101010101" pitchFamily="2" charset="-122"/>
              <a:ea typeface="黑体" panose="02010609060101010101" pitchFamily="2" charset="-122"/>
            </a:endParaRPr>
          </a:p>
          <a:p>
            <a:pPr eaLnBrk="0" fontAlgn="t" hangingPunct="0">
              <a:lnSpc>
                <a:spcPct val="95000"/>
              </a:lnSpc>
              <a:spcBef>
                <a:spcPct val="0"/>
              </a:spcBef>
              <a:spcAft>
                <a:spcPct val="0"/>
              </a:spcAft>
            </a:pPr>
            <a:r>
              <a:rPr lang="en-US" altLang="zh-CN" sz="2000" dirty="0">
                <a:solidFill>
                  <a:srgbClr val="7030A0"/>
                </a:solidFill>
                <a:latin typeface="黑体" panose="02010609060101010101" pitchFamily="2" charset="-122"/>
                <a:ea typeface="黑体" panose="02010609060101010101" pitchFamily="2" charset="-122"/>
              </a:rPr>
              <a:t>2.</a:t>
            </a:r>
            <a:r>
              <a:rPr lang="zh-CN" altLang="en-US" sz="2000" dirty="0">
                <a:solidFill>
                  <a:srgbClr val="7030A0"/>
                </a:solidFill>
                <a:latin typeface="黑体" panose="02010609060101010101" pitchFamily="2" charset="-122"/>
                <a:ea typeface="黑体" panose="02010609060101010101" pitchFamily="2" charset="-122"/>
              </a:rPr>
              <a:t>单词表需要频繁的执行插入操作</a:t>
            </a:r>
            <a:endParaRPr lang="en-US" altLang="zh-CN" sz="2000" dirty="0">
              <a:solidFill>
                <a:srgbClr val="7030A0"/>
              </a:solidFill>
              <a:latin typeface="黑体" panose="02010609060101010101" pitchFamily="2" charset="-122"/>
              <a:ea typeface="黑体" panose="02010609060101010101" pitchFamily="2" charset="-122"/>
            </a:endParaRPr>
          </a:p>
          <a:p>
            <a:pPr eaLnBrk="0" fontAlgn="t" hangingPunct="0">
              <a:lnSpc>
                <a:spcPct val="95000"/>
              </a:lnSpc>
              <a:spcBef>
                <a:spcPct val="0"/>
              </a:spcBef>
              <a:spcAft>
                <a:spcPct val="0"/>
              </a:spcAft>
            </a:pPr>
            <a:r>
              <a:rPr lang="zh-CN" altLang="en-US" sz="2000" dirty="0">
                <a:solidFill>
                  <a:srgbClr val="7030A0"/>
                </a:solidFill>
                <a:latin typeface="黑体" panose="02010609060101010101" pitchFamily="2" charset="-122"/>
                <a:ea typeface="黑体" panose="02010609060101010101" pitchFamily="2" charset="-122"/>
              </a:rPr>
              <a:t>因此，采用顺序表（数组）来构造单词表面临如下</a:t>
            </a:r>
            <a:r>
              <a:rPr lang="zh-CN" altLang="en-US" sz="2000" dirty="0">
                <a:solidFill>
                  <a:srgbClr val="FF0000"/>
                </a:solidFill>
                <a:latin typeface="黑体" panose="02010609060101010101" pitchFamily="2" charset="-122"/>
                <a:ea typeface="黑体" panose="02010609060101010101" pitchFamily="2" charset="-122"/>
              </a:rPr>
              <a:t>问题</a:t>
            </a:r>
            <a:r>
              <a:rPr lang="zh-CN" altLang="en-US" sz="2000" dirty="0">
                <a:solidFill>
                  <a:srgbClr val="7030A0"/>
                </a:solidFill>
                <a:latin typeface="黑体" panose="02010609060101010101" pitchFamily="2" charset="-122"/>
                <a:ea typeface="黑体" panose="02010609060101010101" pitchFamily="2" charset="-122"/>
              </a:rPr>
              <a:t>：</a:t>
            </a:r>
            <a:endParaRPr lang="en-US" altLang="zh-CN" sz="2000" dirty="0">
              <a:solidFill>
                <a:srgbClr val="7030A0"/>
              </a:solidFill>
              <a:latin typeface="黑体" panose="02010609060101010101" pitchFamily="2" charset="-122"/>
              <a:ea typeface="黑体" panose="02010609060101010101" pitchFamily="2" charset="-122"/>
            </a:endParaRPr>
          </a:p>
          <a:p>
            <a:pPr eaLnBrk="0" fontAlgn="t" hangingPunct="0">
              <a:lnSpc>
                <a:spcPct val="95000"/>
              </a:lnSpc>
              <a:spcBef>
                <a:spcPct val="0"/>
              </a:spcBef>
              <a:spcAft>
                <a:spcPct val="0"/>
              </a:spcAft>
            </a:pPr>
            <a:r>
              <a:rPr lang="en-US" altLang="zh-CN" sz="2000" dirty="0">
                <a:solidFill>
                  <a:srgbClr val="FF0000"/>
                </a:solidFill>
                <a:latin typeface="黑体" panose="02010609060101010101" pitchFamily="2" charset="-122"/>
                <a:ea typeface="黑体" panose="02010609060101010101" pitchFamily="2" charset="-122"/>
              </a:rPr>
              <a:t>1.</a:t>
            </a:r>
            <a:r>
              <a:rPr lang="zh-CN" altLang="en-US" sz="2000" dirty="0">
                <a:solidFill>
                  <a:srgbClr val="FF0000"/>
                </a:solidFill>
                <a:latin typeface="黑体" panose="02010609060101010101" pitchFamily="2" charset="-122"/>
                <a:ea typeface="黑体" panose="02010609060101010101" pitchFamily="2" charset="-122"/>
              </a:rPr>
              <a:t>单词表长度太小，容易满，太大，空间浪费</a:t>
            </a:r>
            <a:endParaRPr lang="en-US" altLang="zh-CN" sz="2000" dirty="0">
              <a:solidFill>
                <a:srgbClr val="FF0000"/>
              </a:solidFill>
              <a:latin typeface="黑体" panose="02010609060101010101" pitchFamily="2" charset="-122"/>
              <a:ea typeface="黑体" panose="02010609060101010101" pitchFamily="2" charset="-122"/>
            </a:endParaRPr>
          </a:p>
          <a:p>
            <a:pPr eaLnBrk="0" fontAlgn="t" hangingPunct="0">
              <a:lnSpc>
                <a:spcPct val="95000"/>
              </a:lnSpc>
              <a:spcBef>
                <a:spcPct val="0"/>
              </a:spcBef>
              <a:spcAft>
                <a:spcPct val="0"/>
              </a:spcAft>
            </a:pPr>
            <a:r>
              <a:rPr lang="en-US" altLang="zh-CN" sz="2000" dirty="0">
                <a:solidFill>
                  <a:srgbClr val="FF0000"/>
                </a:solidFill>
                <a:latin typeface="黑体" panose="02010609060101010101" pitchFamily="2" charset="-122"/>
                <a:ea typeface="黑体" panose="02010609060101010101" pitchFamily="2" charset="-122"/>
              </a:rPr>
              <a:t>2.</a:t>
            </a:r>
            <a:r>
              <a:rPr lang="zh-CN" altLang="en-US" sz="2000" dirty="0">
                <a:solidFill>
                  <a:srgbClr val="FF0000"/>
                </a:solidFill>
                <a:latin typeface="黑体" panose="02010609060101010101" pitchFamily="2" charset="-122"/>
                <a:ea typeface="黑体" panose="02010609060101010101" pitchFamily="2" charset="-122"/>
              </a:rPr>
              <a:t>插入操作效率低（经常需要移动大量数据）</a:t>
            </a:r>
            <a:endParaRPr lang="zh-CN" altLang="en-US" sz="2000" dirty="0">
              <a:solidFill>
                <a:srgbClr val="FF0000"/>
              </a:solidFill>
              <a:latin typeface="黑体" panose="02010609060101010101" pitchFamily="2" charset="-122"/>
              <a:ea typeface="黑体" panose="02010609060101010101" pitchFamily="2" charset="-122"/>
            </a:endParaRPr>
          </a:p>
        </p:txBody>
      </p:sp>
      <p:sp>
        <p:nvSpPr>
          <p:cNvPr id="6" name="TextBox 5"/>
          <p:cNvSpPr txBox="1"/>
          <p:nvPr/>
        </p:nvSpPr>
        <p:spPr>
          <a:xfrm>
            <a:off x="2351584" y="5157193"/>
            <a:ext cx="7488832" cy="1200329"/>
          </a:xfrm>
          <a:prstGeom prst="rect">
            <a:avLst/>
          </a:prstGeom>
          <a:solidFill>
            <a:srgbClr val="00B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r>
              <a:rPr lang="zh-CN" altLang="en-US" sz="2400" b="1" dirty="0">
                <a:solidFill>
                  <a:srgbClr val="002060"/>
                </a:solidFill>
                <a:latin typeface="楷体" panose="02010609060101010101" pitchFamily="49" charset="-122"/>
                <a:ea typeface="楷体" panose="02010609060101010101" pitchFamily="49" charset="-122"/>
              </a:rPr>
              <a:t>而链表具有动态申请结点（空间利用率高），插入和删除结点操作不需要移动结点，插入和删除算法效率高！</a:t>
            </a:r>
            <a:r>
              <a:rPr lang="zh-CN" altLang="en-US" sz="2400" b="1" dirty="0">
                <a:solidFill>
                  <a:srgbClr val="FF0000"/>
                </a:solidFill>
                <a:latin typeface="楷体" panose="02010609060101010101" pitchFamily="49" charset="-122"/>
                <a:ea typeface="楷体" panose="02010609060101010101" pitchFamily="49" charset="-122"/>
              </a:rPr>
              <a:t>但单词查找效率低（不能用折半等高效查找算法）</a:t>
            </a:r>
            <a:endParaRPr lang="zh-CN" altLang="en-US" sz="2400" b="1" dirty="0">
              <a:solidFill>
                <a:srgbClr val="FF0000"/>
              </a:solidFill>
              <a:latin typeface="楷体" panose="02010609060101010101" pitchFamily="49" charset="-122"/>
              <a:ea typeface="楷体" panose="02010609060101010101" pitchFamily="49"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问题</a:t>
            </a:r>
            <a:r>
              <a:rPr lang="en-US" altLang="zh-CN" dirty="0"/>
              <a:t>2.1</a:t>
            </a:r>
            <a:r>
              <a:rPr lang="zh-CN" altLang="en-US" dirty="0"/>
              <a:t>：词频统计 </a:t>
            </a:r>
            <a:r>
              <a:rPr lang="en-US" altLang="zh-CN" dirty="0"/>
              <a:t>– </a:t>
            </a:r>
            <a:r>
              <a:rPr lang="zh-CN" altLang="en-US" dirty="0"/>
              <a:t>链表（代码实现）</a:t>
            </a:r>
            <a:endParaRPr lang="zh-CN" altLang="en-US" dirty="0"/>
          </a:p>
        </p:txBody>
      </p:sp>
      <p:sp>
        <p:nvSpPr>
          <p:cNvPr id="4" name="灯片编号占位符 3"/>
          <p:cNvSpPr>
            <a:spLocks noGrp="1"/>
          </p:cNvSpPr>
          <p:nvPr>
            <p:ph type="sldNum" sz="quarter" idx="12"/>
          </p:nvPr>
        </p:nvSpPr>
        <p:spPr/>
        <p:txBody>
          <a:bodyPr/>
          <a:lstStyle/>
          <a:p>
            <a:pPr>
              <a:defRPr/>
            </a:pPr>
            <a:fld id="{116D1347-07F4-4751-9C03-6E7F30E2E01E}" type="slidenum">
              <a:rPr lang="zh-CN" altLang="en-US" smtClean="0"/>
            </a:fld>
            <a:endParaRPr lang="en-US" altLang="zh-CN"/>
          </a:p>
        </p:txBody>
      </p:sp>
      <p:sp>
        <p:nvSpPr>
          <p:cNvPr id="5" name="TextBox 4"/>
          <p:cNvSpPr txBox="1"/>
          <p:nvPr/>
        </p:nvSpPr>
        <p:spPr>
          <a:xfrm>
            <a:off x="1524000" y="1196752"/>
            <a:ext cx="3995936" cy="3970318"/>
          </a:xfrm>
          <a:prstGeom prst="rect">
            <a:avLst/>
          </a:prstGeom>
          <a:solidFill>
            <a:schemeClr val="accent1">
              <a:lumMod val="90000"/>
            </a:schemeClr>
          </a:solidFill>
        </p:spPr>
        <p:txBody>
          <a:bodyPr wrap="square" rtlCol="0">
            <a:spAutoFit/>
          </a:bodyPr>
          <a:lstStyle/>
          <a:p>
            <a:r>
              <a:rPr lang="en-US" altLang="zh-CN" dirty="0"/>
              <a:t>#include &lt;</a:t>
            </a:r>
            <a:r>
              <a:rPr lang="en-US" altLang="zh-CN" dirty="0" err="1"/>
              <a:t>stdio.h</a:t>
            </a:r>
            <a:r>
              <a:rPr lang="en-US" altLang="zh-CN" dirty="0"/>
              <a:t>&gt;</a:t>
            </a:r>
            <a:endParaRPr lang="en-US" altLang="zh-CN" dirty="0"/>
          </a:p>
          <a:p>
            <a:r>
              <a:rPr lang="en-US" altLang="zh-CN" dirty="0"/>
              <a:t>#include &lt;</a:t>
            </a:r>
            <a:r>
              <a:rPr lang="en-US" altLang="zh-CN" dirty="0" err="1"/>
              <a:t>string.h</a:t>
            </a:r>
            <a:r>
              <a:rPr lang="en-US" altLang="zh-CN" dirty="0"/>
              <a:t>&gt;</a:t>
            </a:r>
            <a:endParaRPr lang="en-US" altLang="zh-CN" dirty="0"/>
          </a:p>
          <a:p>
            <a:r>
              <a:rPr lang="en-US" altLang="zh-CN" dirty="0"/>
              <a:t>#</a:t>
            </a:r>
            <a:r>
              <a:rPr lang="en-US" altLang="zh-CN" dirty="0" err="1"/>
              <a:t>inlcude</a:t>
            </a:r>
            <a:r>
              <a:rPr lang="en-US" altLang="zh-CN" dirty="0"/>
              <a:t> &lt;</a:t>
            </a:r>
            <a:r>
              <a:rPr lang="en-US" altLang="zh-CN" dirty="0" err="1"/>
              <a:t>stdlib.h</a:t>
            </a:r>
            <a:r>
              <a:rPr lang="en-US" altLang="zh-CN" dirty="0"/>
              <a:t>&gt;</a:t>
            </a:r>
            <a:endParaRPr lang="en-US" altLang="zh-CN" dirty="0"/>
          </a:p>
          <a:p>
            <a:r>
              <a:rPr lang="en-US" altLang="zh-CN" dirty="0"/>
              <a:t>#define MAXWORD  32</a:t>
            </a:r>
            <a:endParaRPr lang="en-US" altLang="zh-CN" dirty="0"/>
          </a:p>
          <a:p>
            <a:r>
              <a:rPr lang="en-US" altLang="zh-CN" dirty="0" err="1"/>
              <a:t>struct</a:t>
            </a:r>
            <a:r>
              <a:rPr lang="en-US" altLang="zh-CN" dirty="0"/>
              <a:t> node {</a:t>
            </a:r>
            <a:endParaRPr lang="en-US" altLang="zh-CN" dirty="0"/>
          </a:p>
          <a:p>
            <a:r>
              <a:rPr lang="en-US" altLang="zh-CN" dirty="0"/>
              <a:t>    char word[MAXWORD];</a:t>
            </a:r>
            <a:endParaRPr lang="en-US" altLang="zh-CN" dirty="0"/>
          </a:p>
          <a:p>
            <a:r>
              <a:rPr lang="en-US" altLang="zh-CN" dirty="0"/>
              <a:t>    </a:t>
            </a:r>
            <a:r>
              <a:rPr lang="en-US" altLang="zh-CN" dirty="0" err="1"/>
              <a:t>int</a:t>
            </a:r>
            <a:r>
              <a:rPr lang="en-US" altLang="zh-CN" dirty="0"/>
              <a:t> count;</a:t>
            </a:r>
            <a:endParaRPr lang="en-US" altLang="zh-CN" dirty="0"/>
          </a:p>
          <a:p>
            <a:r>
              <a:rPr lang="en-US" altLang="zh-CN" dirty="0"/>
              <a:t>    </a:t>
            </a:r>
            <a:r>
              <a:rPr lang="en-US" altLang="zh-CN" dirty="0" err="1"/>
              <a:t>struct</a:t>
            </a:r>
            <a:r>
              <a:rPr lang="en-US" altLang="zh-CN" dirty="0"/>
              <a:t> node *link;</a:t>
            </a:r>
            <a:endParaRPr lang="en-US" altLang="zh-CN" dirty="0"/>
          </a:p>
          <a:p>
            <a:r>
              <a:rPr lang="en-US" altLang="zh-CN" dirty="0"/>
              <a:t>} ; //</a:t>
            </a:r>
            <a:r>
              <a:rPr lang="zh-CN" altLang="en-US" dirty="0"/>
              <a:t>单词表结构</a:t>
            </a:r>
            <a:endParaRPr lang="en-US" altLang="zh-CN" dirty="0"/>
          </a:p>
          <a:p>
            <a:r>
              <a:rPr lang="en-US" altLang="zh-CN" dirty="0" err="1"/>
              <a:t>struct</a:t>
            </a:r>
            <a:r>
              <a:rPr lang="en-US" altLang="zh-CN" dirty="0"/>
              <a:t> node *Wordlist = NULL; //</a:t>
            </a:r>
            <a:r>
              <a:rPr lang="zh-CN" altLang="en-US" dirty="0"/>
              <a:t>单词表头指针</a:t>
            </a:r>
            <a:endParaRPr lang="en-US" altLang="zh-CN" dirty="0"/>
          </a:p>
          <a:p>
            <a:r>
              <a:rPr lang="en-US" altLang="zh-CN" dirty="0" err="1"/>
              <a:t>int</a:t>
            </a:r>
            <a:r>
              <a:rPr lang="en-US" altLang="zh-CN" dirty="0"/>
              <a:t> </a:t>
            </a:r>
            <a:r>
              <a:rPr lang="en-US" altLang="zh-CN" dirty="0" err="1"/>
              <a:t>getWord</a:t>
            </a:r>
            <a:r>
              <a:rPr lang="en-US" altLang="zh-CN" dirty="0"/>
              <a:t>(FILE *</a:t>
            </a:r>
            <a:r>
              <a:rPr lang="en-US" altLang="zh-CN" dirty="0" err="1"/>
              <a:t>bfp,char</a:t>
            </a:r>
            <a:r>
              <a:rPr lang="en-US" altLang="zh-CN" dirty="0"/>
              <a:t> *w);</a:t>
            </a:r>
            <a:endParaRPr lang="en-US" altLang="zh-CN" dirty="0"/>
          </a:p>
          <a:p>
            <a:r>
              <a:rPr lang="en-US" altLang="zh-CN" dirty="0" err="1"/>
              <a:t>int</a:t>
            </a:r>
            <a:r>
              <a:rPr lang="en-US" altLang="zh-CN" dirty="0"/>
              <a:t> </a:t>
            </a:r>
            <a:r>
              <a:rPr lang="en-US" altLang="zh-CN" dirty="0" err="1"/>
              <a:t>searchWord</a:t>
            </a:r>
            <a:r>
              <a:rPr lang="en-US" altLang="zh-CN" dirty="0"/>
              <a:t>(char *w);</a:t>
            </a:r>
            <a:endParaRPr lang="en-US" altLang="zh-CN" dirty="0"/>
          </a:p>
          <a:p>
            <a:r>
              <a:rPr lang="en-US" altLang="zh-CN" dirty="0" err="1">
                <a:solidFill>
                  <a:srgbClr val="003399"/>
                </a:solidFill>
                <a:ea typeface="宋体" pitchFamily="2" charset="-122"/>
              </a:rPr>
              <a:t>int</a:t>
            </a:r>
            <a:r>
              <a:rPr lang="en-US" altLang="zh-CN" dirty="0">
                <a:solidFill>
                  <a:srgbClr val="003399"/>
                </a:solidFill>
                <a:ea typeface="宋体" pitchFamily="2" charset="-122"/>
              </a:rPr>
              <a:t> </a:t>
            </a:r>
            <a:r>
              <a:rPr lang="en-US" altLang="zh-CN" dirty="0" err="1">
                <a:solidFill>
                  <a:srgbClr val="003399"/>
                </a:solidFill>
                <a:ea typeface="宋体" pitchFamily="2" charset="-122"/>
              </a:rPr>
              <a:t>insertWord</a:t>
            </a:r>
            <a:r>
              <a:rPr lang="en-US" altLang="zh-CN" dirty="0">
                <a:solidFill>
                  <a:srgbClr val="003399"/>
                </a:solidFill>
                <a:ea typeface="宋体" pitchFamily="2" charset="-122"/>
              </a:rPr>
              <a:t>( </a:t>
            </a:r>
            <a:r>
              <a:rPr lang="en-US" altLang="zh-CN" dirty="0" err="1">
                <a:solidFill>
                  <a:srgbClr val="003399"/>
                </a:solidFill>
                <a:ea typeface="宋体" pitchFamily="2" charset="-122"/>
              </a:rPr>
              <a:t>struct</a:t>
            </a:r>
            <a:r>
              <a:rPr lang="en-US" altLang="zh-CN" dirty="0">
                <a:solidFill>
                  <a:srgbClr val="003399"/>
                </a:solidFill>
                <a:ea typeface="宋体" pitchFamily="2" charset="-122"/>
              </a:rPr>
              <a:t> node *p, char *w);</a:t>
            </a:r>
            <a:endParaRPr lang="en-US" altLang="zh-CN" dirty="0">
              <a:solidFill>
                <a:srgbClr val="003399"/>
              </a:solidFill>
              <a:ea typeface="宋体" pitchFamily="2" charset="-122"/>
            </a:endParaRPr>
          </a:p>
        </p:txBody>
      </p:sp>
      <p:sp>
        <p:nvSpPr>
          <p:cNvPr id="6" name="矩形 5"/>
          <p:cNvSpPr/>
          <p:nvPr/>
        </p:nvSpPr>
        <p:spPr>
          <a:xfrm>
            <a:off x="5663952" y="1085535"/>
            <a:ext cx="5832648" cy="5632311"/>
          </a:xfrm>
          <a:prstGeom prst="rect">
            <a:avLst/>
          </a:prstGeom>
          <a:solidFill>
            <a:srgbClr val="92D050"/>
          </a:solidFill>
        </p:spPr>
        <p:txBody>
          <a:bodyPr wrap="square">
            <a:spAutoFit/>
          </a:bodyPr>
          <a:lstStyle/>
          <a:p>
            <a:r>
              <a:rPr lang="en-US" altLang="zh-CN" dirty="0" err="1"/>
              <a:t>int</a:t>
            </a:r>
            <a:r>
              <a:rPr lang="en-US" altLang="zh-CN" dirty="0"/>
              <a:t> main()</a:t>
            </a:r>
            <a:endParaRPr lang="en-US" altLang="zh-CN" dirty="0"/>
          </a:p>
          <a:p>
            <a:r>
              <a:rPr lang="en-US" altLang="zh-CN" dirty="0"/>
              <a:t>{</a:t>
            </a:r>
            <a:endParaRPr lang="en-US" altLang="zh-CN" dirty="0"/>
          </a:p>
          <a:p>
            <a:r>
              <a:rPr lang="en-US" altLang="zh-CN" dirty="0"/>
              <a:t>    char filename[32], word[MAXWORD];</a:t>
            </a:r>
            <a:endParaRPr lang="en-US" altLang="zh-CN" dirty="0"/>
          </a:p>
          <a:p>
            <a:r>
              <a:rPr lang="en-US" altLang="zh-CN" dirty="0"/>
              <a:t>    FILE *</a:t>
            </a:r>
            <a:r>
              <a:rPr lang="en-US" altLang="zh-CN" dirty="0" err="1"/>
              <a:t>bfp</a:t>
            </a:r>
            <a:r>
              <a:rPr lang="en-US" altLang="zh-CN" dirty="0"/>
              <a:t>;</a:t>
            </a:r>
            <a:endParaRPr lang="en-US" altLang="zh-CN" dirty="0"/>
          </a:p>
          <a:p>
            <a:r>
              <a:rPr lang="en-US" altLang="zh-CN" dirty="0"/>
              <a:t>    </a:t>
            </a:r>
            <a:r>
              <a:rPr lang="en-US" altLang="zh-CN" dirty="0" err="1"/>
              <a:t>struct</a:t>
            </a:r>
            <a:r>
              <a:rPr lang="en-US" altLang="zh-CN" dirty="0"/>
              <a:t> node *p;</a:t>
            </a:r>
            <a:endParaRPr lang="en-US" altLang="zh-CN" dirty="0"/>
          </a:p>
          <a:p>
            <a:endParaRPr lang="en-US" altLang="zh-CN" dirty="0"/>
          </a:p>
          <a:p>
            <a:r>
              <a:rPr lang="en-US" altLang="zh-CN" dirty="0"/>
              <a:t>    </a:t>
            </a:r>
            <a:r>
              <a:rPr lang="en-US" altLang="zh-CN" dirty="0" err="1"/>
              <a:t>scanf</a:t>
            </a:r>
            <a:r>
              <a:rPr lang="en-US" altLang="zh-CN" dirty="0"/>
              <a:t>(“%s”, filename);</a:t>
            </a:r>
            <a:endParaRPr lang="en-US" altLang="zh-CN" dirty="0"/>
          </a:p>
          <a:p>
            <a:r>
              <a:rPr lang="en-US" altLang="zh-CN" dirty="0"/>
              <a:t>    if((</a:t>
            </a:r>
            <a:r>
              <a:rPr lang="en-US" altLang="zh-CN" dirty="0" err="1"/>
              <a:t>bfp</a:t>
            </a:r>
            <a:r>
              <a:rPr lang="en-US" altLang="zh-CN" dirty="0"/>
              <a:t> = </a:t>
            </a:r>
            <a:r>
              <a:rPr lang="en-US" altLang="zh-CN" dirty="0" err="1"/>
              <a:t>fopen</a:t>
            </a:r>
            <a:r>
              <a:rPr lang="en-US" altLang="zh-CN" dirty="0"/>
              <a:t>(filename, “r”)) == NULL){ //</a:t>
            </a:r>
            <a:r>
              <a:rPr lang="zh-CN" altLang="en-US" sz="1600" dirty="0"/>
              <a:t>打开一个文件</a:t>
            </a:r>
            <a:endParaRPr lang="en-US" altLang="zh-CN" dirty="0"/>
          </a:p>
          <a:p>
            <a:r>
              <a:rPr lang="en-US" altLang="zh-CN" dirty="0"/>
              <a:t>        </a:t>
            </a:r>
            <a:r>
              <a:rPr lang="en-US" altLang="zh-CN" dirty="0" err="1"/>
              <a:t>fprintf</a:t>
            </a:r>
            <a:r>
              <a:rPr lang="en-US" altLang="zh-CN" dirty="0"/>
              <a:t>(</a:t>
            </a:r>
            <a:r>
              <a:rPr lang="en-US" altLang="zh-CN" dirty="0" err="1"/>
              <a:t>stderr</a:t>
            </a:r>
            <a:r>
              <a:rPr lang="en-US" altLang="zh-CN" dirty="0"/>
              <a:t>, “%s  can’t open!\</a:t>
            </a:r>
            <a:r>
              <a:rPr lang="en-US" altLang="zh-CN" dirty="0" err="1"/>
              <a:t>n”,filename</a:t>
            </a:r>
            <a:r>
              <a:rPr lang="en-US" altLang="zh-CN" dirty="0"/>
              <a:t>);</a:t>
            </a:r>
            <a:endParaRPr lang="en-US" altLang="zh-CN" dirty="0"/>
          </a:p>
          <a:p>
            <a:r>
              <a:rPr lang="en-US" altLang="zh-CN" dirty="0"/>
              <a:t>        return -1;</a:t>
            </a:r>
            <a:endParaRPr lang="en-US" altLang="zh-CN" dirty="0"/>
          </a:p>
          <a:p>
            <a:r>
              <a:rPr lang="en-US" altLang="zh-CN" dirty="0"/>
              <a:t>     }</a:t>
            </a:r>
            <a:endParaRPr lang="en-US" altLang="zh-CN" dirty="0"/>
          </a:p>
          <a:p>
            <a:r>
              <a:rPr lang="en-US" altLang="zh-CN" dirty="0"/>
              <a:t>     while( </a:t>
            </a:r>
            <a:r>
              <a:rPr lang="en-US" altLang="zh-CN" dirty="0" err="1"/>
              <a:t>getWord</a:t>
            </a:r>
            <a:r>
              <a:rPr lang="en-US" altLang="zh-CN" dirty="0"/>
              <a:t>(</a:t>
            </a:r>
            <a:r>
              <a:rPr lang="en-US" altLang="zh-CN" dirty="0" err="1"/>
              <a:t>bfp,word</a:t>
            </a:r>
            <a:r>
              <a:rPr lang="en-US" altLang="zh-CN" dirty="0"/>
              <a:t>) != EOF) </a:t>
            </a:r>
            <a:r>
              <a:rPr lang="en-US" altLang="zh-CN" sz="1200" dirty="0"/>
              <a:t>//</a:t>
            </a:r>
            <a:r>
              <a:rPr lang="zh-CN" altLang="en-US" sz="1200" dirty="0"/>
              <a:t>从文件中读入一个单词</a:t>
            </a:r>
            <a:endParaRPr lang="en-US" altLang="zh-CN" dirty="0"/>
          </a:p>
          <a:p>
            <a:r>
              <a:rPr lang="en-US" altLang="zh-CN" dirty="0"/>
              <a:t>        if(</a:t>
            </a:r>
            <a:r>
              <a:rPr lang="en-US" altLang="zh-CN" dirty="0" err="1"/>
              <a:t>searchWord</a:t>
            </a:r>
            <a:r>
              <a:rPr lang="en-US" altLang="zh-CN" dirty="0"/>
              <a:t>(word) == -1) { </a:t>
            </a:r>
            <a:r>
              <a:rPr lang="en-US" altLang="zh-CN" sz="1400" dirty="0"/>
              <a:t>//</a:t>
            </a:r>
            <a:r>
              <a:rPr lang="zh-CN" altLang="en-US" sz="1400" dirty="0"/>
              <a:t>在单词表中查找插入单词</a:t>
            </a:r>
            <a:endParaRPr lang="en-US" altLang="zh-CN" dirty="0"/>
          </a:p>
          <a:p>
            <a:r>
              <a:rPr lang="en-US" altLang="zh-CN" dirty="0"/>
              <a:t>            </a:t>
            </a:r>
            <a:r>
              <a:rPr lang="en-US" altLang="zh-CN" dirty="0" err="1"/>
              <a:t>fprintf</a:t>
            </a:r>
            <a:r>
              <a:rPr lang="en-US" altLang="zh-CN" dirty="0"/>
              <a:t>(</a:t>
            </a:r>
            <a:r>
              <a:rPr lang="en-US" altLang="zh-CN" dirty="0" err="1"/>
              <a:t>stderr</a:t>
            </a:r>
            <a:r>
              <a:rPr lang="en-US" altLang="zh-CN" dirty="0"/>
              <a:t>, “Memory is full!\n”);</a:t>
            </a:r>
            <a:endParaRPr lang="en-US" altLang="zh-CN" dirty="0"/>
          </a:p>
          <a:p>
            <a:r>
              <a:rPr lang="en-US" altLang="zh-CN" dirty="0"/>
              <a:t>            return -1;</a:t>
            </a:r>
            <a:endParaRPr lang="en-US" altLang="zh-CN" dirty="0"/>
          </a:p>
          <a:p>
            <a:r>
              <a:rPr lang="en-US" altLang="zh-CN" dirty="0"/>
              <a:t>        }</a:t>
            </a:r>
            <a:endParaRPr lang="en-US" altLang="zh-CN" dirty="0"/>
          </a:p>
          <a:p>
            <a:r>
              <a:rPr lang="en-US" altLang="zh-CN" dirty="0"/>
              <a:t>    for(p=Wordlist; p != NULL; p=p-&gt;link) </a:t>
            </a:r>
            <a:r>
              <a:rPr lang="en-US" altLang="zh-CN" sz="1600" dirty="0"/>
              <a:t>//</a:t>
            </a:r>
            <a:r>
              <a:rPr lang="zh-CN" altLang="en-US" sz="1600" dirty="0"/>
              <a:t>遍历输出单词表</a:t>
            </a:r>
            <a:endParaRPr lang="en-US" altLang="zh-CN" dirty="0"/>
          </a:p>
          <a:p>
            <a:r>
              <a:rPr lang="en-US" altLang="zh-CN" dirty="0"/>
              <a:t>        </a:t>
            </a:r>
            <a:r>
              <a:rPr lang="en-US" altLang="zh-CN" dirty="0" err="1"/>
              <a:t>printf</a:t>
            </a:r>
            <a:r>
              <a:rPr lang="en-US" altLang="zh-CN" dirty="0"/>
              <a:t>(“%s  %d\n”, p-&gt;word, p-&gt;count);</a:t>
            </a:r>
            <a:endParaRPr lang="en-US" altLang="zh-CN" dirty="0"/>
          </a:p>
          <a:p>
            <a:r>
              <a:rPr lang="en-US" altLang="zh-CN" dirty="0"/>
              <a:t>    return 0;</a:t>
            </a:r>
            <a:endParaRPr lang="en-US" altLang="zh-CN" dirty="0"/>
          </a:p>
          <a:p>
            <a:r>
              <a:rPr lang="en-US" altLang="zh-CN" dirty="0"/>
              <a:t>} </a:t>
            </a:r>
            <a:endParaRPr lang="zh-CN" altLang="en-US" dirty="0"/>
          </a:p>
        </p:txBody>
      </p:sp>
      <p:sp>
        <p:nvSpPr>
          <p:cNvPr id="7" name="圆角矩形标注 6"/>
          <p:cNvSpPr/>
          <p:nvPr/>
        </p:nvSpPr>
        <p:spPr bwMode="auto">
          <a:xfrm>
            <a:off x="2639616" y="5373217"/>
            <a:ext cx="1728192" cy="715089"/>
          </a:xfrm>
          <a:prstGeom prst="wedgeRoundRectCallout">
            <a:avLst>
              <a:gd name="adj1" fmla="val -23729"/>
              <a:gd name="adj2" fmla="val -91757"/>
              <a:gd name="adj3" fmla="val 16667"/>
            </a:avLst>
          </a:prstGeom>
          <a:solidFill>
            <a:srgbClr val="00B0F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eaLnBrk="0" fontAlgn="base" hangingPunct="0">
              <a:spcBef>
                <a:spcPct val="0"/>
              </a:spcBef>
              <a:spcAft>
                <a:spcPct val="0"/>
              </a:spcAft>
            </a:pPr>
            <a:r>
              <a:rPr lang="en-US" altLang="zh-CN" b="1" dirty="0">
                <a:solidFill>
                  <a:srgbClr val="FF0000"/>
                </a:solidFill>
                <a:latin typeface="Arial" panose="020B0604020202090204" pitchFamily="34" charset="0"/>
                <a:ea typeface="宋体" pitchFamily="2" charset="-122"/>
              </a:rPr>
              <a:t>Wordlist</a:t>
            </a:r>
            <a:r>
              <a:rPr lang="zh-CN" altLang="en-US" b="1" dirty="0">
                <a:latin typeface="Arial" panose="020B0604020202090204" pitchFamily="34" charset="0"/>
                <a:ea typeface="宋体" pitchFamily="2" charset="-122"/>
              </a:rPr>
              <a:t>是一个全局变量！</a:t>
            </a:r>
            <a:endParaRPr lang="zh-CN" altLang="en-US" b="1" dirty="0">
              <a:latin typeface="Arial" panose="020B0604020202090204" pitchFamily="34" charset="0"/>
              <a:ea typeface="宋体"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问题</a:t>
            </a:r>
            <a:r>
              <a:rPr lang="en-US" altLang="zh-CN" dirty="0"/>
              <a:t>2.1</a:t>
            </a:r>
            <a:r>
              <a:rPr lang="zh-CN" altLang="en-US" dirty="0"/>
              <a:t>：词频统计 </a:t>
            </a:r>
            <a:r>
              <a:rPr lang="en-US" altLang="zh-CN" dirty="0"/>
              <a:t>– </a:t>
            </a:r>
            <a:r>
              <a:rPr lang="zh-CN" altLang="en-US" dirty="0"/>
              <a:t>链表（代码实现）</a:t>
            </a:r>
            <a:r>
              <a:rPr lang="en-US" altLang="zh-CN" dirty="0"/>
              <a:t>*</a:t>
            </a:r>
            <a:endParaRPr lang="zh-CN" altLang="en-US" dirty="0"/>
          </a:p>
        </p:txBody>
      </p:sp>
      <p:sp>
        <p:nvSpPr>
          <p:cNvPr id="4" name="灯片编号占位符 3"/>
          <p:cNvSpPr>
            <a:spLocks noGrp="1"/>
          </p:cNvSpPr>
          <p:nvPr>
            <p:ph type="sldNum" sz="quarter" idx="12"/>
          </p:nvPr>
        </p:nvSpPr>
        <p:spPr/>
        <p:txBody>
          <a:bodyPr/>
          <a:lstStyle/>
          <a:p>
            <a:pPr>
              <a:defRPr/>
            </a:pPr>
            <a:fld id="{116D1347-07F4-4751-9C03-6E7F30E2E01E}" type="slidenum">
              <a:rPr lang="zh-CN" altLang="en-US" smtClean="0"/>
            </a:fld>
            <a:endParaRPr lang="en-US" altLang="zh-CN"/>
          </a:p>
        </p:txBody>
      </p:sp>
      <p:sp>
        <p:nvSpPr>
          <p:cNvPr id="5" name="Text Box 2"/>
          <p:cNvSpPr txBox="1">
            <a:spLocks noChangeArrowheads="1"/>
          </p:cNvSpPr>
          <p:nvPr/>
        </p:nvSpPr>
        <p:spPr bwMode="auto">
          <a:xfrm>
            <a:off x="827855" y="1072249"/>
            <a:ext cx="8382000" cy="5463034"/>
          </a:xfrm>
          <a:prstGeom prst="rect">
            <a:avLst/>
          </a:prstGeom>
          <a:solidFill>
            <a:srgbClr val="92D050"/>
          </a:solidFill>
          <a:ln w="12700" cap="sq">
            <a:noFill/>
            <a:miter lim="800000"/>
          </a:ln>
        </p:spPr>
        <p:txBody>
          <a:bodyPr>
            <a:spAutoFit/>
          </a:bodyPr>
          <a:lstStyle/>
          <a:p>
            <a:pPr fontAlgn="base">
              <a:lnSpc>
                <a:spcPct val="80000"/>
              </a:lnSpc>
              <a:spcBef>
                <a:spcPct val="0"/>
              </a:spcBef>
            </a:pPr>
            <a:r>
              <a:rPr lang="en-US" altLang="zh-CN" sz="2000" dirty="0">
                <a:solidFill>
                  <a:srgbClr val="003399"/>
                </a:solidFill>
                <a:ea typeface="宋体" pitchFamily="2" charset="-122"/>
              </a:rPr>
              <a:t>/*</a:t>
            </a:r>
            <a:r>
              <a:rPr lang="zh-CN" altLang="en-US" sz="2000" dirty="0">
                <a:solidFill>
                  <a:srgbClr val="003399"/>
                </a:solidFill>
                <a:latin typeface="楷体" panose="02010609060101010101" pitchFamily="49" charset="-122"/>
                <a:ea typeface="楷体" panose="02010609060101010101" pitchFamily="49" charset="-122"/>
              </a:rPr>
              <a:t>在链表中</a:t>
            </a:r>
            <a:r>
              <a:rPr lang="en-US" altLang="zh-CN" sz="2000" dirty="0">
                <a:solidFill>
                  <a:srgbClr val="003399"/>
                </a:solidFill>
                <a:latin typeface="楷体" panose="02010609060101010101" pitchFamily="49" charset="-122"/>
                <a:ea typeface="楷体" panose="02010609060101010101" pitchFamily="49" charset="-122"/>
              </a:rPr>
              <a:t>p</a:t>
            </a:r>
            <a:r>
              <a:rPr lang="zh-CN" altLang="en-US" sz="2000" dirty="0">
                <a:solidFill>
                  <a:srgbClr val="003399"/>
                </a:solidFill>
                <a:latin typeface="楷体" panose="02010609060101010101" pitchFamily="49" charset="-122"/>
                <a:ea typeface="楷体" panose="02010609060101010101" pitchFamily="49" charset="-122"/>
              </a:rPr>
              <a:t>结点后插入包含给定单词的结点，同时置次数为</a:t>
            </a:r>
            <a:r>
              <a:rPr lang="en-US" altLang="zh-CN" sz="2000" dirty="0">
                <a:solidFill>
                  <a:srgbClr val="003399"/>
                </a:solidFill>
                <a:latin typeface="楷体" panose="02010609060101010101" pitchFamily="49" charset="-122"/>
                <a:ea typeface="楷体" panose="02010609060101010101" pitchFamily="49" charset="-122"/>
              </a:rPr>
              <a:t>1*/</a:t>
            </a:r>
            <a:endParaRPr lang="en-US" altLang="zh-CN" sz="2000" dirty="0">
              <a:solidFill>
                <a:srgbClr val="003399"/>
              </a:solidFill>
              <a:ea typeface="宋体" pitchFamily="2" charset="-122"/>
            </a:endParaRPr>
          </a:p>
          <a:p>
            <a:pPr fontAlgn="base">
              <a:lnSpc>
                <a:spcPct val="80000"/>
              </a:lnSpc>
              <a:spcBef>
                <a:spcPct val="0"/>
              </a:spcBef>
            </a:pPr>
            <a:r>
              <a:rPr lang="en-US" altLang="zh-CN" sz="2000" dirty="0" err="1">
                <a:solidFill>
                  <a:srgbClr val="003399"/>
                </a:solidFill>
                <a:ea typeface="宋体" pitchFamily="2" charset="-122"/>
              </a:rPr>
              <a:t>int</a:t>
            </a:r>
            <a:r>
              <a:rPr lang="en-US" altLang="zh-CN" sz="2000" dirty="0">
                <a:solidFill>
                  <a:srgbClr val="003399"/>
                </a:solidFill>
                <a:ea typeface="宋体" pitchFamily="2" charset="-122"/>
              </a:rPr>
              <a:t> </a:t>
            </a:r>
            <a:r>
              <a:rPr lang="en-US" altLang="zh-CN" sz="2000" dirty="0" err="1">
                <a:solidFill>
                  <a:srgbClr val="003399"/>
                </a:solidFill>
                <a:ea typeface="宋体" pitchFamily="2" charset="-122"/>
              </a:rPr>
              <a:t>insertWord</a:t>
            </a:r>
            <a:r>
              <a:rPr lang="en-US" altLang="zh-CN" sz="2000" dirty="0">
                <a:solidFill>
                  <a:srgbClr val="003399"/>
                </a:solidFill>
                <a:ea typeface="宋体" pitchFamily="2" charset="-122"/>
              </a:rPr>
              <a:t>(</a:t>
            </a:r>
            <a:r>
              <a:rPr lang="en-US" altLang="zh-CN" sz="2000" dirty="0" err="1">
                <a:solidFill>
                  <a:srgbClr val="003399"/>
                </a:solidFill>
                <a:ea typeface="宋体" pitchFamily="2" charset="-122"/>
              </a:rPr>
              <a:t>struct</a:t>
            </a:r>
            <a:r>
              <a:rPr lang="en-US" altLang="zh-CN" sz="2000" dirty="0">
                <a:solidFill>
                  <a:srgbClr val="003399"/>
                </a:solidFill>
                <a:ea typeface="宋体" pitchFamily="2" charset="-122"/>
              </a:rPr>
              <a:t> node  *p, char *w)</a:t>
            </a:r>
            <a:endParaRPr lang="en-US" altLang="zh-CN" sz="2000" dirty="0">
              <a:solidFill>
                <a:srgbClr val="003399"/>
              </a:solidFill>
              <a:ea typeface="宋体" pitchFamily="2" charset="-122"/>
            </a:endParaRPr>
          </a:p>
          <a:p>
            <a:pPr fontAlgn="base">
              <a:lnSpc>
                <a:spcPct val="80000"/>
              </a:lnSpc>
              <a:spcBef>
                <a:spcPct val="0"/>
              </a:spcBef>
            </a:pPr>
            <a:r>
              <a:rPr lang="en-US" altLang="zh-CN" sz="2000" dirty="0">
                <a:solidFill>
                  <a:srgbClr val="003399"/>
                </a:solidFill>
                <a:ea typeface="宋体" pitchFamily="2" charset="-122"/>
              </a:rPr>
              <a:t>{</a:t>
            </a:r>
            <a:endParaRPr lang="en-US" altLang="zh-CN" sz="2000" dirty="0">
              <a:solidFill>
                <a:srgbClr val="003399"/>
              </a:solidFill>
              <a:ea typeface="宋体" pitchFamily="2" charset="-122"/>
            </a:endParaRPr>
          </a:p>
          <a:p>
            <a:pPr fontAlgn="base">
              <a:lnSpc>
                <a:spcPct val="80000"/>
              </a:lnSpc>
              <a:spcBef>
                <a:spcPct val="0"/>
              </a:spcBef>
            </a:pPr>
            <a:r>
              <a:rPr lang="en-US" altLang="zh-CN" sz="2000" dirty="0">
                <a:solidFill>
                  <a:srgbClr val="003399"/>
                </a:solidFill>
                <a:ea typeface="宋体" pitchFamily="2" charset="-122"/>
              </a:rPr>
              <a:t>      </a:t>
            </a:r>
            <a:r>
              <a:rPr lang="en-US" altLang="zh-CN" sz="2000" dirty="0" err="1">
                <a:solidFill>
                  <a:srgbClr val="003399"/>
                </a:solidFill>
                <a:ea typeface="宋体" pitchFamily="2" charset="-122"/>
              </a:rPr>
              <a:t>struct</a:t>
            </a:r>
            <a:r>
              <a:rPr lang="en-US" altLang="zh-CN" sz="2000" dirty="0">
                <a:solidFill>
                  <a:srgbClr val="003399"/>
                </a:solidFill>
                <a:ea typeface="宋体" pitchFamily="2" charset="-122"/>
              </a:rPr>
              <a:t> node  *q;</a:t>
            </a:r>
            <a:endParaRPr lang="en-US" altLang="zh-CN" sz="2000" dirty="0">
              <a:solidFill>
                <a:srgbClr val="003399"/>
              </a:solidFill>
              <a:ea typeface="宋体" pitchFamily="2" charset="-122"/>
            </a:endParaRPr>
          </a:p>
          <a:p>
            <a:pPr fontAlgn="base">
              <a:lnSpc>
                <a:spcPct val="80000"/>
              </a:lnSpc>
              <a:spcBef>
                <a:spcPct val="0"/>
              </a:spcBef>
            </a:pPr>
            <a:endParaRPr lang="en-US" altLang="zh-CN" sz="2000" dirty="0">
              <a:solidFill>
                <a:srgbClr val="003399"/>
              </a:solidFill>
              <a:ea typeface="宋体" pitchFamily="2" charset="-122"/>
              <a:sym typeface="Symbol" pitchFamily="18" charset="2"/>
            </a:endParaRPr>
          </a:p>
          <a:p>
            <a:pPr fontAlgn="base">
              <a:lnSpc>
                <a:spcPct val="80000"/>
              </a:lnSpc>
              <a:spcBef>
                <a:spcPct val="0"/>
              </a:spcBef>
            </a:pPr>
            <a:r>
              <a:rPr lang="en-US" altLang="zh-CN" sz="2000" dirty="0">
                <a:solidFill>
                  <a:srgbClr val="003399"/>
                </a:solidFill>
                <a:ea typeface="宋体" pitchFamily="2" charset="-122"/>
                <a:sym typeface="Symbol" pitchFamily="18" charset="2"/>
              </a:rPr>
              <a:t>      q = (</a:t>
            </a:r>
            <a:r>
              <a:rPr lang="en-US" altLang="zh-CN" sz="2000" dirty="0" err="1">
                <a:solidFill>
                  <a:srgbClr val="003399"/>
                </a:solidFill>
                <a:ea typeface="宋体" pitchFamily="2" charset="-122"/>
                <a:sym typeface="Symbol" pitchFamily="18" charset="2"/>
              </a:rPr>
              <a:t>struct</a:t>
            </a:r>
            <a:r>
              <a:rPr lang="en-US" altLang="zh-CN" sz="2000" dirty="0">
                <a:solidFill>
                  <a:srgbClr val="003399"/>
                </a:solidFill>
                <a:ea typeface="宋体" pitchFamily="2" charset="-122"/>
                <a:sym typeface="Symbol" pitchFamily="18" charset="2"/>
              </a:rPr>
              <a:t> node * )</a:t>
            </a:r>
            <a:r>
              <a:rPr lang="en-US" altLang="zh-CN" sz="2000" dirty="0" err="1">
                <a:solidFill>
                  <a:srgbClr val="003399"/>
                </a:solidFill>
                <a:ea typeface="宋体" pitchFamily="2" charset="-122"/>
                <a:sym typeface="Symbol" pitchFamily="18" charset="2"/>
              </a:rPr>
              <a:t>malloc</a:t>
            </a:r>
            <a:r>
              <a:rPr lang="en-US" altLang="zh-CN" sz="2000" dirty="0">
                <a:solidFill>
                  <a:srgbClr val="003399"/>
                </a:solidFill>
                <a:ea typeface="宋体" pitchFamily="2" charset="-122"/>
                <a:sym typeface="Symbol" pitchFamily="18" charset="2"/>
              </a:rPr>
              <a:t>(</a:t>
            </a:r>
            <a:r>
              <a:rPr lang="en-US" altLang="zh-CN" sz="2000" dirty="0" err="1">
                <a:solidFill>
                  <a:srgbClr val="003399"/>
                </a:solidFill>
                <a:ea typeface="宋体" pitchFamily="2" charset="-122"/>
                <a:sym typeface="Symbol" pitchFamily="18" charset="2"/>
              </a:rPr>
              <a:t>sizeof</a:t>
            </a:r>
            <a:r>
              <a:rPr lang="en-US" altLang="zh-CN" sz="2000" dirty="0">
                <a:solidFill>
                  <a:srgbClr val="003399"/>
                </a:solidFill>
                <a:ea typeface="宋体" pitchFamily="2" charset="-122"/>
                <a:sym typeface="Symbol" pitchFamily="18" charset="2"/>
              </a:rPr>
              <a:t>(</a:t>
            </a:r>
            <a:r>
              <a:rPr lang="en-US" altLang="zh-CN" sz="2000" dirty="0" err="1">
                <a:solidFill>
                  <a:srgbClr val="003399"/>
                </a:solidFill>
                <a:ea typeface="宋体" pitchFamily="2" charset="-122"/>
                <a:sym typeface="Symbol" pitchFamily="18" charset="2"/>
              </a:rPr>
              <a:t>struct</a:t>
            </a:r>
            <a:r>
              <a:rPr lang="en-US" altLang="zh-CN" sz="2000" dirty="0">
                <a:solidFill>
                  <a:srgbClr val="003399"/>
                </a:solidFill>
                <a:ea typeface="宋体" pitchFamily="2" charset="-122"/>
                <a:sym typeface="Symbol" pitchFamily="18" charset="2"/>
              </a:rPr>
              <a:t> node))</a:t>
            </a:r>
            <a:r>
              <a:rPr lang="en-US" altLang="zh-CN" sz="2000" dirty="0">
                <a:solidFill>
                  <a:srgbClr val="003399"/>
                </a:solidFill>
                <a:ea typeface="宋体" pitchFamily="2" charset="-122"/>
              </a:rPr>
              <a:t>;</a:t>
            </a:r>
            <a:endParaRPr lang="en-US" altLang="zh-CN" sz="2000" dirty="0">
              <a:solidFill>
                <a:srgbClr val="003399"/>
              </a:solidFill>
              <a:ea typeface="宋体" pitchFamily="2" charset="-122"/>
            </a:endParaRPr>
          </a:p>
          <a:p>
            <a:pPr fontAlgn="base">
              <a:lnSpc>
                <a:spcPct val="80000"/>
              </a:lnSpc>
              <a:spcBef>
                <a:spcPct val="0"/>
              </a:spcBef>
            </a:pPr>
            <a:r>
              <a:rPr lang="en-US" altLang="zh-CN" sz="2000" dirty="0">
                <a:solidFill>
                  <a:srgbClr val="003399"/>
                </a:solidFill>
                <a:ea typeface="宋体" pitchFamily="2" charset="-122"/>
                <a:sym typeface="Symbol" pitchFamily="18" charset="2"/>
              </a:rPr>
              <a:t>      if(q == NULL) return -1; //</a:t>
            </a:r>
            <a:r>
              <a:rPr lang="zh-CN" altLang="en-US" sz="2000" dirty="0">
                <a:solidFill>
                  <a:srgbClr val="003399"/>
                </a:solidFill>
                <a:ea typeface="宋体" pitchFamily="2" charset="-122"/>
                <a:sym typeface="Symbol" pitchFamily="18" charset="2"/>
              </a:rPr>
              <a:t>没有内存空间</a:t>
            </a:r>
            <a:endParaRPr lang="en-US" altLang="zh-CN" sz="2000" dirty="0">
              <a:solidFill>
                <a:srgbClr val="003399"/>
              </a:solidFill>
              <a:ea typeface="宋体" pitchFamily="2" charset="-122"/>
              <a:sym typeface="Symbol" pitchFamily="18" charset="2"/>
            </a:endParaRPr>
          </a:p>
          <a:p>
            <a:pPr fontAlgn="base">
              <a:lnSpc>
                <a:spcPct val="80000"/>
              </a:lnSpc>
              <a:spcBef>
                <a:spcPct val="0"/>
              </a:spcBef>
            </a:pPr>
            <a:r>
              <a:rPr lang="en-US" altLang="zh-CN" sz="2000" dirty="0">
                <a:solidFill>
                  <a:srgbClr val="003399"/>
                </a:solidFill>
                <a:ea typeface="宋体" pitchFamily="2" charset="-122"/>
                <a:sym typeface="Symbol" pitchFamily="18" charset="2"/>
              </a:rPr>
              <a:t>      </a:t>
            </a:r>
            <a:r>
              <a:rPr lang="en-US" altLang="zh-CN" sz="2000" dirty="0" err="1">
                <a:solidFill>
                  <a:srgbClr val="003399"/>
                </a:solidFill>
                <a:ea typeface="宋体" pitchFamily="2" charset="-122"/>
                <a:sym typeface="Symbol" pitchFamily="18" charset="2"/>
              </a:rPr>
              <a:t>strcpy</a:t>
            </a:r>
            <a:r>
              <a:rPr lang="en-US" altLang="zh-CN" sz="2000" dirty="0">
                <a:solidFill>
                  <a:srgbClr val="003399"/>
                </a:solidFill>
                <a:ea typeface="宋体" pitchFamily="2" charset="-122"/>
                <a:sym typeface="Symbol" pitchFamily="18" charset="2"/>
              </a:rPr>
              <a:t>(q-&gt;word, w);</a:t>
            </a:r>
            <a:endParaRPr lang="en-US" altLang="zh-CN" sz="2000" dirty="0">
              <a:solidFill>
                <a:srgbClr val="003399"/>
              </a:solidFill>
              <a:ea typeface="宋体" pitchFamily="2" charset="-122"/>
              <a:sym typeface="Symbol" pitchFamily="18" charset="2"/>
            </a:endParaRPr>
          </a:p>
          <a:p>
            <a:pPr fontAlgn="base">
              <a:lnSpc>
                <a:spcPct val="80000"/>
              </a:lnSpc>
              <a:spcBef>
                <a:spcPct val="0"/>
              </a:spcBef>
            </a:pPr>
            <a:r>
              <a:rPr lang="en-US" altLang="zh-CN" sz="2000" dirty="0">
                <a:solidFill>
                  <a:srgbClr val="003399"/>
                </a:solidFill>
                <a:ea typeface="宋体" pitchFamily="2" charset="-122"/>
                <a:sym typeface="Symbol" pitchFamily="18" charset="2"/>
              </a:rPr>
              <a:t>      q-&gt;count = 1;</a:t>
            </a:r>
            <a:endParaRPr lang="en-US" altLang="zh-CN" sz="2000" dirty="0">
              <a:solidFill>
                <a:srgbClr val="003399"/>
              </a:solidFill>
              <a:ea typeface="宋体" pitchFamily="2" charset="-122"/>
              <a:sym typeface="Symbol" pitchFamily="18" charset="2"/>
            </a:endParaRPr>
          </a:p>
          <a:p>
            <a:pPr fontAlgn="base">
              <a:lnSpc>
                <a:spcPct val="80000"/>
              </a:lnSpc>
              <a:spcBef>
                <a:spcPct val="0"/>
              </a:spcBef>
            </a:pPr>
            <a:r>
              <a:rPr lang="en-US" altLang="zh-CN" sz="2000" dirty="0">
                <a:solidFill>
                  <a:srgbClr val="003399"/>
                </a:solidFill>
                <a:ea typeface="宋体" pitchFamily="2" charset="-122"/>
                <a:sym typeface="Symbol" pitchFamily="18" charset="2"/>
              </a:rPr>
              <a:t>      q-&gt;link = NULL;              </a:t>
            </a:r>
            <a:endParaRPr lang="en-US" altLang="zh-CN" sz="2000" dirty="0">
              <a:solidFill>
                <a:srgbClr val="003399"/>
              </a:solidFill>
              <a:ea typeface="宋体" pitchFamily="2" charset="-122"/>
              <a:sym typeface="Symbol" pitchFamily="18" charset="2"/>
            </a:endParaRPr>
          </a:p>
          <a:p>
            <a:pPr fontAlgn="base">
              <a:lnSpc>
                <a:spcPct val="80000"/>
              </a:lnSpc>
              <a:spcBef>
                <a:spcPct val="0"/>
              </a:spcBef>
            </a:pPr>
            <a:r>
              <a:rPr lang="en-US" altLang="zh-CN" sz="2000" dirty="0">
                <a:solidFill>
                  <a:srgbClr val="003399"/>
                </a:solidFill>
                <a:ea typeface="宋体" pitchFamily="2" charset="-122"/>
                <a:sym typeface="Symbol" pitchFamily="18" charset="2"/>
              </a:rPr>
              <a:t>      if(Wordlist == NULL) //</a:t>
            </a:r>
            <a:r>
              <a:rPr lang="zh-CN" altLang="en-US" sz="2000" dirty="0">
                <a:solidFill>
                  <a:srgbClr val="003399"/>
                </a:solidFill>
                <a:ea typeface="宋体" pitchFamily="2" charset="-122"/>
                <a:sym typeface="Symbol" pitchFamily="18" charset="2"/>
              </a:rPr>
              <a:t>空链表</a:t>
            </a:r>
            <a:endParaRPr lang="en-US" altLang="zh-CN" sz="2000" dirty="0">
              <a:solidFill>
                <a:srgbClr val="003399"/>
              </a:solidFill>
              <a:ea typeface="宋体" pitchFamily="2" charset="-122"/>
              <a:sym typeface="Symbol" pitchFamily="18" charset="2"/>
            </a:endParaRPr>
          </a:p>
          <a:p>
            <a:pPr fontAlgn="base">
              <a:lnSpc>
                <a:spcPct val="80000"/>
              </a:lnSpc>
              <a:spcBef>
                <a:spcPct val="0"/>
              </a:spcBef>
            </a:pPr>
            <a:r>
              <a:rPr lang="en-US" altLang="zh-CN" sz="2000" dirty="0">
                <a:solidFill>
                  <a:srgbClr val="003399"/>
                </a:solidFill>
                <a:ea typeface="宋体" pitchFamily="2" charset="-122"/>
                <a:sym typeface="Symbol" pitchFamily="18" charset="2"/>
              </a:rPr>
              <a:t>           Wordlist = q;</a:t>
            </a:r>
            <a:endParaRPr lang="en-US" altLang="zh-CN" sz="2000" dirty="0">
              <a:solidFill>
                <a:srgbClr val="003399"/>
              </a:solidFill>
              <a:ea typeface="宋体" pitchFamily="2" charset="-122"/>
              <a:sym typeface="Symbol" pitchFamily="18" charset="2"/>
            </a:endParaRPr>
          </a:p>
          <a:p>
            <a:pPr fontAlgn="base">
              <a:lnSpc>
                <a:spcPct val="80000"/>
              </a:lnSpc>
              <a:spcBef>
                <a:spcPct val="0"/>
              </a:spcBef>
            </a:pPr>
            <a:r>
              <a:rPr lang="en-US" altLang="zh-CN" sz="2000" dirty="0">
                <a:solidFill>
                  <a:srgbClr val="003399"/>
                </a:solidFill>
                <a:ea typeface="宋体" pitchFamily="2" charset="-122"/>
                <a:sym typeface="Symbol" pitchFamily="18" charset="2"/>
              </a:rPr>
              <a:t>      else if (p == NULL){ //</a:t>
            </a:r>
            <a:r>
              <a:rPr lang="zh-CN" altLang="en-US" sz="2000" dirty="0">
                <a:solidFill>
                  <a:srgbClr val="003399"/>
                </a:solidFill>
                <a:ea typeface="宋体" pitchFamily="2" charset="-122"/>
                <a:sym typeface="Symbol" pitchFamily="18" charset="2"/>
              </a:rPr>
              <a:t>插入到头结点前</a:t>
            </a:r>
            <a:endParaRPr lang="en-US" altLang="zh-CN" sz="2000" dirty="0">
              <a:solidFill>
                <a:srgbClr val="003399"/>
              </a:solidFill>
              <a:ea typeface="宋体" pitchFamily="2" charset="-122"/>
              <a:sym typeface="Symbol" pitchFamily="18" charset="2"/>
            </a:endParaRPr>
          </a:p>
          <a:p>
            <a:pPr fontAlgn="base">
              <a:lnSpc>
                <a:spcPct val="80000"/>
              </a:lnSpc>
              <a:spcBef>
                <a:spcPct val="0"/>
              </a:spcBef>
            </a:pPr>
            <a:r>
              <a:rPr lang="en-US" altLang="zh-CN" sz="2000" dirty="0">
                <a:solidFill>
                  <a:srgbClr val="003399"/>
                </a:solidFill>
                <a:ea typeface="宋体" pitchFamily="2" charset="-122"/>
                <a:sym typeface="Symbol" pitchFamily="18" charset="2"/>
              </a:rPr>
              <a:t>           q-&gt;link = Wordlist;</a:t>
            </a:r>
            <a:endParaRPr lang="en-US" altLang="zh-CN" sz="2000" dirty="0">
              <a:solidFill>
                <a:srgbClr val="003399"/>
              </a:solidFill>
              <a:ea typeface="宋体" pitchFamily="2" charset="-122"/>
              <a:sym typeface="Symbol" pitchFamily="18" charset="2"/>
            </a:endParaRPr>
          </a:p>
          <a:p>
            <a:pPr fontAlgn="base">
              <a:lnSpc>
                <a:spcPct val="80000"/>
              </a:lnSpc>
              <a:spcBef>
                <a:spcPct val="0"/>
              </a:spcBef>
            </a:pPr>
            <a:r>
              <a:rPr lang="en-US" altLang="zh-CN" sz="2000" dirty="0">
                <a:solidFill>
                  <a:srgbClr val="003399"/>
                </a:solidFill>
                <a:ea typeface="宋体" pitchFamily="2" charset="-122"/>
                <a:sym typeface="Symbol" pitchFamily="18" charset="2"/>
              </a:rPr>
              <a:t>           Wordlist = q;</a:t>
            </a:r>
            <a:endParaRPr lang="en-US" altLang="zh-CN" sz="2000" dirty="0">
              <a:solidFill>
                <a:srgbClr val="003399"/>
              </a:solidFill>
              <a:ea typeface="宋体" pitchFamily="2" charset="-122"/>
              <a:sym typeface="Symbol" pitchFamily="18" charset="2"/>
            </a:endParaRPr>
          </a:p>
          <a:p>
            <a:pPr fontAlgn="base">
              <a:lnSpc>
                <a:spcPct val="80000"/>
              </a:lnSpc>
              <a:spcBef>
                <a:spcPct val="0"/>
              </a:spcBef>
            </a:pPr>
            <a:r>
              <a:rPr lang="en-US" altLang="zh-CN" sz="2000" dirty="0">
                <a:solidFill>
                  <a:srgbClr val="003399"/>
                </a:solidFill>
                <a:ea typeface="宋体" pitchFamily="2" charset="-122"/>
                <a:sym typeface="Symbol" pitchFamily="18" charset="2"/>
              </a:rPr>
              <a:t>       }</a:t>
            </a:r>
            <a:endParaRPr lang="en-US" altLang="zh-CN" sz="2000" dirty="0">
              <a:solidFill>
                <a:srgbClr val="003399"/>
              </a:solidFill>
              <a:ea typeface="宋体" pitchFamily="2" charset="-122"/>
              <a:sym typeface="Symbol" pitchFamily="18" charset="2"/>
            </a:endParaRPr>
          </a:p>
          <a:p>
            <a:pPr fontAlgn="base">
              <a:lnSpc>
                <a:spcPct val="80000"/>
              </a:lnSpc>
              <a:spcBef>
                <a:spcPct val="0"/>
              </a:spcBef>
            </a:pPr>
            <a:r>
              <a:rPr lang="en-US" altLang="zh-CN" sz="2000" dirty="0">
                <a:solidFill>
                  <a:srgbClr val="003399"/>
                </a:solidFill>
                <a:ea typeface="宋体" pitchFamily="2" charset="-122"/>
                <a:sym typeface="Symbol" pitchFamily="18" charset="2"/>
              </a:rPr>
              <a:t>       else {</a:t>
            </a:r>
            <a:endParaRPr lang="en-US" altLang="zh-CN" sz="2000" dirty="0">
              <a:solidFill>
                <a:srgbClr val="003399"/>
              </a:solidFill>
              <a:ea typeface="宋体" pitchFamily="2" charset="-122"/>
              <a:sym typeface="Symbol" pitchFamily="18" charset="2"/>
            </a:endParaRPr>
          </a:p>
          <a:p>
            <a:pPr fontAlgn="base">
              <a:lnSpc>
                <a:spcPct val="80000"/>
              </a:lnSpc>
              <a:spcBef>
                <a:spcPct val="0"/>
              </a:spcBef>
            </a:pPr>
            <a:r>
              <a:rPr lang="en-US" altLang="zh-CN" sz="2000" dirty="0">
                <a:solidFill>
                  <a:srgbClr val="003399"/>
                </a:solidFill>
                <a:ea typeface="宋体" pitchFamily="2" charset="-122"/>
                <a:sym typeface="Symbol" pitchFamily="18" charset="2"/>
              </a:rPr>
              <a:t>           q-&gt;link = p-&gt;link;</a:t>
            </a:r>
            <a:endParaRPr lang="en-US" altLang="zh-CN" sz="2000" dirty="0">
              <a:solidFill>
                <a:srgbClr val="003399"/>
              </a:solidFill>
              <a:ea typeface="宋体" pitchFamily="2" charset="-122"/>
              <a:sym typeface="Symbol" pitchFamily="18" charset="2"/>
            </a:endParaRPr>
          </a:p>
          <a:p>
            <a:pPr fontAlgn="base">
              <a:lnSpc>
                <a:spcPct val="80000"/>
              </a:lnSpc>
              <a:spcBef>
                <a:spcPct val="0"/>
              </a:spcBef>
            </a:pPr>
            <a:r>
              <a:rPr lang="en-US" altLang="zh-CN" sz="2000" dirty="0">
                <a:solidFill>
                  <a:srgbClr val="003399"/>
                </a:solidFill>
                <a:ea typeface="宋体" pitchFamily="2" charset="-122"/>
                <a:sym typeface="Symbol" pitchFamily="18" charset="2"/>
              </a:rPr>
              <a:t>           p-&gt;link = q;</a:t>
            </a:r>
            <a:endParaRPr lang="en-US" altLang="zh-CN" sz="2000" dirty="0">
              <a:solidFill>
                <a:srgbClr val="003399"/>
              </a:solidFill>
              <a:ea typeface="宋体" pitchFamily="2" charset="-122"/>
              <a:sym typeface="Symbol" pitchFamily="18" charset="2"/>
            </a:endParaRPr>
          </a:p>
          <a:p>
            <a:pPr fontAlgn="base">
              <a:lnSpc>
                <a:spcPct val="80000"/>
              </a:lnSpc>
              <a:spcBef>
                <a:spcPct val="0"/>
              </a:spcBef>
            </a:pPr>
            <a:r>
              <a:rPr lang="en-US" altLang="zh-CN" sz="2000" dirty="0">
                <a:solidFill>
                  <a:srgbClr val="003399"/>
                </a:solidFill>
                <a:ea typeface="宋体" pitchFamily="2" charset="-122"/>
                <a:sym typeface="Symbol" pitchFamily="18" charset="2"/>
              </a:rPr>
              <a:t>       }</a:t>
            </a:r>
            <a:endParaRPr lang="en-US" altLang="zh-CN" sz="2000" dirty="0">
              <a:solidFill>
                <a:srgbClr val="003399"/>
              </a:solidFill>
              <a:ea typeface="宋体" pitchFamily="2" charset="-122"/>
              <a:sym typeface="Symbol" pitchFamily="18" charset="2"/>
            </a:endParaRPr>
          </a:p>
          <a:p>
            <a:pPr fontAlgn="base">
              <a:lnSpc>
                <a:spcPct val="80000"/>
              </a:lnSpc>
              <a:spcBef>
                <a:spcPct val="0"/>
              </a:spcBef>
            </a:pPr>
            <a:r>
              <a:rPr lang="en-US" altLang="zh-CN" sz="2000" dirty="0">
                <a:solidFill>
                  <a:srgbClr val="003399"/>
                </a:solidFill>
                <a:ea typeface="宋体" pitchFamily="2" charset="-122"/>
                <a:cs typeface="Times New Roman" panose="02020503050405090304" pitchFamily="18" charset="0"/>
                <a:sym typeface="Symbol" pitchFamily="18" charset="2"/>
              </a:rPr>
              <a:t>      return 0;</a:t>
            </a:r>
            <a:endParaRPr lang="en-US" altLang="zh-CN" sz="2000" dirty="0">
              <a:solidFill>
                <a:srgbClr val="003399"/>
              </a:solidFill>
              <a:ea typeface="宋体" pitchFamily="2" charset="-122"/>
              <a:cs typeface="Times New Roman" panose="02020503050405090304" pitchFamily="18" charset="0"/>
              <a:sym typeface="Symbol" pitchFamily="18" charset="2"/>
            </a:endParaRPr>
          </a:p>
          <a:p>
            <a:pPr fontAlgn="base">
              <a:lnSpc>
                <a:spcPct val="65000"/>
              </a:lnSpc>
              <a:spcBef>
                <a:spcPct val="0"/>
              </a:spcBef>
            </a:pPr>
            <a:r>
              <a:rPr lang="en-US" altLang="zh-CN" sz="2000" dirty="0">
                <a:solidFill>
                  <a:srgbClr val="003399"/>
                </a:solidFill>
                <a:ea typeface="宋体" pitchFamily="2" charset="-122"/>
                <a:cs typeface="Times New Roman" panose="02020503050405090304" pitchFamily="18" charset="0"/>
                <a:sym typeface="Symbol" pitchFamily="18" charset="2"/>
              </a:rPr>
              <a:t>}</a:t>
            </a:r>
            <a:endParaRPr lang="en-US" altLang="zh-CN" sz="2000" dirty="0">
              <a:solidFill>
                <a:srgbClr val="003399"/>
              </a:solidFill>
              <a:ea typeface="宋体" pitchFamily="2" charset="-122"/>
              <a:cs typeface="Times New Roman" panose="02020503050405090304" pitchFamily="18" charset="0"/>
              <a:sym typeface="Symbol" pitchFamily="18" charset="2"/>
            </a:endParaRPr>
          </a:p>
        </p:txBody>
      </p:sp>
      <p:sp>
        <p:nvSpPr>
          <p:cNvPr id="10" name="矩形 9"/>
          <p:cNvSpPr/>
          <p:nvPr/>
        </p:nvSpPr>
        <p:spPr>
          <a:xfrm>
            <a:off x="6744512" y="1727883"/>
            <a:ext cx="4716016" cy="4801314"/>
          </a:xfrm>
          <a:prstGeom prst="rect">
            <a:avLst/>
          </a:prstGeom>
          <a:solidFill>
            <a:schemeClr val="accent1">
              <a:lumMod val="90000"/>
            </a:schemeClr>
          </a:solidFill>
        </p:spPr>
        <p:txBody>
          <a:bodyPr wrap="square">
            <a:spAutoFit/>
          </a:bodyPr>
          <a:lstStyle/>
          <a:p>
            <a:pPr>
              <a:buFont typeface="Wingdings" panose="05000000000000000000" pitchFamily="2" charset="2"/>
              <a:buNone/>
            </a:pP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在链表中查找一单词，若找到，则次数加</a:t>
            </a:r>
            <a:r>
              <a:rPr lang="en-US" altLang="zh-CN" dirty="0">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；否则将该单词插入到有序表中相应位置，同时次数置</a:t>
            </a:r>
            <a:r>
              <a:rPr lang="en-US" altLang="zh-CN" dirty="0">
                <a:latin typeface="楷体" panose="02010609060101010101" pitchFamily="49" charset="-122"/>
                <a:ea typeface="楷体" panose="02010609060101010101" pitchFamily="49" charset="-122"/>
              </a:rPr>
              <a:t>1*/</a:t>
            </a:r>
            <a:endParaRPr lang="en-US" altLang="zh-CN" dirty="0">
              <a:latin typeface="楷体" panose="02010609060101010101" pitchFamily="49" charset="-122"/>
              <a:ea typeface="楷体" panose="02010609060101010101" pitchFamily="49" charset="-122"/>
            </a:endParaRPr>
          </a:p>
          <a:p>
            <a:pPr>
              <a:buFont typeface="Wingdings" panose="05000000000000000000" pitchFamily="2" charset="2"/>
              <a:buNone/>
            </a:pPr>
            <a:r>
              <a:rPr lang="en-US" altLang="zh-CN" dirty="0" err="1">
                <a:ea typeface="宋体" pitchFamily="2" charset="-122"/>
              </a:rPr>
              <a:t>int</a:t>
            </a:r>
            <a:r>
              <a:rPr lang="en-US" altLang="zh-CN" dirty="0">
                <a:ea typeface="宋体" pitchFamily="2" charset="-122"/>
              </a:rPr>
              <a:t> </a:t>
            </a:r>
            <a:r>
              <a:rPr lang="en-US" altLang="zh-CN" dirty="0" err="1">
                <a:ea typeface="宋体" pitchFamily="2" charset="-122"/>
              </a:rPr>
              <a:t>searchWord</a:t>
            </a:r>
            <a:r>
              <a:rPr lang="en-US" altLang="zh-CN" dirty="0">
                <a:ea typeface="宋体" pitchFamily="2" charset="-122"/>
              </a:rPr>
              <a:t>(char *w)</a:t>
            </a:r>
            <a:endParaRPr lang="en-US" altLang="zh-CN" dirty="0">
              <a:ea typeface="宋体" pitchFamily="2" charset="-122"/>
            </a:endParaRPr>
          </a:p>
          <a:p>
            <a:pPr>
              <a:buFont typeface="Wingdings" panose="05000000000000000000" pitchFamily="2" charset="2"/>
              <a:buNone/>
            </a:pPr>
            <a:r>
              <a:rPr lang="en-US" altLang="zh-CN" dirty="0">
                <a:ea typeface="宋体" pitchFamily="2" charset="-122"/>
              </a:rPr>
              <a:t>{</a:t>
            </a:r>
            <a:endParaRPr lang="en-US" altLang="zh-CN" dirty="0">
              <a:ea typeface="宋体" pitchFamily="2" charset="-122"/>
            </a:endParaRPr>
          </a:p>
          <a:p>
            <a:pPr lvl="1">
              <a:buFont typeface="Wingdings" panose="05000000000000000000" pitchFamily="2" charset="2"/>
              <a:buNone/>
            </a:pPr>
            <a:r>
              <a:rPr lang="en-US" altLang="zh-CN" dirty="0" err="1">
                <a:ea typeface="宋体" pitchFamily="2" charset="-122"/>
              </a:rPr>
              <a:t>struct</a:t>
            </a:r>
            <a:r>
              <a:rPr lang="en-US" altLang="zh-CN" dirty="0">
                <a:ea typeface="宋体" pitchFamily="2" charset="-122"/>
              </a:rPr>
              <a:t>  node *p, *q=NULL; //q</a:t>
            </a:r>
            <a:r>
              <a:rPr lang="zh-CN" altLang="en-US" dirty="0">
                <a:ea typeface="宋体" pitchFamily="2" charset="-122"/>
              </a:rPr>
              <a:t>为</a:t>
            </a:r>
            <a:r>
              <a:rPr lang="en-US" altLang="zh-CN" dirty="0">
                <a:ea typeface="宋体" pitchFamily="2" charset="-122"/>
              </a:rPr>
              <a:t>p</a:t>
            </a:r>
            <a:r>
              <a:rPr lang="zh-CN" altLang="en-US" dirty="0">
                <a:ea typeface="宋体" pitchFamily="2" charset="-122"/>
              </a:rPr>
              <a:t>的前序结点指针</a:t>
            </a:r>
            <a:endParaRPr lang="en-US" altLang="zh-CN" dirty="0">
              <a:ea typeface="宋体" pitchFamily="2" charset="-122"/>
            </a:endParaRPr>
          </a:p>
          <a:p>
            <a:pPr lvl="1">
              <a:buFont typeface="Wingdings" panose="05000000000000000000" pitchFamily="2" charset="2"/>
              <a:buNone/>
            </a:pPr>
            <a:r>
              <a:rPr lang="en-US" altLang="zh-CN" dirty="0">
                <a:ea typeface="宋体" pitchFamily="2" charset="-122"/>
              </a:rPr>
              <a:t>for(p=Wordlist; p != NULL; q=</a:t>
            </a:r>
            <a:r>
              <a:rPr lang="en-US" altLang="zh-CN" dirty="0" err="1">
                <a:ea typeface="宋体" pitchFamily="2" charset="-122"/>
              </a:rPr>
              <a:t>p,p</a:t>
            </a:r>
            <a:r>
              <a:rPr lang="en-US" altLang="zh-CN" dirty="0">
                <a:ea typeface="宋体" pitchFamily="2" charset="-122"/>
              </a:rPr>
              <a:t>=p-&gt;link){</a:t>
            </a:r>
            <a:endParaRPr lang="en-US" altLang="zh-CN" dirty="0">
              <a:ea typeface="宋体" pitchFamily="2" charset="-122"/>
            </a:endParaRPr>
          </a:p>
          <a:p>
            <a:pPr lvl="1">
              <a:buFont typeface="Wingdings" panose="05000000000000000000" pitchFamily="2" charset="2"/>
              <a:buNone/>
            </a:pPr>
            <a:r>
              <a:rPr lang="en-US" altLang="zh-CN" dirty="0">
                <a:ea typeface="宋体" pitchFamily="2" charset="-122"/>
              </a:rPr>
              <a:t>    if(</a:t>
            </a:r>
            <a:r>
              <a:rPr lang="en-US" altLang="zh-CN" dirty="0" err="1">
                <a:ea typeface="宋体" pitchFamily="2" charset="-122"/>
              </a:rPr>
              <a:t>strcmp</a:t>
            </a:r>
            <a:r>
              <a:rPr lang="en-US" altLang="zh-CN" dirty="0">
                <a:ea typeface="宋体" pitchFamily="2" charset="-122"/>
              </a:rPr>
              <a:t>(w, p-&gt;word) &lt; 0) </a:t>
            </a:r>
            <a:endParaRPr lang="en-US" altLang="zh-CN" dirty="0">
              <a:ea typeface="宋体" pitchFamily="2" charset="-122"/>
            </a:endParaRPr>
          </a:p>
          <a:p>
            <a:pPr lvl="2"/>
            <a:r>
              <a:rPr lang="en-US" altLang="zh-CN" dirty="0">
                <a:ea typeface="宋体" pitchFamily="2" charset="-122"/>
              </a:rPr>
              <a:t> break;</a:t>
            </a:r>
            <a:endParaRPr lang="en-US" altLang="zh-CN" dirty="0">
              <a:ea typeface="宋体" pitchFamily="2" charset="-122"/>
            </a:endParaRPr>
          </a:p>
          <a:p>
            <a:pPr lvl="1">
              <a:buFont typeface="Wingdings" panose="05000000000000000000" pitchFamily="2" charset="2"/>
              <a:buNone/>
            </a:pPr>
            <a:r>
              <a:rPr lang="en-US" altLang="zh-CN" dirty="0">
                <a:ea typeface="宋体" pitchFamily="2" charset="-122"/>
              </a:rPr>
              <a:t>    else if(</a:t>
            </a:r>
            <a:r>
              <a:rPr lang="en-US" altLang="zh-CN" dirty="0" err="1">
                <a:ea typeface="宋体" pitchFamily="2" charset="-122"/>
              </a:rPr>
              <a:t>strcmp</a:t>
            </a:r>
            <a:r>
              <a:rPr lang="en-US" altLang="zh-CN" dirty="0">
                <a:ea typeface="宋体" pitchFamily="2" charset="-122"/>
              </a:rPr>
              <a:t>(w, p-&gt;word) == 0){</a:t>
            </a:r>
            <a:endParaRPr lang="en-US" altLang="zh-CN" dirty="0">
              <a:ea typeface="宋体" pitchFamily="2" charset="-122"/>
            </a:endParaRPr>
          </a:p>
          <a:p>
            <a:pPr lvl="1">
              <a:buFont typeface="Wingdings" panose="05000000000000000000" pitchFamily="2" charset="2"/>
              <a:buNone/>
            </a:pPr>
            <a:r>
              <a:rPr lang="en-US" altLang="zh-CN" dirty="0">
                <a:ea typeface="宋体" pitchFamily="2" charset="-122"/>
              </a:rPr>
              <a:t>         p-&gt;count++;</a:t>
            </a:r>
            <a:endParaRPr lang="en-US" altLang="zh-CN" dirty="0">
              <a:ea typeface="宋体" pitchFamily="2" charset="-122"/>
            </a:endParaRPr>
          </a:p>
          <a:p>
            <a:pPr lvl="1">
              <a:buFont typeface="Wingdings" panose="05000000000000000000" pitchFamily="2" charset="2"/>
              <a:buNone/>
            </a:pPr>
            <a:r>
              <a:rPr lang="en-US" altLang="zh-CN" dirty="0">
                <a:ea typeface="宋体" pitchFamily="2" charset="-122"/>
              </a:rPr>
              <a:t>         return 0 ;</a:t>
            </a:r>
            <a:endParaRPr lang="en-US" altLang="zh-CN" dirty="0">
              <a:ea typeface="宋体" pitchFamily="2" charset="-122"/>
            </a:endParaRPr>
          </a:p>
          <a:p>
            <a:pPr lvl="1">
              <a:buFont typeface="Wingdings" panose="05000000000000000000" pitchFamily="2" charset="2"/>
              <a:buNone/>
            </a:pPr>
            <a:r>
              <a:rPr lang="en-US" altLang="zh-CN" dirty="0">
                <a:ea typeface="宋体" pitchFamily="2" charset="-122"/>
              </a:rPr>
              <a:t>    }</a:t>
            </a:r>
            <a:endParaRPr lang="en-US" altLang="zh-CN" dirty="0">
              <a:ea typeface="宋体" pitchFamily="2" charset="-122"/>
            </a:endParaRPr>
          </a:p>
          <a:p>
            <a:pPr lvl="1">
              <a:buFont typeface="Wingdings" panose="05000000000000000000" pitchFamily="2" charset="2"/>
              <a:buNone/>
            </a:pPr>
            <a:r>
              <a:rPr lang="en-US" altLang="zh-CN" dirty="0">
                <a:ea typeface="宋体" pitchFamily="2" charset="-122"/>
              </a:rPr>
              <a:t>}</a:t>
            </a:r>
            <a:endParaRPr lang="en-US" altLang="zh-CN" dirty="0">
              <a:ea typeface="宋体" pitchFamily="2" charset="-122"/>
            </a:endParaRPr>
          </a:p>
          <a:p>
            <a:pPr lvl="1">
              <a:buFont typeface="Wingdings" panose="05000000000000000000" pitchFamily="2" charset="2"/>
              <a:buNone/>
            </a:pPr>
            <a:r>
              <a:rPr lang="en-US" altLang="zh-CN" b="1" dirty="0">
                <a:solidFill>
                  <a:srgbClr val="7030A0"/>
                </a:solidFill>
                <a:ea typeface="宋体" pitchFamily="2" charset="-122"/>
              </a:rPr>
              <a:t>return </a:t>
            </a:r>
            <a:r>
              <a:rPr lang="en-US" altLang="zh-CN" b="1" dirty="0" err="1">
                <a:solidFill>
                  <a:srgbClr val="7030A0"/>
                </a:solidFill>
                <a:ea typeface="宋体" pitchFamily="2" charset="-122"/>
              </a:rPr>
              <a:t>insertWord</a:t>
            </a:r>
            <a:r>
              <a:rPr lang="en-US" altLang="zh-CN" b="1" dirty="0">
                <a:solidFill>
                  <a:srgbClr val="7030A0"/>
                </a:solidFill>
                <a:ea typeface="宋体" pitchFamily="2" charset="-122"/>
              </a:rPr>
              <a:t>(q, w);</a:t>
            </a:r>
            <a:endParaRPr lang="en-US" altLang="zh-CN" b="1" dirty="0">
              <a:solidFill>
                <a:srgbClr val="7030A0"/>
              </a:solidFill>
              <a:ea typeface="宋体" pitchFamily="2" charset="-122"/>
            </a:endParaRPr>
          </a:p>
          <a:p>
            <a:pPr>
              <a:buFont typeface="Wingdings" panose="05000000000000000000" pitchFamily="2" charset="2"/>
              <a:buNone/>
            </a:pPr>
            <a:r>
              <a:rPr lang="en-US" altLang="zh-CN" dirty="0">
                <a:ea typeface="宋体" pitchFamily="2" charset="-122"/>
              </a:rPr>
              <a:t>}</a:t>
            </a:r>
            <a:endParaRPr lang="en-US" altLang="zh-CN" dirty="0">
              <a:ea typeface="宋体" pitchFamily="2" charset="-122"/>
            </a:endParaRPr>
          </a:p>
        </p:txBody>
      </p:sp>
      <p:grpSp>
        <p:nvGrpSpPr>
          <p:cNvPr id="3" name="Group 20"/>
          <p:cNvGrpSpPr/>
          <p:nvPr/>
        </p:nvGrpSpPr>
        <p:grpSpPr bwMode="auto">
          <a:xfrm>
            <a:off x="2999656" y="5347038"/>
            <a:ext cx="3384376" cy="1700213"/>
            <a:chOff x="3469" y="3458"/>
            <a:chExt cx="1474" cy="1071"/>
          </a:xfrm>
        </p:grpSpPr>
        <p:sp>
          <p:nvSpPr>
            <p:cNvPr id="7" name="Freeform 21"/>
            <p:cNvSpPr/>
            <p:nvPr/>
          </p:nvSpPr>
          <p:spPr bwMode="auto">
            <a:xfrm>
              <a:off x="3469" y="3458"/>
              <a:ext cx="1474" cy="1071"/>
            </a:xfrm>
            <a:custGeom>
              <a:avLst/>
              <a:gdLst>
                <a:gd name="T0" fmla="*/ 282 w 809"/>
                <a:gd name="T1" fmla="*/ 314 h 659"/>
                <a:gd name="T2" fmla="*/ 258 w 809"/>
                <a:gd name="T3" fmla="*/ 534 h 659"/>
                <a:gd name="T4" fmla="*/ 1363 w 809"/>
                <a:gd name="T5" fmla="*/ 1073 h 659"/>
                <a:gd name="T6" fmla="*/ 1429 w 809"/>
                <a:gd name="T7" fmla="*/ 1087 h 659"/>
                <a:gd name="T8" fmla="*/ 1983 w 809"/>
                <a:gd name="T9" fmla="*/ 1031 h 659"/>
                <a:gd name="T10" fmla="*/ 2469 w 809"/>
                <a:gd name="T11" fmla="*/ 1018 h 659"/>
                <a:gd name="T12" fmla="*/ 2489 w 809"/>
                <a:gd name="T13" fmla="*/ 507 h 659"/>
                <a:gd name="T14" fmla="*/ 2336 w 809"/>
                <a:gd name="T15" fmla="*/ 464 h 659"/>
                <a:gd name="T16" fmla="*/ 2269 w 809"/>
                <a:gd name="T17" fmla="*/ 437 h 659"/>
                <a:gd name="T18" fmla="*/ 2159 w 809"/>
                <a:gd name="T19" fmla="*/ 423 h 659"/>
                <a:gd name="T20" fmla="*/ 2118 w 809"/>
                <a:gd name="T21" fmla="*/ 339 h 659"/>
                <a:gd name="T22" fmla="*/ 1983 w 809"/>
                <a:gd name="T23" fmla="*/ 286 h 659"/>
                <a:gd name="T24" fmla="*/ 1847 w 809"/>
                <a:gd name="T25" fmla="*/ 259 h 659"/>
                <a:gd name="T26" fmla="*/ 258 w 809"/>
                <a:gd name="T27" fmla="*/ 394 h 659"/>
                <a:gd name="T28" fmla="*/ 448 w 809"/>
                <a:gd name="T29" fmla="*/ 365 h 6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9" h="659">
                  <a:moveTo>
                    <a:pt x="89" y="159"/>
                  </a:moveTo>
                  <a:cubicBezTo>
                    <a:pt x="68" y="223"/>
                    <a:pt x="74" y="186"/>
                    <a:pt x="82" y="271"/>
                  </a:cubicBezTo>
                  <a:cubicBezTo>
                    <a:pt x="92" y="659"/>
                    <a:pt x="0" y="528"/>
                    <a:pt x="433" y="545"/>
                  </a:cubicBezTo>
                  <a:cubicBezTo>
                    <a:pt x="440" y="545"/>
                    <a:pt x="447" y="550"/>
                    <a:pt x="454" y="552"/>
                  </a:cubicBezTo>
                  <a:cubicBezTo>
                    <a:pt x="533" y="547"/>
                    <a:pt x="564" y="546"/>
                    <a:pt x="630" y="524"/>
                  </a:cubicBezTo>
                  <a:cubicBezTo>
                    <a:pt x="679" y="508"/>
                    <a:pt x="733" y="519"/>
                    <a:pt x="784" y="517"/>
                  </a:cubicBezTo>
                  <a:cubicBezTo>
                    <a:pt x="806" y="450"/>
                    <a:pt x="809" y="330"/>
                    <a:pt x="791" y="257"/>
                  </a:cubicBezTo>
                  <a:cubicBezTo>
                    <a:pt x="788" y="244"/>
                    <a:pt x="749" y="238"/>
                    <a:pt x="742" y="236"/>
                  </a:cubicBezTo>
                  <a:cubicBezTo>
                    <a:pt x="735" y="231"/>
                    <a:pt x="729" y="225"/>
                    <a:pt x="721" y="222"/>
                  </a:cubicBezTo>
                  <a:cubicBezTo>
                    <a:pt x="710" y="218"/>
                    <a:pt x="694" y="223"/>
                    <a:pt x="686" y="215"/>
                  </a:cubicBezTo>
                  <a:cubicBezTo>
                    <a:pt x="676" y="205"/>
                    <a:pt x="677" y="187"/>
                    <a:pt x="672" y="173"/>
                  </a:cubicBezTo>
                  <a:cubicBezTo>
                    <a:pt x="667" y="157"/>
                    <a:pt x="646" y="150"/>
                    <a:pt x="630" y="145"/>
                  </a:cubicBezTo>
                  <a:cubicBezTo>
                    <a:pt x="616" y="140"/>
                    <a:pt x="587" y="131"/>
                    <a:pt x="587" y="131"/>
                  </a:cubicBezTo>
                  <a:cubicBezTo>
                    <a:pt x="510" y="132"/>
                    <a:pt x="82" y="0"/>
                    <a:pt x="82" y="201"/>
                  </a:cubicBezTo>
                  <a:lnTo>
                    <a:pt x="143" y="184"/>
                  </a:lnTo>
                </a:path>
              </a:pathLst>
            </a:custGeom>
            <a:solidFill>
              <a:srgbClr val="FFCC99"/>
            </a:solidFill>
            <a:ln w="12700" cap="sq" cmpd="sng">
              <a:noFill/>
              <a:prstDash val="solid"/>
              <a:round/>
            </a:ln>
            <a:effectLst>
              <a:outerShdw dist="53882" dir="2700000" algn="ctr" rotWithShape="0">
                <a:srgbClr val="B2B2B2"/>
              </a:outerShdw>
            </a:effectLst>
          </p:spPr>
          <p:txBody>
            <a:bodyPr wrap="none" anchor="ctr"/>
            <a:lstStyle/>
            <a:p>
              <a:endParaRPr lang="zh-CN" altLang="en-US"/>
            </a:p>
          </p:txBody>
        </p:sp>
        <p:sp>
          <p:nvSpPr>
            <p:cNvPr id="8" name="Rectangle 22"/>
            <p:cNvSpPr>
              <a:spLocks noChangeArrowheads="1"/>
            </p:cNvSpPr>
            <p:nvPr/>
          </p:nvSpPr>
          <p:spPr bwMode="auto">
            <a:xfrm>
              <a:off x="3626" y="3685"/>
              <a:ext cx="1306" cy="640"/>
            </a:xfrm>
            <a:prstGeom prst="rect">
              <a:avLst/>
            </a:prstGeom>
            <a:noFill/>
            <a:ln w="12700" cap="sq">
              <a:noFill/>
              <a:miter lim="800000"/>
            </a:ln>
            <a:effectLst>
              <a:outerShdw dist="12700" algn="ctr" rotWithShape="0">
                <a:srgbClr val="000000"/>
              </a:outerShdw>
            </a:effectLst>
          </p:spPr>
          <p:txBody>
            <a:bodyPr wrap="square">
              <a:spAutoFit/>
            </a:bodyPr>
            <a:lstStyle/>
            <a:p>
              <a:r>
                <a:rPr lang="zh-CN" altLang="en-US" sz="2000" dirty="0">
                  <a:solidFill>
                    <a:srgbClr val="FF3300"/>
                  </a:solidFill>
                  <a:ea typeface="幼圆" pitchFamily="49" charset="-122"/>
                </a:rPr>
                <a:t>在本程序中：</a:t>
              </a:r>
              <a:endParaRPr lang="en-US" altLang="zh-CN" sz="2000" dirty="0">
                <a:solidFill>
                  <a:srgbClr val="FF3300"/>
                </a:solidFill>
                <a:ea typeface="幼圆" pitchFamily="49" charset="-122"/>
              </a:endParaRPr>
            </a:p>
            <a:p>
              <a:r>
                <a:rPr lang="zh-CN" altLang="en-US" sz="2000" dirty="0">
                  <a:solidFill>
                    <a:srgbClr val="7030A0"/>
                  </a:solidFill>
                  <a:ea typeface="幼圆" pitchFamily="49" charset="-122"/>
                </a:rPr>
                <a:t>查找算法复杂度为</a:t>
              </a:r>
              <a:r>
                <a:rPr lang="en-US" altLang="zh-CN" sz="2000" b="1" dirty="0">
                  <a:solidFill>
                    <a:srgbClr val="7030A0"/>
                  </a:solidFill>
                  <a:ea typeface="幼圆" pitchFamily="49" charset="-122"/>
                </a:rPr>
                <a:t>O</a:t>
              </a:r>
              <a:r>
                <a:rPr lang="en-US" altLang="zh-CN" b="1" dirty="0">
                  <a:solidFill>
                    <a:srgbClr val="7030A0"/>
                  </a:solidFill>
                  <a:ea typeface="幼圆" pitchFamily="49" charset="-122"/>
                </a:rPr>
                <a:t>(n)</a:t>
              </a:r>
              <a:r>
                <a:rPr lang="en-US" altLang="zh-CN" dirty="0">
                  <a:solidFill>
                    <a:srgbClr val="7030A0"/>
                  </a:solidFill>
                  <a:ea typeface="幼圆" pitchFamily="49" charset="-122"/>
                </a:rPr>
                <a:t> </a:t>
              </a:r>
              <a:endParaRPr lang="zh-CN" altLang="en-US" dirty="0">
                <a:solidFill>
                  <a:srgbClr val="7030A0"/>
                </a:solidFill>
                <a:ea typeface="幼圆" pitchFamily="49" charset="-122"/>
              </a:endParaRPr>
            </a:p>
            <a:p>
              <a:r>
                <a:rPr lang="zh-CN" altLang="en-US" sz="2000" dirty="0">
                  <a:solidFill>
                    <a:srgbClr val="7030A0"/>
                  </a:solidFill>
                  <a:ea typeface="幼圆" pitchFamily="49" charset="-122"/>
                </a:rPr>
                <a:t>插入算法复杂度为</a:t>
              </a:r>
              <a:r>
                <a:rPr lang="en-US" altLang="zh-CN" sz="2000" dirty="0">
                  <a:solidFill>
                    <a:srgbClr val="7030A0"/>
                  </a:solidFill>
                  <a:ea typeface="幼圆" pitchFamily="49" charset="-122"/>
                </a:rPr>
                <a:t> </a:t>
              </a:r>
              <a:r>
                <a:rPr lang="en-US" altLang="zh-CN" sz="2000" b="1" dirty="0">
                  <a:solidFill>
                    <a:srgbClr val="7030A0"/>
                  </a:solidFill>
                  <a:ea typeface="幼圆" pitchFamily="49" charset="-122"/>
                </a:rPr>
                <a:t>O(1)</a:t>
              </a:r>
              <a:endParaRPr lang="zh-CN" altLang="en-US" sz="2000" b="1" dirty="0">
                <a:solidFill>
                  <a:srgbClr val="7030A0"/>
                </a:solidFill>
                <a:ea typeface="幼圆" pitchFamily="49" charset="-122"/>
              </a:endParaRP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up)">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3" presetClass="entr" presetSubtype="52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p:cTn id="17" dur="500" fill="hold"/>
                                        <p:tgtEl>
                                          <p:spTgt spid="3"/>
                                        </p:tgtEl>
                                        <p:attrNameLst>
                                          <p:attrName>ppt_w</p:attrName>
                                        </p:attrNameLst>
                                      </p:cBhvr>
                                      <p:tavLst>
                                        <p:tav tm="0">
                                          <p:val>
                                            <p:fltVal val="0"/>
                                          </p:val>
                                        </p:tav>
                                        <p:tav tm="100000">
                                          <p:val>
                                            <p:strVal val="#ppt_w"/>
                                          </p:val>
                                        </p:tav>
                                      </p:tavLst>
                                    </p:anim>
                                    <p:anim calcmode="lin" valueType="num">
                                      <p:cBhvr>
                                        <p:cTn id="18" dur="500" fill="hold"/>
                                        <p:tgtEl>
                                          <p:spTgt spid="3"/>
                                        </p:tgtEl>
                                        <p:attrNameLst>
                                          <p:attrName>ppt_h</p:attrName>
                                        </p:attrNameLst>
                                      </p:cBhvr>
                                      <p:tavLst>
                                        <p:tav tm="0">
                                          <p:val>
                                            <p:fltVal val="0"/>
                                          </p:val>
                                        </p:tav>
                                        <p:tav tm="100000">
                                          <p:val>
                                            <p:strVal val="#ppt_h"/>
                                          </p:val>
                                        </p:tav>
                                      </p:tavLst>
                                    </p:anim>
                                    <p:anim calcmode="lin" valueType="num">
                                      <p:cBhvr>
                                        <p:cTn id="19" dur="500" fill="hold"/>
                                        <p:tgtEl>
                                          <p:spTgt spid="3"/>
                                        </p:tgtEl>
                                        <p:attrNameLst>
                                          <p:attrName>ppt_x</p:attrName>
                                        </p:attrNameLst>
                                      </p:cBhvr>
                                      <p:tavLst>
                                        <p:tav tm="0">
                                          <p:val>
                                            <p:fltVal val="0.5"/>
                                          </p:val>
                                        </p:tav>
                                        <p:tav tm="100000">
                                          <p:val>
                                            <p:strVal val="#ppt_x"/>
                                          </p:val>
                                        </p:tav>
                                      </p:tavLst>
                                    </p:anim>
                                    <p:anim calcmode="lin" valueType="num">
                                      <p:cBhvr>
                                        <p:cTn id="20" dur="500" fill="hold"/>
                                        <p:tgtEl>
                                          <p:spTgt spid="3"/>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P spid="10"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问题</a:t>
            </a:r>
            <a:r>
              <a:rPr lang="en-US" altLang="zh-CN" dirty="0"/>
              <a:t>2.1</a:t>
            </a:r>
            <a:r>
              <a:rPr lang="zh-CN" altLang="en-US" dirty="0"/>
              <a:t>：词频统计 </a:t>
            </a:r>
            <a:r>
              <a:rPr lang="en-US" altLang="zh-CN" dirty="0"/>
              <a:t>– </a:t>
            </a:r>
            <a:r>
              <a:rPr lang="zh-CN" altLang="en-US" dirty="0"/>
              <a:t>链表</a:t>
            </a:r>
            <a:endParaRPr lang="zh-CN" altLang="en-US" dirty="0"/>
          </a:p>
        </p:txBody>
      </p:sp>
      <p:sp>
        <p:nvSpPr>
          <p:cNvPr id="3" name="内容占位符 2"/>
          <p:cNvSpPr>
            <a:spLocks noGrp="1"/>
          </p:cNvSpPr>
          <p:nvPr>
            <p:ph idx="1"/>
          </p:nvPr>
        </p:nvSpPr>
        <p:spPr>
          <a:xfrm>
            <a:off x="1199456" y="1307782"/>
            <a:ext cx="7105650" cy="2845296"/>
          </a:xfrm>
        </p:spPr>
        <p:txBody>
          <a:bodyPr/>
          <a:lstStyle/>
          <a:p>
            <a:r>
              <a:rPr lang="zh-CN" altLang="en-US" dirty="0"/>
              <a:t>采用链表方式构造单词表具有如下特点：</a:t>
            </a:r>
            <a:endParaRPr lang="en-US" altLang="zh-CN" dirty="0"/>
          </a:p>
          <a:p>
            <a:pPr lvl="1"/>
            <a:r>
              <a:rPr lang="zh-CN" altLang="en-US" b="1" dirty="0">
                <a:solidFill>
                  <a:srgbClr val="FF0000"/>
                </a:solidFill>
              </a:rPr>
              <a:t>优点</a:t>
            </a:r>
            <a:endParaRPr lang="en-US" altLang="zh-CN" b="1" dirty="0">
              <a:solidFill>
                <a:srgbClr val="FF0000"/>
              </a:solidFill>
            </a:endParaRPr>
          </a:p>
          <a:p>
            <a:pPr lvl="2"/>
            <a:r>
              <a:rPr lang="en-US" altLang="zh-CN" dirty="0"/>
              <a:t> </a:t>
            </a:r>
            <a:r>
              <a:rPr lang="zh-CN" altLang="en-US" sz="2000" dirty="0">
                <a:latin typeface="楷体" panose="02010609060101010101" pitchFamily="49" charset="-122"/>
                <a:ea typeface="楷体" panose="02010609060101010101" pitchFamily="49" charset="-122"/>
              </a:rPr>
              <a:t>由于采用动态申请结点，能够适应不同规模的问题，空间利用率高</a:t>
            </a:r>
            <a:endParaRPr lang="en-US" altLang="zh-CN" sz="2000" dirty="0">
              <a:latin typeface="楷体" panose="02010609060101010101" pitchFamily="49" charset="-122"/>
              <a:ea typeface="楷体" panose="02010609060101010101" pitchFamily="49" charset="-122"/>
            </a:endParaRPr>
          </a:p>
          <a:p>
            <a:pPr lvl="2"/>
            <a:r>
              <a:rPr lang="en-US" altLang="zh-CN" sz="2000" dirty="0">
                <a:latin typeface="楷体" panose="02010609060101010101" pitchFamily="49" charset="-122"/>
                <a:ea typeface="楷体" panose="02010609060101010101" pitchFamily="49" charset="-122"/>
              </a:rPr>
              <a:t> </a:t>
            </a:r>
            <a:r>
              <a:rPr lang="zh-CN" altLang="en-US" sz="2000" dirty="0">
                <a:latin typeface="楷体" panose="02010609060101010101" pitchFamily="49" charset="-122"/>
                <a:ea typeface="楷体" panose="02010609060101010101" pitchFamily="49" charset="-122"/>
              </a:rPr>
              <a:t>算法简单，插入操作效率高</a:t>
            </a:r>
            <a:endParaRPr lang="en-US" altLang="zh-CN" sz="2000" dirty="0">
              <a:latin typeface="楷体" panose="02010609060101010101" pitchFamily="49" charset="-122"/>
              <a:ea typeface="楷体" panose="02010609060101010101" pitchFamily="49" charset="-122"/>
            </a:endParaRPr>
          </a:p>
          <a:p>
            <a:pPr lvl="1"/>
            <a:r>
              <a:rPr lang="zh-CN" altLang="en-US" b="1" dirty="0">
                <a:solidFill>
                  <a:srgbClr val="7030A0"/>
                </a:solidFill>
              </a:rPr>
              <a:t>不足</a:t>
            </a:r>
            <a:endParaRPr lang="en-US" altLang="zh-CN" b="1" dirty="0">
              <a:solidFill>
                <a:srgbClr val="7030A0"/>
              </a:solidFill>
            </a:endParaRPr>
          </a:p>
          <a:p>
            <a:pPr lvl="2"/>
            <a:r>
              <a:rPr lang="en-US" altLang="zh-CN" dirty="0"/>
              <a:t> </a:t>
            </a:r>
            <a:r>
              <a:rPr lang="zh-CN" altLang="en-US" sz="2000" dirty="0">
                <a:latin typeface="楷体" panose="02010609060101010101" pitchFamily="49" charset="-122"/>
                <a:ea typeface="楷体" panose="02010609060101010101" pitchFamily="49" charset="-122"/>
              </a:rPr>
              <a:t>由于采用顺序查找，单词查找效率低</a:t>
            </a:r>
            <a:endParaRPr lang="en-US" altLang="zh-CN" sz="2000" dirty="0">
              <a:latin typeface="楷体" panose="02010609060101010101" pitchFamily="49" charset="-122"/>
              <a:ea typeface="楷体" panose="02010609060101010101" pitchFamily="49" charset="-122"/>
            </a:endParaRPr>
          </a:p>
          <a:p>
            <a:pPr lvl="2"/>
            <a:endParaRPr lang="en-US" altLang="zh-CN" sz="2000" dirty="0">
              <a:latin typeface="楷体" panose="02010609060101010101" pitchFamily="49" charset="-122"/>
              <a:ea typeface="楷体" panose="02010609060101010101" pitchFamily="49" charset="-122"/>
            </a:endParaRPr>
          </a:p>
        </p:txBody>
      </p:sp>
      <p:sp>
        <p:nvSpPr>
          <p:cNvPr id="4" name="灯片编号占位符 3"/>
          <p:cNvSpPr>
            <a:spLocks noGrp="1"/>
          </p:cNvSpPr>
          <p:nvPr>
            <p:ph type="sldNum" sz="quarter" idx="12"/>
          </p:nvPr>
        </p:nvSpPr>
        <p:spPr/>
        <p:txBody>
          <a:bodyPr/>
          <a:lstStyle/>
          <a:p>
            <a:pPr>
              <a:defRPr/>
            </a:pPr>
            <a:fld id="{116D1347-07F4-4751-9C03-6E7F30E2E01E}" type="slidenum">
              <a:rPr lang="zh-CN" altLang="en-US" smtClean="0"/>
            </a:fld>
            <a:endParaRPr lang="en-US" altLang="zh-CN"/>
          </a:p>
        </p:txBody>
      </p:sp>
      <p:grpSp>
        <p:nvGrpSpPr>
          <p:cNvPr id="5" name="Group 49"/>
          <p:cNvGrpSpPr/>
          <p:nvPr/>
        </p:nvGrpSpPr>
        <p:grpSpPr bwMode="auto">
          <a:xfrm>
            <a:off x="7816850" y="1"/>
            <a:ext cx="2851150" cy="1033463"/>
            <a:chOff x="404" y="73"/>
            <a:chExt cx="1161" cy="651"/>
          </a:xfrm>
        </p:grpSpPr>
        <p:sp>
          <p:nvSpPr>
            <p:cNvPr id="6" name="AutoShape 50"/>
            <p:cNvSpPr>
              <a:spLocks noChangeArrowheads="1"/>
            </p:cNvSpPr>
            <p:nvPr/>
          </p:nvSpPr>
          <p:spPr bwMode="auto">
            <a:xfrm>
              <a:off x="404" y="132"/>
              <a:ext cx="922" cy="592"/>
            </a:xfrm>
            <a:prstGeom prst="irregularSeal2">
              <a:avLst/>
            </a:prstGeom>
            <a:solidFill>
              <a:srgbClr val="CCFFFF"/>
            </a:solidFill>
            <a:ln w="69850" cap="sq">
              <a:solidFill>
                <a:srgbClr val="FFCC00"/>
              </a:solidFill>
              <a:miter lim="800000"/>
            </a:ln>
            <a:effectLst>
              <a:outerShdw dist="137372" dir="2021404" algn="ctr" rotWithShape="0">
                <a:srgbClr val="B9B9B9"/>
              </a:outerShdw>
            </a:effectLst>
          </p:spPr>
          <p:txBody>
            <a:bodyPr wrap="none" anchor="ctr"/>
            <a:lstStyle/>
            <a:p>
              <a:endParaRPr lang="zh-CN" altLang="en-US"/>
            </a:p>
          </p:txBody>
        </p:sp>
        <p:sp>
          <p:nvSpPr>
            <p:cNvPr id="7" name="Rectangle 51"/>
            <p:cNvSpPr>
              <a:spLocks noChangeArrowheads="1"/>
            </p:cNvSpPr>
            <p:nvPr/>
          </p:nvSpPr>
          <p:spPr bwMode="auto">
            <a:xfrm rot="-63299">
              <a:off x="509" y="73"/>
              <a:ext cx="1056" cy="634"/>
            </a:xfrm>
            <a:prstGeom prst="rect">
              <a:avLst/>
            </a:prstGeom>
            <a:noFill/>
            <a:ln w="9525">
              <a:noFill/>
              <a:miter lim="800000"/>
            </a:ln>
            <a:effectLst>
              <a:outerShdw dist="35921" dir="2700000" algn="ctr" rotWithShape="0">
                <a:schemeClr val="bg1"/>
              </a:outerShdw>
            </a:effectLst>
          </p:spPr>
          <p:txBody>
            <a:bodyPr>
              <a:spAutoFit/>
            </a:bodyPr>
            <a:lstStyle/>
            <a:p>
              <a:r>
                <a:rPr kumimoji="1" lang="zh-CN" altLang="en-US" sz="6000" dirty="0">
                  <a:solidFill>
                    <a:srgbClr val="FF3300"/>
                  </a:solidFill>
                  <a:latin typeface="方正舒体" pitchFamily="2" charset="-122"/>
                  <a:ea typeface="华文新魏" pitchFamily="2" charset="-122"/>
                </a:rPr>
                <a:t>思考</a:t>
              </a:r>
              <a:endParaRPr kumimoji="1" lang="zh-CN" altLang="en-US" sz="6000" dirty="0">
                <a:solidFill>
                  <a:srgbClr val="FF3300"/>
                </a:solidFill>
                <a:latin typeface="黑体" panose="02010609060101010101" pitchFamily="2" charset="-122"/>
                <a:ea typeface="华文新魏" pitchFamily="2" charset="-122"/>
              </a:endParaRPr>
            </a:p>
          </p:txBody>
        </p:sp>
      </p:grpSp>
      <p:sp>
        <p:nvSpPr>
          <p:cNvPr id="8" name="Cloud"/>
          <p:cNvSpPr>
            <a:spLocks noChangeAspect="1" noEditPoints="1" noChangeArrowheads="1"/>
          </p:cNvSpPr>
          <p:nvPr/>
        </p:nvSpPr>
        <p:spPr bwMode="auto">
          <a:xfrm>
            <a:off x="2201268" y="4369101"/>
            <a:ext cx="4536504" cy="1728192"/>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A7EEFF"/>
          </a:solidFill>
          <a:ln w="28575">
            <a:solidFill>
              <a:srgbClr val="969696"/>
            </a:solidFill>
            <a:miter lim="800000"/>
          </a:ln>
          <a:effectLst>
            <a:outerShdw dist="170388" dir="1593903" algn="ctr" rotWithShape="0">
              <a:srgbClr val="C3C3C3"/>
            </a:outerShdw>
          </a:effectLst>
        </p:spPr>
        <p:txBody>
          <a:bodyPr/>
          <a:lstStyle/>
          <a:p>
            <a:pPr algn="ctr" eaLnBrk="0" fontAlgn="t" hangingPunct="0">
              <a:lnSpc>
                <a:spcPct val="95000"/>
              </a:lnSpc>
              <a:spcBef>
                <a:spcPct val="0"/>
              </a:spcBef>
              <a:spcAft>
                <a:spcPct val="0"/>
              </a:spcAft>
            </a:pPr>
            <a:r>
              <a:rPr lang="zh-CN" altLang="en-US" sz="2400" dirty="0">
                <a:solidFill>
                  <a:srgbClr val="7030A0"/>
                </a:solidFill>
                <a:latin typeface="黑体" panose="02010609060101010101" pitchFamily="2" charset="-122"/>
                <a:ea typeface="黑体" panose="02010609060101010101" pitchFamily="2" charset="-122"/>
              </a:rPr>
              <a:t>还有更好的单词表的构造及查询方法吗？</a:t>
            </a:r>
            <a:endParaRPr lang="en-US" altLang="zh-CN" sz="2400" dirty="0">
              <a:solidFill>
                <a:srgbClr val="7030A0"/>
              </a:solidFill>
              <a:latin typeface="黑体" panose="02010609060101010101" pitchFamily="2" charset="-122"/>
              <a:ea typeface="黑体" panose="0201060906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blinds(horizontal)">
                                      <p:cBhvr>
                                        <p:cTn id="10" dur="500"/>
                                        <p:tgtEl>
                                          <p:spTgt spid="3">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blinds(horizontal)">
                                      <p:cBhvr>
                                        <p:cTn id="13" dur="500"/>
                                        <p:tgtEl>
                                          <p:spTgt spid="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blinds(horizontal)">
                                      <p:cBhvr>
                                        <p:cTn id="18" dur="500"/>
                                        <p:tgtEl>
                                          <p:spTgt spid="3">
                                            <p:txEl>
                                              <p:pRg st="4" end="4"/>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blinds(horizontal)">
                                      <p:cBhvr>
                                        <p:cTn id="21" dur="500"/>
                                        <p:tgtEl>
                                          <p:spTgt spid="3">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blinds(horizontal)">
                                      <p:cBhvr>
                                        <p:cTn id="2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页脚占位符 1"/>
          <p:cNvSpPr>
            <a:spLocks noGrp="1"/>
          </p:cNvSpPr>
          <p:nvPr>
            <p:ph type="ftr" sz="quarter" idx="11"/>
          </p:nvPr>
        </p:nvSpPr>
        <p:spPr>
          <a:noFill/>
        </p:spPr>
        <p:txBody>
          <a:bodyPr/>
          <a:lstStyle/>
          <a:p>
            <a:r>
              <a:rPr lang="en-US" altLang="zh-CN"/>
              <a:t>第三讲：程序设计方法-问题分析</a:t>
            </a:r>
            <a:endParaRPr lang="en-US" altLang="zh-CN"/>
          </a:p>
        </p:txBody>
      </p:sp>
      <p:sp>
        <p:nvSpPr>
          <p:cNvPr id="122883" name="灯片编号占位符 2"/>
          <p:cNvSpPr>
            <a:spLocks noGrp="1"/>
          </p:cNvSpPr>
          <p:nvPr>
            <p:ph type="sldNum" sz="quarter" idx="12"/>
          </p:nvPr>
        </p:nvSpPr>
        <p:spPr>
          <a:noFill/>
        </p:spPr>
        <p:txBody>
          <a:bodyPr/>
          <a:lstStyle/>
          <a:p>
            <a:fld id="{CCBDF6D5-845E-45CE-A72A-EDAF3AFD6FFD}" type="slidenum">
              <a:rPr lang="en-US" altLang="zh-CN" smtClean="0"/>
            </a:fld>
            <a:endParaRPr lang="en-US" altLang="zh-CN"/>
          </a:p>
        </p:txBody>
      </p:sp>
      <p:sp>
        <p:nvSpPr>
          <p:cNvPr id="122884" name="标题 1"/>
          <p:cNvSpPr>
            <a:spLocks noGrp="1"/>
          </p:cNvSpPr>
          <p:nvPr>
            <p:ph type="title" idx="4294967295"/>
          </p:nvPr>
        </p:nvSpPr>
        <p:spPr>
          <a:xfrm>
            <a:off x="1271588" y="153988"/>
            <a:ext cx="10920412" cy="841375"/>
          </a:xfrm>
        </p:spPr>
        <p:txBody>
          <a:bodyPr/>
          <a:lstStyle/>
          <a:p>
            <a:r>
              <a:rPr lang="zh-CN" altLang="en-US" dirty="0">
                <a:ea typeface="宋体" pitchFamily="2" charset="-122"/>
              </a:rPr>
              <a:t>问题</a:t>
            </a:r>
            <a:r>
              <a:rPr lang="en-US" altLang="zh-CN" dirty="0">
                <a:ea typeface="宋体" pitchFamily="2" charset="-122"/>
              </a:rPr>
              <a:t>2.2</a:t>
            </a:r>
            <a:r>
              <a:rPr lang="zh-CN" altLang="en-US" dirty="0">
                <a:ea typeface="宋体" pitchFamily="2" charset="-122"/>
              </a:rPr>
              <a:t>：多项式相加（链表实现）</a:t>
            </a:r>
            <a:r>
              <a:rPr lang="en-US" altLang="zh-CN" dirty="0">
                <a:ea typeface="宋体" pitchFamily="2" charset="-122"/>
              </a:rPr>
              <a:t>*</a:t>
            </a:r>
            <a:endParaRPr lang="zh-CN" altLang="en-US" dirty="0">
              <a:ea typeface="宋体" pitchFamily="2" charset="-122"/>
            </a:endParaRPr>
          </a:p>
        </p:txBody>
      </p:sp>
      <p:sp>
        <p:nvSpPr>
          <p:cNvPr id="122885" name="矩形 4"/>
          <p:cNvSpPr>
            <a:spLocks noChangeArrowheads="1"/>
          </p:cNvSpPr>
          <p:nvPr/>
        </p:nvSpPr>
        <p:spPr bwMode="auto">
          <a:xfrm>
            <a:off x="1219635" y="1196752"/>
            <a:ext cx="7386638" cy="4800600"/>
          </a:xfrm>
          <a:prstGeom prst="rect">
            <a:avLst/>
          </a:prstGeom>
          <a:noFill/>
          <a:ln w="9525">
            <a:noFill/>
            <a:miter lim="800000"/>
          </a:ln>
        </p:spPr>
        <p:txBody>
          <a:bodyPr>
            <a:spAutoFit/>
          </a:bodyPr>
          <a:lstStyle/>
          <a:p>
            <a:r>
              <a:rPr lang="en-US" altLang="zh-CN" sz="1600"/>
              <a:t>【</a:t>
            </a:r>
            <a:r>
              <a:rPr lang="zh-CN" altLang="en-US" sz="1600"/>
              <a:t>问题描述</a:t>
            </a:r>
            <a:r>
              <a:rPr lang="en-US" altLang="zh-CN" sz="1600"/>
              <a:t>】</a:t>
            </a:r>
            <a:r>
              <a:rPr lang="zh-CN" altLang="en-US" sz="1600"/>
              <a:t>编写一个程序实现</a:t>
            </a:r>
            <a:r>
              <a:rPr lang="zh-CN" altLang="en-US">
                <a:solidFill>
                  <a:srgbClr val="0033CC"/>
                </a:solidFill>
              </a:rPr>
              <a:t>任意（最高指数为任意正整数）</a:t>
            </a:r>
            <a:r>
              <a:rPr lang="zh-CN" altLang="en-US" sz="1600"/>
              <a:t>两个一元多项式相加。</a:t>
            </a:r>
            <a:endParaRPr lang="zh-CN" altLang="en-US" sz="1600"/>
          </a:p>
          <a:p>
            <a:r>
              <a:rPr lang="en-US" altLang="zh-CN" sz="1600"/>
              <a:t>【</a:t>
            </a:r>
            <a:r>
              <a:rPr lang="zh-CN" altLang="en-US" sz="1600"/>
              <a:t>输入形式</a:t>
            </a:r>
            <a:r>
              <a:rPr lang="en-US" altLang="zh-CN" sz="1600"/>
              <a:t>】</a:t>
            </a:r>
            <a:r>
              <a:rPr lang="zh-CN" altLang="en-US" sz="1600"/>
              <a:t>从标准输入中读入两行以空格分隔的整数，每一行代表一个多项式，且该多项式中各项的系数均为</a:t>
            </a:r>
            <a:r>
              <a:rPr lang="en-US" altLang="zh-CN" sz="1600"/>
              <a:t>0</a:t>
            </a:r>
            <a:r>
              <a:rPr lang="zh-CN" altLang="en-US" sz="1600"/>
              <a:t>或正整数。对于多项式 </a:t>
            </a:r>
            <a:r>
              <a:rPr lang="en-US" altLang="zh-CN" sz="1600"/>
              <a:t>a</a:t>
            </a:r>
            <a:r>
              <a:rPr lang="en-US" altLang="zh-CN" sz="1600" baseline="30000"/>
              <a:t>n</a:t>
            </a:r>
            <a:r>
              <a:rPr lang="en-US" altLang="zh-CN" sz="1600"/>
              <a:t>x</a:t>
            </a:r>
            <a:r>
              <a:rPr lang="en-US" altLang="zh-CN" sz="1600" baseline="30000"/>
              <a:t>n</a:t>
            </a:r>
            <a:r>
              <a:rPr lang="en-US" altLang="zh-CN" sz="1600"/>
              <a:t> +  a</a:t>
            </a:r>
            <a:r>
              <a:rPr lang="en-US" altLang="zh-CN" sz="1600" baseline="30000"/>
              <a:t>n-1</a:t>
            </a:r>
            <a:r>
              <a:rPr lang="en-US" altLang="zh-CN" sz="1600"/>
              <a:t>x</a:t>
            </a:r>
            <a:r>
              <a:rPr lang="en-US" altLang="zh-CN" sz="1600" baseline="30000"/>
              <a:t>n-1</a:t>
            </a:r>
            <a:r>
              <a:rPr lang="en-US" altLang="zh-CN" sz="1600"/>
              <a:t>+ … + a</a:t>
            </a:r>
            <a:r>
              <a:rPr lang="en-US" altLang="zh-CN" sz="1600" baseline="30000"/>
              <a:t>1</a:t>
            </a:r>
            <a:r>
              <a:rPr lang="en-US" altLang="zh-CN" sz="1600"/>
              <a:t>x</a:t>
            </a:r>
            <a:r>
              <a:rPr lang="en-US" altLang="zh-CN" sz="1600" baseline="30000"/>
              <a:t>1</a:t>
            </a:r>
            <a:r>
              <a:rPr lang="en-US" altLang="zh-CN" sz="1600"/>
              <a:t> + a</a:t>
            </a:r>
            <a:r>
              <a:rPr lang="en-US" altLang="zh-CN" sz="1600" baseline="30000"/>
              <a:t>0</a:t>
            </a:r>
            <a:r>
              <a:rPr lang="en-US" altLang="zh-CN" sz="1600"/>
              <a:t>x</a:t>
            </a:r>
            <a:r>
              <a:rPr lang="en-US" altLang="zh-CN" sz="1600" baseline="30000"/>
              <a:t>0</a:t>
            </a:r>
            <a:r>
              <a:rPr lang="en-US" altLang="zh-CN" sz="1600"/>
              <a:t>  </a:t>
            </a:r>
            <a:r>
              <a:rPr lang="zh-CN" altLang="en-US" sz="1600"/>
              <a:t>的输入方法如下： </a:t>
            </a:r>
            <a:r>
              <a:rPr lang="en-US" altLang="zh-CN" sz="1600"/>
              <a:t>a</a:t>
            </a:r>
            <a:r>
              <a:rPr lang="en-US" altLang="zh-CN" sz="1600" baseline="30000"/>
              <a:t>n</a:t>
            </a:r>
            <a:r>
              <a:rPr lang="en-US" altLang="zh-CN" sz="1600"/>
              <a:t>  n  a</a:t>
            </a:r>
            <a:r>
              <a:rPr lang="en-US" altLang="zh-CN" sz="1600" baseline="30000"/>
              <a:t>n-1</a:t>
            </a:r>
            <a:r>
              <a:rPr lang="en-US" altLang="zh-CN" sz="1600"/>
              <a:t>  n-1 …  a</a:t>
            </a:r>
            <a:r>
              <a:rPr lang="en-US" altLang="zh-CN" sz="1600" baseline="30000"/>
              <a:t>1</a:t>
            </a:r>
            <a:r>
              <a:rPr lang="en-US" altLang="zh-CN" sz="1600"/>
              <a:t>  1  a</a:t>
            </a:r>
            <a:r>
              <a:rPr lang="en-US" altLang="zh-CN" sz="1600" baseline="30000"/>
              <a:t>0</a:t>
            </a:r>
            <a:r>
              <a:rPr lang="en-US" altLang="zh-CN" sz="1600"/>
              <a:t>  0 </a:t>
            </a:r>
            <a:endParaRPr lang="en-US" altLang="zh-CN" sz="1600"/>
          </a:p>
          <a:p>
            <a:r>
              <a:rPr lang="zh-CN" altLang="en-US" sz="1600"/>
              <a:t>即相邻两个整数分别表示表达式中一项的系数和指数。在输入中只出现系数不为</a:t>
            </a:r>
            <a:r>
              <a:rPr lang="en-US" altLang="zh-CN" sz="1600"/>
              <a:t>0</a:t>
            </a:r>
            <a:r>
              <a:rPr lang="zh-CN" altLang="en-US" sz="1600"/>
              <a:t>的项。</a:t>
            </a:r>
            <a:endParaRPr lang="zh-CN" altLang="en-US" sz="1600"/>
          </a:p>
          <a:p>
            <a:r>
              <a:rPr lang="en-US" altLang="zh-CN" sz="1600"/>
              <a:t>【</a:t>
            </a:r>
            <a:r>
              <a:rPr lang="zh-CN" altLang="en-US" sz="1600"/>
              <a:t>输出形式</a:t>
            </a:r>
            <a:r>
              <a:rPr lang="en-US" altLang="zh-CN" sz="1600"/>
              <a:t>】</a:t>
            </a:r>
            <a:r>
              <a:rPr lang="zh-CN" altLang="en-US" sz="1600"/>
              <a:t>将运算结果输出到屏幕。将系数不为</a:t>
            </a:r>
            <a:r>
              <a:rPr lang="en-US" altLang="zh-CN" sz="1600"/>
              <a:t>0</a:t>
            </a:r>
            <a:r>
              <a:rPr lang="zh-CN" altLang="en-US" sz="1600"/>
              <a:t>的项按指数从高到低的顺序输出，每次输出其系数和指数，均以一个空格分隔。最后要求换行。</a:t>
            </a:r>
            <a:endParaRPr lang="zh-CN" altLang="en-US" sz="1600"/>
          </a:p>
          <a:p>
            <a:r>
              <a:rPr lang="en-US" altLang="zh-CN" sz="1600"/>
              <a:t>【</a:t>
            </a:r>
            <a:r>
              <a:rPr lang="zh-CN" altLang="en-US" sz="1600"/>
              <a:t>样例输入</a:t>
            </a:r>
            <a:r>
              <a:rPr lang="en-US" altLang="zh-CN" sz="1600"/>
              <a:t>】</a:t>
            </a:r>
            <a:endParaRPr lang="en-US" altLang="zh-CN" sz="1600"/>
          </a:p>
          <a:p>
            <a:r>
              <a:rPr lang="en-US" altLang="zh-CN" sz="1600"/>
              <a:t>54  8  2  6  7  3  25  1  78  0 </a:t>
            </a:r>
            <a:endParaRPr lang="en-US" altLang="zh-CN" sz="1600"/>
          </a:p>
          <a:p>
            <a:r>
              <a:rPr lang="en-US" altLang="zh-CN" sz="1600"/>
              <a:t>43  7  4  2  8  1   </a:t>
            </a:r>
            <a:endParaRPr lang="en-US" altLang="zh-CN" sz="1600"/>
          </a:p>
          <a:p>
            <a:r>
              <a:rPr lang="en-US" altLang="zh-CN" sz="1600"/>
              <a:t>【</a:t>
            </a:r>
            <a:r>
              <a:rPr lang="zh-CN" altLang="en-US" sz="1600"/>
              <a:t>样例输出</a:t>
            </a:r>
            <a:r>
              <a:rPr lang="en-US" altLang="zh-CN" sz="1600"/>
              <a:t>】</a:t>
            </a:r>
            <a:endParaRPr lang="en-US" altLang="zh-CN" sz="1600"/>
          </a:p>
          <a:p>
            <a:r>
              <a:rPr lang="en-US" altLang="zh-CN" sz="1600"/>
              <a:t>54  8  43  7  2  6  7  3  4  2  33  1  78  0</a:t>
            </a:r>
            <a:endParaRPr lang="en-US" altLang="zh-CN" sz="1600"/>
          </a:p>
          <a:p>
            <a:r>
              <a:rPr lang="en-US" altLang="zh-CN" sz="1600"/>
              <a:t>【</a:t>
            </a:r>
            <a:r>
              <a:rPr lang="zh-CN" altLang="en-US" sz="1600"/>
              <a:t>样例说明</a:t>
            </a:r>
            <a:r>
              <a:rPr lang="en-US" altLang="zh-CN" sz="1600"/>
              <a:t>】</a:t>
            </a:r>
            <a:r>
              <a:rPr lang="zh-CN" altLang="en-US" sz="1600"/>
              <a:t>输入的两行分别代表如下表达式： </a:t>
            </a:r>
            <a:endParaRPr lang="zh-CN" altLang="en-US" sz="1600"/>
          </a:p>
          <a:p>
            <a:r>
              <a:rPr lang="en-US" altLang="zh-CN" sz="1600"/>
              <a:t>54x</a:t>
            </a:r>
            <a:r>
              <a:rPr lang="en-US" altLang="zh-CN" sz="1600" baseline="30000"/>
              <a:t>8</a:t>
            </a:r>
            <a:r>
              <a:rPr lang="en-US" altLang="zh-CN" sz="1600"/>
              <a:t> + 2x</a:t>
            </a:r>
            <a:r>
              <a:rPr lang="en-US" altLang="zh-CN" sz="1600" baseline="30000"/>
              <a:t>6</a:t>
            </a:r>
            <a:r>
              <a:rPr lang="en-US" altLang="zh-CN" sz="1600"/>
              <a:t> + 7x</a:t>
            </a:r>
            <a:r>
              <a:rPr lang="en-US" altLang="zh-CN" sz="1600" baseline="30000"/>
              <a:t>3</a:t>
            </a:r>
            <a:r>
              <a:rPr lang="en-US" altLang="zh-CN" sz="1600"/>
              <a:t> + 25x + 78 </a:t>
            </a:r>
            <a:endParaRPr lang="en-US" altLang="zh-CN" sz="1600"/>
          </a:p>
          <a:p>
            <a:r>
              <a:rPr lang="en-US" altLang="zh-CN" sz="1600"/>
              <a:t>43x</a:t>
            </a:r>
            <a:r>
              <a:rPr lang="en-US" altLang="zh-CN" sz="1600" baseline="30000"/>
              <a:t>7</a:t>
            </a:r>
            <a:r>
              <a:rPr lang="en-US" altLang="zh-CN" sz="1600"/>
              <a:t> + 4x</a:t>
            </a:r>
            <a:r>
              <a:rPr lang="en-US" altLang="zh-CN" sz="1600" baseline="30000"/>
              <a:t>2</a:t>
            </a:r>
            <a:r>
              <a:rPr lang="en-US" altLang="zh-CN" sz="1600"/>
              <a:t> + 8x </a:t>
            </a:r>
            <a:endParaRPr lang="en-US" altLang="zh-CN" sz="1600"/>
          </a:p>
          <a:p>
            <a:r>
              <a:rPr lang="zh-CN" altLang="en-US" sz="1600"/>
              <a:t>其和为 </a:t>
            </a:r>
            <a:endParaRPr lang="zh-CN" altLang="en-US" sz="1600"/>
          </a:p>
          <a:p>
            <a:r>
              <a:rPr lang="en-US" altLang="zh-CN" sz="1600"/>
              <a:t>54x</a:t>
            </a:r>
            <a:r>
              <a:rPr lang="en-US" altLang="zh-CN" sz="1600" baseline="30000"/>
              <a:t>8</a:t>
            </a:r>
            <a:r>
              <a:rPr lang="en-US" altLang="zh-CN" sz="1600"/>
              <a:t> + 43x</a:t>
            </a:r>
            <a:r>
              <a:rPr lang="en-US" altLang="zh-CN" sz="1600" baseline="30000"/>
              <a:t>7</a:t>
            </a:r>
            <a:r>
              <a:rPr lang="en-US" altLang="zh-CN" sz="1600"/>
              <a:t> + 2x</a:t>
            </a:r>
            <a:r>
              <a:rPr lang="en-US" altLang="zh-CN" sz="1600" baseline="30000"/>
              <a:t>6</a:t>
            </a:r>
            <a:r>
              <a:rPr lang="en-US" altLang="zh-CN" sz="1600"/>
              <a:t> + 7x</a:t>
            </a:r>
            <a:r>
              <a:rPr lang="en-US" altLang="zh-CN" sz="1600" baseline="30000"/>
              <a:t>3</a:t>
            </a:r>
            <a:r>
              <a:rPr lang="en-US" altLang="zh-CN" sz="1600"/>
              <a:t> + 4x</a:t>
            </a:r>
            <a:r>
              <a:rPr lang="en-US" altLang="zh-CN" sz="1600" baseline="30000"/>
              <a:t>2</a:t>
            </a:r>
            <a:r>
              <a:rPr lang="en-US" altLang="zh-CN" sz="1600"/>
              <a:t> + 33x + 78</a:t>
            </a:r>
            <a:endParaRPr lang="en-US" altLang="zh-CN" sz="1600"/>
          </a:p>
        </p:txBody>
      </p:sp>
    </p:spTree>
  </p:cSld>
  <p:clrMapOvr>
    <a:masterClrMapping/>
  </p:clrMapOvr>
  <p:transition>
    <p:fade/>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ea typeface="宋体" pitchFamily="2" charset="-122"/>
              </a:rPr>
              <a:t>问题</a:t>
            </a:r>
            <a:r>
              <a:rPr lang="en-US" altLang="zh-CN" dirty="0">
                <a:ea typeface="宋体" pitchFamily="2" charset="-122"/>
              </a:rPr>
              <a:t>2.2</a:t>
            </a:r>
            <a:r>
              <a:rPr lang="zh-CN" altLang="en-US" dirty="0">
                <a:ea typeface="宋体" pitchFamily="2" charset="-122"/>
              </a:rPr>
              <a:t>：算法设计</a:t>
            </a:r>
            <a:r>
              <a:rPr lang="en-US" altLang="zh-CN" dirty="0">
                <a:ea typeface="宋体" pitchFamily="2" charset="-122"/>
              </a:rPr>
              <a:t>*</a:t>
            </a:r>
            <a:endParaRPr lang="zh-CN" altLang="en-US" dirty="0"/>
          </a:p>
        </p:txBody>
      </p:sp>
      <p:sp>
        <p:nvSpPr>
          <p:cNvPr id="3" name="内容占位符 2"/>
          <p:cNvSpPr>
            <a:spLocks noGrp="1"/>
          </p:cNvSpPr>
          <p:nvPr>
            <p:ph idx="1"/>
          </p:nvPr>
        </p:nvSpPr>
        <p:spPr>
          <a:xfrm>
            <a:off x="983433" y="1190664"/>
            <a:ext cx="7848872" cy="864095"/>
          </a:xfrm>
        </p:spPr>
        <p:txBody>
          <a:bodyPr/>
          <a:lstStyle/>
          <a:p>
            <a:r>
              <a:rPr lang="zh-CN" altLang="en-US" sz="2000" b="0" dirty="0">
                <a:latin typeface="楷体" panose="02010609060101010101" pitchFamily="49" charset="-122"/>
                <a:ea typeface="楷体" panose="02010609060101010101" pitchFamily="49" charset="-122"/>
              </a:rPr>
              <a:t>首先读入第一个多项式，并将其生成一个链表；</a:t>
            </a:r>
            <a:endParaRPr lang="en-US" altLang="zh-CN" sz="2000" b="0" dirty="0">
              <a:latin typeface="楷体" panose="02010609060101010101" pitchFamily="49" charset="-122"/>
              <a:ea typeface="楷体" panose="02010609060101010101" pitchFamily="49" charset="-122"/>
            </a:endParaRPr>
          </a:p>
          <a:p>
            <a:r>
              <a:rPr lang="zh-CN" altLang="en-US" sz="2000" b="0" dirty="0">
                <a:latin typeface="楷体" panose="02010609060101010101" pitchFamily="49" charset="-122"/>
                <a:ea typeface="楷体" panose="02010609060101010101" pitchFamily="49" charset="-122"/>
              </a:rPr>
              <a:t>然后依次将第二个多项式每一项插入（或合并）第一个多项式中</a:t>
            </a:r>
            <a:endParaRPr lang="zh-CN" altLang="en-US" sz="2000" b="0" dirty="0">
              <a:latin typeface="楷体" panose="02010609060101010101" pitchFamily="49" charset="-122"/>
              <a:ea typeface="楷体" panose="02010609060101010101" pitchFamily="49" charset="-122"/>
            </a:endParaRPr>
          </a:p>
        </p:txBody>
      </p:sp>
      <p:sp>
        <p:nvSpPr>
          <p:cNvPr id="4" name="页脚占位符 3"/>
          <p:cNvSpPr>
            <a:spLocks noGrp="1"/>
          </p:cNvSpPr>
          <p:nvPr>
            <p:ph type="ftr" sz="quarter" idx="11"/>
          </p:nvPr>
        </p:nvSpPr>
        <p:spPr>
          <a:xfrm>
            <a:off x="4583832" y="6381750"/>
            <a:ext cx="2895600" cy="476250"/>
          </a:xfrm>
        </p:spPr>
        <p:txBody>
          <a:bodyPr/>
          <a:lstStyle/>
          <a:p>
            <a:pPr>
              <a:defRPr/>
            </a:pPr>
            <a:r>
              <a:rPr lang="en-US" altLang="zh-CN" dirty="0" err="1"/>
              <a:t>构造类型</a:t>
            </a:r>
            <a:r>
              <a:rPr lang="en-US" altLang="zh-CN" dirty="0"/>
              <a:t> – </a:t>
            </a:r>
            <a:r>
              <a:rPr lang="en-US" altLang="zh-CN" dirty="0" err="1"/>
              <a:t>数组和指针</a:t>
            </a:r>
            <a:endParaRPr lang="en-US" altLang="zh-CN" dirty="0"/>
          </a:p>
        </p:txBody>
      </p:sp>
      <p:sp>
        <p:nvSpPr>
          <p:cNvPr id="5" name="灯片编号占位符 4"/>
          <p:cNvSpPr>
            <a:spLocks noGrp="1"/>
          </p:cNvSpPr>
          <p:nvPr>
            <p:ph type="sldNum" sz="quarter" idx="12"/>
          </p:nvPr>
        </p:nvSpPr>
        <p:spPr>
          <a:xfrm>
            <a:off x="8040216" y="6619875"/>
            <a:ext cx="2133600" cy="476250"/>
          </a:xfrm>
        </p:spPr>
        <p:txBody>
          <a:bodyPr/>
          <a:lstStyle/>
          <a:p>
            <a:pPr>
              <a:defRPr/>
            </a:pPr>
            <a:fld id="{CB7AD273-DB7E-40AE-9A92-188A2F35C0FE}" type="slidenum">
              <a:rPr lang="en-US" altLang="zh-CN" smtClean="0"/>
            </a:fld>
            <a:endParaRPr lang="en-US" altLang="zh-CN"/>
          </a:p>
        </p:txBody>
      </p:sp>
      <p:grpSp>
        <p:nvGrpSpPr>
          <p:cNvPr id="6" name="组合 94"/>
          <p:cNvGrpSpPr/>
          <p:nvPr/>
        </p:nvGrpSpPr>
        <p:grpSpPr>
          <a:xfrm>
            <a:off x="2279578" y="2204863"/>
            <a:ext cx="8388423" cy="1352435"/>
            <a:chOff x="755577" y="2204863"/>
            <a:chExt cx="8388423" cy="1829766"/>
          </a:xfrm>
        </p:grpSpPr>
        <p:sp>
          <p:nvSpPr>
            <p:cNvPr id="25" name="矩形 24"/>
            <p:cNvSpPr/>
            <p:nvPr/>
          </p:nvSpPr>
          <p:spPr bwMode="auto">
            <a:xfrm>
              <a:off x="755577" y="2204863"/>
              <a:ext cx="904811" cy="1791873"/>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eaLnBrk="0" fontAlgn="base" hangingPunct="0">
                <a:spcBef>
                  <a:spcPct val="0"/>
                </a:spcBef>
                <a:spcAft>
                  <a:spcPct val="0"/>
                </a:spcAft>
              </a:pPr>
              <a:endParaRPr lang="zh-CN" altLang="en-US" sz="2000" b="1">
                <a:latin typeface="Arial" panose="020B0604020202090204" pitchFamily="34" charset="0"/>
                <a:ea typeface="宋体" pitchFamily="2" charset="-122"/>
              </a:endParaRPr>
            </a:p>
          </p:txBody>
        </p:sp>
        <p:cxnSp>
          <p:nvCxnSpPr>
            <p:cNvPr id="27" name="直接连接符 26"/>
            <p:cNvCxnSpPr/>
            <p:nvPr/>
          </p:nvCxnSpPr>
          <p:spPr bwMode="auto">
            <a:xfrm>
              <a:off x="755577" y="2636912"/>
              <a:ext cx="936104" cy="0"/>
            </a:xfrm>
            <a:prstGeom prst="line">
              <a:avLst/>
            </a:prstGeom>
            <a:noFill/>
            <a:ln w="9525" cap="flat" cmpd="sng" algn="ctr">
              <a:solidFill>
                <a:schemeClr val="tx1"/>
              </a:solidFill>
              <a:prstDash val="solid"/>
              <a:round/>
              <a:headEnd type="none" w="med" len="med"/>
              <a:tailEnd type="none" w="med" len="med"/>
            </a:ln>
            <a:effectLst/>
          </p:spPr>
        </p:cxnSp>
        <p:cxnSp>
          <p:nvCxnSpPr>
            <p:cNvPr id="28" name="直接连接符 27"/>
            <p:cNvCxnSpPr/>
            <p:nvPr/>
          </p:nvCxnSpPr>
          <p:spPr bwMode="auto">
            <a:xfrm>
              <a:off x="755577" y="3212976"/>
              <a:ext cx="936104" cy="0"/>
            </a:xfrm>
            <a:prstGeom prst="line">
              <a:avLst/>
            </a:prstGeom>
            <a:noFill/>
            <a:ln w="9525" cap="flat" cmpd="sng" algn="ctr">
              <a:solidFill>
                <a:schemeClr val="tx1"/>
              </a:solidFill>
              <a:prstDash val="solid"/>
              <a:round/>
              <a:headEnd type="none" w="med" len="med"/>
              <a:tailEnd type="none" w="med" len="med"/>
            </a:ln>
            <a:effectLst/>
          </p:spPr>
        </p:cxnSp>
        <p:sp>
          <p:nvSpPr>
            <p:cNvPr id="29" name="TextBox 28"/>
            <p:cNvSpPr txBox="1"/>
            <p:nvPr/>
          </p:nvSpPr>
          <p:spPr>
            <a:xfrm>
              <a:off x="899594" y="2276872"/>
              <a:ext cx="432047" cy="458044"/>
            </a:xfrm>
            <a:prstGeom prst="rect">
              <a:avLst/>
            </a:prstGeom>
            <a:noFill/>
          </p:spPr>
          <p:txBody>
            <a:bodyPr wrap="square" rtlCol="0">
              <a:spAutoFit/>
            </a:bodyPr>
            <a:lstStyle/>
            <a:p>
              <a:r>
                <a:rPr lang="en-US" altLang="zh-CN" sz="1600" dirty="0"/>
                <a:t>54</a:t>
              </a:r>
              <a:endParaRPr lang="zh-CN" altLang="en-US" sz="1600" dirty="0"/>
            </a:p>
          </p:txBody>
        </p:sp>
        <p:sp>
          <p:nvSpPr>
            <p:cNvPr id="30" name="TextBox 29"/>
            <p:cNvSpPr txBox="1"/>
            <p:nvPr/>
          </p:nvSpPr>
          <p:spPr>
            <a:xfrm>
              <a:off x="971601" y="2780927"/>
              <a:ext cx="432047" cy="458044"/>
            </a:xfrm>
            <a:prstGeom prst="rect">
              <a:avLst/>
            </a:prstGeom>
            <a:noFill/>
          </p:spPr>
          <p:txBody>
            <a:bodyPr wrap="square" rtlCol="0">
              <a:spAutoFit/>
            </a:bodyPr>
            <a:lstStyle/>
            <a:p>
              <a:r>
                <a:rPr lang="en-US" altLang="zh-CN" sz="1600" dirty="0"/>
                <a:t>8</a:t>
              </a:r>
              <a:endParaRPr lang="zh-CN" altLang="en-US" sz="1600" dirty="0"/>
            </a:p>
          </p:txBody>
        </p:sp>
        <p:sp>
          <p:nvSpPr>
            <p:cNvPr id="31" name="矩形 30"/>
            <p:cNvSpPr/>
            <p:nvPr/>
          </p:nvSpPr>
          <p:spPr bwMode="auto">
            <a:xfrm>
              <a:off x="2267745" y="2204863"/>
              <a:ext cx="967397" cy="1829766"/>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eaLnBrk="0" fontAlgn="base" hangingPunct="0">
                <a:spcBef>
                  <a:spcPct val="0"/>
                </a:spcBef>
                <a:spcAft>
                  <a:spcPct val="0"/>
                </a:spcAft>
              </a:pPr>
              <a:endParaRPr lang="zh-CN" altLang="en-US" sz="2000" b="1">
                <a:latin typeface="Arial" panose="020B0604020202090204" pitchFamily="34" charset="0"/>
                <a:ea typeface="宋体" pitchFamily="2" charset="-122"/>
              </a:endParaRPr>
            </a:p>
          </p:txBody>
        </p:sp>
        <p:cxnSp>
          <p:nvCxnSpPr>
            <p:cNvPr id="32" name="直接连接符 31"/>
            <p:cNvCxnSpPr/>
            <p:nvPr/>
          </p:nvCxnSpPr>
          <p:spPr bwMode="auto">
            <a:xfrm>
              <a:off x="2267745" y="2636912"/>
              <a:ext cx="936104" cy="0"/>
            </a:xfrm>
            <a:prstGeom prst="line">
              <a:avLst/>
            </a:prstGeom>
            <a:noFill/>
            <a:ln w="9525" cap="flat" cmpd="sng" algn="ctr">
              <a:solidFill>
                <a:schemeClr val="tx1"/>
              </a:solidFill>
              <a:prstDash val="solid"/>
              <a:round/>
              <a:headEnd type="none" w="med" len="med"/>
              <a:tailEnd type="none" w="med" len="med"/>
            </a:ln>
            <a:effectLst/>
          </p:spPr>
        </p:cxnSp>
        <p:cxnSp>
          <p:nvCxnSpPr>
            <p:cNvPr id="33" name="直接连接符 32"/>
            <p:cNvCxnSpPr/>
            <p:nvPr/>
          </p:nvCxnSpPr>
          <p:spPr bwMode="auto">
            <a:xfrm>
              <a:off x="2267745" y="3212976"/>
              <a:ext cx="936104" cy="0"/>
            </a:xfrm>
            <a:prstGeom prst="line">
              <a:avLst/>
            </a:prstGeom>
            <a:noFill/>
            <a:ln w="9525" cap="flat" cmpd="sng" algn="ctr">
              <a:solidFill>
                <a:schemeClr val="tx1"/>
              </a:solidFill>
              <a:prstDash val="solid"/>
              <a:round/>
              <a:headEnd type="none" w="med" len="med"/>
              <a:tailEnd type="none" w="med" len="med"/>
            </a:ln>
            <a:effectLst/>
          </p:spPr>
        </p:cxnSp>
        <p:sp>
          <p:nvSpPr>
            <p:cNvPr id="34" name="TextBox 33"/>
            <p:cNvSpPr txBox="1"/>
            <p:nvPr/>
          </p:nvSpPr>
          <p:spPr>
            <a:xfrm>
              <a:off x="2411762" y="2276872"/>
              <a:ext cx="432047" cy="458044"/>
            </a:xfrm>
            <a:prstGeom prst="rect">
              <a:avLst/>
            </a:prstGeom>
            <a:noFill/>
          </p:spPr>
          <p:txBody>
            <a:bodyPr wrap="square" rtlCol="0">
              <a:spAutoFit/>
            </a:bodyPr>
            <a:lstStyle/>
            <a:p>
              <a:r>
                <a:rPr lang="en-US" altLang="zh-CN" sz="1600" dirty="0"/>
                <a:t>2</a:t>
              </a:r>
              <a:endParaRPr lang="zh-CN" altLang="en-US" sz="1600" dirty="0"/>
            </a:p>
          </p:txBody>
        </p:sp>
        <p:sp>
          <p:nvSpPr>
            <p:cNvPr id="35" name="TextBox 34"/>
            <p:cNvSpPr txBox="1"/>
            <p:nvPr/>
          </p:nvSpPr>
          <p:spPr>
            <a:xfrm>
              <a:off x="2483769" y="2780927"/>
              <a:ext cx="432047" cy="458044"/>
            </a:xfrm>
            <a:prstGeom prst="rect">
              <a:avLst/>
            </a:prstGeom>
            <a:noFill/>
          </p:spPr>
          <p:txBody>
            <a:bodyPr wrap="square" rtlCol="0">
              <a:spAutoFit/>
            </a:bodyPr>
            <a:lstStyle/>
            <a:p>
              <a:r>
                <a:rPr lang="en-US" altLang="zh-CN" sz="1600" dirty="0"/>
                <a:t>6</a:t>
              </a:r>
              <a:endParaRPr lang="zh-CN" altLang="en-US" sz="1600" dirty="0"/>
            </a:p>
          </p:txBody>
        </p:sp>
        <p:sp>
          <p:nvSpPr>
            <p:cNvPr id="36" name="矩形 35"/>
            <p:cNvSpPr/>
            <p:nvPr/>
          </p:nvSpPr>
          <p:spPr bwMode="auto">
            <a:xfrm>
              <a:off x="3923928" y="2204863"/>
              <a:ext cx="936103" cy="1829731"/>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eaLnBrk="0" fontAlgn="base" hangingPunct="0">
                <a:spcBef>
                  <a:spcPct val="0"/>
                </a:spcBef>
                <a:spcAft>
                  <a:spcPct val="0"/>
                </a:spcAft>
              </a:pPr>
              <a:endParaRPr lang="zh-CN" altLang="en-US" sz="2000" b="1">
                <a:latin typeface="Arial" panose="020B0604020202090204" pitchFamily="34" charset="0"/>
                <a:ea typeface="宋体" pitchFamily="2" charset="-122"/>
              </a:endParaRPr>
            </a:p>
          </p:txBody>
        </p:sp>
        <p:cxnSp>
          <p:nvCxnSpPr>
            <p:cNvPr id="37" name="直接连接符 36"/>
            <p:cNvCxnSpPr/>
            <p:nvPr/>
          </p:nvCxnSpPr>
          <p:spPr bwMode="auto">
            <a:xfrm>
              <a:off x="3923928" y="2636912"/>
              <a:ext cx="936104" cy="0"/>
            </a:xfrm>
            <a:prstGeom prst="line">
              <a:avLst/>
            </a:prstGeom>
            <a:noFill/>
            <a:ln w="9525" cap="flat" cmpd="sng" algn="ctr">
              <a:solidFill>
                <a:schemeClr val="tx1"/>
              </a:solidFill>
              <a:prstDash val="solid"/>
              <a:round/>
              <a:headEnd type="none" w="med" len="med"/>
              <a:tailEnd type="none" w="med" len="med"/>
            </a:ln>
            <a:effectLst/>
          </p:spPr>
        </p:cxnSp>
        <p:cxnSp>
          <p:nvCxnSpPr>
            <p:cNvPr id="38" name="直接连接符 37"/>
            <p:cNvCxnSpPr/>
            <p:nvPr/>
          </p:nvCxnSpPr>
          <p:spPr bwMode="auto">
            <a:xfrm>
              <a:off x="3923928" y="3212976"/>
              <a:ext cx="936104" cy="0"/>
            </a:xfrm>
            <a:prstGeom prst="line">
              <a:avLst/>
            </a:prstGeom>
            <a:noFill/>
            <a:ln w="9525" cap="flat" cmpd="sng" algn="ctr">
              <a:solidFill>
                <a:schemeClr val="tx1"/>
              </a:solidFill>
              <a:prstDash val="solid"/>
              <a:round/>
              <a:headEnd type="none" w="med" len="med"/>
              <a:tailEnd type="none" w="med" len="med"/>
            </a:ln>
            <a:effectLst/>
          </p:spPr>
        </p:cxnSp>
        <p:sp>
          <p:nvSpPr>
            <p:cNvPr id="39" name="TextBox 38"/>
            <p:cNvSpPr txBox="1"/>
            <p:nvPr/>
          </p:nvSpPr>
          <p:spPr>
            <a:xfrm>
              <a:off x="4067945" y="2276872"/>
              <a:ext cx="432047" cy="458044"/>
            </a:xfrm>
            <a:prstGeom prst="rect">
              <a:avLst/>
            </a:prstGeom>
            <a:noFill/>
          </p:spPr>
          <p:txBody>
            <a:bodyPr wrap="square" rtlCol="0">
              <a:spAutoFit/>
            </a:bodyPr>
            <a:lstStyle/>
            <a:p>
              <a:r>
                <a:rPr lang="en-US" altLang="zh-CN" sz="1600" dirty="0"/>
                <a:t>7</a:t>
              </a:r>
              <a:endParaRPr lang="zh-CN" altLang="en-US" sz="1600" dirty="0"/>
            </a:p>
          </p:txBody>
        </p:sp>
        <p:sp>
          <p:nvSpPr>
            <p:cNvPr id="40" name="TextBox 39"/>
            <p:cNvSpPr txBox="1"/>
            <p:nvPr/>
          </p:nvSpPr>
          <p:spPr>
            <a:xfrm>
              <a:off x="4139952" y="2780927"/>
              <a:ext cx="432047" cy="458044"/>
            </a:xfrm>
            <a:prstGeom prst="rect">
              <a:avLst/>
            </a:prstGeom>
            <a:noFill/>
          </p:spPr>
          <p:txBody>
            <a:bodyPr wrap="square" rtlCol="0">
              <a:spAutoFit/>
            </a:bodyPr>
            <a:lstStyle/>
            <a:p>
              <a:r>
                <a:rPr lang="en-US" altLang="zh-CN" sz="1600" dirty="0"/>
                <a:t>3</a:t>
              </a:r>
              <a:endParaRPr lang="zh-CN" altLang="en-US" sz="1600" dirty="0"/>
            </a:p>
          </p:txBody>
        </p:sp>
        <p:sp>
          <p:nvSpPr>
            <p:cNvPr id="43" name="矩形 42"/>
            <p:cNvSpPr/>
            <p:nvPr/>
          </p:nvSpPr>
          <p:spPr bwMode="auto">
            <a:xfrm>
              <a:off x="5652120" y="2204864"/>
              <a:ext cx="864095" cy="1791871"/>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eaLnBrk="0" fontAlgn="base" hangingPunct="0">
                <a:spcBef>
                  <a:spcPct val="0"/>
                </a:spcBef>
                <a:spcAft>
                  <a:spcPct val="0"/>
                </a:spcAft>
              </a:pPr>
              <a:endParaRPr lang="zh-CN" altLang="en-US" sz="2000" b="1">
                <a:latin typeface="Arial" panose="020B0604020202090204" pitchFamily="34" charset="0"/>
                <a:ea typeface="宋体" pitchFamily="2" charset="-122"/>
              </a:endParaRPr>
            </a:p>
          </p:txBody>
        </p:sp>
        <p:cxnSp>
          <p:nvCxnSpPr>
            <p:cNvPr id="44" name="直接连接符 43"/>
            <p:cNvCxnSpPr/>
            <p:nvPr/>
          </p:nvCxnSpPr>
          <p:spPr bwMode="auto">
            <a:xfrm>
              <a:off x="5652120" y="2636912"/>
              <a:ext cx="936104" cy="0"/>
            </a:xfrm>
            <a:prstGeom prst="line">
              <a:avLst/>
            </a:prstGeom>
            <a:noFill/>
            <a:ln w="9525" cap="flat" cmpd="sng" algn="ctr">
              <a:solidFill>
                <a:schemeClr val="tx1"/>
              </a:solidFill>
              <a:prstDash val="solid"/>
              <a:round/>
              <a:headEnd type="none" w="med" len="med"/>
              <a:tailEnd type="none" w="med" len="med"/>
            </a:ln>
            <a:effectLst/>
          </p:spPr>
        </p:cxnSp>
        <p:cxnSp>
          <p:nvCxnSpPr>
            <p:cNvPr id="45" name="直接连接符 44"/>
            <p:cNvCxnSpPr/>
            <p:nvPr/>
          </p:nvCxnSpPr>
          <p:spPr bwMode="auto">
            <a:xfrm>
              <a:off x="5652120" y="3212976"/>
              <a:ext cx="936104" cy="0"/>
            </a:xfrm>
            <a:prstGeom prst="line">
              <a:avLst/>
            </a:prstGeom>
            <a:noFill/>
            <a:ln w="9525" cap="flat" cmpd="sng" algn="ctr">
              <a:solidFill>
                <a:schemeClr val="tx1"/>
              </a:solidFill>
              <a:prstDash val="solid"/>
              <a:round/>
              <a:headEnd type="none" w="med" len="med"/>
              <a:tailEnd type="none" w="med" len="med"/>
            </a:ln>
            <a:effectLst/>
          </p:spPr>
        </p:cxnSp>
        <p:sp>
          <p:nvSpPr>
            <p:cNvPr id="46" name="TextBox 45"/>
            <p:cNvSpPr txBox="1"/>
            <p:nvPr/>
          </p:nvSpPr>
          <p:spPr>
            <a:xfrm>
              <a:off x="5796137" y="2276872"/>
              <a:ext cx="432047" cy="458044"/>
            </a:xfrm>
            <a:prstGeom prst="rect">
              <a:avLst/>
            </a:prstGeom>
            <a:noFill/>
          </p:spPr>
          <p:txBody>
            <a:bodyPr wrap="square" rtlCol="0">
              <a:spAutoFit/>
            </a:bodyPr>
            <a:lstStyle/>
            <a:p>
              <a:r>
                <a:rPr lang="en-US" altLang="zh-CN" sz="1600" dirty="0"/>
                <a:t>25</a:t>
              </a:r>
              <a:endParaRPr lang="zh-CN" altLang="en-US" sz="1600" dirty="0"/>
            </a:p>
          </p:txBody>
        </p:sp>
        <p:sp>
          <p:nvSpPr>
            <p:cNvPr id="47" name="TextBox 46"/>
            <p:cNvSpPr txBox="1"/>
            <p:nvPr/>
          </p:nvSpPr>
          <p:spPr>
            <a:xfrm>
              <a:off x="5868144" y="2780927"/>
              <a:ext cx="432047" cy="458044"/>
            </a:xfrm>
            <a:prstGeom prst="rect">
              <a:avLst/>
            </a:prstGeom>
            <a:noFill/>
          </p:spPr>
          <p:txBody>
            <a:bodyPr wrap="square" rtlCol="0">
              <a:spAutoFit/>
            </a:bodyPr>
            <a:lstStyle/>
            <a:p>
              <a:r>
                <a:rPr lang="en-US" altLang="zh-CN" sz="1600" dirty="0"/>
                <a:t>1</a:t>
              </a:r>
              <a:endParaRPr lang="zh-CN" altLang="en-US" sz="1600" dirty="0"/>
            </a:p>
          </p:txBody>
        </p:sp>
        <p:sp>
          <p:nvSpPr>
            <p:cNvPr id="48" name="矩形 47"/>
            <p:cNvSpPr/>
            <p:nvPr/>
          </p:nvSpPr>
          <p:spPr bwMode="auto">
            <a:xfrm>
              <a:off x="7380312" y="2204863"/>
              <a:ext cx="936102" cy="1829728"/>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eaLnBrk="0" fontAlgn="base" hangingPunct="0">
                <a:spcBef>
                  <a:spcPct val="0"/>
                </a:spcBef>
                <a:spcAft>
                  <a:spcPct val="0"/>
                </a:spcAft>
              </a:pPr>
              <a:endParaRPr lang="zh-CN" altLang="en-US" sz="2000" b="1">
                <a:latin typeface="Arial" panose="020B0604020202090204" pitchFamily="34" charset="0"/>
                <a:ea typeface="宋体" pitchFamily="2" charset="-122"/>
              </a:endParaRPr>
            </a:p>
          </p:txBody>
        </p:sp>
        <p:cxnSp>
          <p:nvCxnSpPr>
            <p:cNvPr id="49" name="直接连接符 48"/>
            <p:cNvCxnSpPr/>
            <p:nvPr/>
          </p:nvCxnSpPr>
          <p:spPr bwMode="auto">
            <a:xfrm>
              <a:off x="7380312" y="2636912"/>
              <a:ext cx="936104" cy="0"/>
            </a:xfrm>
            <a:prstGeom prst="line">
              <a:avLst/>
            </a:prstGeom>
            <a:noFill/>
            <a:ln w="9525" cap="flat" cmpd="sng" algn="ctr">
              <a:solidFill>
                <a:schemeClr val="tx1"/>
              </a:solidFill>
              <a:prstDash val="solid"/>
              <a:round/>
              <a:headEnd type="none" w="med" len="med"/>
              <a:tailEnd type="none" w="med" len="med"/>
            </a:ln>
            <a:effectLst/>
          </p:spPr>
        </p:cxnSp>
        <p:cxnSp>
          <p:nvCxnSpPr>
            <p:cNvPr id="50" name="直接连接符 49"/>
            <p:cNvCxnSpPr/>
            <p:nvPr/>
          </p:nvCxnSpPr>
          <p:spPr bwMode="auto">
            <a:xfrm>
              <a:off x="7380312" y="3212976"/>
              <a:ext cx="936104" cy="0"/>
            </a:xfrm>
            <a:prstGeom prst="line">
              <a:avLst/>
            </a:prstGeom>
            <a:noFill/>
            <a:ln w="9525" cap="flat" cmpd="sng" algn="ctr">
              <a:solidFill>
                <a:schemeClr val="tx1"/>
              </a:solidFill>
              <a:prstDash val="solid"/>
              <a:round/>
              <a:headEnd type="none" w="med" len="med"/>
              <a:tailEnd type="none" w="med" len="med"/>
            </a:ln>
            <a:effectLst/>
          </p:spPr>
        </p:cxnSp>
        <p:sp>
          <p:nvSpPr>
            <p:cNvPr id="51" name="TextBox 50"/>
            <p:cNvSpPr txBox="1"/>
            <p:nvPr/>
          </p:nvSpPr>
          <p:spPr>
            <a:xfrm>
              <a:off x="7524329" y="2276872"/>
              <a:ext cx="432047" cy="458044"/>
            </a:xfrm>
            <a:prstGeom prst="rect">
              <a:avLst/>
            </a:prstGeom>
            <a:noFill/>
          </p:spPr>
          <p:txBody>
            <a:bodyPr wrap="square" rtlCol="0">
              <a:spAutoFit/>
            </a:bodyPr>
            <a:lstStyle/>
            <a:p>
              <a:r>
                <a:rPr lang="en-US" altLang="zh-CN" sz="1600" dirty="0"/>
                <a:t>78</a:t>
              </a:r>
              <a:endParaRPr lang="zh-CN" altLang="en-US" sz="1600" dirty="0"/>
            </a:p>
          </p:txBody>
        </p:sp>
        <p:sp>
          <p:nvSpPr>
            <p:cNvPr id="52" name="TextBox 51"/>
            <p:cNvSpPr txBox="1"/>
            <p:nvPr/>
          </p:nvSpPr>
          <p:spPr>
            <a:xfrm>
              <a:off x="7596336" y="2780928"/>
              <a:ext cx="432047" cy="458044"/>
            </a:xfrm>
            <a:prstGeom prst="rect">
              <a:avLst/>
            </a:prstGeom>
            <a:noFill/>
          </p:spPr>
          <p:txBody>
            <a:bodyPr wrap="square" rtlCol="0">
              <a:spAutoFit/>
            </a:bodyPr>
            <a:lstStyle/>
            <a:p>
              <a:r>
                <a:rPr lang="en-US" altLang="zh-CN" sz="1600" dirty="0"/>
                <a:t>0</a:t>
              </a:r>
              <a:endParaRPr lang="zh-CN" altLang="en-US" sz="1600" dirty="0"/>
            </a:p>
          </p:txBody>
        </p:sp>
        <p:cxnSp>
          <p:nvCxnSpPr>
            <p:cNvPr id="54" name="直接箭头连接符 53"/>
            <p:cNvCxnSpPr/>
            <p:nvPr/>
          </p:nvCxnSpPr>
          <p:spPr bwMode="auto">
            <a:xfrm flipV="1">
              <a:off x="1403648" y="2564904"/>
              <a:ext cx="864096" cy="936104"/>
            </a:xfrm>
            <a:prstGeom prst="straightConnector1">
              <a:avLst/>
            </a:prstGeom>
            <a:noFill/>
            <a:ln w="9525" cap="flat" cmpd="sng" algn="ctr">
              <a:solidFill>
                <a:schemeClr val="tx1"/>
              </a:solidFill>
              <a:prstDash val="solid"/>
              <a:round/>
              <a:headEnd type="none" w="med" len="med"/>
              <a:tailEnd type="arrow"/>
            </a:ln>
            <a:effectLst/>
          </p:spPr>
        </p:cxnSp>
        <p:cxnSp>
          <p:nvCxnSpPr>
            <p:cNvPr id="55" name="直接箭头连接符 54"/>
            <p:cNvCxnSpPr/>
            <p:nvPr/>
          </p:nvCxnSpPr>
          <p:spPr bwMode="auto">
            <a:xfrm flipV="1">
              <a:off x="2987824" y="2564904"/>
              <a:ext cx="864096" cy="936104"/>
            </a:xfrm>
            <a:prstGeom prst="straightConnector1">
              <a:avLst/>
            </a:prstGeom>
            <a:noFill/>
            <a:ln w="9525" cap="flat" cmpd="sng" algn="ctr">
              <a:solidFill>
                <a:schemeClr val="tx1"/>
              </a:solidFill>
              <a:prstDash val="solid"/>
              <a:round/>
              <a:headEnd type="none" w="med" len="med"/>
              <a:tailEnd type="arrow"/>
            </a:ln>
            <a:effectLst/>
          </p:spPr>
        </p:cxnSp>
        <p:cxnSp>
          <p:nvCxnSpPr>
            <p:cNvPr id="56" name="直接箭头连接符 55"/>
            <p:cNvCxnSpPr/>
            <p:nvPr/>
          </p:nvCxnSpPr>
          <p:spPr bwMode="auto">
            <a:xfrm flipV="1">
              <a:off x="4716016" y="2564904"/>
              <a:ext cx="864096" cy="936104"/>
            </a:xfrm>
            <a:prstGeom prst="straightConnector1">
              <a:avLst/>
            </a:prstGeom>
            <a:noFill/>
            <a:ln w="9525" cap="flat" cmpd="sng" algn="ctr">
              <a:solidFill>
                <a:schemeClr val="tx1"/>
              </a:solidFill>
              <a:prstDash val="solid"/>
              <a:round/>
              <a:headEnd type="none" w="med" len="med"/>
              <a:tailEnd type="arrow"/>
            </a:ln>
            <a:effectLst/>
          </p:spPr>
        </p:cxnSp>
        <p:cxnSp>
          <p:nvCxnSpPr>
            <p:cNvPr id="57" name="直接箭头连接符 56"/>
            <p:cNvCxnSpPr/>
            <p:nvPr/>
          </p:nvCxnSpPr>
          <p:spPr bwMode="auto">
            <a:xfrm flipV="1">
              <a:off x="6444208" y="2564904"/>
              <a:ext cx="864096" cy="936104"/>
            </a:xfrm>
            <a:prstGeom prst="straightConnector1">
              <a:avLst/>
            </a:prstGeom>
            <a:noFill/>
            <a:ln w="9525" cap="flat" cmpd="sng" algn="ctr">
              <a:solidFill>
                <a:schemeClr val="tx1"/>
              </a:solidFill>
              <a:prstDash val="solid"/>
              <a:round/>
              <a:headEnd type="none" w="med" len="med"/>
              <a:tailEnd type="arrow"/>
            </a:ln>
            <a:effectLst/>
          </p:spPr>
        </p:cxnSp>
        <p:cxnSp>
          <p:nvCxnSpPr>
            <p:cNvPr id="58" name="直接箭头连接符 57"/>
            <p:cNvCxnSpPr/>
            <p:nvPr/>
          </p:nvCxnSpPr>
          <p:spPr bwMode="auto">
            <a:xfrm flipV="1">
              <a:off x="7956376" y="2564904"/>
              <a:ext cx="864096" cy="936104"/>
            </a:xfrm>
            <a:prstGeom prst="straightConnector1">
              <a:avLst/>
            </a:prstGeom>
            <a:noFill/>
            <a:ln w="9525" cap="flat" cmpd="sng" algn="ctr">
              <a:solidFill>
                <a:schemeClr val="tx1"/>
              </a:solidFill>
              <a:prstDash val="solid"/>
              <a:round/>
              <a:headEnd type="none" w="med" len="med"/>
              <a:tailEnd type="arrow"/>
            </a:ln>
            <a:effectLst/>
          </p:spPr>
        </p:cxnSp>
        <p:sp>
          <p:nvSpPr>
            <p:cNvPr id="59" name="TextBox 58"/>
            <p:cNvSpPr txBox="1"/>
            <p:nvPr/>
          </p:nvSpPr>
          <p:spPr>
            <a:xfrm>
              <a:off x="8460432" y="2348881"/>
              <a:ext cx="683568" cy="374764"/>
            </a:xfrm>
            <a:prstGeom prst="rect">
              <a:avLst/>
            </a:prstGeom>
            <a:noFill/>
          </p:spPr>
          <p:txBody>
            <a:bodyPr wrap="square" rtlCol="0">
              <a:spAutoFit/>
            </a:bodyPr>
            <a:lstStyle/>
            <a:p>
              <a:r>
                <a:rPr lang="en-US" altLang="zh-CN" sz="1200" dirty="0"/>
                <a:t>NULL</a:t>
              </a:r>
              <a:endParaRPr lang="zh-CN" altLang="en-US" sz="1200" dirty="0"/>
            </a:p>
          </p:txBody>
        </p:sp>
      </p:grpSp>
      <p:grpSp>
        <p:nvGrpSpPr>
          <p:cNvPr id="7" name="组合 95"/>
          <p:cNvGrpSpPr/>
          <p:nvPr/>
        </p:nvGrpSpPr>
        <p:grpSpPr>
          <a:xfrm>
            <a:off x="1523999" y="4077072"/>
            <a:ext cx="9144001" cy="2542802"/>
            <a:chOff x="-1" y="4077070"/>
            <a:chExt cx="9144001" cy="3167815"/>
          </a:xfrm>
        </p:grpSpPr>
        <p:sp>
          <p:nvSpPr>
            <p:cNvPr id="153" name="矩形 152"/>
            <p:cNvSpPr/>
            <p:nvPr/>
          </p:nvSpPr>
          <p:spPr bwMode="auto">
            <a:xfrm>
              <a:off x="-1" y="4077070"/>
              <a:ext cx="1008111" cy="2122578"/>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eaLnBrk="0" fontAlgn="base" hangingPunct="0">
                <a:spcBef>
                  <a:spcPct val="0"/>
                </a:spcBef>
                <a:spcAft>
                  <a:spcPct val="0"/>
                </a:spcAft>
              </a:pPr>
              <a:endParaRPr lang="zh-CN" altLang="en-US" sz="2000" b="1">
                <a:latin typeface="Arial" panose="020B0604020202090204" pitchFamily="34" charset="0"/>
                <a:ea typeface="宋体" pitchFamily="2" charset="-122"/>
              </a:endParaRPr>
            </a:p>
          </p:txBody>
        </p:sp>
        <p:cxnSp>
          <p:nvCxnSpPr>
            <p:cNvPr id="154" name="直接连接符 153"/>
            <p:cNvCxnSpPr/>
            <p:nvPr/>
          </p:nvCxnSpPr>
          <p:spPr bwMode="auto">
            <a:xfrm>
              <a:off x="0" y="4509120"/>
              <a:ext cx="936104" cy="0"/>
            </a:xfrm>
            <a:prstGeom prst="line">
              <a:avLst/>
            </a:prstGeom>
            <a:noFill/>
            <a:ln w="9525" cap="flat" cmpd="sng" algn="ctr">
              <a:solidFill>
                <a:schemeClr val="tx1"/>
              </a:solidFill>
              <a:prstDash val="solid"/>
              <a:round/>
              <a:headEnd type="none" w="med" len="med"/>
              <a:tailEnd type="none" w="med" len="med"/>
            </a:ln>
            <a:effectLst/>
          </p:spPr>
        </p:cxnSp>
        <p:cxnSp>
          <p:nvCxnSpPr>
            <p:cNvPr id="155" name="直接连接符 154"/>
            <p:cNvCxnSpPr/>
            <p:nvPr/>
          </p:nvCxnSpPr>
          <p:spPr bwMode="auto">
            <a:xfrm flipV="1">
              <a:off x="0" y="5063420"/>
              <a:ext cx="971602" cy="21764"/>
            </a:xfrm>
            <a:prstGeom prst="line">
              <a:avLst/>
            </a:prstGeom>
            <a:noFill/>
            <a:ln w="9525" cap="flat" cmpd="sng" algn="ctr">
              <a:solidFill>
                <a:schemeClr val="tx1"/>
              </a:solidFill>
              <a:prstDash val="solid"/>
              <a:round/>
              <a:headEnd type="none" w="med" len="med"/>
              <a:tailEnd type="none" w="med" len="med"/>
            </a:ln>
            <a:effectLst/>
          </p:spPr>
        </p:cxnSp>
        <p:sp>
          <p:nvSpPr>
            <p:cNvPr id="156" name="TextBox 155"/>
            <p:cNvSpPr txBox="1"/>
            <p:nvPr/>
          </p:nvSpPr>
          <p:spPr>
            <a:xfrm>
              <a:off x="144017" y="4149080"/>
              <a:ext cx="432047" cy="421770"/>
            </a:xfrm>
            <a:prstGeom prst="rect">
              <a:avLst/>
            </a:prstGeom>
            <a:noFill/>
          </p:spPr>
          <p:txBody>
            <a:bodyPr wrap="square" rtlCol="0">
              <a:spAutoFit/>
            </a:bodyPr>
            <a:lstStyle/>
            <a:p>
              <a:r>
                <a:rPr lang="en-US" altLang="zh-CN" sz="1600" dirty="0"/>
                <a:t>54</a:t>
              </a:r>
              <a:endParaRPr lang="zh-CN" altLang="en-US" sz="1600" dirty="0"/>
            </a:p>
          </p:txBody>
        </p:sp>
        <p:sp>
          <p:nvSpPr>
            <p:cNvPr id="157" name="TextBox 156"/>
            <p:cNvSpPr txBox="1"/>
            <p:nvPr/>
          </p:nvSpPr>
          <p:spPr>
            <a:xfrm>
              <a:off x="216024" y="4653136"/>
              <a:ext cx="432047" cy="421770"/>
            </a:xfrm>
            <a:prstGeom prst="rect">
              <a:avLst/>
            </a:prstGeom>
            <a:noFill/>
          </p:spPr>
          <p:txBody>
            <a:bodyPr wrap="square" rtlCol="0">
              <a:spAutoFit/>
            </a:bodyPr>
            <a:lstStyle/>
            <a:p>
              <a:r>
                <a:rPr lang="en-US" altLang="zh-CN" sz="1600" dirty="0"/>
                <a:t>8</a:t>
              </a:r>
              <a:endParaRPr lang="zh-CN" altLang="en-US" sz="1600" dirty="0"/>
            </a:p>
          </p:txBody>
        </p:sp>
        <p:sp>
          <p:nvSpPr>
            <p:cNvPr id="158" name="矩形 157"/>
            <p:cNvSpPr/>
            <p:nvPr/>
          </p:nvSpPr>
          <p:spPr bwMode="auto">
            <a:xfrm>
              <a:off x="2267745" y="4077071"/>
              <a:ext cx="864093" cy="2132856"/>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eaLnBrk="0" fontAlgn="base" hangingPunct="0">
                <a:spcBef>
                  <a:spcPct val="0"/>
                </a:spcBef>
                <a:spcAft>
                  <a:spcPct val="0"/>
                </a:spcAft>
              </a:pPr>
              <a:endParaRPr lang="zh-CN" altLang="en-US" sz="2000" b="1">
                <a:latin typeface="Arial" panose="020B0604020202090204" pitchFamily="34" charset="0"/>
                <a:ea typeface="宋体" pitchFamily="2" charset="-122"/>
              </a:endParaRPr>
            </a:p>
          </p:txBody>
        </p:sp>
        <p:cxnSp>
          <p:nvCxnSpPr>
            <p:cNvPr id="159" name="直接连接符 158"/>
            <p:cNvCxnSpPr/>
            <p:nvPr/>
          </p:nvCxnSpPr>
          <p:spPr bwMode="auto">
            <a:xfrm>
              <a:off x="2267745" y="4509120"/>
              <a:ext cx="936104" cy="0"/>
            </a:xfrm>
            <a:prstGeom prst="line">
              <a:avLst/>
            </a:prstGeom>
            <a:noFill/>
            <a:ln w="9525" cap="flat" cmpd="sng" algn="ctr">
              <a:solidFill>
                <a:schemeClr val="tx1"/>
              </a:solidFill>
              <a:prstDash val="solid"/>
              <a:round/>
              <a:headEnd type="none" w="med" len="med"/>
              <a:tailEnd type="none" w="med" len="med"/>
            </a:ln>
            <a:effectLst/>
          </p:spPr>
        </p:cxnSp>
        <p:cxnSp>
          <p:nvCxnSpPr>
            <p:cNvPr id="160" name="直接连接符 159"/>
            <p:cNvCxnSpPr/>
            <p:nvPr/>
          </p:nvCxnSpPr>
          <p:spPr bwMode="auto">
            <a:xfrm>
              <a:off x="2267745" y="5085184"/>
              <a:ext cx="936104" cy="0"/>
            </a:xfrm>
            <a:prstGeom prst="line">
              <a:avLst/>
            </a:prstGeom>
            <a:noFill/>
            <a:ln w="9525" cap="flat" cmpd="sng" algn="ctr">
              <a:solidFill>
                <a:schemeClr val="tx1"/>
              </a:solidFill>
              <a:prstDash val="solid"/>
              <a:round/>
              <a:headEnd type="none" w="med" len="med"/>
              <a:tailEnd type="none" w="med" len="med"/>
            </a:ln>
            <a:effectLst/>
          </p:spPr>
        </p:cxnSp>
        <p:sp>
          <p:nvSpPr>
            <p:cNvPr id="161" name="TextBox 160"/>
            <p:cNvSpPr txBox="1"/>
            <p:nvPr/>
          </p:nvSpPr>
          <p:spPr>
            <a:xfrm>
              <a:off x="2411762" y="4149080"/>
              <a:ext cx="432047" cy="421770"/>
            </a:xfrm>
            <a:prstGeom prst="rect">
              <a:avLst/>
            </a:prstGeom>
            <a:noFill/>
          </p:spPr>
          <p:txBody>
            <a:bodyPr wrap="square" rtlCol="0">
              <a:spAutoFit/>
            </a:bodyPr>
            <a:lstStyle/>
            <a:p>
              <a:r>
                <a:rPr lang="en-US" altLang="zh-CN" sz="1600" dirty="0"/>
                <a:t>2</a:t>
              </a:r>
              <a:endParaRPr lang="zh-CN" altLang="en-US" sz="1600" dirty="0"/>
            </a:p>
          </p:txBody>
        </p:sp>
        <p:sp>
          <p:nvSpPr>
            <p:cNvPr id="162" name="TextBox 161"/>
            <p:cNvSpPr txBox="1"/>
            <p:nvPr/>
          </p:nvSpPr>
          <p:spPr>
            <a:xfrm>
              <a:off x="2483769" y="4653136"/>
              <a:ext cx="432047" cy="421770"/>
            </a:xfrm>
            <a:prstGeom prst="rect">
              <a:avLst/>
            </a:prstGeom>
            <a:noFill/>
          </p:spPr>
          <p:txBody>
            <a:bodyPr wrap="square" rtlCol="0">
              <a:spAutoFit/>
            </a:bodyPr>
            <a:lstStyle/>
            <a:p>
              <a:r>
                <a:rPr lang="en-US" altLang="zh-CN" sz="1600" dirty="0"/>
                <a:t>6</a:t>
              </a:r>
              <a:endParaRPr lang="zh-CN" altLang="en-US" sz="1600" dirty="0"/>
            </a:p>
          </p:txBody>
        </p:sp>
        <p:sp>
          <p:nvSpPr>
            <p:cNvPr id="163" name="矩形 162"/>
            <p:cNvSpPr/>
            <p:nvPr/>
          </p:nvSpPr>
          <p:spPr bwMode="auto">
            <a:xfrm>
              <a:off x="3563887" y="4077071"/>
              <a:ext cx="936104" cy="2132778"/>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eaLnBrk="0" fontAlgn="base" hangingPunct="0">
                <a:spcBef>
                  <a:spcPct val="0"/>
                </a:spcBef>
                <a:spcAft>
                  <a:spcPct val="0"/>
                </a:spcAft>
              </a:pPr>
              <a:endParaRPr lang="zh-CN" altLang="en-US" sz="2000" b="1">
                <a:latin typeface="Arial" panose="020B0604020202090204" pitchFamily="34" charset="0"/>
                <a:ea typeface="宋体" pitchFamily="2" charset="-122"/>
              </a:endParaRPr>
            </a:p>
          </p:txBody>
        </p:sp>
        <p:cxnSp>
          <p:nvCxnSpPr>
            <p:cNvPr id="164" name="直接连接符 163"/>
            <p:cNvCxnSpPr/>
            <p:nvPr/>
          </p:nvCxnSpPr>
          <p:spPr bwMode="auto">
            <a:xfrm>
              <a:off x="3563887" y="4509120"/>
              <a:ext cx="936104" cy="0"/>
            </a:xfrm>
            <a:prstGeom prst="line">
              <a:avLst/>
            </a:prstGeom>
            <a:noFill/>
            <a:ln w="9525" cap="flat" cmpd="sng" algn="ctr">
              <a:solidFill>
                <a:schemeClr val="tx1"/>
              </a:solidFill>
              <a:prstDash val="solid"/>
              <a:round/>
              <a:headEnd type="none" w="med" len="med"/>
              <a:tailEnd type="none" w="med" len="med"/>
            </a:ln>
            <a:effectLst/>
          </p:spPr>
        </p:cxnSp>
        <p:cxnSp>
          <p:nvCxnSpPr>
            <p:cNvPr id="165" name="直接连接符 164"/>
            <p:cNvCxnSpPr/>
            <p:nvPr/>
          </p:nvCxnSpPr>
          <p:spPr bwMode="auto">
            <a:xfrm>
              <a:off x="3563887" y="5085184"/>
              <a:ext cx="936104" cy="0"/>
            </a:xfrm>
            <a:prstGeom prst="line">
              <a:avLst/>
            </a:prstGeom>
            <a:noFill/>
            <a:ln w="9525" cap="flat" cmpd="sng" algn="ctr">
              <a:solidFill>
                <a:schemeClr val="tx1"/>
              </a:solidFill>
              <a:prstDash val="solid"/>
              <a:round/>
              <a:headEnd type="none" w="med" len="med"/>
              <a:tailEnd type="none" w="med" len="med"/>
            </a:ln>
            <a:effectLst/>
          </p:spPr>
        </p:cxnSp>
        <p:sp>
          <p:nvSpPr>
            <p:cNvPr id="166" name="TextBox 165"/>
            <p:cNvSpPr txBox="1"/>
            <p:nvPr/>
          </p:nvSpPr>
          <p:spPr>
            <a:xfrm>
              <a:off x="3707904" y="4149080"/>
              <a:ext cx="432047" cy="421770"/>
            </a:xfrm>
            <a:prstGeom prst="rect">
              <a:avLst/>
            </a:prstGeom>
            <a:noFill/>
          </p:spPr>
          <p:txBody>
            <a:bodyPr wrap="square" rtlCol="0">
              <a:spAutoFit/>
            </a:bodyPr>
            <a:lstStyle/>
            <a:p>
              <a:r>
                <a:rPr lang="en-US" altLang="zh-CN" sz="1600" dirty="0"/>
                <a:t>7</a:t>
              </a:r>
              <a:endParaRPr lang="zh-CN" altLang="en-US" sz="1600" dirty="0"/>
            </a:p>
          </p:txBody>
        </p:sp>
        <p:sp>
          <p:nvSpPr>
            <p:cNvPr id="167" name="TextBox 166"/>
            <p:cNvSpPr txBox="1"/>
            <p:nvPr/>
          </p:nvSpPr>
          <p:spPr>
            <a:xfrm>
              <a:off x="3779911" y="4653136"/>
              <a:ext cx="432047" cy="421770"/>
            </a:xfrm>
            <a:prstGeom prst="rect">
              <a:avLst/>
            </a:prstGeom>
            <a:noFill/>
          </p:spPr>
          <p:txBody>
            <a:bodyPr wrap="square" rtlCol="0">
              <a:spAutoFit/>
            </a:bodyPr>
            <a:lstStyle/>
            <a:p>
              <a:r>
                <a:rPr lang="en-US" altLang="zh-CN" sz="1600" dirty="0"/>
                <a:t>3</a:t>
              </a:r>
              <a:endParaRPr lang="zh-CN" altLang="en-US" sz="1600" dirty="0"/>
            </a:p>
          </p:txBody>
        </p:sp>
        <p:sp>
          <p:nvSpPr>
            <p:cNvPr id="168" name="矩形 167"/>
            <p:cNvSpPr/>
            <p:nvPr/>
          </p:nvSpPr>
          <p:spPr bwMode="auto">
            <a:xfrm>
              <a:off x="6084167" y="4077071"/>
              <a:ext cx="936103" cy="2132758"/>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eaLnBrk="0" fontAlgn="base" hangingPunct="0">
                <a:spcBef>
                  <a:spcPct val="0"/>
                </a:spcBef>
                <a:spcAft>
                  <a:spcPct val="0"/>
                </a:spcAft>
              </a:pPr>
              <a:endParaRPr lang="zh-CN" altLang="en-US" sz="2000" b="1">
                <a:latin typeface="Arial" panose="020B0604020202090204" pitchFamily="34" charset="0"/>
                <a:ea typeface="宋体" pitchFamily="2" charset="-122"/>
              </a:endParaRPr>
            </a:p>
          </p:txBody>
        </p:sp>
        <p:cxnSp>
          <p:nvCxnSpPr>
            <p:cNvPr id="169" name="直接连接符 168"/>
            <p:cNvCxnSpPr/>
            <p:nvPr/>
          </p:nvCxnSpPr>
          <p:spPr bwMode="auto">
            <a:xfrm>
              <a:off x="6084167" y="4509120"/>
              <a:ext cx="936104" cy="0"/>
            </a:xfrm>
            <a:prstGeom prst="line">
              <a:avLst/>
            </a:prstGeom>
            <a:noFill/>
            <a:ln w="9525" cap="flat" cmpd="sng" algn="ctr">
              <a:solidFill>
                <a:schemeClr val="tx1"/>
              </a:solidFill>
              <a:prstDash val="solid"/>
              <a:round/>
              <a:headEnd type="none" w="med" len="med"/>
              <a:tailEnd type="none" w="med" len="med"/>
            </a:ln>
            <a:effectLst/>
          </p:spPr>
        </p:cxnSp>
        <p:cxnSp>
          <p:nvCxnSpPr>
            <p:cNvPr id="170" name="直接连接符 169"/>
            <p:cNvCxnSpPr/>
            <p:nvPr/>
          </p:nvCxnSpPr>
          <p:spPr bwMode="auto">
            <a:xfrm>
              <a:off x="6084167" y="5085184"/>
              <a:ext cx="936104" cy="0"/>
            </a:xfrm>
            <a:prstGeom prst="line">
              <a:avLst/>
            </a:prstGeom>
            <a:noFill/>
            <a:ln w="9525" cap="flat" cmpd="sng" algn="ctr">
              <a:solidFill>
                <a:schemeClr val="tx1"/>
              </a:solidFill>
              <a:prstDash val="solid"/>
              <a:round/>
              <a:headEnd type="none" w="med" len="med"/>
              <a:tailEnd type="none" w="med" len="med"/>
            </a:ln>
            <a:effectLst/>
          </p:spPr>
        </p:cxnSp>
        <p:sp>
          <p:nvSpPr>
            <p:cNvPr id="171" name="TextBox 170"/>
            <p:cNvSpPr txBox="1"/>
            <p:nvPr/>
          </p:nvSpPr>
          <p:spPr>
            <a:xfrm>
              <a:off x="6228184" y="4149080"/>
              <a:ext cx="432047" cy="421770"/>
            </a:xfrm>
            <a:prstGeom prst="rect">
              <a:avLst/>
            </a:prstGeom>
            <a:noFill/>
          </p:spPr>
          <p:txBody>
            <a:bodyPr wrap="square" rtlCol="0">
              <a:spAutoFit/>
            </a:bodyPr>
            <a:lstStyle/>
            <a:p>
              <a:r>
                <a:rPr lang="en-US" altLang="zh-CN" sz="1600" dirty="0"/>
                <a:t>33</a:t>
              </a:r>
              <a:endParaRPr lang="zh-CN" altLang="en-US" sz="1600" dirty="0"/>
            </a:p>
          </p:txBody>
        </p:sp>
        <p:sp>
          <p:nvSpPr>
            <p:cNvPr id="172" name="TextBox 171"/>
            <p:cNvSpPr txBox="1"/>
            <p:nvPr/>
          </p:nvSpPr>
          <p:spPr>
            <a:xfrm>
              <a:off x="6300191" y="4653136"/>
              <a:ext cx="432047" cy="421770"/>
            </a:xfrm>
            <a:prstGeom prst="rect">
              <a:avLst/>
            </a:prstGeom>
            <a:noFill/>
          </p:spPr>
          <p:txBody>
            <a:bodyPr wrap="square" rtlCol="0">
              <a:spAutoFit/>
            </a:bodyPr>
            <a:lstStyle/>
            <a:p>
              <a:r>
                <a:rPr lang="en-US" altLang="zh-CN" sz="1600" dirty="0"/>
                <a:t>1</a:t>
              </a:r>
              <a:endParaRPr lang="zh-CN" altLang="en-US" sz="1600" dirty="0"/>
            </a:p>
          </p:txBody>
        </p:sp>
        <p:sp>
          <p:nvSpPr>
            <p:cNvPr id="173" name="矩形 172"/>
            <p:cNvSpPr/>
            <p:nvPr/>
          </p:nvSpPr>
          <p:spPr bwMode="auto">
            <a:xfrm>
              <a:off x="7380312" y="4077071"/>
              <a:ext cx="936103" cy="2132728"/>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eaLnBrk="0" fontAlgn="base" hangingPunct="0">
                <a:spcBef>
                  <a:spcPct val="0"/>
                </a:spcBef>
                <a:spcAft>
                  <a:spcPct val="0"/>
                </a:spcAft>
              </a:pPr>
              <a:endParaRPr lang="zh-CN" altLang="en-US" sz="2000" b="1">
                <a:latin typeface="Arial" panose="020B0604020202090204" pitchFamily="34" charset="0"/>
                <a:ea typeface="宋体" pitchFamily="2" charset="-122"/>
              </a:endParaRPr>
            </a:p>
          </p:txBody>
        </p:sp>
        <p:cxnSp>
          <p:nvCxnSpPr>
            <p:cNvPr id="174" name="直接连接符 173"/>
            <p:cNvCxnSpPr/>
            <p:nvPr/>
          </p:nvCxnSpPr>
          <p:spPr bwMode="auto">
            <a:xfrm>
              <a:off x="7380312" y="4509120"/>
              <a:ext cx="936104" cy="0"/>
            </a:xfrm>
            <a:prstGeom prst="line">
              <a:avLst/>
            </a:prstGeom>
            <a:noFill/>
            <a:ln w="9525" cap="flat" cmpd="sng" algn="ctr">
              <a:solidFill>
                <a:schemeClr val="tx1"/>
              </a:solidFill>
              <a:prstDash val="solid"/>
              <a:round/>
              <a:headEnd type="none" w="med" len="med"/>
              <a:tailEnd type="none" w="med" len="med"/>
            </a:ln>
            <a:effectLst/>
          </p:spPr>
        </p:cxnSp>
        <p:cxnSp>
          <p:nvCxnSpPr>
            <p:cNvPr id="175" name="直接连接符 174"/>
            <p:cNvCxnSpPr/>
            <p:nvPr/>
          </p:nvCxnSpPr>
          <p:spPr bwMode="auto">
            <a:xfrm>
              <a:off x="7380312" y="5085184"/>
              <a:ext cx="936104" cy="0"/>
            </a:xfrm>
            <a:prstGeom prst="line">
              <a:avLst/>
            </a:prstGeom>
            <a:noFill/>
            <a:ln w="9525" cap="flat" cmpd="sng" algn="ctr">
              <a:solidFill>
                <a:schemeClr val="tx1"/>
              </a:solidFill>
              <a:prstDash val="solid"/>
              <a:round/>
              <a:headEnd type="none" w="med" len="med"/>
              <a:tailEnd type="none" w="med" len="med"/>
            </a:ln>
            <a:effectLst/>
          </p:spPr>
        </p:cxnSp>
        <p:sp>
          <p:nvSpPr>
            <p:cNvPr id="176" name="TextBox 175"/>
            <p:cNvSpPr txBox="1"/>
            <p:nvPr/>
          </p:nvSpPr>
          <p:spPr>
            <a:xfrm>
              <a:off x="7524329" y="4149080"/>
              <a:ext cx="432047" cy="421770"/>
            </a:xfrm>
            <a:prstGeom prst="rect">
              <a:avLst/>
            </a:prstGeom>
            <a:noFill/>
          </p:spPr>
          <p:txBody>
            <a:bodyPr wrap="square" rtlCol="0">
              <a:spAutoFit/>
            </a:bodyPr>
            <a:lstStyle/>
            <a:p>
              <a:r>
                <a:rPr lang="en-US" altLang="zh-CN" sz="1600" dirty="0"/>
                <a:t>78</a:t>
              </a:r>
              <a:endParaRPr lang="zh-CN" altLang="en-US" sz="1600" dirty="0"/>
            </a:p>
          </p:txBody>
        </p:sp>
        <p:sp>
          <p:nvSpPr>
            <p:cNvPr id="177" name="TextBox 176"/>
            <p:cNvSpPr txBox="1"/>
            <p:nvPr/>
          </p:nvSpPr>
          <p:spPr>
            <a:xfrm>
              <a:off x="7596336" y="4653136"/>
              <a:ext cx="432047" cy="421770"/>
            </a:xfrm>
            <a:prstGeom prst="rect">
              <a:avLst/>
            </a:prstGeom>
            <a:noFill/>
          </p:spPr>
          <p:txBody>
            <a:bodyPr wrap="square" rtlCol="0">
              <a:spAutoFit/>
            </a:bodyPr>
            <a:lstStyle/>
            <a:p>
              <a:r>
                <a:rPr lang="en-US" altLang="zh-CN" sz="1600" dirty="0"/>
                <a:t>0</a:t>
              </a:r>
              <a:endParaRPr lang="zh-CN" altLang="en-US" sz="1600" dirty="0"/>
            </a:p>
          </p:txBody>
        </p:sp>
        <p:cxnSp>
          <p:nvCxnSpPr>
            <p:cNvPr id="178" name="直接箭头连接符 177"/>
            <p:cNvCxnSpPr/>
            <p:nvPr/>
          </p:nvCxnSpPr>
          <p:spPr bwMode="auto">
            <a:xfrm>
              <a:off x="611560" y="5517232"/>
              <a:ext cx="504056" cy="936104"/>
            </a:xfrm>
            <a:prstGeom prst="straightConnector1">
              <a:avLst/>
            </a:prstGeom>
            <a:noFill/>
            <a:ln w="9525" cap="flat" cmpd="sng" algn="ctr">
              <a:solidFill>
                <a:schemeClr val="tx1"/>
              </a:solidFill>
              <a:prstDash val="solid"/>
              <a:round/>
              <a:headEnd type="none" w="med" len="med"/>
              <a:tailEnd type="arrow"/>
            </a:ln>
            <a:effectLst/>
          </p:spPr>
        </p:cxnSp>
        <p:cxnSp>
          <p:nvCxnSpPr>
            <p:cNvPr id="179" name="直接箭头连接符 178"/>
            <p:cNvCxnSpPr/>
            <p:nvPr/>
          </p:nvCxnSpPr>
          <p:spPr bwMode="auto">
            <a:xfrm flipV="1">
              <a:off x="1907704" y="5373216"/>
              <a:ext cx="360040" cy="1152128"/>
            </a:xfrm>
            <a:prstGeom prst="straightConnector1">
              <a:avLst/>
            </a:prstGeom>
            <a:noFill/>
            <a:ln w="9525" cap="flat" cmpd="sng" algn="ctr">
              <a:solidFill>
                <a:schemeClr val="tx1"/>
              </a:solidFill>
              <a:prstDash val="solid"/>
              <a:round/>
              <a:headEnd type="none" w="med" len="med"/>
              <a:tailEnd type="arrow"/>
            </a:ln>
            <a:effectLst/>
          </p:spPr>
        </p:cxnSp>
        <p:cxnSp>
          <p:nvCxnSpPr>
            <p:cNvPr id="180" name="直接箭头连接符 179"/>
            <p:cNvCxnSpPr/>
            <p:nvPr/>
          </p:nvCxnSpPr>
          <p:spPr bwMode="auto">
            <a:xfrm flipV="1">
              <a:off x="2987824" y="4437112"/>
              <a:ext cx="576064" cy="1080120"/>
            </a:xfrm>
            <a:prstGeom prst="straightConnector1">
              <a:avLst/>
            </a:prstGeom>
            <a:noFill/>
            <a:ln w="9525" cap="flat" cmpd="sng" algn="ctr">
              <a:solidFill>
                <a:schemeClr val="tx1"/>
              </a:solidFill>
              <a:prstDash val="solid"/>
              <a:round/>
              <a:headEnd type="none" w="med" len="med"/>
              <a:tailEnd type="arrow"/>
            </a:ln>
            <a:effectLst/>
          </p:spPr>
        </p:cxnSp>
        <p:cxnSp>
          <p:nvCxnSpPr>
            <p:cNvPr id="181" name="直接箭头连接符 180"/>
            <p:cNvCxnSpPr/>
            <p:nvPr/>
          </p:nvCxnSpPr>
          <p:spPr bwMode="auto">
            <a:xfrm flipV="1">
              <a:off x="6732240" y="4365104"/>
              <a:ext cx="648072" cy="1080120"/>
            </a:xfrm>
            <a:prstGeom prst="straightConnector1">
              <a:avLst/>
            </a:prstGeom>
            <a:noFill/>
            <a:ln w="9525" cap="flat" cmpd="sng" algn="ctr">
              <a:solidFill>
                <a:schemeClr val="tx1"/>
              </a:solidFill>
              <a:prstDash val="solid"/>
              <a:round/>
              <a:headEnd type="none" w="med" len="med"/>
              <a:tailEnd type="arrow"/>
            </a:ln>
            <a:effectLst/>
          </p:spPr>
        </p:cxnSp>
        <p:cxnSp>
          <p:nvCxnSpPr>
            <p:cNvPr id="182" name="直接箭头连接符 181"/>
            <p:cNvCxnSpPr/>
            <p:nvPr/>
          </p:nvCxnSpPr>
          <p:spPr bwMode="auto">
            <a:xfrm flipV="1">
              <a:off x="7956376" y="4509120"/>
              <a:ext cx="864096" cy="936104"/>
            </a:xfrm>
            <a:prstGeom prst="straightConnector1">
              <a:avLst/>
            </a:prstGeom>
            <a:noFill/>
            <a:ln w="9525" cap="flat" cmpd="sng" algn="ctr">
              <a:solidFill>
                <a:schemeClr val="tx1"/>
              </a:solidFill>
              <a:prstDash val="solid"/>
              <a:round/>
              <a:headEnd type="none" w="med" len="med"/>
              <a:tailEnd type="arrow"/>
            </a:ln>
            <a:effectLst/>
          </p:spPr>
        </p:cxnSp>
        <p:sp>
          <p:nvSpPr>
            <p:cNvPr id="183" name="TextBox 182"/>
            <p:cNvSpPr txBox="1"/>
            <p:nvPr/>
          </p:nvSpPr>
          <p:spPr>
            <a:xfrm>
              <a:off x="8460432" y="4221087"/>
              <a:ext cx="683568" cy="345085"/>
            </a:xfrm>
            <a:prstGeom prst="rect">
              <a:avLst/>
            </a:prstGeom>
            <a:noFill/>
          </p:spPr>
          <p:txBody>
            <a:bodyPr wrap="square" rtlCol="0">
              <a:spAutoFit/>
            </a:bodyPr>
            <a:lstStyle/>
            <a:p>
              <a:r>
                <a:rPr lang="en-US" altLang="zh-CN" sz="1200" dirty="0"/>
                <a:t>NULL</a:t>
              </a:r>
              <a:endParaRPr lang="zh-CN" altLang="en-US" sz="1200" dirty="0"/>
            </a:p>
          </p:txBody>
        </p:sp>
        <p:sp>
          <p:nvSpPr>
            <p:cNvPr id="184" name="矩形 183"/>
            <p:cNvSpPr/>
            <p:nvPr/>
          </p:nvSpPr>
          <p:spPr bwMode="auto">
            <a:xfrm>
              <a:off x="1115615" y="5201814"/>
              <a:ext cx="936104" cy="2043071"/>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eaLnBrk="0" fontAlgn="base" hangingPunct="0">
                <a:spcBef>
                  <a:spcPct val="0"/>
                </a:spcBef>
                <a:spcAft>
                  <a:spcPct val="0"/>
                </a:spcAft>
              </a:pPr>
              <a:endParaRPr lang="zh-CN" altLang="en-US" sz="2000" b="1">
                <a:latin typeface="Arial" panose="020B0604020202090204" pitchFamily="34" charset="0"/>
                <a:ea typeface="宋体" pitchFamily="2" charset="-122"/>
              </a:endParaRPr>
            </a:p>
          </p:txBody>
        </p:sp>
        <p:cxnSp>
          <p:nvCxnSpPr>
            <p:cNvPr id="185" name="直接连接符 184"/>
            <p:cNvCxnSpPr/>
            <p:nvPr/>
          </p:nvCxnSpPr>
          <p:spPr bwMode="auto">
            <a:xfrm>
              <a:off x="1115615" y="5633864"/>
              <a:ext cx="936104" cy="0"/>
            </a:xfrm>
            <a:prstGeom prst="line">
              <a:avLst/>
            </a:prstGeom>
            <a:noFill/>
            <a:ln w="9525" cap="flat" cmpd="sng" algn="ctr">
              <a:solidFill>
                <a:schemeClr val="tx1"/>
              </a:solidFill>
              <a:prstDash val="solid"/>
              <a:round/>
              <a:headEnd type="none" w="med" len="med"/>
              <a:tailEnd type="none" w="med" len="med"/>
            </a:ln>
            <a:effectLst/>
          </p:spPr>
        </p:cxnSp>
        <p:cxnSp>
          <p:nvCxnSpPr>
            <p:cNvPr id="186" name="直接连接符 185"/>
            <p:cNvCxnSpPr/>
            <p:nvPr/>
          </p:nvCxnSpPr>
          <p:spPr bwMode="auto">
            <a:xfrm>
              <a:off x="1115615" y="6209928"/>
              <a:ext cx="936104" cy="0"/>
            </a:xfrm>
            <a:prstGeom prst="line">
              <a:avLst/>
            </a:prstGeom>
            <a:noFill/>
            <a:ln w="9525" cap="flat" cmpd="sng" algn="ctr">
              <a:solidFill>
                <a:schemeClr val="tx1"/>
              </a:solidFill>
              <a:prstDash val="solid"/>
              <a:round/>
              <a:headEnd type="none" w="med" len="med"/>
              <a:tailEnd type="none" w="med" len="med"/>
            </a:ln>
            <a:effectLst/>
          </p:spPr>
        </p:cxnSp>
        <p:sp>
          <p:nvSpPr>
            <p:cNvPr id="187" name="TextBox 186"/>
            <p:cNvSpPr txBox="1"/>
            <p:nvPr/>
          </p:nvSpPr>
          <p:spPr>
            <a:xfrm>
              <a:off x="1259632" y="5273825"/>
              <a:ext cx="432047" cy="421770"/>
            </a:xfrm>
            <a:prstGeom prst="rect">
              <a:avLst/>
            </a:prstGeom>
            <a:noFill/>
          </p:spPr>
          <p:txBody>
            <a:bodyPr wrap="square" rtlCol="0">
              <a:spAutoFit/>
            </a:bodyPr>
            <a:lstStyle/>
            <a:p>
              <a:r>
                <a:rPr lang="en-US" altLang="zh-CN" sz="1600" dirty="0"/>
                <a:t>43</a:t>
              </a:r>
              <a:endParaRPr lang="zh-CN" altLang="en-US" sz="1600" dirty="0"/>
            </a:p>
          </p:txBody>
        </p:sp>
        <p:sp>
          <p:nvSpPr>
            <p:cNvPr id="188" name="TextBox 187"/>
            <p:cNvSpPr txBox="1"/>
            <p:nvPr/>
          </p:nvSpPr>
          <p:spPr>
            <a:xfrm>
              <a:off x="1331639" y="5777880"/>
              <a:ext cx="432047" cy="421770"/>
            </a:xfrm>
            <a:prstGeom prst="rect">
              <a:avLst/>
            </a:prstGeom>
            <a:noFill/>
          </p:spPr>
          <p:txBody>
            <a:bodyPr wrap="square" rtlCol="0">
              <a:spAutoFit/>
            </a:bodyPr>
            <a:lstStyle/>
            <a:p>
              <a:r>
                <a:rPr lang="en-US" altLang="zh-CN" sz="1600" dirty="0"/>
                <a:t>7</a:t>
              </a:r>
              <a:endParaRPr lang="zh-CN" altLang="en-US" sz="1600" dirty="0"/>
            </a:p>
          </p:txBody>
        </p:sp>
        <p:sp>
          <p:nvSpPr>
            <p:cNvPr id="189" name="矩形 188"/>
            <p:cNvSpPr/>
            <p:nvPr/>
          </p:nvSpPr>
          <p:spPr bwMode="auto">
            <a:xfrm>
              <a:off x="4788023" y="5201815"/>
              <a:ext cx="936104" cy="2043056"/>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eaLnBrk="0" fontAlgn="base" hangingPunct="0">
                <a:spcBef>
                  <a:spcPct val="0"/>
                </a:spcBef>
                <a:spcAft>
                  <a:spcPct val="0"/>
                </a:spcAft>
              </a:pPr>
              <a:endParaRPr lang="zh-CN" altLang="en-US" sz="2000" b="1">
                <a:latin typeface="Arial" panose="020B0604020202090204" pitchFamily="34" charset="0"/>
                <a:ea typeface="宋体" pitchFamily="2" charset="-122"/>
              </a:endParaRPr>
            </a:p>
          </p:txBody>
        </p:sp>
        <p:cxnSp>
          <p:nvCxnSpPr>
            <p:cNvPr id="190" name="直接连接符 189"/>
            <p:cNvCxnSpPr/>
            <p:nvPr/>
          </p:nvCxnSpPr>
          <p:spPr bwMode="auto">
            <a:xfrm>
              <a:off x="4788023" y="5633864"/>
              <a:ext cx="936104" cy="0"/>
            </a:xfrm>
            <a:prstGeom prst="line">
              <a:avLst/>
            </a:prstGeom>
            <a:noFill/>
            <a:ln w="9525" cap="flat" cmpd="sng" algn="ctr">
              <a:solidFill>
                <a:schemeClr val="tx1"/>
              </a:solidFill>
              <a:prstDash val="solid"/>
              <a:round/>
              <a:headEnd type="none" w="med" len="med"/>
              <a:tailEnd type="none" w="med" len="med"/>
            </a:ln>
            <a:effectLst/>
          </p:spPr>
        </p:cxnSp>
        <p:cxnSp>
          <p:nvCxnSpPr>
            <p:cNvPr id="191" name="直接连接符 190"/>
            <p:cNvCxnSpPr/>
            <p:nvPr/>
          </p:nvCxnSpPr>
          <p:spPr bwMode="auto">
            <a:xfrm>
              <a:off x="4788023" y="6209928"/>
              <a:ext cx="936104" cy="0"/>
            </a:xfrm>
            <a:prstGeom prst="line">
              <a:avLst/>
            </a:prstGeom>
            <a:noFill/>
            <a:ln w="9525" cap="flat" cmpd="sng" algn="ctr">
              <a:solidFill>
                <a:schemeClr val="tx1"/>
              </a:solidFill>
              <a:prstDash val="solid"/>
              <a:round/>
              <a:headEnd type="none" w="med" len="med"/>
              <a:tailEnd type="none" w="med" len="med"/>
            </a:ln>
            <a:effectLst/>
          </p:spPr>
        </p:cxnSp>
        <p:sp>
          <p:nvSpPr>
            <p:cNvPr id="192" name="TextBox 191"/>
            <p:cNvSpPr txBox="1"/>
            <p:nvPr/>
          </p:nvSpPr>
          <p:spPr>
            <a:xfrm>
              <a:off x="4932040" y="5273824"/>
              <a:ext cx="432047" cy="421770"/>
            </a:xfrm>
            <a:prstGeom prst="rect">
              <a:avLst/>
            </a:prstGeom>
            <a:noFill/>
          </p:spPr>
          <p:txBody>
            <a:bodyPr wrap="square" rtlCol="0">
              <a:spAutoFit/>
            </a:bodyPr>
            <a:lstStyle/>
            <a:p>
              <a:r>
                <a:rPr lang="en-US" altLang="zh-CN" sz="1600" dirty="0"/>
                <a:t>4</a:t>
              </a:r>
              <a:endParaRPr lang="zh-CN" altLang="en-US" sz="1600" dirty="0"/>
            </a:p>
          </p:txBody>
        </p:sp>
        <p:sp>
          <p:nvSpPr>
            <p:cNvPr id="193" name="TextBox 192"/>
            <p:cNvSpPr txBox="1"/>
            <p:nvPr/>
          </p:nvSpPr>
          <p:spPr>
            <a:xfrm>
              <a:off x="5004047" y="5777881"/>
              <a:ext cx="432047" cy="421770"/>
            </a:xfrm>
            <a:prstGeom prst="rect">
              <a:avLst/>
            </a:prstGeom>
            <a:noFill/>
          </p:spPr>
          <p:txBody>
            <a:bodyPr wrap="square" rtlCol="0">
              <a:spAutoFit/>
            </a:bodyPr>
            <a:lstStyle/>
            <a:p>
              <a:r>
                <a:rPr lang="en-US" altLang="zh-CN" sz="1600" dirty="0"/>
                <a:t>2</a:t>
              </a:r>
              <a:endParaRPr lang="zh-CN" altLang="en-US" sz="1600" dirty="0"/>
            </a:p>
          </p:txBody>
        </p:sp>
        <p:cxnSp>
          <p:nvCxnSpPr>
            <p:cNvPr id="197" name="直接箭头连接符 196"/>
            <p:cNvCxnSpPr/>
            <p:nvPr/>
          </p:nvCxnSpPr>
          <p:spPr bwMode="auto">
            <a:xfrm>
              <a:off x="4211960" y="5517232"/>
              <a:ext cx="576064" cy="1008112"/>
            </a:xfrm>
            <a:prstGeom prst="straightConnector1">
              <a:avLst/>
            </a:prstGeom>
            <a:noFill/>
            <a:ln w="9525" cap="flat" cmpd="sng" algn="ctr">
              <a:solidFill>
                <a:schemeClr val="tx1"/>
              </a:solidFill>
              <a:prstDash val="solid"/>
              <a:round/>
              <a:headEnd type="none" w="med" len="med"/>
              <a:tailEnd type="arrow"/>
            </a:ln>
            <a:effectLst/>
          </p:spPr>
        </p:cxnSp>
        <p:cxnSp>
          <p:nvCxnSpPr>
            <p:cNvPr id="199" name="直接箭头连接符 198"/>
            <p:cNvCxnSpPr/>
            <p:nvPr/>
          </p:nvCxnSpPr>
          <p:spPr bwMode="auto">
            <a:xfrm flipV="1">
              <a:off x="5436096" y="5373216"/>
              <a:ext cx="648072" cy="1152128"/>
            </a:xfrm>
            <a:prstGeom prst="straightConnector1">
              <a:avLst/>
            </a:prstGeom>
            <a:noFill/>
            <a:ln w="9525" cap="flat" cmpd="sng" algn="ctr">
              <a:solidFill>
                <a:schemeClr val="tx1"/>
              </a:solidFill>
              <a:prstDash val="solid"/>
              <a:round/>
              <a:headEnd type="none" w="med" len="med"/>
              <a:tailEnd type="arrow"/>
            </a:ln>
            <a:effectLst/>
          </p:spPr>
        </p:cxn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linds(horizontal)">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linds(horizontal)">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ea typeface="宋体" pitchFamily="2" charset="-122"/>
              </a:rPr>
              <a:t>问题</a:t>
            </a:r>
            <a:r>
              <a:rPr lang="en-US" altLang="zh-CN" dirty="0">
                <a:ea typeface="宋体" pitchFamily="2" charset="-122"/>
              </a:rPr>
              <a:t>2.2</a:t>
            </a:r>
            <a:r>
              <a:rPr lang="zh-CN" altLang="en-US" dirty="0">
                <a:ea typeface="宋体" pitchFamily="2" charset="-122"/>
              </a:rPr>
              <a:t>：算法设计</a:t>
            </a:r>
            <a:r>
              <a:rPr lang="en-US" altLang="zh-CN" dirty="0">
                <a:ea typeface="宋体" pitchFamily="2" charset="-122"/>
              </a:rPr>
              <a:t>*</a:t>
            </a:r>
            <a:endParaRPr lang="zh-CN" altLang="en-US" dirty="0"/>
          </a:p>
        </p:txBody>
      </p:sp>
      <p:sp>
        <p:nvSpPr>
          <p:cNvPr id="3" name="内容占位符 2"/>
          <p:cNvSpPr>
            <a:spLocks noGrp="1"/>
          </p:cNvSpPr>
          <p:nvPr>
            <p:ph idx="1"/>
          </p:nvPr>
        </p:nvSpPr>
        <p:spPr>
          <a:xfrm>
            <a:off x="1030288" y="1095985"/>
            <a:ext cx="7776864" cy="864096"/>
          </a:xfrm>
        </p:spPr>
        <p:txBody>
          <a:bodyPr/>
          <a:lstStyle/>
          <a:p>
            <a:r>
              <a:rPr lang="zh-CN" altLang="en-US" sz="2000" dirty="0">
                <a:latin typeface="楷体" panose="02010609060101010101" pitchFamily="49" charset="-122"/>
                <a:ea typeface="楷体" panose="02010609060101010101" pitchFamily="49" charset="-122"/>
              </a:rPr>
              <a:t>将第二个多项式的一个节点加到第一个多项式中有下面几种情况</a:t>
            </a:r>
            <a:endParaRPr lang="en-US" altLang="zh-CN" sz="2000" dirty="0">
              <a:latin typeface="楷体" panose="02010609060101010101" pitchFamily="49" charset="-122"/>
              <a:ea typeface="楷体" panose="02010609060101010101" pitchFamily="49" charset="-122"/>
            </a:endParaRPr>
          </a:p>
          <a:p>
            <a:pPr lvl="1"/>
            <a:r>
              <a:rPr lang="zh-CN" altLang="en-US" sz="1800" dirty="0"/>
              <a:t>第一个多项式中存在相同指数的节点</a:t>
            </a:r>
            <a:r>
              <a:rPr lang="en-US" altLang="zh-CN" sz="1800" dirty="0"/>
              <a:t>: </a:t>
            </a:r>
            <a:r>
              <a:rPr lang="zh-CN" altLang="en-US" sz="1800" dirty="0"/>
              <a:t>系数直接相加</a:t>
            </a:r>
            <a:endParaRPr lang="zh-CN" altLang="en-US" sz="1800" dirty="0">
              <a:latin typeface="楷体" panose="02010609060101010101" pitchFamily="49" charset="-122"/>
              <a:ea typeface="楷体" panose="02010609060101010101" pitchFamily="49" charset="-122"/>
            </a:endParaRPr>
          </a:p>
        </p:txBody>
      </p:sp>
      <p:sp>
        <p:nvSpPr>
          <p:cNvPr id="4" name="页脚占位符 3"/>
          <p:cNvSpPr>
            <a:spLocks noGrp="1"/>
          </p:cNvSpPr>
          <p:nvPr>
            <p:ph type="ftr" sz="quarter" idx="11"/>
          </p:nvPr>
        </p:nvSpPr>
        <p:spPr>
          <a:xfrm>
            <a:off x="2774571" y="6140326"/>
            <a:ext cx="4114800" cy="365125"/>
          </a:xfrm>
        </p:spPr>
        <p:txBody>
          <a:bodyPr/>
          <a:lstStyle/>
          <a:p>
            <a:pPr>
              <a:defRPr/>
            </a:pPr>
            <a:r>
              <a:rPr lang="en-US" altLang="zh-CN"/>
              <a:t>构造类型 – 数组和指针</a:t>
            </a:r>
            <a:endParaRPr lang="en-US" altLang="zh-CN"/>
          </a:p>
        </p:txBody>
      </p:sp>
      <p:sp>
        <p:nvSpPr>
          <p:cNvPr id="5" name="灯片编号占位符 4"/>
          <p:cNvSpPr>
            <a:spLocks noGrp="1"/>
          </p:cNvSpPr>
          <p:nvPr>
            <p:ph type="sldNum" sz="quarter" idx="12"/>
          </p:nvPr>
        </p:nvSpPr>
        <p:spPr/>
        <p:txBody>
          <a:bodyPr/>
          <a:lstStyle/>
          <a:p>
            <a:pPr>
              <a:defRPr/>
            </a:pPr>
            <a:fld id="{CB7AD273-DB7E-40AE-9A92-188A2F35C0FE}" type="slidenum">
              <a:rPr lang="en-US" altLang="zh-CN" smtClean="0"/>
            </a:fld>
            <a:endParaRPr lang="en-US" altLang="zh-CN"/>
          </a:p>
        </p:txBody>
      </p:sp>
      <p:cxnSp>
        <p:nvCxnSpPr>
          <p:cNvPr id="32" name="直接箭头连接符 31"/>
          <p:cNvCxnSpPr/>
          <p:nvPr/>
        </p:nvCxnSpPr>
        <p:spPr bwMode="auto">
          <a:xfrm>
            <a:off x="2959763" y="2636912"/>
            <a:ext cx="694928" cy="0"/>
          </a:xfrm>
          <a:prstGeom prst="straightConnector1">
            <a:avLst/>
          </a:prstGeom>
          <a:noFill/>
          <a:ln w="38100" cap="flat" cmpd="sng" algn="ctr">
            <a:solidFill>
              <a:schemeClr val="tx1"/>
            </a:solidFill>
            <a:prstDash val="solid"/>
            <a:round/>
            <a:headEnd type="none" w="med" len="med"/>
            <a:tailEnd type="arrow"/>
          </a:ln>
          <a:effectLst/>
        </p:spPr>
      </p:cxnSp>
      <p:sp>
        <p:nvSpPr>
          <p:cNvPr id="33" name="流程图: 联系 32"/>
          <p:cNvSpPr/>
          <p:nvPr/>
        </p:nvSpPr>
        <p:spPr bwMode="auto">
          <a:xfrm>
            <a:off x="2527715" y="2420888"/>
            <a:ext cx="259766" cy="562630"/>
          </a:xfrm>
          <a:prstGeom prst="flowChartConnector">
            <a:avLst/>
          </a:prstGeom>
          <a:solidFill>
            <a:schemeClr val="tx1"/>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spAutoFit/>
          </a:bodyPr>
          <a:lstStyle/>
          <a:p>
            <a:pPr eaLnBrk="0" fontAlgn="base" hangingPunct="0">
              <a:spcBef>
                <a:spcPct val="0"/>
              </a:spcBef>
              <a:spcAft>
                <a:spcPct val="0"/>
              </a:spcAft>
            </a:pPr>
            <a:endParaRPr lang="zh-CN" altLang="en-US" sz="2000" b="1">
              <a:latin typeface="Arial" panose="020B0604020202090204" pitchFamily="34" charset="0"/>
              <a:ea typeface="宋体" pitchFamily="2" charset="-122"/>
            </a:endParaRPr>
          </a:p>
        </p:txBody>
      </p:sp>
      <p:sp>
        <p:nvSpPr>
          <p:cNvPr id="34" name="TextBox 33"/>
          <p:cNvSpPr txBox="1"/>
          <p:nvPr/>
        </p:nvSpPr>
        <p:spPr>
          <a:xfrm>
            <a:off x="3607836" y="2492896"/>
            <a:ext cx="614271" cy="338554"/>
          </a:xfrm>
          <a:prstGeom prst="rect">
            <a:avLst/>
          </a:prstGeom>
          <a:noFill/>
        </p:spPr>
        <p:txBody>
          <a:bodyPr wrap="none" rtlCol="0">
            <a:spAutoFit/>
          </a:bodyPr>
          <a:lstStyle/>
          <a:p>
            <a:r>
              <a:rPr lang="en-US" altLang="zh-CN" sz="1600" dirty="0"/>
              <a:t>NULL</a:t>
            </a:r>
            <a:endParaRPr lang="zh-CN" altLang="en-US" sz="1600" dirty="0"/>
          </a:p>
        </p:txBody>
      </p:sp>
      <p:sp>
        <p:nvSpPr>
          <p:cNvPr id="35" name="TextBox 34"/>
          <p:cNvSpPr txBox="1"/>
          <p:nvPr/>
        </p:nvSpPr>
        <p:spPr>
          <a:xfrm>
            <a:off x="2167675" y="2276872"/>
            <a:ext cx="277640" cy="338554"/>
          </a:xfrm>
          <a:prstGeom prst="rect">
            <a:avLst/>
          </a:prstGeom>
          <a:noFill/>
        </p:spPr>
        <p:txBody>
          <a:bodyPr wrap="none" rtlCol="0">
            <a:spAutoFit/>
          </a:bodyPr>
          <a:lstStyle/>
          <a:p>
            <a:r>
              <a:rPr lang="en-US" altLang="zh-CN" sz="1600" dirty="0"/>
              <a:t>q</a:t>
            </a:r>
            <a:endParaRPr lang="zh-CN" altLang="en-US" sz="1600" dirty="0"/>
          </a:p>
        </p:txBody>
      </p:sp>
      <p:grpSp>
        <p:nvGrpSpPr>
          <p:cNvPr id="14" name="组合 38"/>
          <p:cNvGrpSpPr/>
          <p:nvPr/>
        </p:nvGrpSpPr>
        <p:grpSpPr>
          <a:xfrm>
            <a:off x="1807636" y="1628800"/>
            <a:ext cx="7022983" cy="850662"/>
            <a:chOff x="1619672" y="1916832"/>
            <a:chExt cx="7022983" cy="850662"/>
          </a:xfrm>
        </p:grpSpPr>
        <p:sp>
          <p:nvSpPr>
            <p:cNvPr id="6" name="流程图: 联系 5"/>
            <p:cNvSpPr/>
            <p:nvPr/>
          </p:nvSpPr>
          <p:spPr bwMode="auto">
            <a:xfrm>
              <a:off x="2339752" y="2204864"/>
              <a:ext cx="259766" cy="562630"/>
            </a:xfrm>
            <a:prstGeom prst="flowChartConnector">
              <a:avLst/>
            </a:prstGeom>
            <a:solidFill>
              <a:schemeClr val="tx1"/>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spAutoFit/>
            </a:bodyPr>
            <a:lstStyle/>
            <a:p>
              <a:pPr eaLnBrk="0" fontAlgn="base" hangingPunct="0">
                <a:spcBef>
                  <a:spcPct val="0"/>
                </a:spcBef>
                <a:spcAft>
                  <a:spcPct val="0"/>
                </a:spcAft>
              </a:pPr>
              <a:endParaRPr lang="zh-CN" altLang="en-US" sz="2000" b="1">
                <a:latin typeface="Arial" panose="020B0604020202090204" pitchFamily="34" charset="0"/>
                <a:ea typeface="宋体" pitchFamily="2" charset="-122"/>
              </a:endParaRPr>
            </a:p>
          </p:txBody>
        </p:sp>
        <p:sp>
          <p:nvSpPr>
            <p:cNvPr id="7" name="流程图: 联系 6"/>
            <p:cNvSpPr/>
            <p:nvPr/>
          </p:nvSpPr>
          <p:spPr bwMode="auto">
            <a:xfrm>
              <a:off x="3491880" y="2204864"/>
              <a:ext cx="259766" cy="562630"/>
            </a:xfrm>
            <a:prstGeom prst="flowChartConnector">
              <a:avLst/>
            </a:prstGeom>
            <a:solidFill>
              <a:schemeClr val="tx1"/>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spAutoFit/>
            </a:bodyPr>
            <a:lstStyle/>
            <a:p>
              <a:pPr eaLnBrk="0" fontAlgn="base" hangingPunct="0">
                <a:spcBef>
                  <a:spcPct val="0"/>
                </a:spcBef>
                <a:spcAft>
                  <a:spcPct val="0"/>
                </a:spcAft>
              </a:pPr>
              <a:endParaRPr lang="zh-CN" altLang="en-US" sz="2000" b="1">
                <a:latin typeface="Arial" panose="020B0604020202090204" pitchFamily="34" charset="0"/>
                <a:ea typeface="宋体" pitchFamily="2" charset="-122"/>
              </a:endParaRPr>
            </a:p>
          </p:txBody>
        </p:sp>
        <p:sp>
          <p:nvSpPr>
            <p:cNvPr id="8" name="流程图: 联系 7"/>
            <p:cNvSpPr/>
            <p:nvPr/>
          </p:nvSpPr>
          <p:spPr bwMode="auto">
            <a:xfrm>
              <a:off x="4644008" y="2204864"/>
              <a:ext cx="259766" cy="562630"/>
            </a:xfrm>
            <a:prstGeom prst="flowChartConnector">
              <a:avLst/>
            </a:prstGeom>
            <a:solidFill>
              <a:schemeClr val="tx1"/>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spAutoFit/>
            </a:bodyPr>
            <a:lstStyle/>
            <a:p>
              <a:pPr eaLnBrk="0" fontAlgn="base" hangingPunct="0">
                <a:spcBef>
                  <a:spcPct val="0"/>
                </a:spcBef>
                <a:spcAft>
                  <a:spcPct val="0"/>
                </a:spcAft>
              </a:pPr>
              <a:endParaRPr lang="zh-CN" altLang="en-US" sz="2000" b="1">
                <a:latin typeface="Arial" panose="020B0604020202090204" pitchFamily="34" charset="0"/>
                <a:ea typeface="宋体" pitchFamily="2" charset="-122"/>
              </a:endParaRPr>
            </a:p>
          </p:txBody>
        </p:sp>
        <p:cxnSp>
          <p:nvCxnSpPr>
            <p:cNvPr id="9" name="直接箭头连接符 8"/>
            <p:cNvCxnSpPr>
              <a:stCxn id="6" idx="6"/>
              <a:endCxn id="7" idx="2"/>
            </p:cNvCxnSpPr>
            <p:nvPr/>
          </p:nvCxnSpPr>
          <p:spPr bwMode="auto">
            <a:xfrm>
              <a:off x="2599518" y="2486179"/>
              <a:ext cx="892362" cy="0"/>
            </a:xfrm>
            <a:prstGeom prst="straightConnector1">
              <a:avLst/>
            </a:prstGeom>
            <a:noFill/>
            <a:ln w="38100" cap="flat" cmpd="sng" algn="ctr">
              <a:solidFill>
                <a:schemeClr val="tx1"/>
              </a:solidFill>
              <a:prstDash val="solid"/>
              <a:round/>
              <a:headEnd type="none" w="med" len="med"/>
              <a:tailEnd type="arrow"/>
            </a:ln>
            <a:effectLst/>
          </p:spPr>
        </p:cxnSp>
        <p:cxnSp>
          <p:nvCxnSpPr>
            <p:cNvPr id="10" name="直接箭头连接符 9"/>
            <p:cNvCxnSpPr/>
            <p:nvPr/>
          </p:nvCxnSpPr>
          <p:spPr bwMode="auto">
            <a:xfrm>
              <a:off x="4932040" y="2420888"/>
              <a:ext cx="694928" cy="0"/>
            </a:xfrm>
            <a:prstGeom prst="straightConnector1">
              <a:avLst/>
            </a:prstGeom>
            <a:noFill/>
            <a:ln w="38100" cap="flat" cmpd="sng" algn="ctr">
              <a:solidFill>
                <a:schemeClr val="tx1"/>
              </a:solidFill>
              <a:prstDash val="solid"/>
              <a:round/>
              <a:headEnd type="none" w="med" len="med"/>
              <a:tailEnd type="arrow"/>
            </a:ln>
            <a:effectLst/>
          </p:spPr>
        </p:cxnSp>
        <p:cxnSp>
          <p:nvCxnSpPr>
            <p:cNvPr id="11" name="直接箭头连接符 10"/>
            <p:cNvCxnSpPr/>
            <p:nvPr/>
          </p:nvCxnSpPr>
          <p:spPr bwMode="auto">
            <a:xfrm>
              <a:off x="7380312" y="2420888"/>
              <a:ext cx="694928" cy="0"/>
            </a:xfrm>
            <a:prstGeom prst="straightConnector1">
              <a:avLst/>
            </a:prstGeom>
            <a:noFill/>
            <a:ln w="38100" cap="flat" cmpd="sng" algn="ctr">
              <a:solidFill>
                <a:schemeClr val="tx1"/>
              </a:solidFill>
              <a:prstDash val="solid"/>
              <a:round/>
              <a:headEnd type="none" w="med" len="med"/>
              <a:tailEnd type="arrow"/>
            </a:ln>
            <a:effectLst/>
          </p:spPr>
        </p:cxnSp>
        <p:cxnSp>
          <p:nvCxnSpPr>
            <p:cNvPr id="12" name="直接箭头连接符 11"/>
            <p:cNvCxnSpPr/>
            <p:nvPr/>
          </p:nvCxnSpPr>
          <p:spPr bwMode="auto">
            <a:xfrm>
              <a:off x="1691680" y="2420888"/>
              <a:ext cx="694928" cy="0"/>
            </a:xfrm>
            <a:prstGeom prst="straightConnector1">
              <a:avLst/>
            </a:prstGeom>
            <a:noFill/>
            <a:ln w="38100" cap="flat" cmpd="sng" algn="ctr">
              <a:solidFill>
                <a:schemeClr val="tx1"/>
              </a:solidFill>
              <a:prstDash val="solid"/>
              <a:round/>
              <a:headEnd type="none" w="med" len="med"/>
              <a:tailEnd type="arrow"/>
            </a:ln>
            <a:effectLst/>
          </p:spPr>
        </p:cxnSp>
        <p:sp>
          <p:nvSpPr>
            <p:cNvPr id="13" name="流程图: 联系 12"/>
            <p:cNvSpPr/>
            <p:nvPr/>
          </p:nvSpPr>
          <p:spPr bwMode="auto">
            <a:xfrm>
              <a:off x="6948264" y="2204864"/>
              <a:ext cx="259766" cy="562630"/>
            </a:xfrm>
            <a:prstGeom prst="flowChartConnector">
              <a:avLst/>
            </a:prstGeom>
            <a:solidFill>
              <a:schemeClr val="tx1"/>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spAutoFit/>
            </a:bodyPr>
            <a:lstStyle/>
            <a:p>
              <a:pPr eaLnBrk="0" fontAlgn="base" hangingPunct="0">
                <a:spcBef>
                  <a:spcPct val="0"/>
                </a:spcBef>
                <a:spcAft>
                  <a:spcPct val="0"/>
                </a:spcAft>
              </a:pPr>
              <a:endParaRPr lang="zh-CN" altLang="en-US" sz="2000" b="1">
                <a:latin typeface="Arial" panose="020B0604020202090204" pitchFamily="34" charset="0"/>
                <a:ea typeface="宋体" pitchFamily="2" charset="-122"/>
              </a:endParaRPr>
            </a:p>
          </p:txBody>
        </p:sp>
        <p:sp>
          <p:nvSpPr>
            <p:cNvPr id="15" name="流程图: 联系 14"/>
            <p:cNvSpPr/>
            <p:nvPr/>
          </p:nvSpPr>
          <p:spPr bwMode="auto">
            <a:xfrm>
              <a:off x="5580112" y="2204864"/>
              <a:ext cx="259766" cy="562630"/>
            </a:xfrm>
            <a:prstGeom prst="flowChartConnector">
              <a:avLst/>
            </a:prstGeom>
            <a:solidFill>
              <a:schemeClr val="tx1"/>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spAutoFit/>
            </a:bodyPr>
            <a:lstStyle/>
            <a:p>
              <a:pPr eaLnBrk="0" fontAlgn="base" hangingPunct="0">
                <a:spcBef>
                  <a:spcPct val="0"/>
                </a:spcBef>
                <a:spcAft>
                  <a:spcPct val="0"/>
                </a:spcAft>
              </a:pPr>
              <a:endParaRPr lang="zh-CN" altLang="en-US" sz="2000" b="1">
                <a:latin typeface="Arial" panose="020B0604020202090204" pitchFamily="34" charset="0"/>
                <a:ea typeface="宋体" pitchFamily="2" charset="-122"/>
              </a:endParaRPr>
            </a:p>
          </p:txBody>
        </p:sp>
        <p:sp>
          <p:nvSpPr>
            <p:cNvPr id="16" name="TextBox 15"/>
            <p:cNvSpPr txBox="1"/>
            <p:nvPr/>
          </p:nvSpPr>
          <p:spPr>
            <a:xfrm>
              <a:off x="4067944" y="2132856"/>
              <a:ext cx="436338" cy="461665"/>
            </a:xfrm>
            <a:prstGeom prst="rect">
              <a:avLst/>
            </a:prstGeom>
            <a:noFill/>
          </p:spPr>
          <p:txBody>
            <a:bodyPr wrap="none" rtlCol="0">
              <a:spAutoFit/>
            </a:bodyPr>
            <a:lstStyle/>
            <a:p>
              <a:r>
                <a:rPr lang="en-US" altLang="zh-CN" sz="2400" dirty="0"/>
                <a:t>…</a:t>
              </a:r>
              <a:endParaRPr lang="zh-CN" altLang="en-US" sz="2400" dirty="0"/>
            </a:p>
          </p:txBody>
        </p:sp>
        <p:sp>
          <p:nvSpPr>
            <p:cNvPr id="18" name="TextBox 17"/>
            <p:cNvSpPr txBox="1"/>
            <p:nvPr/>
          </p:nvSpPr>
          <p:spPr>
            <a:xfrm>
              <a:off x="6228184" y="2132856"/>
              <a:ext cx="436338" cy="461665"/>
            </a:xfrm>
            <a:prstGeom prst="rect">
              <a:avLst/>
            </a:prstGeom>
            <a:noFill/>
          </p:spPr>
          <p:txBody>
            <a:bodyPr wrap="none" rtlCol="0">
              <a:spAutoFit/>
            </a:bodyPr>
            <a:lstStyle/>
            <a:p>
              <a:r>
                <a:rPr lang="en-US" altLang="zh-CN" sz="2400" dirty="0"/>
                <a:t>…</a:t>
              </a:r>
              <a:endParaRPr lang="zh-CN" altLang="en-US" sz="2400" dirty="0"/>
            </a:p>
          </p:txBody>
        </p:sp>
        <p:sp>
          <p:nvSpPr>
            <p:cNvPr id="19" name="TextBox 18"/>
            <p:cNvSpPr txBox="1"/>
            <p:nvPr/>
          </p:nvSpPr>
          <p:spPr>
            <a:xfrm>
              <a:off x="1619672" y="1988840"/>
              <a:ext cx="556563" cy="338554"/>
            </a:xfrm>
            <a:prstGeom prst="rect">
              <a:avLst/>
            </a:prstGeom>
            <a:noFill/>
          </p:spPr>
          <p:txBody>
            <a:bodyPr wrap="none" rtlCol="0">
              <a:spAutoFit/>
            </a:bodyPr>
            <a:lstStyle/>
            <a:p>
              <a:r>
                <a:rPr lang="en-US" altLang="zh-CN" sz="1600" dirty="0"/>
                <a:t>head</a:t>
              </a:r>
              <a:endParaRPr lang="zh-CN" altLang="en-US" sz="1600" dirty="0"/>
            </a:p>
          </p:txBody>
        </p:sp>
        <p:sp>
          <p:nvSpPr>
            <p:cNvPr id="20" name="TextBox 19"/>
            <p:cNvSpPr txBox="1"/>
            <p:nvPr/>
          </p:nvSpPr>
          <p:spPr>
            <a:xfrm>
              <a:off x="4211960" y="1916832"/>
              <a:ext cx="370614" cy="338554"/>
            </a:xfrm>
            <a:prstGeom prst="rect">
              <a:avLst/>
            </a:prstGeom>
            <a:noFill/>
          </p:spPr>
          <p:txBody>
            <a:bodyPr wrap="none" rtlCol="0">
              <a:spAutoFit/>
            </a:bodyPr>
            <a:lstStyle/>
            <a:p>
              <a:r>
                <a:rPr lang="en-US" altLang="zh-CN" sz="1600" dirty="0"/>
                <a:t>p0</a:t>
              </a:r>
              <a:endParaRPr lang="zh-CN" altLang="en-US" sz="1600" dirty="0"/>
            </a:p>
          </p:txBody>
        </p:sp>
        <p:sp>
          <p:nvSpPr>
            <p:cNvPr id="21" name="TextBox 20"/>
            <p:cNvSpPr txBox="1"/>
            <p:nvPr/>
          </p:nvSpPr>
          <p:spPr>
            <a:xfrm>
              <a:off x="5148064" y="1916832"/>
              <a:ext cx="277640" cy="338554"/>
            </a:xfrm>
            <a:prstGeom prst="rect">
              <a:avLst/>
            </a:prstGeom>
            <a:noFill/>
          </p:spPr>
          <p:txBody>
            <a:bodyPr wrap="none" rtlCol="0">
              <a:spAutoFit/>
            </a:bodyPr>
            <a:lstStyle/>
            <a:p>
              <a:r>
                <a:rPr lang="en-US" altLang="zh-CN" sz="1600" dirty="0"/>
                <a:t>p</a:t>
              </a:r>
              <a:endParaRPr lang="zh-CN" altLang="en-US" sz="1600" dirty="0"/>
            </a:p>
          </p:txBody>
        </p:sp>
        <p:cxnSp>
          <p:nvCxnSpPr>
            <p:cNvPr id="23" name="直接箭头连接符 22"/>
            <p:cNvCxnSpPr>
              <a:endCxn id="8" idx="1"/>
            </p:cNvCxnSpPr>
            <p:nvPr/>
          </p:nvCxnSpPr>
          <p:spPr bwMode="auto">
            <a:xfrm>
              <a:off x="4499992" y="2132856"/>
              <a:ext cx="182058" cy="154403"/>
            </a:xfrm>
            <a:prstGeom prst="straightConnector1">
              <a:avLst/>
            </a:prstGeom>
            <a:noFill/>
            <a:ln w="9525" cap="flat" cmpd="sng" algn="ctr">
              <a:solidFill>
                <a:schemeClr val="tx1"/>
              </a:solidFill>
              <a:prstDash val="solid"/>
              <a:round/>
              <a:headEnd type="none" w="med" len="med"/>
              <a:tailEnd type="arrow"/>
            </a:ln>
            <a:effectLst/>
          </p:spPr>
        </p:cxnSp>
        <p:cxnSp>
          <p:nvCxnSpPr>
            <p:cNvPr id="26" name="直接箭头连接符 25"/>
            <p:cNvCxnSpPr/>
            <p:nvPr/>
          </p:nvCxnSpPr>
          <p:spPr bwMode="auto">
            <a:xfrm>
              <a:off x="5364088" y="2132856"/>
              <a:ext cx="158720" cy="185710"/>
            </a:xfrm>
            <a:prstGeom prst="straightConnector1">
              <a:avLst/>
            </a:prstGeom>
            <a:noFill/>
            <a:ln w="9525" cap="flat" cmpd="sng" algn="ctr">
              <a:solidFill>
                <a:schemeClr val="tx1"/>
              </a:solidFill>
              <a:prstDash val="solid"/>
              <a:round/>
              <a:headEnd type="none" w="med" len="med"/>
              <a:tailEnd type="arrow"/>
            </a:ln>
            <a:effectLst/>
          </p:spPr>
        </p:cxnSp>
        <p:sp>
          <p:nvSpPr>
            <p:cNvPr id="31" name="TextBox 30"/>
            <p:cNvSpPr txBox="1"/>
            <p:nvPr/>
          </p:nvSpPr>
          <p:spPr>
            <a:xfrm>
              <a:off x="8028384" y="2276872"/>
              <a:ext cx="614271" cy="338554"/>
            </a:xfrm>
            <a:prstGeom prst="rect">
              <a:avLst/>
            </a:prstGeom>
            <a:noFill/>
          </p:spPr>
          <p:txBody>
            <a:bodyPr wrap="none" rtlCol="0">
              <a:spAutoFit/>
            </a:bodyPr>
            <a:lstStyle/>
            <a:p>
              <a:r>
                <a:rPr lang="en-US" altLang="zh-CN" sz="1600" dirty="0"/>
                <a:t>NULL</a:t>
              </a:r>
              <a:endParaRPr lang="zh-CN" altLang="en-US" sz="1600" dirty="0"/>
            </a:p>
          </p:txBody>
        </p:sp>
      </p:grpSp>
      <p:cxnSp>
        <p:nvCxnSpPr>
          <p:cNvPr id="38" name="直接箭头连接符 37"/>
          <p:cNvCxnSpPr/>
          <p:nvPr/>
        </p:nvCxnSpPr>
        <p:spPr bwMode="auto">
          <a:xfrm>
            <a:off x="2383699" y="2492896"/>
            <a:ext cx="158720" cy="185710"/>
          </a:xfrm>
          <a:prstGeom prst="straightConnector1">
            <a:avLst/>
          </a:prstGeom>
          <a:noFill/>
          <a:ln w="9525" cap="flat" cmpd="sng" algn="ctr">
            <a:solidFill>
              <a:schemeClr val="tx1"/>
            </a:solidFill>
            <a:prstDash val="solid"/>
            <a:round/>
            <a:headEnd type="none" w="med" len="med"/>
            <a:tailEnd type="arrow"/>
          </a:ln>
          <a:effectLst/>
        </p:spPr>
      </p:cxnSp>
      <p:sp>
        <p:nvSpPr>
          <p:cNvPr id="40" name="矩形 39"/>
          <p:cNvSpPr/>
          <p:nvPr/>
        </p:nvSpPr>
        <p:spPr>
          <a:xfrm>
            <a:off x="871531" y="2780928"/>
            <a:ext cx="7056784" cy="369332"/>
          </a:xfrm>
          <a:prstGeom prst="rect">
            <a:avLst/>
          </a:prstGeom>
        </p:spPr>
        <p:txBody>
          <a:bodyPr wrap="square">
            <a:spAutoFit/>
          </a:bodyPr>
          <a:lstStyle/>
          <a:p>
            <a:pPr lvl="1">
              <a:buFont typeface="Arial" panose="020B0604020202090204" pitchFamily="34" charset="0"/>
              <a:buChar char="•"/>
            </a:pPr>
            <a:r>
              <a:rPr lang="zh-CN" altLang="en-US" dirty="0">
                <a:latin typeface="楷体" panose="02010609060101010101" pitchFamily="49" charset="-122"/>
                <a:ea typeface="楷体" panose="02010609060101010101" pitchFamily="49" charset="-122"/>
              </a:rPr>
              <a:t> 第一个多项式中不存在相同指数的节点</a:t>
            </a:r>
            <a:r>
              <a:rPr lang="en-US" altLang="zh-CN" dirty="0">
                <a:latin typeface="楷体" panose="02010609060101010101" pitchFamily="49" charset="-122"/>
                <a:ea typeface="楷体" panose="02010609060101010101" pitchFamily="49" charset="-122"/>
              </a:rPr>
              <a:t>: </a:t>
            </a:r>
            <a:r>
              <a:rPr lang="zh-CN" altLang="en-US" dirty="0">
                <a:latin typeface="楷体" panose="02010609060101010101" pitchFamily="49" charset="-122"/>
                <a:ea typeface="楷体" panose="02010609060101010101" pitchFamily="49" charset="-122"/>
              </a:rPr>
              <a:t>插入到某个节点前</a:t>
            </a:r>
            <a:endParaRPr lang="zh-CN" altLang="en-US" dirty="0">
              <a:latin typeface="楷体" panose="02010609060101010101" pitchFamily="49" charset="-122"/>
              <a:ea typeface="楷体" panose="02010609060101010101" pitchFamily="49" charset="-122"/>
            </a:endParaRPr>
          </a:p>
        </p:txBody>
      </p:sp>
      <p:cxnSp>
        <p:nvCxnSpPr>
          <p:cNvPr id="64" name="直接箭头连接符 63"/>
          <p:cNvCxnSpPr/>
          <p:nvPr/>
        </p:nvCxnSpPr>
        <p:spPr bwMode="auto">
          <a:xfrm>
            <a:off x="2959763" y="4077072"/>
            <a:ext cx="694928" cy="0"/>
          </a:xfrm>
          <a:prstGeom prst="straightConnector1">
            <a:avLst/>
          </a:prstGeom>
          <a:noFill/>
          <a:ln w="38100" cap="flat" cmpd="sng" algn="ctr">
            <a:solidFill>
              <a:schemeClr val="tx1"/>
            </a:solidFill>
            <a:prstDash val="solid"/>
            <a:round/>
            <a:headEnd type="none" w="med" len="med"/>
            <a:tailEnd type="arrow"/>
          </a:ln>
          <a:effectLst/>
        </p:spPr>
      </p:cxnSp>
      <p:sp>
        <p:nvSpPr>
          <p:cNvPr id="65" name="流程图: 联系 64"/>
          <p:cNvSpPr/>
          <p:nvPr/>
        </p:nvSpPr>
        <p:spPr bwMode="auto">
          <a:xfrm>
            <a:off x="2527715" y="3861048"/>
            <a:ext cx="259766" cy="562630"/>
          </a:xfrm>
          <a:prstGeom prst="flowChartConnector">
            <a:avLst/>
          </a:prstGeom>
          <a:solidFill>
            <a:schemeClr val="tx1"/>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spAutoFit/>
          </a:bodyPr>
          <a:lstStyle/>
          <a:p>
            <a:pPr eaLnBrk="0" fontAlgn="base" hangingPunct="0">
              <a:spcBef>
                <a:spcPct val="0"/>
              </a:spcBef>
              <a:spcAft>
                <a:spcPct val="0"/>
              </a:spcAft>
            </a:pPr>
            <a:endParaRPr lang="zh-CN" altLang="en-US" sz="2000" b="1">
              <a:latin typeface="Arial" panose="020B0604020202090204" pitchFamily="34" charset="0"/>
              <a:ea typeface="宋体" pitchFamily="2" charset="-122"/>
            </a:endParaRPr>
          </a:p>
        </p:txBody>
      </p:sp>
      <p:sp>
        <p:nvSpPr>
          <p:cNvPr id="66" name="TextBox 65"/>
          <p:cNvSpPr txBox="1"/>
          <p:nvPr/>
        </p:nvSpPr>
        <p:spPr>
          <a:xfrm>
            <a:off x="3607836" y="3933056"/>
            <a:ext cx="614271" cy="338554"/>
          </a:xfrm>
          <a:prstGeom prst="rect">
            <a:avLst/>
          </a:prstGeom>
          <a:noFill/>
        </p:spPr>
        <p:txBody>
          <a:bodyPr wrap="none" rtlCol="0">
            <a:spAutoFit/>
          </a:bodyPr>
          <a:lstStyle/>
          <a:p>
            <a:r>
              <a:rPr lang="en-US" altLang="zh-CN" sz="1600" dirty="0"/>
              <a:t>NULL</a:t>
            </a:r>
            <a:endParaRPr lang="zh-CN" altLang="en-US" sz="1600" dirty="0"/>
          </a:p>
        </p:txBody>
      </p:sp>
      <p:sp>
        <p:nvSpPr>
          <p:cNvPr id="67" name="TextBox 66"/>
          <p:cNvSpPr txBox="1"/>
          <p:nvPr/>
        </p:nvSpPr>
        <p:spPr>
          <a:xfrm>
            <a:off x="2095667" y="3717032"/>
            <a:ext cx="277640" cy="338554"/>
          </a:xfrm>
          <a:prstGeom prst="rect">
            <a:avLst/>
          </a:prstGeom>
          <a:noFill/>
        </p:spPr>
        <p:txBody>
          <a:bodyPr wrap="none" rtlCol="0">
            <a:spAutoFit/>
          </a:bodyPr>
          <a:lstStyle/>
          <a:p>
            <a:r>
              <a:rPr lang="en-US" altLang="zh-CN" sz="1600" dirty="0"/>
              <a:t>q</a:t>
            </a:r>
            <a:endParaRPr lang="zh-CN" altLang="en-US" sz="1600" dirty="0"/>
          </a:p>
        </p:txBody>
      </p:sp>
      <p:grpSp>
        <p:nvGrpSpPr>
          <p:cNvPr id="17" name="组合 67"/>
          <p:cNvGrpSpPr/>
          <p:nvPr/>
        </p:nvGrpSpPr>
        <p:grpSpPr>
          <a:xfrm>
            <a:off x="1807636" y="3068960"/>
            <a:ext cx="7022983" cy="850662"/>
            <a:chOff x="1619672" y="1916832"/>
            <a:chExt cx="7022983" cy="850662"/>
          </a:xfrm>
        </p:grpSpPr>
        <p:sp>
          <p:nvSpPr>
            <p:cNvPr id="69" name="流程图: 联系 68"/>
            <p:cNvSpPr/>
            <p:nvPr/>
          </p:nvSpPr>
          <p:spPr bwMode="auto">
            <a:xfrm>
              <a:off x="2339752" y="2204864"/>
              <a:ext cx="259766" cy="562630"/>
            </a:xfrm>
            <a:prstGeom prst="flowChartConnector">
              <a:avLst/>
            </a:prstGeom>
            <a:solidFill>
              <a:schemeClr val="tx1"/>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spAutoFit/>
            </a:bodyPr>
            <a:lstStyle/>
            <a:p>
              <a:pPr eaLnBrk="0" fontAlgn="base" hangingPunct="0">
                <a:spcBef>
                  <a:spcPct val="0"/>
                </a:spcBef>
                <a:spcAft>
                  <a:spcPct val="0"/>
                </a:spcAft>
              </a:pPr>
              <a:endParaRPr lang="zh-CN" altLang="en-US" sz="2000" b="1">
                <a:latin typeface="Arial" panose="020B0604020202090204" pitchFamily="34" charset="0"/>
                <a:ea typeface="宋体" pitchFamily="2" charset="-122"/>
              </a:endParaRPr>
            </a:p>
          </p:txBody>
        </p:sp>
        <p:sp>
          <p:nvSpPr>
            <p:cNvPr id="70" name="流程图: 联系 69"/>
            <p:cNvSpPr/>
            <p:nvPr/>
          </p:nvSpPr>
          <p:spPr bwMode="auto">
            <a:xfrm>
              <a:off x="3491880" y="2204864"/>
              <a:ext cx="259766" cy="562630"/>
            </a:xfrm>
            <a:prstGeom prst="flowChartConnector">
              <a:avLst/>
            </a:prstGeom>
            <a:solidFill>
              <a:schemeClr val="tx1"/>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spAutoFit/>
            </a:bodyPr>
            <a:lstStyle/>
            <a:p>
              <a:pPr eaLnBrk="0" fontAlgn="base" hangingPunct="0">
                <a:spcBef>
                  <a:spcPct val="0"/>
                </a:spcBef>
                <a:spcAft>
                  <a:spcPct val="0"/>
                </a:spcAft>
              </a:pPr>
              <a:endParaRPr lang="zh-CN" altLang="en-US" sz="2000" b="1">
                <a:latin typeface="Arial" panose="020B0604020202090204" pitchFamily="34" charset="0"/>
                <a:ea typeface="宋体" pitchFamily="2" charset="-122"/>
              </a:endParaRPr>
            </a:p>
          </p:txBody>
        </p:sp>
        <p:sp>
          <p:nvSpPr>
            <p:cNvPr id="71" name="流程图: 联系 70"/>
            <p:cNvSpPr/>
            <p:nvPr/>
          </p:nvSpPr>
          <p:spPr bwMode="auto">
            <a:xfrm>
              <a:off x="4644008" y="2204864"/>
              <a:ext cx="259766" cy="562630"/>
            </a:xfrm>
            <a:prstGeom prst="flowChartConnector">
              <a:avLst/>
            </a:prstGeom>
            <a:solidFill>
              <a:schemeClr val="tx1"/>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spAutoFit/>
            </a:bodyPr>
            <a:lstStyle/>
            <a:p>
              <a:pPr eaLnBrk="0" fontAlgn="base" hangingPunct="0">
                <a:spcBef>
                  <a:spcPct val="0"/>
                </a:spcBef>
                <a:spcAft>
                  <a:spcPct val="0"/>
                </a:spcAft>
              </a:pPr>
              <a:endParaRPr lang="zh-CN" altLang="en-US" sz="2000" b="1">
                <a:latin typeface="Arial" panose="020B0604020202090204" pitchFamily="34" charset="0"/>
                <a:ea typeface="宋体" pitchFamily="2" charset="-122"/>
              </a:endParaRPr>
            </a:p>
          </p:txBody>
        </p:sp>
        <p:cxnSp>
          <p:nvCxnSpPr>
            <p:cNvPr id="72" name="直接箭头连接符 71"/>
            <p:cNvCxnSpPr>
              <a:stCxn id="69" idx="6"/>
              <a:endCxn id="70" idx="2"/>
            </p:cNvCxnSpPr>
            <p:nvPr/>
          </p:nvCxnSpPr>
          <p:spPr bwMode="auto">
            <a:xfrm>
              <a:off x="2599518" y="2486179"/>
              <a:ext cx="892362" cy="0"/>
            </a:xfrm>
            <a:prstGeom prst="straightConnector1">
              <a:avLst/>
            </a:prstGeom>
            <a:noFill/>
            <a:ln w="38100" cap="flat" cmpd="sng" algn="ctr">
              <a:solidFill>
                <a:schemeClr val="tx1"/>
              </a:solidFill>
              <a:prstDash val="solid"/>
              <a:round/>
              <a:headEnd type="none" w="med" len="med"/>
              <a:tailEnd type="arrow"/>
            </a:ln>
            <a:effectLst/>
          </p:spPr>
        </p:cxnSp>
        <p:cxnSp>
          <p:nvCxnSpPr>
            <p:cNvPr id="73" name="直接箭头连接符 72"/>
            <p:cNvCxnSpPr/>
            <p:nvPr/>
          </p:nvCxnSpPr>
          <p:spPr bwMode="auto">
            <a:xfrm>
              <a:off x="4932040" y="2420888"/>
              <a:ext cx="694928" cy="0"/>
            </a:xfrm>
            <a:prstGeom prst="straightConnector1">
              <a:avLst/>
            </a:prstGeom>
            <a:noFill/>
            <a:ln w="38100" cap="flat" cmpd="sng" algn="ctr">
              <a:solidFill>
                <a:schemeClr val="tx1"/>
              </a:solidFill>
              <a:prstDash val="solid"/>
              <a:round/>
              <a:headEnd type="none" w="med" len="med"/>
              <a:tailEnd type="arrow"/>
            </a:ln>
            <a:effectLst/>
          </p:spPr>
        </p:cxnSp>
        <p:cxnSp>
          <p:nvCxnSpPr>
            <p:cNvPr id="74" name="直接箭头连接符 73"/>
            <p:cNvCxnSpPr/>
            <p:nvPr/>
          </p:nvCxnSpPr>
          <p:spPr bwMode="auto">
            <a:xfrm>
              <a:off x="7380312" y="2420888"/>
              <a:ext cx="694928" cy="0"/>
            </a:xfrm>
            <a:prstGeom prst="straightConnector1">
              <a:avLst/>
            </a:prstGeom>
            <a:noFill/>
            <a:ln w="38100" cap="flat" cmpd="sng" algn="ctr">
              <a:solidFill>
                <a:schemeClr val="tx1"/>
              </a:solidFill>
              <a:prstDash val="solid"/>
              <a:round/>
              <a:headEnd type="none" w="med" len="med"/>
              <a:tailEnd type="arrow"/>
            </a:ln>
            <a:effectLst/>
          </p:spPr>
        </p:cxnSp>
        <p:cxnSp>
          <p:nvCxnSpPr>
            <p:cNvPr id="75" name="直接箭头连接符 74"/>
            <p:cNvCxnSpPr/>
            <p:nvPr/>
          </p:nvCxnSpPr>
          <p:spPr bwMode="auto">
            <a:xfrm>
              <a:off x="1691680" y="2420888"/>
              <a:ext cx="694928" cy="0"/>
            </a:xfrm>
            <a:prstGeom prst="straightConnector1">
              <a:avLst/>
            </a:prstGeom>
            <a:noFill/>
            <a:ln w="38100" cap="flat" cmpd="sng" algn="ctr">
              <a:solidFill>
                <a:schemeClr val="tx1"/>
              </a:solidFill>
              <a:prstDash val="solid"/>
              <a:round/>
              <a:headEnd type="none" w="med" len="med"/>
              <a:tailEnd type="arrow"/>
            </a:ln>
            <a:effectLst/>
          </p:spPr>
        </p:cxnSp>
        <p:sp>
          <p:nvSpPr>
            <p:cNvPr id="76" name="流程图: 联系 75"/>
            <p:cNvSpPr/>
            <p:nvPr/>
          </p:nvSpPr>
          <p:spPr bwMode="auto">
            <a:xfrm>
              <a:off x="6948264" y="2204864"/>
              <a:ext cx="259766" cy="562630"/>
            </a:xfrm>
            <a:prstGeom prst="flowChartConnector">
              <a:avLst/>
            </a:prstGeom>
            <a:solidFill>
              <a:schemeClr val="tx1"/>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spAutoFit/>
            </a:bodyPr>
            <a:lstStyle/>
            <a:p>
              <a:pPr eaLnBrk="0" fontAlgn="base" hangingPunct="0">
                <a:spcBef>
                  <a:spcPct val="0"/>
                </a:spcBef>
                <a:spcAft>
                  <a:spcPct val="0"/>
                </a:spcAft>
              </a:pPr>
              <a:endParaRPr lang="zh-CN" altLang="en-US" sz="2000" b="1">
                <a:latin typeface="Arial" panose="020B0604020202090204" pitchFamily="34" charset="0"/>
                <a:ea typeface="宋体" pitchFamily="2" charset="-122"/>
              </a:endParaRPr>
            </a:p>
          </p:txBody>
        </p:sp>
        <p:sp>
          <p:nvSpPr>
            <p:cNvPr id="77" name="流程图: 联系 76"/>
            <p:cNvSpPr/>
            <p:nvPr/>
          </p:nvSpPr>
          <p:spPr bwMode="auto">
            <a:xfrm>
              <a:off x="5580112" y="2204864"/>
              <a:ext cx="259766" cy="562630"/>
            </a:xfrm>
            <a:prstGeom prst="flowChartConnector">
              <a:avLst/>
            </a:prstGeom>
            <a:solidFill>
              <a:schemeClr val="tx1"/>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spAutoFit/>
            </a:bodyPr>
            <a:lstStyle/>
            <a:p>
              <a:pPr eaLnBrk="0" fontAlgn="base" hangingPunct="0">
                <a:spcBef>
                  <a:spcPct val="0"/>
                </a:spcBef>
                <a:spcAft>
                  <a:spcPct val="0"/>
                </a:spcAft>
              </a:pPr>
              <a:endParaRPr lang="zh-CN" altLang="en-US" sz="2000" b="1">
                <a:latin typeface="Arial" panose="020B0604020202090204" pitchFamily="34" charset="0"/>
                <a:ea typeface="宋体" pitchFamily="2" charset="-122"/>
              </a:endParaRPr>
            </a:p>
          </p:txBody>
        </p:sp>
        <p:sp>
          <p:nvSpPr>
            <p:cNvPr id="78" name="TextBox 77"/>
            <p:cNvSpPr txBox="1"/>
            <p:nvPr/>
          </p:nvSpPr>
          <p:spPr>
            <a:xfrm>
              <a:off x="4067944" y="2132856"/>
              <a:ext cx="436338" cy="461665"/>
            </a:xfrm>
            <a:prstGeom prst="rect">
              <a:avLst/>
            </a:prstGeom>
            <a:noFill/>
          </p:spPr>
          <p:txBody>
            <a:bodyPr wrap="none" rtlCol="0">
              <a:spAutoFit/>
            </a:bodyPr>
            <a:lstStyle/>
            <a:p>
              <a:r>
                <a:rPr lang="en-US" altLang="zh-CN" sz="2400" dirty="0"/>
                <a:t>…</a:t>
              </a:r>
              <a:endParaRPr lang="zh-CN" altLang="en-US" sz="2400" dirty="0"/>
            </a:p>
          </p:txBody>
        </p:sp>
        <p:sp>
          <p:nvSpPr>
            <p:cNvPr id="79" name="TextBox 78"/>
            <p:cNvSpPr txBox="1"/>
            <p:nvPr/>
          </p:nvSpPr>
          <p:spPr>
            <a:xfrm>
              <a:off x="6228184" y="2132856"/>
              <a:ext cx="436338" cy="461665"/>
            </a:xfrm>
            <a:prstGeom prst="rect">
              <a:avLst/>
            </a:prstGeom>
            <a:noFill/>
          </p:spPr>
          <p:txBody>
            <a:bodyPr wrap="none" rtlCol="0">
              <a:spAutoFit/>
            </a:bodyPr>
            <a:lstStyle/>
            <a:p>
              <a:r>
                <a:rPr lang="en-US" altLang="zh-CN" sz="2400" dirty="0"/>
                <a:t>…</a:t>
              </a:r>
              <a:endParaRPr lang="zh-CN" altLang="en-US" sz="2400" dirty="0"/>
            </a:p>
          </p:txBody>
        </p:sp>
        <p:sp>
          <p:nvSpPr>
            <p:cNvPr id="80" name="TextBox 79"/>
            <p:cNvSpPr txBox="1"/>
            <p:nvPr/>
          </p:nvSpPr>
          <p:spPr>
            <a:xfrm>
              <a:off x="1619672" y="1988840"/>
              <a:ext cx="556563" cy="338554"/>
            </a:xfrm>
            <a:prstGeom prst="rect">
              <a:avLst/>
            </a:prstGeom>
            <a:noFill/>
          </p:spPr>
          <p:txBody>
            <a:bodyPr wrap="none" rtlCol="0">
              <a:spAutoFit/>
            </a:bodyPr>
            <a:lstStyle/>
            <a:p>
              <a:r>
                <a:rPr lang="en-US" altLang="zh-CN" sz="1600" dirty="0"/>
                <a:t>head</a:t>
              </a:r>
              <a:endParaRPr lang="zh-CN" altLang="en-US" sz="1600" dirty="0"/>
            </a:p>
          </p:txBody>
        </p:sp>
        <p:sp>
          <p:nvSpPr>
            <p:cNvPr id="81" name="TextBox 80"/>
            <p:cNvSpPr txBox="1"/>
            <p:nvPr/>
          </p:nvSpPr>
          <p:spPr>
            <a:xfrm>
              <a:off x="4211960" y="1916832"/>
              <a:ext cx="370614" cy="338554"/>
            </a:xfrm>
            <a:prstGeom prst="rect">
              <a:avLst/>
            </a:prstGeom>
            <a:noFill/>
          </p:spPr>
          <p:txBody>
            <a:bodyPr wrap="none" rtlCol="0">
              <a:spAutoFit/>
            </a:bodyPr>
            <a:lstStyle/>
            <a:p>
              <a:r>
                <a:rPr lang="en-US" altLang="zh-CN" sz="1600" dirty="0"/>
                <a:t>p0</a:t>
              </a:r>
              <a:endParaRPr lang="zh-CN" altLang="en-US" sz="1600" dirty="0"/>
            </a:p>
          </p:txBody>
        </p:sp>
        <p:sp>
          <p:nvSpPr>
            <p:cNvPr id="82" name="TextBox 81"/>
            <p:cNvSpPr txBox="1"/>
            <p:nvPr/>
          </p:nvSpPr>
          <p:spPr>
            <a:xfrm>
              <a:off x="5148064" y="1916832"/>
              <a:ext cx="277640" cy="338554"/>
            </a:xfrm>
            <a:prstGeom prst="rect">
              <a:avLst/>
            </a:prstGeom>
            <a:noFill/>
          </p:spPr>
          <p:txBody>
            <a:bodyPr wrap="none" rtlCol="0">
              <a:spAutoFit/>
            </a:bodyPr>
            <a:lstStyle/>
            <a:p>
              <a:r>
                <a:rPr lang="en-US" altLang="zh-CN" sz="1600" dirty="0"/>
                <a:t>p</a:t>
              </a:r>
              <a:endParaRPr lang="zh-CN" altLang="en-US" sz="1600" dirty="0"/>
            </a:p>
          </p:txBody>
        </p:sp>
        <p:cxnSp>
          <p:nvCxnSpPr>
            <p:cNvPr id="83" name="直接箭头连接符 82"/>
            <p:cNvCxnSpPr>
              <a:endCxn id="71" idx="1"/>
            </p:cNvCxnSpPr>
            <p:nvPr/>
          </p:nvCxnSpPr>
          <p:spPr bwMode="auto">
            <a:xfrm>
              <a:off x="4499992" y="2132856"/>
              <a:ext cx="182058" cy="154403"/>
            </a:xfrm>
            <a:prstGeom prst="straightConnector1">
              <a:avLst/>
            </a:prstGeom>
            <a:noFill/>
            <a:ln w="9525" cap="flat" cmpd="sng" algn="ctr">
              <a:solidFill>
                <a:schemeClr val="tx1"/>
              </a:solidFill>
              <a:prstDash val="solid"/>
              <a:round/>
              <a:headEnd type="none" w="med" len="med"/>
              <a:tailEnd type="arrow"/>
            </a:ln>
            <a:effectLst/>
          </p:spPr>
        </p:cxnSp>
        <p:cxnSp>
          <p:nvCxnSpPr>
            <p:cNvPr id="84" name="直接箭头连接符 83"/>
            <p:cNvCxnSpPr/>
            <p:nvPr/>
          </p:nvCxnSpPr>
          <p:spPr bwMode="auto">
            <a:xfrm>
              <a:off x="5364088" y="2132856"/>
              <a:ext cx="158720" cy="185710"/>
            </a:xfrm>
            <a:prstGeom prst="straightConnector1">
              <a:avLst/>
            </a:prstGeom>
            <a:noFill/>
            <a:ln w="9525" cap="flat" cmpd="sng" algn="ctr">
              <a:solidFill>
                <a:schemeClr val="tx1"/>
              </a:solidFill>
              <a:prstDash val="solid"/>
              <a:round/>
              <a:headEnd type="none" w="med" len="med"/>
              <a:tailEnd type="arrow"/>
            </a:ln>
            <a:effectLst/>
          </p:spPr>
        </p:cxnSp>
        <p:sp>
          <p:nvSpPr>
            <p:cNvPr id="85" name="TextBox 84"/>
            <p:cNvSpPr txBox="1"/>
            <p:nvPr/>
          </p:nvSpPr>
          <p:spPr>
            <a:xfrm>
              <a:off x="8028384" y="2276872"/>
              <a:ext cx="614271" cy="338554"/>
            </a:xfrm>
            <a:prstGeom prst="rect">
              <a:avLst/>
            </a:prstGeom>
            <a:noFill/>
          </p:spPr>
          <p:txBody>
            <a:bodyPr wrap="none" rtlCol="0">
              <a:spAutoFit/>
            </a:bodyPr>
            <a:lstStyle/>
            <a:p>
              <a:r>
                <a:rPr lang="en-US" altLang="zh-CN" sz="1600" dirty="0"/>
                <a:t>NULL</a:t>
              </a:r>
              <a:endParaRPr lang="zh-CN" altLang="en-US" sz="1600" dirty="0"/>
            </a:p>
          </p:txBody>
        </p:sp>
      </p:grpSp>
      <p:cxnSp>
        <p:nvCxnSpPr>
          <p:cNvPr id="86" name="直接箭头连接符 85"/>
          <p:cNvCxnSpPr/>
          <p:nvPr/>
        </p:nvCxnSpPr>
        <p:spPr bwMode="auto">
          <a:xfrm>
            <a:off x="2383699" y="3861048"/>
            <a:ext cx="158720" cy="185710"/>
          </a:xfrm>
          <a:prstGeom prst="straightConnector1">
            <a:avLst/>
          </a:prstGeom>
          <a:noFill/>
          <a:ln w="9525" cap="flat" cmpd="sng" algn="ctr">
            <a:solidFill>
              <a:schemeClr val="tx1"/>
            </a:solidFill>
            <a:prstDash val="solid"/>
            <a:round/>
            <a:headEnd type="none" w="med" len="med"/>
            <a:tailEnd type="arrow"/>
          </a:ln>
          <a:effectLst/>
        </p:spPr>
      </p:cxnSp>
      <p:cxnSp>
        <p:nvCxnSpPr>
          <p:cNvPr id="110" name="直接箭头连接符 109"/>
          <p:cNvCxnSpPr/>
          <p:nvPr/>
        </p:nvCxnSpPr>
        <p:spPr bwMode="auto">
          <a:xfrm>
            <a:off x="2959763" y="5373216"/>
            <a:ext cx="694928" cy="0"/>
          </a:xfrm>
          <a:prstGeom prst="straightConnector1">
            <a:avLst/>
          </a:prstGeom>
          <a:noFill/>
          <a:ln w="38100" cap="flat" cmpd="sng" algn="ctr">
            <a:solidFill>
              <a:schemeClr val="tx1"/>
            </a:solidFill>
            <a:prstDash val="solid"/>
            <a:round/>
            <a:headEnd type="none" w="med" len="med"/>
            <a:tailEnd type="arrow"/>
          </a:ln>
          <a:effectLst/>
        </p:spPr>
      </p:cxnSp>
      <p:sp>
        <p:nvSpPr>
          <p:cNvPr id="111" name="流程图: 联系 110"/>
          <p:cNvSpPr/>
          <p:nvPr/>
        </p:nvSpPr>
        <p:spPr bwMode="auto">
          <a:xfrm>
            <a:off x="2527715" y="5157192"/>
            <a:ext cx="259766" cy="562630"/>
          </a:xfrm>
          <a:prstGeom prst="flowChartConnector">
            <a:avLst/>
          </a:prstGeom>
          <a:solidFill>
            <a:schemeClr val="tx1"/>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spAutoFit/>
          </a:bodyPr>
          <a:lstStyle/>
          <a:p>
            <a:pPr eaLnBrk="0" fontAlgn="base" hangingPunct="0">
              <a:spcBef>
                <a:spcPct val="0"/>
              </a:spcBef>
              <a:spcAft>
                <a:spcPct val="0"/>
              </a:spcAft>
            </a:pPr>
            <a:endParaRPr lang="zh-CN" altLang="en-US" sz="2000" b="1">
              <a:latin typeface="Arial" panose="020B0604020202090204" pitchFamily="34" charset="0"/>
              <a:ea typeface="宋体" pitchFamily="2" charset="-122"/>
            </a:endParaRPr>
          </a:p>
        </p:txBody>
      </p:sp>
      <p:sp>
        <p:nvSpPr>
          <p:cNvPr id="112" name="TextBox 111"/>
          <p:cNvSpPr txBox="1"/>
          <p:nvPr/>
        </p:nvSpPr>
        <p:spPr>
          <a:xfrm>
            <a:off x="3679844" y="5229200"/>
            <a:ext cx="614271" cy="338554"/>
          </a:xfrm>
          <a:prstGeom prst="rect">
            <a:avLst/>
          </a:prstGeom>
          <a:noFill/>
        </p:spPr>
        <p:txBody>
          <a:bodyPr wrap="none" rtlCol="0">
            <a:spAutoFit/>
          </a:bodyPr>
          <a:lstStyle/>
          <a:p>
            <a:r>
              <a:rPr lang="en-US" altLang="zh-CN" sz="1600" dirty="0"/>
              <a:t>NULL</a:t>
            </a:r>
            <a:endParaRPr lang="zh-CN" altLang="en-US" sz="1600" dirty="0"/>
          </a:p>
        </p:txBody>
      </p:sp>
      <p:sp>
        <p:nvSpPr>
          <p:cNvPr id="113" name="TextBox 112"/>
          <p:cNvSpPr txBox="1"/>
          <p:nvPr/>
        </p:nvSpPr>
        <p:spPr>
          <a:xfrm>
            <a:off x="2095667" y="5013176"/>
            <a:ext cx="288032" cy="338554"/>
          </a:xfrm>
          <a:prstGeom prst="rect">
            <a:avLst/>
          </a:prstGeom>
          <a:noFill/>
        </p:spPr>
        <p:txBody>
          <a:bodyPr wrap="square" rtlCol="0">
            <a:spAutoFit/>
          </a:bodyPr>
          <a:lstStyle/>
          <a:p>
            <a:r>
              <a:rPr lang="en-US" altLang="zh-CN" sz="1600" dirty="0"/>
              <a:t>q</a:t>
            </a:r>
            <a:endParaRPr lang="zh-CN" altLang="en-US" sz="1600" dirty="0"/>
          </a:p>
        </p:txBody>
      </p:sp>
      <p:grpSp>
        <p:nvGrpSpPr>
          <p:cNvPr id="22" name="组合 113"/>
          <p:cNvGrpSpPr/>
          <p:nvPr/>
        </p:nvGrpSpPr>
        <p:grpSpPr>
          <a:xfrm>
            <a:off x="1807636" y="4365104"/>
            <a:ext cx="7022983" cy="850662"/>
            <a:chOff x="1619672" y="1916832"/>
            <a:chExt cx="7022983" cy="850662"/>
          </a:xfrm>
        </p:grpSpPr>
        <p:sp>
          <p:nvSpPr>
            <p:cNvPr id="115" name="流程图: 联系 114"/>
            <p:cNvSpPr/>
            <p:nvPr/>
          </p:nvSpPr>
          <p:spPr bwMode="auto">
            <a:xfrm>
              <a:off x="2339752" y="2204864"/>
              <a:ext cx="259766" cy="562630"/>
            </a:xfrm>
            <a:prstGeom prst="flowChartConnector">
              <a:avLst/>
            </a:prstGeom>
            <a:solidFill>
              <a:schemeClr val="tx1"/>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spAutoFit/>
            </a:bodyPr>
            <a:lstStyle/>
            <a:p>
              <a:pPr eaLnBrk="0" fontAlgn="base" hangingPunct="0">
                <a:spcBef>
                  <a:spcPct val="0"/>
                </a:spcBef>
                <a:spcAft>
                  <a:spcPct val="0"/>
                </a:spcAft>
              </a:pPr>
              <a:endParaRPr lang="zh-CN" altLang="en-US" sz="2000" b="1">
                <a:latin typeface="Arial" panose="020B0604020202090204" pitchFamily="34" charset="0"/>
                <a:ea typeface="宋体" pitchFamily="2" charset="-122"/>
              </a:endParaRPr>
            </a:p>
          </p:txBody>
        </p:sp>
        <p:sp>
          <p:nvSpPr>
            <p:cNvPr id="116" name="流程图: 联系 115"/>
            <p:cNvSpPr/>
            <p:nvPr/>
          </p:nvSpPr>
          <p:spPr bwMode="auto">
            <a:xfrm>
              <a:off x="3491880" y="2204864"/>
              <a:ext cx="259766" cy="562630"/>
            </a:xfrm>
            <a:prstGeom prst="flowChartConnector">
              <a:avLst/>
            </a:prstGeom>
            <a:solidFill>
              <a:schemeClr val="tx1"/>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spAutoFit/>
            </a:bodyPr>
            <a:lstStyle/>
            <a:p>
              <a:pPr eaLnBrk="0" fontAlgn="base" hangingPunct="0">
                <a:spcBef>
                  <a:spcPct val="0"/>
                </a:spcBef>
                <a:spcAft>
                  <a:spcPct val="0"/>
                </a:spcAft>
              </a:pPr>
              <a:endParaRPr lang="zh-CN" altLang="en-US" sz="2000" b="1">
                <a:latin typeface="Arial" panose="020B0604020202090204" pitchFamily="34" charset="0"/>
                <a:ea typeface="宋体" pitchFamily="2" charset="-122"/>
              </a:endParaRPr>
            </a:p>
          </p:txBody>
        </p:sp>
        <p:sp>
          <p:nvSpPr>
            <p:cNvPr id="117" name="流程图: 联系 116"/>
            <p:cNvSpPr/>
            <p:nvPr/>
          </p:nvSpPr>
          <p:spPr bwMode="auto">
            <a:xfrm>
              <a:off x="4644008" y="2204864"/>
              <a:ext cx="259766" cy="562630"/>
            </a:xfrm>
            <a:prstGeom prst="flowChartConnector">
              <a:avLst/>
            </a:prstGeom>
            <a:solidFill>
              <a:schemeClr val="tx1"/>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spAutoFit/>
            </a:bodyPr>
            <a:lstStyle/>
            <a:p>
              <a:pPr eaLnBrk="0" fontAlgn="base" hangingPunct="0">
                <a:spcBef>
                  <a:spcPct val="0"/>
                </a:spcBef>
                <a:spcAft>
                  <a:spcPct val="0"/>
                </a:spcAft>
              </a:pPr>
              <a:endParaRPr lang="zh-CN" altLang="en-US" sz="2000" b="1">
                <a:latin typeface="Arial" panose="020B0604020202090204" pitchFamily="34" charset="0"/>
                <a:ea typeface="宋体" pitchFamily="2" charset="-122"/>
              </a:endParaRPr>
            </a:p>
          </p:txBody>
        </p:sp>
        <p:cxnSp>
          <p:nvCxnSpPr>
            <p:cNvPr id="118" name="直接箭头连接符 117"/>
            <p:cNvCxnSpPr>
              <a:stCxn id="115" idx="6"/>
              <a:endCxn id="116" idx="2"/>
            </p:cNvCxnSpPr>
            <p:nvPr/>
          </p:nvCxnSpPr>
          <p:spPr bwMode="auto">
            <a:xfrm>
              <a:off x="2599518" y="2486179"/>
              <a:ext cx="892362" cy="0"/>
            </a:xfrm>
            <a:prstGeom prst="straightConnector1">
              <a:avLst/>
            </a:prstGeom>
            <a:noFill/>
            <a:ln w="38100" cap="flat" cmpd="sng" algn="ctr">
              <a:solidFill>
                <a:schemeClr val="tx1"/>
              </a:solidFill>
              <a:prstDash val="solid"/>
              <a:round/>
              <a:headEnd type="none" w="med" len="med"/>
              <a:tailEnd type="arrow"/>
            </a:ln>
            <a:effectLst/>
          </p:spPr>
        </p:cxnSp>
        <p:cxnSp>
          <p:nvCxnSpPr>
            <p:cNvPr id="119" name="直接箭头连接符 118"/>
            <p:cNvCxnSpPr/>
            <p:nvPr/>
          </p:nvCxnSpPr>
          <p:spPr bwMode="auto">
            <a:xfrm>
              <a:off x="4932040" y="2420888"/>
              <a:ext cx="694928" cy="0"/>
            </a:xfrm>
            <a:prstGeom prst="straightConnector1">
              <a:avLst/>
            </a:prstGeom>
            <a:noFill/>
            <a:ln w="38100" cap="flat" cmpd="sng" algn="ctr">
              <a:solidFill>
                <a:schemeClr val="tx1"/>
              </a:solidFill>
              <a:prstDash val="solid"/>
              <a:round/>
              <a:headEnd type="none" w="med" len="med"/>
              <a:tailEnd type="arrow"/>
            </a:ln>
            <a:effectLst/>
          </p:spPr>
        </p:cxnSp>
        <p:cxnSp>
          <p:nvCxnSpPr>
            <p:cNvPr id="120" name="直接箭头连接符 119"/>
            <p:cNvCxnSpPr/>
            <p:nvPr/>
          </p:nvCxnSpPr>
          <p:spPr bwMode="auto">
            <a:xfrm>
              <a:off x="7380312" y="2420888"/>
              <a:ext cx="694928" cy="0"/>
            </a:xfrm>
            <a:prstGeom prst="straightConnector1">
              <a:avLst/>
            </a:prstGeom>
            <a:noFill/>
            <a:ln w="38100" cap="flat" cmpd="sng" algn="ctr">
              <a:solidFill>
                <a:schemeClr val="tx1"/>
              </a:solidFill>
              <a:prstDash val="solid"/>
              <a:round/>
              <a:headEnd type="none" w="med" len="med"/>
              <a:tailEnd type="arrow"/>
            </a:ln>
            <a:effectLst/>
          </p:spPr>
        </p:cxnSp>
        <p:cxnSp>
          <p:nvCxnSpPr>
            <p:cNvPr id="121" name="直接箭头连接符 120"/>
            <p:cNvCxnSpPr/>
            <p:nvPr/>
          </p:nvCxnSpPr>
          <p:spPr bwMode="auto">
            <a:xfrm>
              <a:off x="1691680" y="2420888"/>
              <a:ext cx="694928" cy="0"/>
            </a:xfrm>
            <a:prstGeom prst="straightConnector1">
              <a:avLst/>
            </a:prstGeom>
            <a:noFill/>
            <a:ln w="38100" cap="flat" cmpd="sng" algn="ctr">
              <a:solidFill>
                <a:schemeClr val="tx1"/>
              </a:solidFill>
              <a:prstDash val="solid"/>
              <a:round/>
              <a:headEnd type="none" w="med" len="med"/>
              <a:tailEnd type="arrow"/>
            </a:ln>
            <a:effectLst/>
          </p:spPr>
        </p:cxnSp>
        <p:sp>
          <p:nvSpPr>
            <p:cNvPr id="122" name="流程图: 联系 121"/>
            <p:cNvSpPr/>
            <p:nvPr/>
          </p:nvSpPr>
          <p:spPr bwMode="auto">
            <a:xfrm>
              <a:off x="6948264" y="2204864"/>
              <a:ext cx="259766" cy="562630"/>
            </a:xfrm>
            <a:prstGeom prst="flowChartConnector">
              <a:avLst/>
            </a:prstGeom>
            <a:solidFill>
              <a:schemeClr val="tx1"/>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spAutoFit/>
            </a:bodyPr>
            <a:lstStyle/>
            <a:p>
              <a:pPr eaLnBrk="0" fontAlgn="base" hangingPunct="0">
                <a:spcBef>
                  <a:spcPct val="0"/>
                </a:spcBef>
                <a:spcAft>
                  <a:spcPct val="0"/>
                </a:spcAft>
              </a:pPr>
              <a:endParaRPr lang="zh-CN" altLang="en-US" sz="2000" b="1">
                <a:latin typeface="Arial" panose="020B0604020202090204" pitchFamily="34" charset="0"/>
                <a:ea typeface="宋体" pitchFamily="2" charset="-122"/>
              </a:endParaRPr>
            </a:p>
          </p:txBody>
        </p:sp>
        <p:sp>
          <p:nvSpPr>
            <p:cNvPr id="123" name="流程图: 联系 122"/>
            <p:cNvSpPr/>
            <p:nvPr/>
          </p:nvSpPr>
          <p:spPr bwMode="auto">
            <a:xfrm>
              <a:off x="5580112" y="2204864"/>
              <a:ext cx="259766" cy="562630"/>
            </a:xfrm>
            <a:prstGeom prst="flowChartConnector">
              <a:avLst/>
            </a:prstGeom>
            <a:solidFill>
              <a:schemeClr val="tx1"/>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spAutoFit/>
            </a:bodyPr>
            <a:lstStyle/>
            <a:p>
              <a:pPr eaLnBrk="0" fontAlgn="base" hangingPunct="0">
                <a:spcBef>
                  <a:spcPct val="0"/>
                </a:spcBef>
                <a:spcAft>
                  <a:spcPct val="0"/>
                </a:spcAft>
              </a:pPr>
              <a:endParaRPr lang="zh-CN" altLang="en-US" sz="2000" b="1">
                <a:latin typeface="Arial" panose="020B0604020202090204" pitchFamily="34" charset="0"/>
                <a:ea typeface="宋体" pitchFamily="2" charset="-122"/>
              </a:endParaRPr>
            </a:p>
          </p:txBody>
        </p:sp>
        <p:sp>
          <p:nvSpPr>
            <p:cNvPr id="124" name="TextBox 123"/>
            <p:cNvSpPr txBox="1"/>
            <p:nvPr/>
          </p:nvSpPr>
          <p:spPr>
            <a:xfrm>
              <a:off x="4067944" y="2132856"/>
              <a:ext cx="436338" cy="461665"/>
            </a:xfrm>
            <a:prstGeom prst="rect">
              <a:avLst/>
            </a:prstGeom>
            <a:noFill/>
          </p:spPr>
          <p:txBody>
            <a:bodyPr wrap="none" rtlCol="0">
              <a:spAutoFit/>
            </a:bodyPr>
            <a:lstStyle/>
            <a:p>
              <a:r>
                <a:rPr lang="en-US" altLang="zh-CN" sz="2400" dirty="0"/>
                <a:t>…</a:t>
              </a:r>
              <a:endParaRPr lang="zh-CN" altLang="en-US" sz="2400" dirty="0"/>
            </a:p>
          </p:txBody>
        </p:sp>
        <p:sp>
          <p:nvSpPr>
            <p:cNvPr id="125" name="TextBox 124"/>
            <p:cNvSpPr txBox="1"/>
            <p:nvPr/>
          </p:nvSpPr>
          <p:spPr>
            <a:xfrm>
              <a:off x="6228184" y="2132856"/>
              <a:ext cx="436338" cy="461665"/>
            </a:xfrm>
            <a:prstGeom prst="rect">
              <a:avLst/>
            </a:prstGeom>
            <a:noFill/>
          </p:spPr>
          <p:txBody>
            <a:bodyPr wrap="none" rtlCol="0">
              <a:spAutoFit/>
            </a:bodyPr>
            <a:lstStyle/>
            <a:p>
              <a:r>
                <a:rPr lang="en-US" altLang="zh-CN" sz="2400" dirty="0"/>
                <a:t>…</a:t>
              </a:r>
              <a:endParaRPr lang="zh-CN" altLang="en-US" sz="2400" dirty="0"/>
            </a:p>
          </p:txBody>
        </p:sp>
        <p:sp>
          <p:nvSpPr>
            <p:cNvPr id="126" name="TextBox 125"/>
            <p:cNvSpPr txBox="1"/>
            <p:nvPr/>
          </p:nvSpPr>
          <p:spPr>
            <a:xfrm>
              <a:off x="1619672" y="1988840"/>
              <a:ext cx="556563" cy="338554"/>
            </a:xfrm>
            <a:prstGeom prst="rect">
              <a:avLst/>
            </a:prstGeom>
            <a:noFill/>
          </p:spPr>
          <p:txBody>
            <a:bodyPr wrap="none" rtlCol="0">
              <a:spAutoFit/>
            </a:bodyPr>
            <a:lstStyle/>
            <a:p>
              <a:r>
                <a:rPr lang="en-US" altLang="zh-CN" sz="1600" dirty="0"/>
                <a:t>head</a:t>
              </a:r>
              <a:endParaRPr lang="zh-CN" altLang="en-US" sz="1600" dirty="0"/>
            </a:p>
          </p:txBody>
        </p:sp>
        <p:sp>
          <p:nvSpPr>
            <p:cNvPr id="127" name="TextBox 126"/>
            <p:cNvSpPr txBox="1"/>
            <p:nvPr/>
          </p:nvSpPr>
          <p:spPr>
            <a:xfrm>
              <a:off x="4211960" y="1916832"/>
              <a:ext cx="370614" cy="338554"/>
            </a:xfrm>
            <a:prstGeom prst="rect">
              <a:avLst/>
            </a:prstGeom>
            <a:noFill/>
          </p:spPr>
          <p:txBody>
            <a:bodyPr wrap="none" rtlCol="0">
              <a:spAutoFit/>
            </a:bodyPr>
            <a:lstStyle/>
            <a:p>
              <a:r>
                <a:rPr lang="en-US" altLang="zh-CN" sz="1600" dirty="0"/>
                <a:t>p0</a:t>
              </a:r>
              <a:endParaRPr lang="zh-CN" altLang="en-US" sz="1600" dirty="0"/>
            </a:p>
          </p:txBody>
        </p:sp>
        <p:sp>
          <p:nvSpPr>
            <p:cNvPr id="128" name="TextBox 127"/>
            <p:cNvSpPr txBox="1"/>
            <p:nvPr/>
          </p:nvSpPr>
          <p:spPr>
            <a:xfrm>
              <a:off x="5148064" y="1916832"/>
              <a:ext cx="277640" cy="338554"/>
            </a:xfrm>
            <a:prstGeom prst="rect">
              <a:avLst/>
            </a:prstGeom>
            <a:noFill/>
          </p:spPr>
          <p:txBody>
            <a:bodyPr wrap="none" rtlCol="0">
              <a:spAutoFit/>
            </a:bodyPr>
            <a:lstStyle/>
            <a:p>
              <a:r>
                <a:rPr lang="en-US" altLang="zh-CN" sz="1600" dirty="0"/>
                <a:t>p</a:t>
              </a:r>
              <a:endParaRPr lang="zh-CN" altLang="en-US" sz="1600" dirty="0"/>
            </a:p>
          </p:txBody>
        </p:sp>
        <p:cxnSp>
          <p:nvCxnSpPr>
            <p:cNvPr id="129" name="直接箭头连接符 128"/>
            <p:cNvCxnSpPr>
              <a:endCxn id="117" idx="1"/>
            </p:cNvCxnSpPr>
            <p:nvPr/>
          </p:nvCxnSpPr>
          <p:spPr bwMode="auto">
            <a:xfrm>
              <a:off x="4499992" y="2132856"/>
              <a:ext cx="182058" cy="154403"/>
            </a:xfrm>
            <a:prstGeom prst="straightConnector1">
              <a:avLst/>
            </a:prstGeom>
            <a:noFill/>
            <a:ln w="9525" cap="flat" cmpd="sng" algn="ctr">
              <a:solidFill>
                <a:schemeClr val="tx1"/>
              </a:solidFill>
              <a:prstDash val="solid"/>
              <a:round/>
              <a:headEnd type="none" w="med" len="med"/>
              <a:tailEnd type="arrow"/>
            </a:ln>
            <a:effectLst/>
          </p:spPr>
        </p:cxnSp>
        <p:cxnSp>
          <p:nvCxnSpPr>
            <p:cNvPr id="130" name="直接箭头连接符 129"/>
            <p:cNvCxnSpPr/>
            <p:nvPr/>
          </p:nvCxnSpPr>
          <p:spPr bwMode="auto">
            <a:xfrm>
              <a:off x="5364088" y="2132856"/>
              <a:ext cx="158720" cy="185710"/>
            </a:xfrm>
            <a:prstGeom prst="straightConnector1">
              <a:avLst/>
            </a:prstGeom>
            <a:noFill/>
            <a:ln w="9525" cap="flat" cmpd="sng" algn="ctr">
              <a:solidFill>
                <a:schemeClr val="tx1"/>
              </a:solidFill>
              <a:prstDash val="solid"/>
              <a:round/>
              <a:headEnd type="none" w="med" len="med"/>
              <a:tailEnd type="arrow"/>
            </a:ln>
            <a:effectLst/>
          </p:spPr>
        </p:cxnSp>
        <p:sp>
          <p:nvSpPr>
            <p:cNvPr id="131" name="TextBox 130"/>
            <p:cNvSpPr txBox="1"/>
            <p:nvPr/>
          </p:nvSpPr>
          <p:spPr>
            <a:xfrm>
              <a:off x="8028384" y="2276872"/>
              <a:ext cx="614271" cy="338554"/>
            </a:xfrm>
            <a:prstGeom prst="rect">
              <a:avLst/>
            </a:prstGeom>
            <a:noFill/>
          </p:spPr>
          <p:txBody>
            <a:bodyPr wrap="none" rtlCol="0">
              <a:spAutoFit/>
            </a:bodyPr>
            <a:lstStyle/>
            <a:p>
              <a:r>
                <a:rPr lang="en-US" altLang="zh-CN" sz="1600" dirty="0"/>
                <a:t>NULL</a:t>
              </a:r>
              <a:endParaRPr lang="zh-CN" altLang="en-US" sz="1600" dirty="0"/>
            </a:p>
          </p:txBody>
        </p:sp>
      </p:grpSp>
      <p:cxnSp>
        <p:nvCxnSpPr>
          <p:cNvPr id="132" name="直接箭头连接符 131"/>
          <p:cNvCxnSpPr/>
          <p:nvPr/>
        </p:nvCxnSpPr>
        <p:spPr bwMode="auto">
          <a:xfrm>
            <a:off x="2455707" y="5229200"/>
            <a:ext cx="158720" cy="185710"/>
          </a:xfrm>
          <a:prstGeom prst="straightConnector1">
            <a:avLst/>
          </a:prstGeom>
          <a:noFill/>
          <a:ln w="9525" cap="flat" cmpd="sng" algn="ctr">
            <a:solidFill>
              <a:schemeClr val="tx1"/>
            </a:solidFill>
            <a:prstDash val="solid"/>
            <a:round/>
            <a:headEnd type="none" w="med" len="med"/>
            <a:tailEnd type="arrow"/>
          </a:ln>
          <a:effectLst/>
        </p:spPr>
      </p:cxnSp>
      <p:cxnSp>
        <p:nvCxnSpPr>
          <p:cNvPr id="133" name="直接箭头连接符 132"/>
          <p:cNvCxnSpPr/>
          <p:nvPr/>
        </p:nvCxnSpPr>
        <p:spPr bwMode="auto">
          <a:xfrm>
            <a:off x="3103779" y="6400800"/>
            <a:ext cx="694928" cy="0"/>
          </a:xfrm>
          <a:prstGeom prst="straightConnector1">
            <a:avLst/>
          </a:prstGeom>
          <a:noFill/>
          <a:ln w="38100" cap="flat" cmpd="sng" algn="ctr">
            <a:solidFill>
              <a:schemeClr val="tx1"/>
            </a:solidFill>
            <a:prstDash val="solid"/>
            <a:round/>
            <a:headEnd type="none" w="med" len="med"/>
            <a:tailEnd type="arrow"/>
          </a:ln>
          <a:effectLst/>
        </p:spPr>
      </p:cxnSp>
      <p:sp>
        <p:nvSpPr>
          <p:cNvPr id="134" name="流程图: 联系 133"/>
          <p:cNvSpPr/>
          <p:nvPr/>
        </p:nvSpPr>
        <p:spPr bwMode="auto">
          <a:xfrm>
            <a:off x="2671731" y="6184776"/>
            <a:ext cx="259766" cy="562630"/>
          </a:xfrm>
          <a:prstGeom prst="flowChartConnector">
            <a:avLst/>
          </a:prstGeom>
          <a:solidFill>
            <a:schemeClr val="tx1"/>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spAutoFit/>
          </a:bodyPr>
          <a:lstStyle/>
          <a:p>
            <a:pPr eaLnBrk="0" fontAlgn="base" hangingPunct="0">
              <a:spcBef>
                <a:spcPct val="0"/>
              </a:spcBef>
              <a:spcAft>
                <a:spcPct val="0"/>
              </a:spcAft>
            </a:pPr>
            <a:endParaRPr lang="zh-CN" altLang="en-US" sz="2000" b="1">
              <a:latin typeface="Arial" panose="020B0604020202090204" pitchFamily="34" charset="0"/>
              <a:ea typeface="宋体" pitchFamily="2" charset="-122"/>
            </a:endParaRPr>
          </a:p>
        </p:txBody>
      </p:sp>
      <p:sp>
        <p:nvSpPr>
          <p:cNvPr id="135" name="TextBox 134"/>
          <p:cNvSpPr txBox="1"/>
          <p:nvPr/>
        </p:nvSpPr>
        <p:spPr>
          <a:xfrm>
            <a:off x="3823860" y="6256784"/>
            <a:ext cx="614271" cy="338554"/>
          </a:xfrm>
          <a:prstGeom prst="rect">
            <a:avLst/>
          </a:prstGeom>
          <a:noFill/>
        </p:spPr>
        <p:txBody>
          <a:bodyPr wrap="none" rtlCol="0">
            <a:spAutoFit/>
          </a:bodyPr>
          <a:lstStyle/>
          <a:p>
            <a:r>
              <a:rPr lang="en-US" altLang="zh-CN" sz="1600" dirty="0"/>
              <a:t>NULL</a:t>
            </a:r>
            <a:endParaRPr lang="zh-CN" altLang="en-US" sz="1600" dirty="0"/>
          </a:p>
        </p:txBody>
      </p:sp>
      <p:sp>
        <p:nvSpPr>
          <p:cNvPr id="136" name="TextBox 135"/>
          <p:cNvSpPr txBox="1"/>
          <p:nvPr/>
        </p:nvSpPr>
        <p:spPr>
          <a:xfrm>
            <a:off x="2239683" y="6040760"/>
            <a:ext cx="288032" cy="338554"/>
          </a:xfrm>
          <a:prstGeom prst="rect">
            <a:avLst/>
          </a:prstGeom>
          <a:noFill/>
        </p:spPr>
        <p:txBody>
          <a:bodyPr wrap="square" rtlCol="0">
            <a:spAutoFit/>
          </a:bodyPr>
          <a:lstStyle/>
          <a:p>
            <a:r>
              <a:rPr lang="en-US" altLang="zh-CN" sz="1600" dirty="0"/>
              <a:t>q</a:t>
            </a:r>
            <a:endParaRPr lang="zh-CN" altLang="en-US" sz="1600" dirty="0"/>
          </a:p>
        </p:txBody>
      </p:sp>
      <p:grpSp>
        <p:nvGrpSpPr>
          <p:cNvPr id="24" name="组合 136"/>
          <p:cNvGrpSpPr/>
          <p:nvPr/>
        </p:nvGrpSpPr>
        <p:grpSpPr>
          <a:xfrm>
            <a:off x="1951652" y="5392688"/>
            <a:ext cx="7022983" cy="850662"/>
            <a:chOff x="1619672" y="1916832"/>
            <a:chExt cx="7022983" cy="850662"/>
          </a:xfrm>
        </p:grpSpPr>
        <p:sp>
          <p:nvSpPr>
            <p:cNvPr id="138" name="流程图: 联系 137"/>
            <p:cNvSpPr/>
            <p:nvPr/>
          </p:nvSpPr>
          <p:spPr bwMode="auto">
            <a:xfrm>
              <a:off x="2339752" y="2204864"/>
              <a:ext cx="259766" cy="562630"/>
            </a:xfrm>
            <a:prstGeom prst="flowChartConnector">
              <a:avLst/>
            </a:prstGeom>
            <a:solidFill>
              <a:schemeClr val="tx1"/>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spAutoFit/>
            </a:bodyPr>
            <a:lstStyle/>
            <a:p>
              <a:pPr eaLnBrk="0" fontAlgn="base" hangingPunct="0">
                <a:spcBef>
                  <a:spcPct val="0"/>
                </a:spcBef>
                <a:spcAft>
                  <a:spcPct val="0"/>
                </a:spcAft>
              </a:pPr>
              <a:endParaRPr lang="zh-CN" altLang="en-US" sz="2000" b="1">
                <a:latin typeface="Arial" panose="020B0604020202090204" pitchFamily="34" charset="0"/>
                <a:ea typeface="宋体" pitchFamily="2" charset="-122"/>
              </a:endParaRPr>
            </a:p>
          </p:txBody>
        </p:sp>
        <p:sp>
          <p:nvSpPr>
            <p:cNvPr id="139" name="流程图: 联系 138"/>
            <p:cNvSpPr/>
            <p:nvPr/>
          </p:nvSpPr>
          <p:spPr bwMode="auto">
            <a:xfrm>
              <a:off x="3491880" y="2204864"/>
              <a:ext cx="259766" cy="562630"/>
            </a:xfrm>
            <a:prstGeom prst="flowChartConnector">
              <a:avLst/>
            </a:prstGeom>
            <a:solidFill>
              <a:schemeClr val="tx1"/>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spAutoFit/>
            </a:bodyPr>
            <a:lstStyle/>
            <a:p>
              <a:pPr eaLnBrk="0" fontAlgn="base" hangingPunct="0">
                <a:spcBef>
                  <a:spcPct val="0"/>
                </a:spcBef>
                <a:spcAft>
                  <a:spcPct val="0"/>
                </a:spcAft>
              </a:pPr>
              <a:endParaRPr lang="zh-CN" altLang="en-US" sz="2000" b="1">
                <a:latin typeface="Arial" panose="020B0604020202090204" pitchFamily="34" charset="0"/>
                <a:ea typeface="宋体" pitchFamily="2" charset="-122"/>
              </a:endParaRPr>
            </a:p>
          </p:txBody>
        </p:sp>
        <p:sp>
          <p:nvSpPr>
            <p:cNvPr id="140" name="流程图: 联系 139"/>
            <p:cNvSpPr/>
            <p:nvPr/>
          </p:nvSpPr>
          <p:spPr bwMode="auto">
            <a:xfrm>
              <a:off x="4644008" y="2204864"/>
              <a:ext cx="259766" cy="562630"/>
            </a:xfrm>
            <a:prstGeom prst="flowChartConnector">
              <a:avLst/>
            </a:prstGeom>
            <a:solidFill>
              <a:schemeClr val="tx1"/>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spAutoFit/>
            </a:bodyPr>
            <a:lstStyle/>
            <a:p>
              <a:pPr eaLnBrk="0" fontAlgn="base" hangingPunct="0">
                <a:spcBef>
                  <a:spcPct val="0"/>
                </a:spcBef>
                <a:spcAft>
                  <a:spcPct val="0"/>
                </a:spcAft>
              </a:pPr>
              <a:endParaRPr lang="zh-CN" altLang="en-US" sz="2000" b="1">
                <a:latin typeface="Arial" panose="020B0604020202090204" pitchFamily="34" charset="0"/>
                <a:ea typeface="宋体" pitchFamily="2" charset="-122"/>
              </a:endParaRPr>
            </a:p>
          </p:txBody>
        </p:sp>
        <p:cxnSp>
          <p:nvCxnSpPr>
            <p:cNvPr id="141" name="直接箭头连接符 140"/>
            <p:cNvCxnSpPr>
              <a:stCxn id="138" idx="6"/>
              <a:endCxn id="139" idx="2"/>
            </p:cNvCxnSpPr>
            <p:nvPr/>
          </p:nvCxnSpPr>
          <p:spPr bwMode="auto">
            <a:xfrm>
              <a:off x="2599518" y="2486179"/>
              <a:ext cx="892362" cy="0"/>
            </a:xfrm>
            <a:prstGeom prst="straightConnector1">
              <a:avLst/>
            </a:prstGeom>
            <a:noFill/>
            <a:ln w="38100" cap="flat" cmpd="sng" algn="ctr">
              <a:solidFill>
                <a:schemeClr val="tx1"/>
              </a:solidFill>
              <a:prstDash val="solid"/>
              <a:round/>
              <a:headEnd type="none" w="med" len="med"/>
              <a:tailEnd type="arrow"/>
            </a:ln>
            <a:effectLst/>
          </p:spPr>
        </p:cxnSp>
        <p:cxnSp>
          <p:nvCxnSpPr>
            <p:cNvPr id="142" name="直接箭头连接符 141"/>
            <p:cNvCxnSpPr/>
            <p:nvPr/>
          </p:nvCxnSpPr>
          <p:spPr bwMode="auto">
            <a:xfrm>
              <a:off x="4932040" y="2420888"/>
              <a:ext cx="694928" cy="0"/>
            </a:xfrm>
            <a:prstGeom prst="straightConnector1">
              <a:avLst/>
            </a:prstGeom>
            <a:noFill/>
            <a:ln w="38100" cap="flat" cmpd="sng" algn="ctr">
              <a:solidFill>
                <a:schemeClr val="tx1"/>
              </a:solidFill>
              <a:prstDash val="solid"/>
              <a:round/>
              <a:headEnd type="none" w="med" len="med"/>
              <a:tailEnd type="arrow"/>
            </a:ln>
            <a:effectLst/>
          </p:spPr>
        </p:cxnSp>
        <p:cxnSp>
          <p:nvCxnSpPr>
            <p:cNvPr id="143" name="直接箭头连接符 142"/>
            <p:cNvCxnSpPr/>
            <p:nvPr/>
          </p:nvCxnSpPr>
          <p:spPr bwMode="auto">
            <a:xfrm>
              <a:off x="7380312" y="2420888"/>
              <a:ext cx="694928" cy="0"/>
            </a:xfrm>
            <a:prstGeom prst="straightConnector1">
              <a:avLst/>
            </a:prstGeom>
            <a:noFill/>
            <a:ln w="38100" cap="flat" cmpd="sng" algn="ctr">
              <a:solidFill>
                <a:schemeClr val="tx1"/>
              </a:solidFill>
              <a:prstDash val="solid"/>
              <a:round/>
              <a:headEnd type="none" w="med" len="med"/>
              <a:tailEnd type="arrow"/>
            </a:ln>
            <a:effectLst/>
          </p:spPr>
        </p:cxnSp>
        <p:cxnSp>
          <p:nvCxnSpPr>
            <p:cNvPr id="144" name="直接箭头连接符 143"/>
            <p:cNvCxnSpPr/>
            <p:nvPr/>
          </p:nvCxnSpPr>
          <p:spPr bwMode="auto">
            <a:xfrm>
              <a:off x="1691680" y="2420888"/>
              <a:ext cx="694928" cy="0"/>
            </a:xfrm>
            <a:prstGeom prst="straightConnector1">
              <a:avLst/>
            </a:prstGeom>
            <a:noFill/>
            <a:ln w="38100" cap="flat" cmpd="sng" algn="ctr">
              <a:solidFill>
                <a:schemeClr val="tx1"/>
              </a:solidFill>
              <a:prstDash val="solid"/>
              <a:round/>
              <a:headEnd type="none" w="med" len="med"/>
              <a:tailEnd type="arrow"/>
            </a:ln>
            <a:effectLst/>
          </p:spPr>
        </p:cxnSp>
        <p:sp>
          <p:nvSpPr>
            <p:cNvPr id="145" name="流程图: 联系 144"/>
            <p:cNvSpPr/>
            <p:nvPr/>
          </p:nvSpPr>
          <p:spPr bwMode="auto">
            <a:xfrm>
              <a:off x="6948264" y="2204864"/>
              <a:ext cx="259766" cy="562630"/>
            </a:xfrm>
            <a:prstGeom prst="flowChartConnector">
              <a:avLst/>
            </a:prstGeom>
            <a:solidFill>
              <a:schemeClr val="tx1"/>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spAutoFit/>
            </a:bodyPr>
            <a:lstStyle/>
            <a:p>
              <a:pPr eaLnBrk="0" fontAlgn="base" hangingPunct="0">
                <a:spcBef>
                  <a:spcPct val="0"/>
                </a:spcBef>
                <a:spcAft>
                  <a:spcPct val="0"/>
                </a:spcAft>
              </a:pPr>
              <a:endParaRPr lang="zh-CN" altLang="en-US" sz="2000" b="1">
                <a:latin typeface="Arial" panose="020B0604020202090204" pitchFamily="34" charset="0"/>
                <a:ea typeface="宋体" pitchFamily="2" charset="-122"/>
              </a:endParaRPr>
            </a:p>
          </p:txBody>
        </p:sp>
        <p:sp>
          <p:nvSpPr>
            <p:cNvPr id="146" name="流程图: 联系 145"/>
            <p:cNvSpPr/>
            <p:nvPr/>
          </p:nvSpPr>
          <p:spPr bwMode="auto">
            <a:xfrm>
              <a:off x="5580112" y="2204864"/>
              <a:ext cx="259766" cy="562630"/>
            </a:xfrm>
            <a:prstGeom prst="flowChartConnector">
              <a:avLst/>
            </a:prstGeom>
            <a:solidFill>
              <a:schemeClr val="tx1"/>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spAutoFit/>
            </a:bodyPr>
            <a:lstStyle/>
            <a:p>
              <a:pPr eaLnBrk="0" fontAlgn="base" hangingPunct="0">
                <a:spcBef>
                  <a:spcPct val="0"/>
                </a:spcBef>
                <a:spcAft>
                  <a:spcPct val="0"/>
                </a:spcAft>
              </a:pPr>
              <a:endParaRPr lang="zh-CN" altLang="en-US" sz="2000" b="1">
                <a:latin typeface="Arial" panose="020B0604020202090204" pitchFamily="34" charset="0"/>
                <a:ea typeface="宋体" pitchFamily="2" charset="-122"/>
              </a:endParaRPr>
            </a:p>
          </p:txBody>
        </p:sp>
        <p:sp>
          <p:nvSpPr>
            <p:cNvPr id="147" name="TextBox 146"/>
            <p:cNvSpPr txBox="1"/>
            <p:nvPr/>
          </p:nvSpPr>
          <p:spPr>
            <a:xfrm>
              <a:off x="4067944" y="2132856"/>
              <a:ext cx="436338" cy="461665"/>
            </a:xfrm>
            <a:prstGeom prst="rect">
              <a:avLst/>
            </a:prstGeom>
            <a:noFill/>
          </p:spPr>
          <p:txBody>
            <a:bodyPr wrap="none" rtlCol="0">
              <a:spAutoFit/>
            </a:bodyPr>
            <a:lstStyle/>
            <a:p>
              <a:r>
                <a:rPr lang="en-US" altLang="zh-CN" sz="2400" dirty="0"/>
                <a:t>…</a:t>
              </a:r>
              <a:endParaRPr lang="zh-CN" altLang="en-US" sz="2400" dirty="0"/>
            </a:p>
          </p:txBody>
        </p:sp>
        <p:sp>
          <p:nvSpPr>
            <p:cNvPr id="148" name="TextBox 147"/>
            <p:cNvSpPr txBox="1"/>
            <p:nvPr/>
          </p:nvSpPr>
          <p:spPr>
            <a:xfrm>
              <a:off x="6228184" y="2132856"/>
              <a:ext cx="436338" cy="461665"/>
            </a:xfrm>
            <a:prstGeom prst="rect">
              <a:avLst/>
            </a:prstGeom>
            <a:noFill/>
          </p:spPr>
          <p:txBody>
            <a:bodyPr wrap="none" rtlCol="0">
              <a:spAutoFit/>
            </a:bodyPr>
            <a:lstStyle/>
            <a:p>
              <a:r>
                <a:rPr lang="en-US" altLang="zh-CN" sz="2400" dirty="0"/>
                <a:t>…</a:t>
              </a:r>
              <a:endParaRPr lang="zh-CN" altLang="en-US" sz="2400" dirty="0"/>
            </a:p>
          </p:txBody>
        </p:sp>
        <p:sp>
          <p:nvSpPr>
            <p:cNvPr id="149" name="TextBox 148"/>
            <p:cNvSpPr txBox="1"/>
            <p:nvPr/>
          </p:nvSpPr>
          <p:spPr>
            <a:xfrm>
              <a:off x="1619672" y="1988840"/>
              <a:ext cx="556563" cy="338554"/>
            </a:xfrm>
            <a:prstGeom prst="rect">
              <a:avLst/>
            </a:prstGeom>
            <a:noFill/>
          </p:spPr>
          <p:txBody>
            <a:bodyPr wrap="none" rtlCol="0">
              <a:spAutoFit/>
            </a:bodyPr>
            <a:lstStyle/>
            <a:p>
              <a:r>
                <a:rPr lang="en-US" altLang="zh-CN" sz="1600" dirty="0"/>
                <a:t>head</a:t>
              </a:r>
              <a:endParaRPr lang="zh-CN" altLang="en-US" sz="1600" dirty="0"/>
            </a:p>
          </p:txBody>
        </p:sp>
        <p:sp>
          <p:nvSpPr>
            <p:cNvPr id="150" name="TextBox 149"/>
            <p:cNvSpPr txBox="1"/>
            <p:nvPr/>
          </p:nvSpPr>
          <p:spPr>
            <a:xfrm>
              <a:off x="4211960" y="1916832"/>
              <a:ext cx="370614" cy="338554"/>
            </a:xfrm>
            <a:prstGeom prst="rect">
              <a:avLst/>
            </a:prstGeom>
            <a:noFill/>
          </p:spPr>
          <p:txBody>
            <a:bodyPr wrap="none" rtlCol="0">
              <a:spAutoFit/>
            </a:bodyPr>
            <a:lstStyle/>
            <a:p>
              <a:r>
                <a:rPr lang="en-US" altLang="zh-CN" sz="1600" dirty="0"/>
                <a:t>p0</a:t>
              </a:r>
              <a:endParaRPr lang="zh-CN" altLang="en-US" sz="1600" dirty="0"/>
            </a:p>
          </p:txBody>
        </p:sp>
        <p:sp>
          <p:nvSpPr>
            <p:cNvPr id="151" name="TextBox 150"/>
            <p:cNvSpPr txBox="1"/>
            <p:nvPr/>
          </p:nvSpPr>
          <p:spPr>
            <a:xfrm>
              <a:off x="5148064" y="1916832"/>
              <a:ext cx="277640" cy="338554"/>
            </a:xfrm>
            <a:prstGeom prst="rect">
              <a:avLst/>
            </a:prstGeom>
            <a:noFill/>
          </p:spPr>
          <p:txBody>
            <a:bodyPr wrap="none" rtlCol="0">
              <a:spAutoFit/>
            </a:bodyPr>
            <a:lstStyle/>
            <a:p>
              <a:r>
                <a:rPr lang="en-US" altLang="zh-CN" sz="1600" dirty="0"/>
                <a:t>p</a:t>
              </a:r>
              <a:endParaRPr lang="zh-CN" altLang="en-US" sz="1600" dirty="0"/>
            </a:p>
          </p:txBody>
        </p:sp>
        <p:cxnSp>
          <p:nvCxnSpPr>
            <p:cNvPr id="152" name="直接箭头连接符 151"/>
            <p:cNvCxnSpPr>
              <a:endCxn id="140" idx="1"/>
            </p:cNvCxnSpPr>
            <p:nvPr/>
          </p:nvCxnSpPr>
          <p:spPr bwMode="auto">
            <a:xfrm>
              <a:off x="4499992" y="2132856"/>
              <a:ext cx="182058" cy="154403"/>
            </a:xfrm>
            <a:prstGeom prst="straightConnector1">
              <a:avLst/>
            </a:prstGeom>
            <a:noFill/>
            <a:ln w="9525" cap="flat" cmpd="sng" algn="ctr">
              <a:solidFill>
                <a:schemeClr val="tx1"/>
              </a:solidFill>
              <a:prstDash val="solid"/>
              <a:round/>
              <a:headEnd type="none" w="med" len="med"/>
              <a:tailEnd type="arrow"/>
            </a:ln>
            <a:effectLst/>
          </p:spPr>
        </p:cxnSp>
        <p:cxnSp>
          <p:nvCxnSpPr>
            <p:cNvPr id="153" name="直接箭头连接符 152"/>
            <p:cNvCxnSpPr/>
            <p:nvPr/>
          </p:nvCxnSpPr>
          <p:spPr bwMode="auto">
            <a:xfrm>
              <a:off x="5364088" y="2132856"/>
              <a:ext cx="158720" cy="185710"/>
            </a:xfrm>
            <a:prstGeom prst="straightConnector1">
              <a:avLst/>
            </a:prstGeom>
            <a:noFill/>
            <a:ln w="9525" cap="flat" cmpd="sng" algn="ctr">
              <a:solidFill>
                <a:schemeClr val="tx1"/>
              </a:solidFill>
              <a:prstDash val="solid"/>
              <a:round/>
              <a:headEnd type="none" w="med" len="med"/>
              <a:tailEnd type="arrow"/>
            </a:ln>
            <a:effectLst/>
          </p:spPr>
        </p:cxnSp>
        <p:sp>
          <p:nvSpPr>
            <p:cNvPr id="154" name="TextBox 153"/>
            <p:cNvSpPr txBox="1"/>
            <p:nvPr/>
          </p:nvSpPr>
          <p:spPr>
            <a:xfrm>
              <a:off x="8028384" y="2276872"/>
              <a:ext cx="614271" cy="338554"/>
            </a:xfrm>
            <a:prstGeom prst="rect">
              <a:avLst/>
            </a:prstGeom>
            <a:noFill/>
          </p:spPr>
          <p:txBody>
            <a:bodyPr wrap="none" rtlCol="0">
              <a:spAutoFit/>
            </a:bodyPr>
            <a:lstStyle/>
            <a:p>
              <a:r>
                <a:rPr lang="en-US" altLang="zh-CN" sz="1600" dirty="0"/>
                <a:t>NULL</a:t>
              </a:r>
              <a:endParaRPr lang="zh-CN" altLang="en-US" sz="1600" dirty="0"/>
            </a:p>
          </p:txBody>
        </p:sp>
      </p:grpSp>
      <p:cxnSp>
        <p:nvCxnSpPr>
          <p:cNvPr id="155" name="直接箭头连接符 154"/>
          <p:cNvCxnSpPr/>
          <p:nvPr/>
        </p:nvCxnSpPr>
        <p:spPr bwMode="auto">
          <a:xfrm>
            <a:off x="2599723" y="6256784"/>
            <a:ext cx="158720" cy="185710"/>
          </a:xfrm>
          <a:prstGeom prst="straightConnector1">
            <a:avLst/>
          </a:prstGeom>
          <a:noFill/>
          <a:ln w="9525" cap="flat" cmpd="sng" algn="ctr">
            <a:solidFill>
              <a:schemeClr val="tx1"/>
            </a:solidFill>
            <a:prstDash val="solid"/>
            <a:round/>
            <a:headEnd type="none" w="med" len="med"/>
            <a:tailEnd type="arrow"/>
          </a:ln>
          <a:effectLst/>
        </p:spPr>
      </p:cxnSp>
      <p:cxnSp>
        <p:nvCxnSpPr>
          <p:cNvPr id="99" name="直接箭头连接符 98"/>
          <p:cNvCxnSpPr/>
          <p:nvPr/>
        </p:nvCxnSpPr>
        <p:spPr bwMode="auto">
          <a:xfrm>
            <a:off x="5120003" y="3573016"/>
            <a:ext cx="694928" cy="0"/>
          </a:xfrm>
          <a:prstGeom prst="straightConnector1">
            <a:avLst/>
          </a:prstGeom>
          <a:noFill/>
          <a:ln w="38100" cap="flat" cmpd="sng" algn="ctr">
            <a:solidFill>
              <a:srgbClr val="FFCC99"/>
            </a:solidFill>
            <a:prstDash val="solid"/>
            <a:round/>
            <a:headEnd type="none" w="med" len="med"/>
            <a:tailEnd type="arrow"/>
          </a:ln>
          <a:effectLst/>
        </p:spPr>
      </p:cxnSp>
      <p:cxnSp>
        <p:nvCxnSpPr>
          <p:cNvPr id="100" name="直接箭头连接符 99"/>
          <p:cNvCxnSpPr/>
          <p:nvPr/>
        </p:nvCxnSpPr>
        <p:spPr bwMode="auto">
          <a:xfrm>
            <a:off x="4975987" y="3573016"/>
            <a:ext cx="504056" cy="360040"/>
          </a:xfrm>
          <a:prstGeom prst="straightConnector1">
            <a:avLst/>
          </a:prstGeom>
          <a:noFill/>
          <a:ln w="38100" cap="flat" cmpd="sng" algn="ctr">
            <a:solidFill>
              <a:schemeClr val="tx1"/>
            </a:solidFill>
            <a:prstDash val="solid"/>
            <a:round/>
            <a:headEnd type="none" w="med" len="med"/>
            <a:tailEnd type="arrow"/>
          </a:ln>
          <a:effectLst/>
        </p:spPr>
      </p:cxnSp>
      <p:cxnSp>
        <p:nvCxnSpPr>
          <p:cNvPr id="103" name="直接箭头连接符 102"/>
          <p:cNvCxnSpPr>
            <a:endCxn id="77" idx="4"/>
          </p:cNvCxnSpPr>
          <p:nvPr/>
        </p:nvCxnSpPr>
        <p:spPr bwMode="auto">
          <a:xfrm flipV="1">
            <a:off x="5480044" y="3919622"/>
            <a:ext cx="417915" cy="85442"/>
          </a:xfrm>
          <a:prstGeom prst="straightConnector1">
            <a:avLst/>
          </a:prstGeom>
          <a:noFill/>
          <a:ln w="38100" cap="flat" cmpd="sng" algn="ctr">
            <a:solidFill>
              <a:schemeClr val="tx1"/>
            </a:solidFill>
            <a:prstDash val="solid"/>
            <a:round/>
            <a:headEnd type="none" w="med" len="med"/>
            <a:tailEnd type="arrow"/>
          </a:ln>
          <a:effectLst/>
        </p:spPr>
      </p:cxnSp>
      <p:sp>
        <p:nvSpPr>
          <p:cNvPr id="105" name="矩形 104"/>
          <p:cNvSpPr/>
          <p:nvPr/>
        </p:nvSpPr>
        <p:spPr>
          <a:xfrm>
            <a:off x="1015547" y="4149080"/>
            <a:ext cx="8208912" cy="369332"/>
          </a:xfrm>
          <a:prstGeom prst="rect">
            <a:avLst/>
          </a:prstGeom>
        </p:spPr>
        <p:txBody>
          <a:bodyPr wrap="square">
            <a:spAutoFit/>
          </a:bodyPr>
          <a:lstStyle/>
          <a:p>
            <a:pPr lvl="1">
              <a:buFont typeface="Arial" panose="020B0604020202090204" pitchFamily="34" charset="0"/>
              <a:buChar char="•"/>
            </a:pPr>
            <a:r>
              <a:rPr lang="zh-CN" altLang="en-US" dirty="0">
                <a:latin typeface="楷体" panose="02010609060101010101" pitchFamily="49" charset="-122"/>
                <a:ea typeface="楷体" panose="02010609060101010101" pitchFamily="49" charset="-122"/>
              </a:rPr>
              <a:t> 第一个多项式中不存在相同指数的节点</a:t>
            </a:r>
            <a:r>
              <a:rPr lang="en-US" altLang="zh-CN" dirty="0">
                <a:latin typeface="楷体" panose="02010609060101010101" pitchFamily="49" charset="-122"/>
                <a:ea typeface="楷体" panose="02010609060101010101" pitchFamily="49" charset="-122"/>
              </a:rPr>
              <a:t>: </a:t>
            </a:r>
            <a:r>
              <a:rPr lang="zh-CN" altLang="en-US" dirty="0">
                <a:latin typeface="楷体" panose="02010609060101010101" pitchFamily="49" charset="-122"/>
                <a:ea typeface="楷体" panose="02010609060101010101" pitchFamily="49" charset="-122"/>
              </a:rPr>
              <a:t>插入到头节点前，或尾结点后</a:t>
            </a:r>
            <a:endParaRPr lang="zh-CN" altLang="en-US" dirty="0">
              <a:latin typeface="楷体" panose="02010609060101010101" pitchFamily="49" charset="-122"/>
              <a:ea typeface="楷体" panose="02010609060101010101" pitchFamily="49" charset="-122"/>
            </a:endParaRPr>
          </a:p>
        </p:txBody>
      </p:sp>
      <p:cxnSp>
        <p:nvCxnSpPr>
          <p:cNvPr id="106" name="直接箭头连接符 105"/>
          <p:cNvCxnSpPr/>
          <p:nvPr/>
        </p:nvCxnSpPr>
        <p:spPr bwMode="auto">
          <a:xfrm>
            <a:off x="2023659" y="4941168"/>
            <a:ext cx="504056" cy="360040"/>
          </a:xfrm>
          <a:prstGeom prst="straightConnector1">
            <a:avLst/>
          </a:prstGeom>
          <a:noFill/>
          <a:ln w="38100" cap="flat" cmpd="sng" algn="ctr">
            <a:solidFill>
              <a:schemeClr val="tx1"/>
            </a:solidFill>
            <a:prstDash val="solid"/>
            <a:round/>
            <a:headEnd type="none" w="med" len="med"/>
            <a:tailEnd type="arrow"/>
          </a:ln>
          <a:effectLst/>
        </p:spPr>
      </p:cxnSp>
      <p:cxnSp>
        <p:nvCxnSpPr>
          <p:cNvPr id="109" name="直接箭头连接符 108"/>
          <p:cNvCxnSpPr/>
          <p:nvPr/>
        </p:nvCxnSpPr>
        <p:spPr bwMode="auto">
          <a:xfrm>
            <a:off x="1879643" y="4869160"/>
            <a:ext cx="694928" cy="0"/>
          </a:xfrm>
          <a:prstGeom prst="straightConnector1">
            <a:avLst/>
          </a:prstGeom>
          <a:noFill/>
          <a:ln w="38100" cap="flat" cmpd="sng" algn="ctr">
            <a:solidFill>
              <a:srgbClr val="FFCC99"/>
            </a:solidFill>
            <a:prstDash val="solid"/>
            <a:round/>
            <a:headEnd type="none" w="med" len="med"/>
            <a:tailEnd type="arrow"/>
          </a:ln>
          <a:effectLst/>
        </p:spPr>
      </p:cxnSp>
      <p:cxnSp>
        <p:nvCxnSpPr>
          <p:cNvPr id="156" name="直接箭头连接符 155"/>
          <p:cNvCxnSpPr/>
          <p:nvPr/>
        </p:nvCxnSpPr>
        <p:spPr bwMode="auto">
          <a:xfrm flipV="1">
            <a:off x="2743739" y="5013176"/>
            <a:ext cx="0" cy="288032"/>
          </a:xfrm>
          <a:prstGeom prst="straightConnector1">
            <a:avLst/>
          </a:prstGeom>
          <a:noFill/>
          <a:ln w="38100" cap="flat" cmpd="sng" algn="ctr">
            <a:solidFill>
              <a:schemeClr val="tx1"/>
            </a:solidFill>
            <a:prstDash val="solid"/>
            <a:round/>
            <a:headEnd type="none" w="med" len="med"/>
            <a:tailEnd type="arrow"/>
          </a:ln>
          <a:effectLst/>
        </p:spPr>
      </p:cxnSp>
      <p:cxnSp>
        <p:nvCxnSpPr>
          <p:cNvPr id="160" name="直接箭头连接符 159"/>
          <p:cNvCxnSpPr/>
          <p:nvPr/>
        </p:nvCxnSpPr>
        <p:spPr bwMode="auto">
          <a:xfrm>
            <a:off x="7712291" y="5877272"/>
            <a:ext cx="694928" cy="0"/>
          </a:xfrm>
          <a:prstGeom prst="straightConnector1">
            <a:avLst/>
          </a:prstGeom>
          <a:noFill/>
          <a:ln w="38100" cap="flat" cmpd="sng" algn="ctr">
            <a:solidFill>
              <a:srgbClr val="FFCC99"/>
            </a:solidFill>
            <a:prstDash val="solid"/>
            <a:round/>
            <a:headEnd type="none" w="med" len="med"/>
            <a:tailEnd type="arrow"/>
          </a:ln>
          <a:effectLst/>
        </p:spPr>
      </p:cxnSp>
      <p:cxnSp>
        <p:nvCxnSpPr>
          <p:cNvPr id="161" name="直接箭头连接符 160"/>
          <p:cNvCxnSpPr/>
          <p:nvPr/>
        </p:nvCxnSpPr>
        <p:spPr bwMode="auto">
          <a:xfrm>
            <a:off x="7496267" y="5949280"/>
            <a:ext cx="504056" cy="360040"/>
          </a:xfrm>
          <a:prstGeom prst="straightConnector1">
            <a:avLst/>
          </a:prstGeom>
          <a:noFill/>
          <a:ln w="38100" cap="flat" cmpd="sng" algn="ctr">
            <a:solidFill>
              <a:schemeClr val="tx1"/>
            </a:solidFill>
            <a:prstDash val="solid"/>
            <a:round/>
            <a:headEnd type="none" w="med" len="med"/>
            <a:tailEnd type="arrow"/>
          </a:ln>
          <a:effectLst/>
        </p:spPr>
      </p:cxn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blinds(horizontal)">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blinds(horizontal)">
                                      <p:cBhvr>
                                        <p:cTn id="17" dur="500"/>
                                        <p:tgtEl>
                                          <p:spTgt spid="32"/>
                                        </p:tgtEl>
                                      </p:cBhvr>
                                    </p:animEffect>
                                  </p:childTnLst>
                                </p:cTn>
                              </p:par>
                              <p:par>
                                <p:cTn id="18" presetID="3" presetClass="entr" presetSubtype="10" fill="hold" grpId="2" nodeType="withEffect">
                                  <p:stCondLst>
                                    <p:cond delay="0"/>
                                  </p:stCondLst>
                                  <p:childTnLst>
                                    <p:set>
                                      <p:cBhvr>
                                        <p:cTn id="19" dur="1" fill="hold">
                                          <p:stCondLst>
                                            <p:cond delay="0"/>
                                          </p:stCondLst>
                                        </p:cTn>
                                        <p:tgtEl>
                                          <p:spTgt spid="33"/>
                                        </p:tgtEl>
                                        <p:attrNameLst>
                                          <p:attrName>style.visibility</p:attrName>
                                        </p:attrNameLst>
                                      </p:cBhvr>
                                      <p:to>
                                        <p:strVal val="visible"/>
                                      </p:to>
                                    </p:set>
                                    <p:animEffect transition="in" filter="blinds(horizontal)">
                                      <p:cBhvr>
                                        <p:cTn id="20" dur="500"/>
                                        <p:tgtEl>
                                          <p:spTgt spid="33"/>
                                        </p:tgtEl>
                                      </p:cBhvr>
                                    </p:animEffect>
                                  </p:childTnLst>
                                </p:cTn>
                              </p:par>
                              <p:par>
                                <p:cTn id="21" presetID="3" presetClass="entr" presetSubtype="10" fill="hold" grpId="1" nodeType="withEffect">
                                  <p:stCondLst>
                                    <p:cond delay="0"/>
                                  </p:stCondLst>
                                  <p:childTnLst>
                                    <p:set>
                                      <p:cBhvr>
                                        <p:cTn id="22" dur="1" fill="hold">
                                          <p:stCondLst>
                                            <p:cond delay="0"/>
                                          </p:stCondLst>
                                        </p:cTn>
                                        <p:tgtEl>
                                          <p:spTgt spid="34"/>
                                        </p:tgtEl>
                                        <p:attrNameLst>
                                          <p:attrName>style.visibility</p:attrName>
                                        </p:attrNameLst>
                                      </p:cBhvr>
                                      <p:to>
                                        <p:strVal val="visible"/>
                                      </p:to>
                                    </p:set>
                                    <p:animEffect transition="in" filter="blinds(horizontal)">
                                      <p:cBhvr>
                                        <p:cTn id="23" dur="500"/>
                                        <p:tgtEl>
                                          <p:spTgt spid="34"/>
                                        </p:tgtEl>
                                      </p:cBhvr>
                                    </p:animEffect>
                                  </p:childTnLst>
                                </p:cTn>
                              </p:par>
                              <p:par>
                                <p:cTn id="24" presetID="3" presetClass="entr" presetSubtype="10" fill="hold" grpId="1" nodeType="withEffect">
                                  <p:stCondLst>
                                    <p:cond delay="0"/>
                                  </p:stCondLst>
                                  <p:childTnLst>
                                    <p:set>
                                      <p:cBhvr>
                                        <p:cTn id="25" dur="1" fill="hold">
                                          <p:stCondLst>
                                            <p:cond delay="0"/>
                                          </p:stCondLst>
                                        </p:cTn>
                                        <p:tgtEl>
                                          <p:spTgt spid="35"/>
                                        </p:tgtEl>
                                        <p:attrNameLst>
                                          <p:attrName>style.visibility</p:attrName>
                                        </p:attrNameLst>
                                      </p:cBhvr>
                                      <p:to>
                                        <p:strVal val="visible"/>
                                      </p:to>
                                    </p:set>
                                    <p:animEffect transition="in" filter="blinds(horizontal)">
                                      <p:cBhvr>
                                        <p:cTn id="26" dur="500"/>
                                        <p:tgtEl>
                                          <p:spTgt spid="35"/>
                                        </p:tgtEl>
                                      </p:cBhvr>
                                    </p:animEffect>
                                  </p:childTnLst>
                                </p:cTn>
                              </p:par>
                              <p:par>
                                <p:cTn id="27" presetID="3" presetClass="entr" presetSubtype="10" fill="hold" nodeType="withEffect">
                                  <p:stCondLst>
                                    <p:cond delay="0"/>
                                  </p:stCondLst>
                                  <p:childTnLst>
                                    <p:set>
                                      <p:cBhvr>
                                        <p:cTn id="28" dur="1" fill="hold">
                                          <p:stCondLst>
                                            <p:cond delay="0"/>
                                          </p:stCondLst>
                                        </p:cTn>
                                        <p:tgtEl>
                                          <p:spTgt spid="38"/>
                                        </p:tgtEl>
                                        <p:attrNameLst>
                                          <p:attrName>style.visibility</p:attrName>
                                        </p:attrNameLst>
                                      </p:cBhvr>
                                      <p:to>
                                        <p:strVal val="visible"/>
                                      </p:to>
                                    </p:set>
                                    <p:animEffect transition="in" filter="blinds(horizontal)">
                                      <p:cBhvr>
                                        <p:cTn id="29" dur="500"/>
                                        <p:tgtEl>
                                          <p:spTgt spid="38"/>
                                        </p:tgtEl>
                                      </p:cBhvr>
                                    </p:animEffect>
                                  </p:childTnLst>
                                </p:cTn>
                              </p:par>
                            </p:childTnLst>
                          </p:cTn>
                        </p:par>
                      </p:childTnLst>
                    </p:cTn>
                  </p:par>
                  <p:par>
                    <p:cTn id="30" fill="hold">
                      <p:stCondLst>
                        <p:cond delay="indefinite"/>
                      </p:stCondLst>
                      <p:childTnLst>
                        <p:par>
                          <p:cTn id="31" fill="hold">
                            <p:stCondLst>
                              <p:cond delay="0"/>
                            </p:stCondLst>
                            <p:childTnLst>
                              <p:par>
                                <p:cTn id="32" presetID="0" presetClass="path" presetSubtype="0" accel="50000" decel="50000" fill="hold" grpId="0" nodeType="clickEffect">
                                  <p:stCondLst>
                                    <p:cond delay="0"/>
                                  </p:stCondLst>
                                  <p:childTnLst>
                                    <p:animMotion origin="layout" path="M -0.00139 0.01921 L 0.34514 -0.08588 " pathEditMode="relative" rAng="0" ptsTypes="AA">
                                      <p:cBhvr>
                                        <p:cTn id="33" dur="2000" fill="hold"/>
                                        <p:tgtEl>
                                          <p:spTgt spid="33"/>
                                        </p:tgtEl>
                                        <p:attrNameLst>
                                          <p:attrName>ppt_x</p:attrName>
                                          <p:attrName>ppt_y</p:attrName>
                                        </p:attrNameLst>
                                      </p:cBhvr>
                                      <p:rCtr x="17300" y="-5300"/>
                                    </p:animMotion>
                                  </p:childTnLst>
                                </p:cTn>
                              </p:par>
                            </p:childTnLst>
                          </p:cTn>
                        </p:par>
                      </p:childTnLst>
                    </p:cTn>
                  </p:par>
                  <p:par>
                    <p:cTn id="34" fill="hold">
                      <p:stCondLst>
                        <p:cond delay="indefinite"/>
                      </p:stCondLst>
                      <p:childTnLst>
                        <p:par>
                          <p:cTn id="35" fill="hold">
                            <p:stCondLst>
                              <p:cond delay="0"/>
                            </p:stCondLst>
                            <p:childTnLst>
                              <p:par>
                                <p:cTn id="36" presetID="3" presetClass="exit" presetSubtype="10" fill="hold" nodeType="clickEffect">
                                  <p:stCondLst>
                                    <p:cond delay="0"/>
                                  </p:stCondLst>
                                  <p:childTnLst>
                                    <p:animEffect transition="out" filter="blinds(horizontal)">
                                      <p:cBhvr>
                                        <p:cTn id="37" dur="500"/>
                                        <p:tgtEl>
                                          <p:spTgt spid="32"/>
                                        </p:tgtEl>
                                      </p:cBhvr>
                                    </p:animEffect>
                                    <p:set>
                                      <p:cBhvr>
                                        <p:cTn id="38" dur="1" fill="hold">
                                          <p:stCondLst>
                                            <p:cond delay="499"/>
                                          </p:stCondLst>
                                        </p:cTn>
                                        <p:tgtEl>
                                          <p:spTgt spid="32"/>
                                        </p:tgtEl>
                                        <p:attrNameLst>
                                          <p:attrName>style.visibility</p:attrName>
                                        </p:attrNameLst>
                                      </p:cBhvr>
                                      <p:to>
                                        <p:strVal val="hidden"/>
                                      </p:to>
                                    </p:set>
                                  </p:childTnLst>
                                </p:cTn>
                              </p:par>
                              <p:par>
                                <p:cTn id="39" presetID="3" presetClass="exit" presetSubtype="10" fill="hold" grpId="1" nodeType="withEffect">
                                  <p:stCondLst>
                                    <p:cond delay="0"/>
                                  </p:stCondLst>
                                  <p:childTnLst>
                                    <p:animEffect transition="out" filter="blinds(horizontal)">
                                      <p:cBhvr>
                                        <p:cTn id="40" dur="500"/>
                                        <p:tgtEl>
                                          <p:spTgt spid="33"/>
                                        </p:tgtEl>
                                      </p:cBhvr>
                                    </p:animEffect>
                                    <p:set>
                                      <p:cBhvr>
                                        <p:cTn id="41" dur="1" fill="hold">
                                          <p:stCondLst>
                                            <p:cond delay="499"/>
                                          </p:stCondLst>
                                        </p:cTn>
                                        <p:tgtEl>
                                          <p:spTgt spid="33"/>
                                        </p:tgtEl>
                                        <p:attrNameLst>
                                          <p:attrName>style.visibility</p:attrName>
                                        </p:attrNameLst>
                                      </p:cBhvr>
                                      <p:to>
                                        <p:strVal val="hidden"/>
                                      </p:to>
                                    </p:set>
                                  </p:childTnLst>
                                </p:cTn>
                              </p:par>
                              <p:par>
                                <p:cTn id="42" presetID="3" presetClass="exit" presetSubtype="10" fill="hold" grpId="0" nodeType="withEffect">
                                  <p:stCondLst>
                                    <p:cond delay="0"/>
                                  </p:stCondLst>
                                  <p:childTnLst>
                                    <p:animEffect transition="out" filter="blinds(horizontal)">
                                      <p:cBhvr>
                                        <p:cTn id="43" dur="500"/>
                                        <p:tgtEl>
                                          <p:spTgt spid="34"/>
                                        </p:tgtEl>
                                      </p:cBhvr>
                                    </p:animEffect>
                                    <p:set>
                                      <p:cBhvr>
                                        <p:cTn id="44" dur="1" fill="hold">
                                          <p:stCondLst>
                                            <p:cond delay="499"/>
                                          </p:stCondLst>
                                        </p:cTn>
                                        <p:tgtEl>
                                          <p:spTgt spid="34"/>
                                        </p:tgtEl>
                                        <p:attrNameLst>
                                          <p:attrName>style.visibility</p:attrName>
                                        </p:attrNameLst>
                                      </p:cBhvr>
                                      <p:to>
                                        <p:strVal val="hidden"/>
                                      </p:to>
                                    </p:set>
                                  </p:childTnLst>
                                </p:cTn>
                              </p:par>
                              <p:par>
                                <p:cTn id="45" presetID="3" presetClass="exit" presetSubtype="10" fill="hold" grpId="0" nodeType="withEffect">
                                  <p:stCondLst>
                                    <p:cond delay="0"/>
                                  </p:stCondLst>
                                  <p:childTnLst>
                                    <p:animEffect transition="out" filter="blinds(horizontal)">
                                      <p:cBhvr>
                                        <p:cTn id="46" dur="500"/>
                                        <p:tgtEl>
                                          <p:spTgt spid="35"/>
                                        </p:tgtEl>
                                      </p:cBhvr>
                                    </p:animEffect>
                                    <p:set>
                                      <p:cBhvr>
                                        <p:cTn id="47" dur="1" fill="hold">
                                          <p:stCondLst>
                                            <p:cond delay="499"/>
                                          </p:stCondLst>
                                        </p:cTn>
                                        <p:tgtEl>
                                          <p:spTgt spid="35"/>
                                        </p:tgtEl>
                                        <p:attrNameLst>
                                          <p:attrName>style.visibility</p:attrName>
                                        </p:attrNameLst>
                                      </p:cBhvr>
                                      <p:to>
                                        <p:strVal val="hidden"/>
                                      </p:to>
                                    </p:set>
                                  </p:childTnLst>
                                </p:cTn>
                              </p:par>
                              <p:par>
                                <p:cTn id="48" presetID="3" presetClass="exit" presetSubtype="10" fill="hold" nodeType="withEffect">
                                  <p:stCondLst>
                                    <p:cond delay="0"/>
                                  </p:stCondLst>
                                  <p:childTnLst>
                                    <p:animEffect transition="out" filter="blinds(horizontal)">
                                      <p:cBhvr>
                                        <p:cTn id="49" dur="500"/>
                                        <p:tgtEl>
                                          <p:spTgt spid="38"/>
                                        </p:tgtEl>
                                      </p:cBhvr>
                                    </p:animEffect>
                                    <p:set>
                                      <p:cBhvr>
                                        <p:cTn id="50" dur="1" fill="hold">
                                          <p:stCondLst>
                                            <p:cond delay="499"/>
                                          </p:stCondLst>
                                        </p:cTn>
                                        <p:tgtEl>
                                          <p:spTgt spid="38"/>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40"/>
                                        </p:tgtEl>
                                        <p:attrNameLst>
                                          <p:attrName>style.visibility</p:attrName>
                                        </p:attrNameLst>
                                      </p:cBhvr>
                                      <p:to>
                                        <p:strVal val="visible"/>
                                      </p:to>
                                    </p:set>
                                    <p:animEffect transition="in" filter="blinds(horizontal)">
                                      <p:cBhvr>
                                        <p:cTn id="55" dur="500"/>
                                        <p:tgtEl>
                                          <p:spTgt spid="40"/>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nodeType="clickEffect">
                                  <p:stCondLst>
                                    <p:cond delay="0"/>
                                  </p:stCondLst>
                                  <p:childTnLst>
                                    <p:set>
                                      <p:cBhvr>
                                        <p:cTn id="59" dur="1" fill="hold">
                                          <p:stCondLst>
                                            <p:cond delay="0"/>
                                          </p:stCondLst>
                                        </p:cTn>
                                        <p:tgtEl>
                                          <p:spTgt spid="64"/>
                                        </p:tgtEl>
                                        <p:attrNameLst>
                                          <p:attrName>style.visibility</p:attrName>
                                        </p:attrNameLst>
                                      </p:cBhvr>
                                      <p:to>
                                        <p:strVal val="visible"/>
                                      </p:to>
                                    </p:set>
                                    <p:animEffect transition="in" filter="blinds(horizontal)">
                                      <p:cBhvr>
                                        <p:cTn id="60" dur="500"/>
                                        <p:tgtEl>
                                          <p:spTgt spid="64"/>
                                        </p:tgtEl>
                                      </p:cBhvr>
                                    </p:animEffect>
                                  </p:childTnLst>
                                </p:cTn>
                              </p:par>
                              <p:par>
                                <p:cTn id="61" presetID="3" presetClass="entr" presetSubtype="10" fill="hold" grpId="0" nodeType="withEffect">
                                  <p:stCondLst>
                                    <p:cond delay="0"/>
                                  </p:stCondLst>
                                  <p:childTnLst>
                                    <p:set>
                                      <p:cBhvr>
                                        <p:cTn id="62" dur="1" fill="hold">
                                          <p:stCondLst>
                                            <p:cond delay="0"/>
                                          </p:stCondLst>
                                        </p:cTn>
                                        <p:tgtEl>
                                          <p:spTgt spid="65"/>
                                        </p:tgtEl>
                                        <p:attrNameLst>
                                          <p:attrName>style.visibility</p:attrName>
                                        </p:attrNameLst>
                                      </p:cBhvr>
                                      <p:to>
                                        <p:strVal val="visible"/>
                                      </p:to>
                                    </p:set>
                                    <p:animEffect transition="in" filter="blinds(horizontal)">
                                      <p:cBhvr>
                                        <p:cTn id="63" dur="500"/>
                                        <p:tgtEl>
                                          <p:spTgt spid="65"/>
                                        </p:tgtEl>
                                      </p:cBhvr>
                                    </p:animEffect>
                                  </p:childTnLst>
                                </p:cTn>
                              </p:par>
                              <p:par>
                                <p:cTn id="64" presetID="3" presetClass="entr" presetSubtype="10" fill="hold" grpId="0" nodeType="withEffect">
                                  <p:stCondLst>
                                    <p:cond delay="0"/>
                                  </p:stCondLst>
                                  <p:childTnLst>
                                    <p:set>
                                      <p:cBhvr>
                                        <p:cTn id="65" dur="1" fill="hold">
                                          <p:stCondLst>
                                            <p:cond delay="0"/>
                                          </p:stCondLst>
                                        </p:cTn>
                                        <p:tgtEl>
                                          <p:spTgt spid="66"/>
                                        </p:tgtEl>
                                        <p:attrNameLst>
                                          <p:attrName>style.visibility</p:attrName>
                                        </p:attrNameLst>
                                      </p:cBhvr>
                                      <p:to>
                                        <p:strVal val="visible"/>
                                      </p:to>
                                    </p:set>
                                    <p:animEffect transition="in" filter="blinds(horizontal)">
                                      <p:cBhvr>
                                        <p:cTn id="66" dur="500"/>
                                        <p:tgtEl>
                                          <p:spTgt spid="66"/>
                                        </p:tgtEl>
                                      </p:cBhvr>
                                    </p:animEffect>
                                  </p:childTnLst>
                                </p:cTn>
                              </p:par>
                              <p:par>
                                <p:cTn id="67" presetID="3" presetClass="entr" presetSubtype="10" fill="hold" grpId="0" nodeType="withEffect">
                                  <p:stCondLst>
                                    <p:cond delay="0"/>
                                  </p:stCondLst>
                                  <p:childTnLst>
                                    <p:set>
                                      <p:cBhvr>
                                        <p:cTn id="68" dur="1" fill="hold">
                                          <p:stCondLst>
                                            <p:cond delay="0"/>
                                          </p:stCondLst>
                                        </p:cTn>
                                        <p:tgtEl>
                                          <p:spTgt spid="67"/>
                                        </p:tgtEl>
                                        <p:attrNameLst>
                                          <p:attrName>style.visibility</p:attrName>
                                        </p:attrNameLst>
                                      </p:cBhvr>
                                      <p:to>
                                        <p:strVal val="visible"/>
                                      </p:to>
                                    </p:set>
                                    <p:animEffect transition="in" filter="blinds(horizontal)">
                                      <p:cBhvr>
                                        <p:cTn id="69" dur="500"/>
                                        <p:tgtEl>
                                          <p:spTgt spid="67"/>
                                        </p:tgtEl>
                                      </p:cBhvr>
                                    </p:animEffect>
                                  </p:childTnLst>
                                </p:cTn>
                              </p:par>
                              <p:par>
                                <p:cTn id="70" presetID="3" presetClass="entr" presetSubtype="10" fill="hold" nodeType="with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blinds(horizontal)">
                                      <p:cBhvr>
                                        <p:cTn id="72" dur="500"/>
                                        <p:tgtEl>
                                          <p:spTgt spid="17"/>
                                        </p:tgtEl>
                                      </p:cBhvr>
                                    </p:animEffect>
                                  </p:childTnLst>
                                </p:cTn>
                              </p:par>
                              <p:par>
                                <p:cTn id="73" presetID="3" presetClass="entr" presetSubtype="10" fill="hold" nodeType="withEffect">
                                  <p:stCondLst>
                                    <p:cond delay="0"/>
                                  </p:stCondLst>
                                  <p:childTnLst>
                                    <p:set>
                                      <p:cBhvr>
                                        <p:cTn id="74" dur="1" fill="hold">
                                          <p:stCondLst>
                                            <p:cond delay="0"/>
                                          </p:stCondLst>
                                        </p:cTn>
                                        <p:tgtEl>
                                          <p:spTgt spid="86"/>
                                        </p:tgtEl>
                                        <p:attrNameLst>
                                          <p:attrName>style.visibility</p:attrName>
                                        </p:attrNameLst>
                                      </p:cBhvr>
                                      <p:to>
                                        <p:strVal val="visible"/>
                                      </p:to>
                                    </p:set>
                                    <p:animEffect transition="in" filter="blinds(horizontal)">
                                      <p:cBhvr>
                                        <p:cTn id="75" dur="500"/>
                                        <p:tgtEl>
                                          <p:spTgt spid="86"/>
                                        </p:tgtEl>
                                      </p:cBhvr>
                                    </p:animEffect>
                                  </p:childTnLst>
                                </p:cTn>
                              </p:par>
                            </p:childTnLst>
                          </p:cTn>
                        </p:par>
                      </p:childTnLst>
                    </p:cTn>
                  </p:par>
                  <p:par>
                    <p:cTn id="76" fill="hold">
                      <p:stCondLst>
                        <p:cond delay="indefinite"/>
                      </p:stCondLst>
                      <p:childTnLst>
                        <p:par>
                          <p:cTn id="77" fill="hold">
                            <p:stCondLst>
                              <p:cond delay="0"/>
                            </p:stCondLst>
                            <p:childTnLst>
                              <p:par>
                                <p:cTn id="78" presetID="0" presetClass="path" presetSubtype="0" accel="50000" decel="50000" fill="hold" grpId="1" nodeType="clickEffect">
                                  <p:stCondLst>
                                    <p:cond delay="0"/>
                                  </p:stCondLst>
                                  <p:childTnLst>
                                    <p:animMotion origin="layout" path="M 0 0 L 0.29913 0 " pathEditMode="relative" ptsTypes="AA">
                                      <p:cBhvr>
                                        <p:cTn id="79" dur="2000" fill="hold"/>
                                        <p:tgtEl>
                                          <p:spTgt spid="65"/>
                                        </p:tgtEl>
                                        <p:attrNameLst>
                                          <p:attrName>ppt_x</p:attrName>
                                          <p:attrName>ppt_y</p:attrName>
                                        </p:attrNameLst>
                                      </p:cBhvr>
                                    </p:animMotion>
                                  </p:childTnLst>
                                </p:cTn>
                              </p:par>
                            </p:childTnLst>
                          </p:cTn>
                        </p:par>
                      </p:childTnLst>
                    </p:cTn>
                  </p:par>
                  <p:par>
                    <p:cTn id="80" fill="hold">
                      <p:stCondLst>
                        <p:cond delay="indefinite"/>
                      </p:stCondLst>
                      <p:childTnLst>
                        <p:par>
                          <p:cTn id="81" fill="hold">
                            <p:stCondLst>
                              <p:cond delay="0"/>
                            </p:stCondLst>
                            <p:childTnLst>
                              <p:par>
                                <p:cTn id="82" presetID="3" presetClass="entr" presetSubtype="10" fill="hold" nodeType="clickEffect">
                                  <p:stCondLst>
                                    <p:cond delay="0"/>
                                  </p:stCondLst>
                                  <p:childTnLst>
                                    <p:set>
                                      <p:cBhvr>
                                        <p:cTn id="83" dur="1" fill="hold">
                                          <p:stCondLst>
                                            <p:cond delay="0"/>
                                          </p:stCondLst>
                                        </p:cTn>
                                        <p:tgtEl>
                                          <p:spTgt spid="99"/>
                                        </p:tgtEl>
                                        <p:attrNameLst>
                                          <p:attrName>style.visibility</p:attrName>
                                        </p:attrNameLst>
                                      </p:cBhvr>
                                      <p:to>
                                        <p:strVal val="visible"/>
                                      </p:to>
                                    </p:set>
                                    <p:animEffect transition="in" filter="blinds(horizontal)">
                                      <p:cBhvr>
                                        <p:cTn id="84" dur="500"/>
                                        <p:tgtEl>
                                          <p:spTgt spid="99"/>
                                        </p:tgtEl>
                                      </p:cBhvr>
                                    </p:animEffect>
                                  </p:childTnLst>
                                </p:cTn>
                              </p:par>
                            </p:childTnLst>
                          </p:cTn>
                        </p:par>
                      </p:childTnLst>
                    </p:cTn>
                  </p:par>
                  <p:par>
                    <p:cTn id="85" fill="hold">
                      <p:stCondLst>
                        <p:cond delay="indefinite"/>
                      </p:stCondLst>
                      <p:childTnLst>
                        <p:par>
                          <p:cTn id="86" fill="hold">
                            <p:stCondLst>
                              <p:cond delay="0"/>
                            </p:stCondLst>
                            <p:childTnLst>
                              <p:par>
                                <p:cTn id="87" presetID="3" presetClass="entr" presetSubtype="10" fill="hold" nodeType="clickEffect">
                                  <p:stCondLst>
                                    <p:cond delay="0"/>
                                  </p:stCondLst>
                                  <p:childTnLst>
                                    <p:set>
                                      <p:cBhvr>
                                        <p:cTn id="88" dur="1" fill="hold">
                                          <p:stCondLst>
                                            <p:cond delay="0"/>
                                          </p:stCondLst>
                                        </p:cTn>
                                        <p:tgtEl>
                                          <p:spTgt spid="100"/>
                                        </p:tgtEl>
                                        <p:attrNameLst>
                                          <p:attrName>style.visibility</p:attrName>
                                        </p:attrNameLst>
                                      </p:cBhvr>
                                      <p:to>
                                        <p:strVal val="visible"/>
                                      </p:to>
                                    </p:set>
                                    <p:animEffect transition="in" filter="blinds(horizontal)">
                                      <p:cBhvr>
                                        <p:cTn id="89" dur="500"/>
                                        <p:tgtEl>
                                          <p:spTgt spid="100"/>
                                        </p:tgtEl>
                                      </p:cBhvr>
                                    </p:animEffect>
                                  </p:childTnLst>
                                </p:cTn>
                              </p:par>
                            </p:childTnLst>
                          </p:cTn>
                        </p:par>
                      </p:childTnLst>
                    </p:cTn>
                  </p:par>
                  <p:par>
                    <p:cTn id="90" fill="hold">
                      <p:stCondLst>
                        <p:cond delay="indefinite"/>
                      </p:stCondLst>
                      <p:childTnLst>
                        <p:par>
                          <p:cTn id="91" fill="hold">
                            <p:stCondLst>
                              <p:cond delay="0"/>
                            </p:stCondLst>
                            <p:childTnLst>
                              <p:par>
                                <p:cTn id="92" presetID="3" presetClass="entr" presetSubtype="10" fill="hold" nodeType="clickEffect">
                                  <p:stCondLst>
                                    <p:cond delay="0"/>
                                  </p:stCondLst>
                                  <p:childTnLst>
                                    <p:set>
                                      <p:cBhvr>
                                        <p:cTn id="93" dur="1" fill="hold">
                                          <p:stCondLst>
                                            <p:cond delay="0"/>
                                          </p:stCondLst>
                                        </p:cTn>
                                        <p:tgtEl>
                                          <p:spTgt spid="103"/>
                                        </p:tgtEl>
                                        <p:attrNameLst>
                                          <p:attrName>style.visibility</p:attrName>
                                        </p:attrNameLst>
                                      </p:cBhvr>
                                      <p:to>
                                        <p:strVal val="visible"/>
                                      </p:to>
                                    </p:set>
                                    <p:animEffect transition="in" filter="blinds(horizontal)">
                                      <p:cBhvr>
                                        <p:cTn id="94" dur="500"/>
                                        <p:tgtEl>
                                          <p:spTgt spid="103"/>
                                        </p:tgtEl>
                                      </p:cBhvr>
                                    </p:animEffect>
                                  </p:childTnLst>
                                </p:cTn>
                              </p:par>
                            </p:childTnLst>
                          </p:cTn>
                        </p:par>
                      </p:childTnLst>
                    </p:cTn>
                  </p:par>
                  <p:par>
                    <p:cTn id="95" fill="hold">
                      <p:stCondLst>
                        <p:cond delay="indefinite"/>
                      </p:stCondLst>
                      <p:childTnLst>
                        <p:par>
                          <p:cTn id="96" fill="hold">
                            <p:stCondLst>
                              <p:cond delay="0"/>
                            </p:stCondLst>
                            <p:childTnLst>
                              <p:par>
                                <p:cTn id="97" presetID="3" presetClass="entr" presetSubtype="10" fill="hold" grpId="0" nodeType="clickEffect">
                                  <p:stCondLst>
                                    <p:cond delay="0"/>
                                  </p:stCondLst>
                                  <p:childTnLst>
                                    <p:set>
                                      <p:cBhvr>
                                        <p:cTn id="98" dur="1" fill="hold">
                                          <p:stCondLst>
                                            <p:cond delay="0"/>
                                          </p:stCondLst>
                                        </p:cTn>
                                        <p:tgtEl>
                                          <p:spTgt spid="105"/>
                                        </p:tgtEl>
                                        <p:attrNameLst>
                                          <p:attrName>style.visibility</p:attrName>
                                        </p:attrNameLst>
                                      </p:cBhvr>
                                      <p:to>
                                        <p:strVal val="visible"/>
                                      </p:to>
                                    </p:set>
                                    <p:animEffect transition="in" filter="blinds(horizontal)">
                                      <p:cBhvr>
                                        <p:cTn id="99" dur="500"/>
                                        <p:tgtEl>
                                          <p:spTgt spid="105"/>
                                        </p:tgtEl>
                                      </p:cBhvr>
                                    </p:animEffect>
                                  </p:childTnLst>
                                </p:cTn>
                              </p:par>
                              <p:par>
                                <p:cTn id="100" presetID="3" presetClass="entr" presetSubtype="10" fill="hold" grpId="0" nodeType="withEffect">
                                  <p:stCondLst>
                                    <p:cond delay="0"/>
                                  </p:stCondLst>
                                  <p:childTnLst>
                                    <p:set>
                                      <p:cBhvr>
                                        <p:cTn id="101" dur="1" fill="hold">
                                          <p:stCondLst>
                                            <p:cond delay="0"/>
                                          </p:stCondLst>
                                        </p:cTn>
                                        <p:tgtEl>
                                          <p:spTgt spid="111"/>
                                        </p:tgtEl>
                                        <p:attrNameLst>
                                          <p:attrName>style.visibility</p:attrName>
                                        </p:attrNameLst>
                                      </p:cBhvr>
                                      <p:to>
                                        <p:strVal val="visible"/>
                                      </p:to>
                                    </p:set>
                                    <p:animEffect transition="in" filter="blinds(horizontal)">
                                      <p:cBhvr>
                                        <p:cTn id="102" dur="500"/>
                                        <p:tgtEl>
                                          <p:spTgt spid="111"/>
                                        </p:tgtEl>
                                      </p:cBhvr>
                                    </p:animEffect>
                                  </p:childTnLst>
                                </p:cTn>
                              </p:par>
                              <p:par>
                                <p:cTn id="103" presetID="3" presetClass="entr" presetSubtype="10" fill="hold" grpId="0" nodeType="withEffect">
                                  <p:stCondLst>
                                    <p:cond delay="0"/>
                                  </p:stCondLst>
                                  <p:childTnLst>
                                    <p:set>
                                      <p:cBhvr>
                                        <p:cTn id="104" dur="1" fill="hold">
                                          <p:stCondLst>
                                            <p:cond delay="0"/>
                                          </p:stCondLst>
                                        </p:cTn>
                                        <p:tgtEl>
                                          <p:spTgt spid="112"/>
                                        </p:tgtEl>
                                        <p:attrNameLst>
                                          <p:attrName>style.visibility</p:attrName>
                                        </p:attrNameLst>
                                      </p:cBhvr>
                                      <p:to>
                                        <p:strVal val="visible"/>
                                      </p:to>
                                    </p:set>
                                    <p:animEffect transition="in" filter="blinds(horizontal)">
                                      <p:cBhvr>
                                        <p:cTn id="105" dur="500"/>
                                        <p:tgtEl>
                                          <p:spTgt spid="112"/>
                                        </p:tgtEl>
                                      </p:cBhvr>
                                    </p:animEffect>
                                  </p:childTnLst>
                                </p:cTn>
                              </p:par>
                              <p:par>
                                <p:cTn id="106" presetID="3" presetClass="entr" presetSubtype="10" fill="hold" grpId="0" nodeType="withEffect">
                                  <p:stCondLst>
                                    <p:cond delay="0"/>
                                  </p:stCondLst>
                                  <p:childTnLst>
                                    <p:set>
                                      <p:cBhvr>
                                        <p:cTn id="107" dur="1" fill="hold">
                                          <p:stCondLst>
                                            <p:cond delay="0"/>
                                          </p:stCondLst>
                                        </p:cTn>
                                        <p:tgtEl>
                                          <p:spTgt spid="113"/>
                                        </p:tgtEl>
                                        <p:attrNameLst>
                                          <p:attrName>style.visibility</p:attrName>
                                        </p:attrNameLst>
                                      </p:cBhvr>
                                      <p:to>
                                        <p:strVal val="visible"/>
                                      </p:to>
                                    </p:set>
                                    <p:animEffect transition="in" filter="blinds(horizontal)">
                                      <p:cBhvr>
                                        <p:cTn id="108" dur="500"/>
                                        <p:tgtEl>
                                          <p:spTgt spid="113"/>
                                        </p:tgtEl>
                                      </p:cBhvr>
                                    </p:animEffect>
                                  </p:childTnLst>
                                </p:cTn>
                              </p:par>
                              <p:par>
                                <p:cTn id="109" presetID="3" presetClass="entr" presetSubtype="10" fill="hold" nodeType="withEffect">
                                  <p:stCondLst>
                                    <p:cond delay="0"/>
                                  </p:stCondLst>
                                  <p:childTnLst>
                                    <p:set>
                                      <p:cBhvr>
                                        <p:cTn id="110" dur="1" fill="hold">
                                          <p:stCondLst>
                                            <p:cond delay="0"/>
                                          </p:stCondLst>
                                        </p:cTn>
                                        <p:tgtEl>
                                          <p:spTgt spid="22"/>
                                        </p:tgtEl>
                                        <p:attrNameLst>
                                          <p:attrName>style.visibility</p:attrName>
                                        </p:attrNameLst>
                                      </p:cBhvr>
                                      <p:to>
                                        <p:strVal val="visible"/>
                                      </p:to>
                                    </p:set>
                                    <p:animEffect transition="in" filter="blinds(horizontal)">
                                      <p:cBhvr>
                                        <p:cTn id="111" dur="500"/>
                                        <p:tgtEl>
                                          <p:spTgt spid="22"/>
                                        </p:tgtEl>
                                      </p:cBhvr>
                                    </p:animEffect>
                                  </p:childTnLst>
                                </p:cTn>
                              </p:par>
                              <p:par>
                                <p:cTn id="112" presetID="3" presetClass="entr" presetSubtype="10" fill="hold" nodeType="withEffect">
                                  <p:stCondLst>
                                    <p:cond delay="0"/>
                                  </p:stCondLst>
                                  <p:childTnLst>
                                    <p:set>
                                      <p:cBhvr>
                                        <p:cTn id="113" dur="1" fill="hold">
                                          <p:stCondLst>
                                            <p:cond delay="0"/>
                                          </p:stCondLst>
                                        </p:cTn>
                                        <p:tgtEl>
                                          <p:spTgt spid="132"/>
                                        </p:tgtEl>
                                        <p:attrNameLst>
                                          <p:attrName>style.visibility</p:attrName>
                                        </p:attrNameLst>
                                      </p:cBhvr>
                                      <p:to>
                                        <p:strVal val="visible"/>
                                      </p:to>
                                    </p:set>
                                    <p:animEffect transition="in" filter="blinds(horizontal)">
                                      <p:cBhvr>
                                        <p:cTn id="114" dur="500"/>
                                        <p:tgtEl>
                                          <p:spTgt spid="132"/>
                                        </p:tgtEl>
                                      </p:cBhvr>
                                    </p:animEffect>
                                  </p:childTnLst>
                                </p:cTn>
                              </p:par>
                            </p:childTnLst>
                          </p:cTn>
                        </p:par>
                      </p:childTnLst>
                    </p:cTn>
                  </p:par>
                  <p:par>
                    <p:cTn id="115" fill="hold">
                      <p:stCondLst>
                        <p:cond delay="indefinite"/>
                      </p:stCondLst>
                      <p:childTnLst>
                        <p:par>
                          <p:cTn id="116" fill="hold">
                            <p:stCondLst>
                              <p:cond delay="0"/>
                            </p:stCondLst>
                            <p:childTnLst>
                              <p:par>
                                <p:cTn id="117" presetID="3" presetClass="entr" presetSubtype="10" fill="hold" nodeType="clickEffect">
                                  <p:stCondLst>
                                    <p:cond delay="0"/>
                                  </p:stCondLst>
                                  <p:childTnLst>
                                    <p:set>
                                      <p:cBhvr>
                                        <p:cTn id="118" dur="1" fill="hold">
                                          <p:stCondLst>
                                            <p:cond delay="0"/>
                                          </p:stCondLst>
                                        </p:cTn>
                                        <p:tgtEl>
                                          <p:spTgt spid="110"/>
                                        </p:tgtEl>
                                        <p:attrNameLst>
                                          <p:attrName>style.visibility</p:attrName>
                                        </p:attrNameLst>
                                      </p:cBhvr>
                                      <p:to>
                                        <p:strVal val="visible"/>
                                      </p:to>
                                    </p:set>
                                    <p:animEffect transition="in" filter="blinds(horizontal)">
                                      <p:cBhvr>
                                        <p:cTn id="119" dur="500"/>
                                        <p:tgtEl>
                                          <p:spTgt spid="110"/>
                                        </p:tgtEl>
                                      </p:cBhvr>
                                    </p:animEffect>
                                  </p:childTnLst>
                                </p:cTn>
                              </p:par>
                            </p:childTnLst>
                          </p:cTn>
                        </p:par>
                      </p:childTnLst>
                    </p:cTn>
                  </p:par>
                  <p:par>
                    <p:cTn id="120" fill="hold">
                      <p:stCondLst>
                        <p:cond delay="indefinite"/>
                      </p:stCondLst>
                      <p:childTnLst>
                        <p:par>
                          <p:cTn id="121" fill="hold">
                            <p:stCondLst>
                              <p:cond delay="0"/>
                            </p:stCondLst>
                            <p:childTnLst>
                              <p:par>
                                <p:cTn id="122" presetID="3" presetClass="entr" presetSubtype="10" fill="hold" nodeType="clickEffect">
                                  <p:stCondLst>
                                    <p:cond delay="0"/>
                                  </p:stCondLst>
                                  <p:childTnLst>
                                    <p:set>
                                      <p:cBhvr>
                                        <p:cTn id="123" dur="1" fill="hold">
                                          <p:stCondLst>
                                            <p:cond delay="0"/>
                                          </p:stCondLst>
                                        </p:cTn>
                                        <p:tgtEl>
                                          <p:spTgt spid="156"/>
                                        </p:tgtEl>
                                        <p:attrNameLst>
                                          <p:attrName>style.visibility</p:attrName>
                                        </p:attrNameLst>
                                      </p:cBhvr>
                                      <p:to>
                                        <p:strVal val="visible"/>
                                      </p:to>
                                    </p:set>
                                    <p:animEffect transition="in" filter="blinds(horizontal)">
                                      <p:cBhvr>
                                        <p:cTn id="124" dur="500"/>
                                        <p:tgtEl>
                                          <p:spTgt spid="156"/>
                                        </p:tgtEl>
                                      </p:cBhvr>
                                    </p:animEffect>
                                  </p:childTnLst>
                                </p:cTn>
                              </p:par>
                            </p:childTnLst>
                          </p:cTn>
                        </p:par>
                      </p:childTnLst>
                    </p:cTn>
                  </p:par>
                  <p:par>
                    <p:cTn id="125" fill="hold">
                      <p:stCondLst>
                        <p:cond delay="indefinite"/>
                      </p:stCondLst>
                      <p:childTnLst>
                        <p:par>
                          <p:cTn id="126" fill="hold">
                            <p:stCondLst>
                              <p:cond delay="0"/>
                            </p:stCondLst>
                            <p:childTnLst>
                              <p:par>
                                <p:cTn id="127" presetID="3" presetClass="entr" presetSubtype="10" fill="hold" nodeType="clickEffect">
                                  <p:stCondLst>
                                    <p:cond delay="0"/>
                                  </p:stCondLst>
                                  <p:childTnLst>
                                    <p:set>
                                      <p:cBhvr>
                                        <p:cTn id="128" dur="1" fill="hold">
                                          <p:stCondLst>
                                            <p:cond delay="0"/>
                                          </p:stCondLst>
                                        </p:cTn>
                                        <p:tgtEl>
                                          <p:spTgt spid="106"/>
                                        </p:tgtEl>
                                        <p:attrNameLst>
                                          <p:attrName>style.visibility</p:attrName>
                                        </p:attrNameLst>
                                      </p:cBhvr>
                                      <p:to>
                                        <p:strVal val="visible"/>
                                      </p:to>
                                    </p:set>
                                    <p:animEffect transition="in" filter="blinds(horizontal)">
                                      <p:cBhvr>
                                        <p:cTn id="129" dur="500"/>
                                        <p:tgtEl>
                                          <p:spTgt spid="106"/>
                                        </p:tgtEl>
                                      </p:cBhvr>
                                    </p:animEffect>
                                  </p:childTnLst>
                                </p:cTn>
                              </p:par>
                            </p:childTnLst>
                          </p:cTn>
                        </p:par>
                      </p:childTnLst>
                    </p:cTn>
                  </p:par>
                  <p:par>
                    <p:cTn id="130" fill="hold">
                      <p:stCondLst>
                        <p:cond delay="indefinite"/>
                      </p:stCondLst>
                      <p:childTnLst>
                        <p:par>
                          <p:cTn id="131" fill="hold">
                            <p:stCondLst>
                              <p:cond delay="0"/>
                            </p:stCondLst>
                            <p:childTnLst>
                              <p:par>
                                <p:cTn id="132" presetID="3" presetClass="entr" presetSubtype="10" fill="hold" nodeType="clickEffect">
                                  <p:stCondLst>
                                    <p:cond delay="0"/>
                                  </p:stCondLst>
                                  <p:childTnLst>
                                    <p:set>
                                      <p:cBhvr>
                                        <p:cTn id="133" dur="1" fill="hold">
                                          <p:stCondLst>
                                            <p:cond delay="0"/>
                                          </p:stCondLst>
                                        </p:cTn>
                                        <p:tgtEl>
                                          <p:spTgt spid="109"/>
                                        </p:tgtEl>
                                        <p:attrNameLst>
                                          <p:attrName>style.visibility</p:attrName>
                                        </p:attrNameLst>
                                      </p:cBhvr>
                                      <p:to>
                                        <p:strVal val="visible"/>
                                      </p:to>
                                    </p:set>
                                    <p:animEffect transition="in" filter="blinds(horizontal)">
                                      <p:cBhvr>
                                        <p:cTn id="134" dur="500"/>
                                        <p:tgtEl>
                                          <p:spTgt spid="109"/>
                                        </p:tgtEl>
                                      </p:cBhvr>
                                    </p:animEffect>
                                  </p:childTnLst>
                                </p:cTn>
                              </p:par>
                            </p:childTnLst>
                          </p:cTn>
                        </p:par>
                      </p:childTnLst>
                    </p:cTn>
                  </p:par>
                  <p:par>
                    <p:cTn id="135" fill="hold">
                      <p:stCondLst>
                        <p:cond delay="indefinite"/>
                      </p:stCondLst>
                      <p:childTnLst>
                        <p:par>
                          <p:cTn id="136" fill="hold">
                            <p:stCondLst>
                              <p:cond delay="0"/>
                            </p:stCondLst>
                            <p:childTnLst>
                              <p:par>
                                <p:cTn id="137" presetID="3" presetClass="entr" presetSubtype="10" fill="hold" nodeType="clickEffect">
                                  <p:stCondLst>
                                    <p:cond delay="0"/>
                                  </p:stCondLst>
                                  <p:childTnLst>
                                    <p:set>
                                      <p:cBhvr>
                                        <p:cTn id="138" dur="1" fill="hold">
                                          <p:stCondLst>
                                            <p:cond delay="0"/>
                                          </p:stCondLst>
                                        </p:cTn>
                                        <p:tgtEl>
                                          <p:spTgt spid="133"/>
                                        </p:tgtEl>
                                        <p:attrNameLst>
                                          <p:attrName>style.visibility</p:attrName>
                                        </p:attrNameLst>
                                      </p:cBhvr>
                                      <p:to>
                                        <p:strVal val="visible"/>
                                      </p:to>
                                    </p:set>
                                    <p:animEffect transition="in" filter="blinds(horizontal)">
                                      <p:cBhvr>
                                        <p:cTn id="139" dur="500"/>
                                        <p:tgtEl>
                                          <p:spTgt spid="133"/>
                                        </p:tgtEl>
                                      </p:cBhvr>
                                    </p:animEffect>
                                  </p:childTnLst>
                                </p:cTn>
                              </p:par>
                              <p:par>
                                <p:cTn id="140" presetID="3" presetClass="entr" presetSubtype="10" fill="hold" grpId="0" nodeType="withEffect">
                                  <p:stCondLst>
                                    <p:cond delay="0"/>
                                  </p:stCondLst>
                                  <p:childTnLst>
                                    <p:set>
                                      <p:cBhvr>
                                        <p:cTn id="141" dur="1" fill="hold">
                                          <p:stCondLst>
                                            <p:cond delay="0"/>
                                          </p:stCondLst>
                                        </p:cTn>
                                        <p:tgtEl>
                                          <p:spTgt spid="134"/>
                                        </p:tgtEl>
                                        <p:attrNameLst>
                                          <p:attrName>style.visibility</p:attrName>
                                        </p:attrNameLst>
                                      </p:cBhvr>
                                      <p:to>
                                        <p:strVal val="visible"/>
                                      </p:to>
                                    </p:set>
                                    <p:animEffect transition="in" filter="blinds(horizontal)">
                                      <p:cBhvr>
                                        <p:cTn id="142" dur="500"/>
                                        <p:tgtEl>
                                          <p:spTgt spid="134"/>
                                        </p:tgtEl>
                                      </p:cBhvr>
                                    </p:animEffect>
                                  </p:childTnLst>
                                </p:cTn>
                              </p:par>
                              <p:par>
                                <p:cTn id="143" presetID="3" presetClass="entr" presetSubtype="10" fill="hold" grpId="0" nodeType="withEffect">
                                  <p:stCondLst>
                                    <p:cond delay="0"/>
                                  </p:stCondLst>
                                  <p:childTnLst>
                                    <p:set>
                                      <p:cBhvr>
                                        <p:cTn id="144" dur="1" fill="hold">
                                          <p:stCondLst>
                                            <p:cond delay="0"/>
                                          </p:stCondLst>
                                        </p:cTn>
                                        <p:tgtEl>
                                          <p:spTgt spid="135"/>
                                        </p:tgtEl>
                                        <p:attrNameLst>
                                          <p:attrName>style.visibility</p:attrName>
                                        </p:attrNameLst>
                                      </p:cBhvr>
                                      <p:to>
                                        <p:strVal val="visible"/>
                                      </p:to>
                                    </p:set>
                                    <p:animEffect transition="in" filter="blinds(horizontal)">
                                      <p:cBhvr>
                                        <p:cTn id="145" dur="500"/>
                                        <p:tgtEl>
                                          <p:spTgt spid="135"/>
                                        </p:tgtEl>
                                      </p:cBhvr>
                                    </p:animEffect>
                                  </p:childTnLst>
                                </p:cTn>
                              </p:par>
                              <p:par>
                                <p:cTn id="146" presetID="3" presetClass="entr" presetSubtype="10" fill="hold" grpId="0" nodeType="withEffect">
                                  <p:stCondLst>
                                    <p:cond delay="0"/>
                                  </p:stCondLst>
                                  <p:childTnLst>
                                    <p:set>
                                      <p:cBhvr>
                                        <p:cTn id="147" dur="1" fill="hold">
                                          <p:stCondLst>
                                            <p:cond delay="0"/>
                                          </p:stCondLst>
                                        </p:cTn>
                                        <p:tgtEl>
                                          <p:spTgt spid="136"/>
                                        </p:tgtEl>
                                        <p:attrNameLst>
                                          <p:attrName>style.visibility</p:attrName>
                                        </p:attrNameLst>
                                      </p:cBhvr>
                                      <p:to>
                                        <p:strVal val="visible"/>
                                      </p:to>
                                    </p:set>
                                    <p:animEffect transition="in" filter="blinds(horizontal)">
                                      <p:cBhvr>
                                        <p:cTn id="148" dur="500"/>
                                        <p:tgtEl>
                                          <p:spTgt spid="136"/>
                                        </p:tgtEl>
                                      </p:cBhvr>
                                    </p:animEffect>
                                  </p:childTnLst>
                                </p:cTn>
                              </p:par>
                              <p:par>
                                <p:cTn id="149" presetID="3" presetClass="entr" presetSubtype="10" fill="hold" nodeType="withEffect">
                                  <p:stCondLst>
                                    <p:cond delay="0"/>
                                  </p:stCondLst>
                                  <p:childTnLst>
                                    <p:set>
                                      <p:cBhvr>
                                        <p:cTn id="150" dur="1" fill="hold">
                                          <p:stCondLst>
                                            <p:cond delay="0"/>
                                          </p:stCondLst>
                                        </p:cTn>
                                        <p:tgtEl>
                                          <p:spTgt spid="24"/>
                                        </p:tgtEl>
                                        <p:attrNameLst>
                                          <p:attrName>style.visibility</p:attrName>
                                        </p:attrNameLst>
                                      </p:cBhvr>
                                      <p:to>
                                        <p:strVal val="visible"/>
                                      </p:to>
                                    </p:set>
                                    <p:animEffect transition="in" filter="blinds(horizontal)">
                                      <p:cBhvr>
                                        <p:cTn id="151" dur="500"/>
                                        <p:tgtEl>
                                          <p:spTgt spid="24"/>
                                        </p:tgtEl>
                                      </p:cBhvr>
                                    </p:animEffect>
                                  </p:childTnLst>
                                </p:cTn>
                              </p:par>
                              <p:par>
                                <p:cTn id="152" presetID="3" presetClass="entr" presetSubtype="10" fill="hold" nodeType="withEffect">
                                  <p:stCondLst>
                                    <p:cond delay="0"/>
                                  </p:stCondLst>
                                  <p:childTnLst>
                                    <p:set>
                                      <p:cBhvr>
                                        <p:cTn id="153" dur="1" fill="hold">
                                          <p:stCondLst>
                                            <p:cond delay="0"/>
                                          </p:stCondLst>
                                        </p:cTn>
                                        <p:tgtEl>
                                          <p:spTgt spid="155"/>
                                        </p:tgtEl>
                                        <p:attrNameLst>
                                          <p:attrName>style.visibility</p:attrName>
                                        </p:attrNameLst>
                                      </p:cBhvr>
                                      <p:to>
                                        <p:strVal val="visible"/>
                                      </p:to>
                                    </p:set>
                                    <p:animEffect transition="in" filter="blinds(horizontal)">
                                      <p:cBhvr>
                                        <p:cTn id="154" dur="500"/>
                                        <p:tgtEl>
                                          <p:spTgt spid="155"/>
                                        </p:tgtEl>
                                      </p:cBhvr>
                                    </p:animEffect>
                                  </p:childTnLst>
                                </p:cTn>
                              </p:par>
                            </p:childTnLst>
                          </p:cTn>
                        </p:par>
                      </p:childTnLst>
                    </p:cTn>
                  </p:par>
                  <p:par>
                    <p:cTn id="155" fill="hold">
                      <p:stCondLst>
                        <p:cond delay="indefinite"/>
                      </p:stCondLst>
                      <p:childTnLst>
                        <p:par>
                          <p:cTn id="156" fill="hold">
                            <p:stCondLst>
                              <p:cond delay="0"/>
                            </p:stCondLst>
                            <p:childTnLst>
                              <p:par>
                                <p:cTn id="157" presetID="0" presetClass="path" presetSubtype="0" accel="50000" decel="50000" fill="hold" nodeType="clickEffect">
                                  <p:stCondLst>
                                    <p:cond delay="0"/>
                                  </p:stCondLst>
                                  <p:childTnLst>
                                    <p:animMotion origin="layout" path="M 0 0 L 0.56701 0 " pathEditMode="relative" ptsTypes="AA">
                                      <p:cBhvr>
                                        <p:cTn id="158" dur="2000" fill="hold"/>
                                        <p:tgtEl>
                                          <p:spTgt spid="133"/>
                                        </p:tgtEl>
                                        <p:attrNameLst>
                                          <p:attrName>ppt_x</p:attrName>
                                          <p:attrName>ppt_y</p:attrName>
                                        </p:attrNameLst>
                                      </p:cBhvr>
                                    </p:animMotion>
                                  </p:childTnLst>
                                </p:cTn>
                              </p:par>
                              <p:par>
                                <p:cTn id="159" presetID="0" presetClass="path" presetSubtype="0" accel="50000" decel="50000" fill="hold" grpId="1" nodeType="withEffect">
                                  <p:stCondLst>
                                    <p:cond delay="0"/>
                                  </p:stCondLst>
                                  <p:childTnLst>
                                    <p:animMotion origin="layout" path="M 0 0 L 0.56701 0 " pathEditMode="relative" ptsTypes="AA">
                                      <p:cBhvr>
                                        <p:cTn id="160" dur="2000" fill="hold"/>
                                        <p:tgtEl>
                                          <p:spTgt spid="134"/>
                                        </p:tgtEl>
                                        <p:attrNameLst>
                                          <p:attrName>ppt_x</p:attrName>
                                          <p:attrName>ppt_y</p:attrName>
                                        </p:attrNameLst>
                                      </p:cBhvr>
                                    </p:animMotion>
                                  </p:childTnLst>
                                </p:cTn>
                              </p:par>
                              <p:par>
                                <p:cTn id="161" presetID="0" presetClass="path" presetSubtype="0" accel="50000" decel="50000" fill="hold" grpId="1" nodeType="withEffect">
                                  <p:stCondLst>
                                    <p:cond delay="0"/>
                                  </p:stCondLst>
                                  <p:childTnLst>
                                    <p:animMotion origin="layout" path="M 0 0 L 0.56701 0 " pathEditMode="relative" ptsTypes="AA">
                                      <p:cBhvr>
                                        <p:cTn id="162" dur="2000" fill="hold"/>
                                        <p:tgtEl>
                                          <p:spTgt spid="135"/>
                                        </p:tgtEl>
                                        <p:attrNameLst>
                                          <p:attrName>ppt_x</p:attrName>
                                          <p:attrName>ppt_y</p:attrName>
                                        </p:attrNameLst>
                                      </p:cBhvr>
                                    </p:animMotion>
                                  </p:childTnLst>
                                </p:cTn>
                              </p:par>
                              <p:par>
                                <p:cTn id="163" presetID="0" presetClass="path" presetSubtype="0" accel="50000" decel="50000" fill="hold" nodeType="withEffect">
                                  <p:stCondLst>
                                    <p:cond delay="0"/>
                                  </p:stCondLst>
                                  <p:childTnLst>
                                    <p:animMotion origin="layout" path="M 0 0 L 0.56701 0 " pathEditMode="relative" ptsTypes="AA">
                                      <p:cBhvr>
                                        <p:cTn id="164" dur="2000" fill="hold"/>
                                        <p:tgtEl>
                                          <p:spTgt spid="155"/>
                                        </p:tgtEl>
                                        <p:attrNameLst>
                                          <p:attrName>ppt_x</p:attrName>
                                          <p:attrName>ppt_y</p:attrName>
                                        </p:attrNameLst>
                                      </p:cBhvr>
                                    </p:animMotion>
                                  </p:childTnLst>
                                </p:cTn>
                              </p:par>
                            </p:childTnLst>
                          </p:cTn>
                        </p:par>
                      </p:childTnLst>
                    </p:cTn>
                  </p:par>
                  <p:par>
                    <p:cTn id="165" fill="hold">
                      <p:stCondLst>
                        <p:cond delay="indefinite"/>
                      </p:stCondLst>
                      <p:childTnLst>
                        <p:par>
                          <p:cTn id="166" fill="hold">
                            <p:stCondLst>
                              <p:cond delay="0"/>
                            </p:stCondLst>
                            <p:childTnLst>
                              <p:par>
                                <p:cTn id="167" presetID="3" presetClass="entr" presetSubtype="10" fill="hold" nodeType="clickEffect">
                                  <p:stCondLst>
                                    <p:cond delay="0"/>
                                  </p:stCondLst>
                                  <p:childTnLst>
                                    <p:set>
                                      <p:cBhvr>
                                        <p:cTn id="168" dur="1" fill="hold">
                                          <p:stCondLst>
                                            <p:cond delay="0"/>
                                          </p:stCondLst>
                                        </p:cTn>
                                        <p:tgtEl>
                                          <p:spTgt spid="160"/>
                                        </p:tgtEl>
                                        <p:attrNameLst>
                                          <p:attrName>style.visibility</p:attrName>
                                        </p:attrNameLst>
                                      </p:cBhvr>
                                      <p:to>
                                        <p:strVal val="visible"/>
                                      </p:to>
                                    </p:set>
                                    <p:animEffect transition="in" filter="blinds(horizontal)">
                                      <p:cBhvr>
                                        <p:cTn id="169" dur="500"/>
                                        <p:tgtEl>
                                          <p:spTgt spid="160"/>
                                        </p:tgtEl>
                                      </p:cBhvr>
                                    </p:animEffect>
                                  </p:childTnLst>
                                </p:cTn>
                              </p:par>
                            </p:childTnLst>
                          </p:cTn>
                        </p:par>
                      </p:childTnLst>
                    </p:cTn>
                  </p:par>
                  <p:par>
                    <p:cTn id="170" fill="hold">
                      <p:stCondLst>
                        <p:cond delay="indefinite"/>
                      </p:stCondLst>
                      <p:childTnLst>
                        <p:par>
                          <p:cTn id="171" fill="hold">
                            <p:stCondLst>
                              <p:cond delay="0"/>
                            </p:stCondLst>
                            <p:childTnLst>
                              <p:par>
                                <p:cTn id="172" presetID="3" presetClass="entr" presetSubtype="10" fill="hold" nodeType="clickEffect">
                                  <p:stCondLst>
                                    <p:cond delay="0"/>
                                  </p:stCondLst>
                                  <p:childTnLst>
                                    <p:set>
                                      <p:cBhvr>
                                        <p:cTn id="173" dur="1" fill="hold">
                                          <p:stCondLst>
                                            <p:cond delay="0"/>
                                          </p:stCondLst>
                                        </p:cTn>
                                        <p:tgtEl>
                                          <p:spTgt spid="161"/>
                                        </p:tgtEl>
                                        <p:attrNameLst>
                                          <p:attrName>style.visibility</p:attrName>
                                        </p:attrNameLst>
                                      </p:cBhvr>
                                      <p:to>
                                        <p:strVal val="visible"/>
                                      </p:to>
                                    </p:set>
                                    <p:animEffect transition="in" filter="blinds(horizontal)">
                                      <p:cBhvr>
                                        <p:cTn id="174" dur="500"/>
                                        <p:tgtEl>
                                          <p:spTgt spid="1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3" grpId="1" animBg="1"/>
      <p:bldP spid="33" grpId="2" animBg="1"/>
      <p:bldP spid="34" grpId="0"/>
      <p:bldP spid="34" grpId="1"/>
      <p:bldP spid="35" grpId="0"/>
      <p:bldP spid="35" grpId="1"/>
      <p:bldP spid="40" grpId="0"/>
      <p:bldP spid="65" grpId="0" animBg="1"/>
      <p:bldP spid="65" grpId="1" animBg="1"/>
      <p:bldP spid="66" grpId="0"/>
      <p:bldP spid="67" grpId="0"/>
      <p:bldP spid="111" grpId="0" animBg="1"/>
      <p:bldP spid="112" grpId="0"/>
      <p:bldP spid="113" grpId="0"/>
      <p:bldP spid="134" grpId="0" animBg="1"/>
      <p:bldP spid="134" grpId="1" animBg="1"/>
      <p:bldP spid="135" grpId="0"/>
      <p:bldP spid="135" grpId="1"/>
      <p:bldP spid="136" grpId="0"/>
      <p:bldP spid="105"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标题 1"/>
          <p:cNvSpPr>
            <a:spLocks noGrp="1"/>
          </p:cNvSpPr>
          <p:nvPr>
            <p:ph type="title"/>
          </p:nvPr>
        </p:nvSpPr>
        <p:spPr/>
        <p:txBody>
          <a:bodyPr/>
          <a:lstStyle/>
          <a:p>
            <a:r>
              <a:rPr lang="zh-CN" altLang="en-US" dirty="0">
                <a:ea typeface="宋体" pitchFamily="2" charset="-122"/>
              </a:rPr>
              <a:t>问题</a:t>
            </a:r>
            <a:r>
              <a:rPr lang="en-US" altLang="zh-CN" dirty="0">
                <a:ea typeface="宋体" pitchFamily="2" charset="-122"/>
              </a:rPr>
              <a:t>2.2</a:t>
            </a:r>
            <a:r>
              <a:rPr lang="zh-CN" altLang="en-US" dirty="0">
                <a:ea typeface="宋体" pitchFamily="2" charset="-122"/>
              </a:rPr>
              <a:t>：多项式相加</a:t>
            </a:r>
            <a:r>
              <a:rPr lang="en-US" altLang="zh-CN" dirty="0">
                <a:ea typeface="宋体" pitchFamily="2" charset="-122"/>
              </a:rPr>
              <a:t>*</a:t>
            </a:r>
            <a:endParaRPr lang="zh-CN" altLang="en-US" dirty="0">
              <a:ea typeface="宋体" pitchFamily="2" charset="-122"/>
            </a:endParaRPr>
          </a:p>
        </p:txBody>
      </p:sp>
      <p:sp>
        <p:nvSpPr>
          <p:cNvPr id="123907" name="页脚占位符 2"/>
          <p:cNvSpPr>
            <a:spLocks noGrp="1"/>
          </p:cNvSpPr>
          <p:nvPr>
            <p:ph type="ftr" sz="quarter" idx="11"/>
          </p:nvPr>
        </p:nvSpPr>
        <p:spPr>
          <a:noFill/>
        </p:spPr>
        <p:txBody>
          <a:bodyPr/>
          <a:lstStyle/>
          <a:p>
            <a:r>
              <a:rPr lang="en-US" altLang="zh-CN"/>
              <a:t>构造类型 – 数组和指针</a:t>
            </a:r>
            <a:endParaRPr lang="en-US" altLang="zh-CN"/>
          </a:p>
        </p:txBody>
      </p:sp>
      <p:sp>
        <p:nvSpPr>
          <p:cNvPr id="123908" name="灯片编号占位符 3"/>
          <p:cNvSpPr>
            <a:spLocks noGrp="1"/>
          </p:cNvSpPr>
          <p:nvPr>
            <p:ph type="sldNum" sz="quarter" idx="12"/>
          </p:nvPr>
        </p:nvSpPr>
        <p:spPr>
          <a:noFill/>
        </p:spPr>
        <p:txBody>
          <a:bodyPr/>
          <a:lstStyle/>
          <a:p>
            <a:fld id="{76BD6190-4671-484F-B738-F79F3673BE31}" type="slidenum">
              <a:rPr lang="en-US" altLang="zh-CN" smtClean="0"/>
            </a:fld>
            <a:endParaRPr lang="en-US" altLang="zh-CN"/>
          </a:p>
        </p:txBody>
      </p:sp>
      <p:sp>
        <p:nvSpPr>
          <p:cNvPr id="121861" name="矩形 4"/>
          <p:cNvSpPr>
            <a:spLocks noChangeArrowheads="1"/>
          </p:cNvSpPr>
          <p:nvPr/>
        </p:nvSpPr>
        <p:spPr bwMode="auto">
          <a:xfrm>
            <a:off x="922431" y="705581"/>
            <a:ext cx="5795963" cy="6149376"/>
          </a:xfrm>
          <a:prstGeom prst="rect">
            <a:avLst/>
          </a:prstGeom>
          <a:solidFill>
            <a:srgbClr val="00B0F0"/>
          </a:solidFill>
          <a:ln w="9525">
            <a:noFill/>
            <a:miter lim="800000"/>
          </a:ln>
        </p:spPr>
        <p:txBody>
          <a:bodyPr>
            <a:spAutoFit/>
          </a:bodyPr>
          <a:lstStyle/>
          <a:p>
            <a:pPr>
              <a:lnSpc>
                <a:spcPct val="60000"/>
              </a:lnSpc>
              <a:spcBef>
                <a:spcPct val="40000"/>
              </a:spcBef>
              <a:buFont typeface="Wingdings" panose="05000000000000000000" pitchFamily="2" charset="2"/>
              <a:buNone/>
            </a:pPr>
            <a:r>
              <a:rPr lang="en-US" altLang="zh-CN" sz="1600" dirty="0"/>
              <a:t>//c3_4c.c</a:t>
            </a:r>
            <a:endParaRPr lang="en-US" altLang="zh-CN" sz="1600" dirty="0"/>
          </a:p>
          <a:p>
            <a:pPr>
              <a:lnSpc>
                <a:spcPct val="60000"/>
              </a:lnSpc>
              <a:spcBef>
                <a:spcPct val="40000"/>
              </a:spcBef>
              <a:buFont typeface="Wingdings" panose="05000000000000000000" pitchFamily="2" charset="2"/>
              <a:buNone/>
            </a:pPr>
            <a:r>
              <a:rPr lang="en-US" altLang="zh-CN" sz="1600" dirty="0"/>
              <a:t>#include &lt;</a:t>
            </a:r>
            <a:r>
              <a:rPr lang="en-US" altLang="zh-CN" sz="1600" dirty="0" err="1"/>
              <a:t>stdio.h</a:t>
            </a:r>
            <a:r>
              <a:rPr lang="en-US" altLang="zh-CN" sz="1600" dirty="0"/>
              <a:t>&gt;</a:t>
            </a:r>
            <a:endParaRPr lang="en-US" altLang="zh-CN" sz="1600" dirty="0"/>
          </a:p>
          <a:p>
            <a:pPr>
              <a:lnSpc>
                <a:spcPct val="60000"/>
              </a:lnSpc>
              <a:spcBef>
                <a:spcPct val="40000"/>
              </a:spcBef>
              <a:buFont typeface="Wingdings" panose="05000000000000000000" pitchFamily="2" charset="2"/>
              <a:buNone/>
            </a:pPr>
            <a:r>
              <a:rPr lang="en-US" altLang="zh-CN" sz="1600" dirty="0"/>
              <a:t>#include &lt;</a:t>
            </a:r>
            <a:r>
              <a:rPr lang="en-US" altLang="zh-CN" sz="1600" dirty="0" err="1"/>
              <a:t>stdlib.h</a:t>
            </a:r>
            <a:r>
              <a:rPr lang="en-US" altLang="zh-CN" sz="1600" dirty="0"/>
              <a:t>&gt;</a:t>
            </a:r>
            <a:endParaRPr lang="en-US" altLang="zh-CN" sz="1600" dirty="0"/>
          </a:p>
          <a:p>
            <a:pPr>
              <a:lnSpc>
                <a:spcPct val="60000"/>
              </a:lnSpc>
              <a:spcBef>
                <a:spcPct val="40000"/>
              </a:spcBef>
              <a:buFont typeface="Wingdings" panose="05000000000000000000" pitchFamily="2" charset="2"/>
              <a:buNone/>
            </a:pPr>
            <a:r>
              <a:rPr lang="en-US" altLang="zh-CN" sz="1600" dirty="0"/>
              <a:t>struct  Node { //</a:t>
            </a:r>
            <a:r>
              <a:rPr lang="zh-CN" altLang="en-US" sz="1600" dirty="0"/>
              <a:t>一个多项式节点结构</a:t>
            </a:r>
            <a:endParaRPr lang="en-US" altLang="zh-CN" sz="1600" dirty="0"/>
          </a:p>
          <a:p>
            <a:pPr>
              <a:lnSpc>
                <a:spcPct val="60000"/>
              </a:lnSpc>
              <a:spcBef>
                <a:spcPct val="40000"/>
              </a:spcBef>
              <a:buFont typeface="Wingdings" panose="05000000000000000000" pitchFamily="2" charset="2"/>
              <a:buNone/>
            </a:pPr>
            <a:r>
              <a:rPr lang="en-US" altLang="zh-CN" sz="1600" dirty="0"/>
              <a:t>    </a:t>
            </a:r>
            <a:r>
              <a:rPr lang="en-US" altLang="zh-CN" sz="1600" dirty="0" err="1"/>
              <a:t>int</a:t>
            </a:r>
            <a:r>
              <a:rPr lang="en-US" altLang="zh-CN" sz="1600" dirty="0"/>
              <a:t> </a:t>
            </a:r>
            <a:r>
              <a:rPr lang="en-US" altLang="zh-CN" sz="1600" dirty="0" err="1"/>
              <a:t>coe</a:t>
            </a:r>
            <a:r>
              <a:rPr lang="en-US" altLang="zh-CN" sz="1600" dirty="0"/>
              <a:t>; //</a:t>
            </a:r>
            <a:r>
              <a:rPr lang="zh-CN" altLang="en-US" sz="1600" dirty="0"/>
              <a:t>系数</a:t>
            </a:r>
            <a:endParaRPr lang="en-US" altLang="zh-CN" sz="1600" dirty="0"/>
          </a:p>
          <a:p>
            <a:pPr>
              <a:lnSpc>
                <a:spcPct val="60000"/>
              </a:lnSpc>
              <a:spcBef>
                <a:spcPct val="40000"/>
              </a:spcBef>
              <a:buFont typeface="Wingdings" panose="05000000000000000000" pitchFamily="2" charset="2"/>
              <a:buNone/>
            </a:pPr>
            <a:r>
              <a:rPr lang="en-US" altLang="zh-CN" sz="1600" dirty="0"/>
              <a:t>    </a:t>
            </a:r>
            <a:r>
              <a:rPr lang="en-US" altLang="zh-CN" sz="1600" dirty="0" err="1"/>
              <a:t>int</a:t>
            </a:r>
            <a:r>
              <a:rPr lang="en-US" altLang="zh-CN" sz="1600" dirty="0"/>
              <a:t> pow; //</a:t>
            </a:r>
            <a:r>
              <a:rPr lang="zh-CN" altLang="en-US" sz="1600" dirty="0"/>
              <a:t>幂</a:t>
            </a:r>
            <a:endParaRPr lang="en-US" altLang="zh-CN" sz="1600" dirty="0"/>
          </a:p>
          <a:p>
            <a:pPr>
              <a:lnSpc>
                <a:spcPct val="60000"/>
              </a:lnSpc>
              <a:spcBef>
                <a:spcPct val="40000"/>
              </a:spcBef>
              <a:buFont typeface="Wingdings" panose="05000000000000000000" pitchFamily="2" charset="2"/>
              <a:buNone/>
            </a:pPr>
            <a:r>
              <a:rPr lang="en-US" altLang="zh-CN" sz="1600" dirty="0"/>
              <a:t>    struct Node *next;</a:t>
            </a:r>
            <a:endParaRPr lang="en-US" altLang="zh-CN" sz="1600" dirty="0"/>
          </a:p>
          <a:p>
            <a:pPr>
              <a:lnSpc>
                <a:spcPct val="60000"/>
              </a:lnSpc>
              <a:spcBef>
                <a:spcPct val="40000"/>
              </a:spcBef>
              <a:buFont typeface="Wingdings" panose="05000000000000000000" pitchFamily="2" charset="2"/>
              <a:buNone/>
            </a:pPr>
            <a:r>
              <a:rPr lang="en-US" altLang="zh-CN" sz="1600" dirty="0"/>
              <a:t>}; </a:t>
            </a:r>
            <a:endParaRPr lang="en-US" altLang="zh-CN" sz="1600" dirty="0"/>
          </a:p>
          <a:p>
            <a:pPr>
              <a:lnSpc>
                <a:spcPct val="60000"/>
              </a:lnSpc>
              <a:spcBef>
                <a:spcPct val="40000"/>
              </a:spcBef>
              <a:buFont typeface="Wingdings" panose="05000000000000000000" pitchFamily="2" charset="2"/>
              <a:buNone/>
            </a:pPr>
            <a:r>
              <a:rPr lang="en-US" altLang="zh-CN" sz="1600" dirty="0" err="1"/>
              <a:t>int</a:t>
            </a:r>
            <a:r>
              <a:rPr lang="en-US" altLang="zh-CN" sz="1600" dirty="0"/>
              <a:t> main()</a:t>
            </a:r>
            <a:endParaRPr lang="en-US" altLang="zh-CN" sz="1600" dirty="0"/>
          </a:p>
          <a:p>
            <a:pPr>
              <a:lnSpc>
                <a:spcPct val="60000"/>
              </a:lnSpc>
              <a:spcBef>
                <a:spcPct val="40000"/>
              </a:spcBef>
              <a:buFont typeface="Wingdings" panose="05000000000000000000" pitchFamily="2" charset="2"/>
              <a:buNone/>
            </a:pPr>
            <a:r>
              <a:rPr lang="en-US" altLang="zh-CN" sz="1600" dirty="0"/>
              <a:t>{</a:t>
            </a:r>
            <a:endParaRPr lang="en-US" altLang="zh-CN" sz="1600" dirty="0"/>
          </a:p>
          <a:p>
            <a:r>
              <a:rPr lang="en-US" altLang="zh-CN" sz="1600" dirty="0"/>
              <a:t>    </a:t>
            </a:r>
            <a:r>
              <a:rPr lang="en-US" altLang="zh-CN" sz="1600" dirty="0" err="1"/>
              <a:t>int</a:t>
            </a:r>
            <a:r>
              <a:rPr lang="en-US" altLang="zh-CN" sz="1600" dirty="0"/>
              <a:t> </a:t>
            </a:r>
            <a:r>
              <a:rPr lang="en-US" altLang="zh-CN" sz="1600" dirty="0" err="1"/>
              <a:t>a,n</a:t>
            </a:r>
            <a:r>
              <a:rPr lang="en-US" altLang="zh-CN" sz="1600" dirty="0"/>
              <a:t>;</a:t>
            </a:r>
            <a:endParaRPr lang="en-US" altLang="zh-CN" sz="1600" dirty="0"/>
          </a:p>
          <a:p>
            <a:r>
              <a:rPr lang="en-US" altLang="zh-CN" sz="1600" dirty="0"/>
              <a:t>    char c;</a:t>
            </a:r>
            <a:endParaRPr lang="en-US" altLang="zh-CN" sz="1600" dirty="0"/>
          </a:p>
          <a:p>
            <a:r>
              <a:rPr lang="en-US" altLang="zh-CN" sz="1600" dirty="0"/>
              <a:t>    struct Node *head,*p,*q,*p0;</a:t>
            </a:r>
            <a:endParaRPr lang="en-US" altLang="zh-CN" sz="1600" dirty="0"/>
          </a:p>
          <a:p>
            <a:r>
              <a:rPr lang="en-US" altLang="zh-CN" sz="1600" dirty="0"/>
              <a:t>    head = p = NULL;</a:t>
            </a:r>
            <a:endParaRPr lang="en-US" altLang="zh-CN" sz="1600" dirty="0"/>
          </a:p>
          <a:p>
            <a:r>
              <a:rPr lang="en-US" altLang="zh-CN" sz="1600" dirty="0"/>
              <a:t>    do {  //</a:t>
            </a:r>
            <a:r>
              <a:rPr lang="zh-CN" altLang="en-US" sz="1600" dirty="0"/>
              <a:t>创建一个链表存放第一个多项式</a:t>
            </a:r>
            <a:endParaRPr lang="en-US" altLang="zh-CN" sz="1600" dirty="0"/>
          </a:p>
          <a:p>
            <a:r>
              <a:rPr lang="en-US" altLang="zh-CN" sz="1600" dirty="0"/>
              <a:t>        </a:t>
            </a:r>
            <a:r>
              <a:rPr lang="en-US" altLang="zh-CN" sz="1600" dirty="0" err="1"/>
              <a:t>scanf</a:t>
            </a:r>
            <a:r>
              <a:rPr lang="en-US" altLang="zh-CN" sz="1600" dirty="0"/>
              <a:t>(“%</a:t>
            </a:r>
            <a:r>
              <a:rPr lang="en-US" altLang="zh-CN" sz="1600" dirty="0" err="1"/>
              <a:t>d%d%c</a:t>
            </a:r>
            <a:r>
              <a:rPr lang="en-US" altLang="zh-CN" sz="1600" dirty="0"/>
              <a:t>”, &amp;a, &amp;n, &amp;c);</a:t>
            </a:r>
            <a:endParaRPr lang="en-US" altLang="zh-CN" sz="1600" dirty="0"/>
          </a:p>
          <a:p>
            <a:r>
              <a:rPr lang="en-US" altLang="zh-CN" sz="1600" dirty="0"/>
              <a:t>        q =  (struct Node *)malloc(</a:t>
            </a:r>
            <a:r>
              <a:rPr lang="en-US" altLang="zh-CN" sz="1600" dirty="0" err="1"/>
              <a:t>sizeof</a:t>
            </a:r>
            <a:r>
              <a:rPr lang="en-US" altLang="zh-CN" sz="1600" dirty="0"/>
              <a:t>(struct Node));</a:t>
            </a:r>
            <a:endParaRPr lang="en-US" altLang="zh-CN" sz="1600" dirty="0"/>
          </a:p>
          <a:p>
            <a:r>
              <a:rPr lang="en-US" altLang="zh-CN" sz="1600" dirty="0"/>
              <a:t>        q-&gt;</a:t>
            </a:r>
            <a:r>
              <a:rPr lang="en-US" altLang="zh-CN" sz="1600" dirty="0" err="1"/>
              <a:t>coe</a:t>
            </a:r>
            <a:r>
              <a:rPr lang="en-US" altLang="zh-CN" sz="1600" dirty="0"/>
              <a:t> = a; q-&gt;pow = n; q-&gt;next = NULL;</a:t>
            </a:r>
            <a:endParaRPr lang="en-US" altLang="zh-CN" sz="1600" dirty="0"/>
          </a:p>
          <a:p>
            <a:r>
              <a:rPr lang="en-US" altLang="zh-CN" sz="1600" dirty="0"/>
              <a:t>        if( head == NULL) </a:t>
            </a:r>
            <a:endParaRPr lang="en-US" altLang="zh-CN" sz="1600" dirty="0"/>
          </a:p>
          <a:p>
            <a:r>
              <a:rPr lang="en-US" altLang="zh-CN" sz="1600" dirty="0"/>
              <a:t>             head = p = q;</a:t>
            </a:r>
            <a:endParaRPr lang="en-US" altLang="zh-CN" sz="1600" dirty="0"/>
          </a:p>
          <a:p>
            <a:r>
              <a:rPr lang="en-US" altLang="zh-CN" sz="1600" dirty="0"/>
              <a:t>       else {</a:t>
            </a:r>
            <a:endParaRPr lang="en-US" altLang="zh-CN" sz="1600" dirty="0"/>
          </a:p>
          <a:p>
            <a:r>
              <a:rPr lang="en-US" altLang="zh-CN" sz="1600" dirty="0"/>
              <a:t>            p-&gt;next = q;</a:t>
            </a:r>
            <a:endParaRPr lang="en-US" altLang="zh-CN" sz="1600" dirty="0"/>
          </a:p>
          <a:p>
            <a:r>
              <a:rPr lang="en-US" altLang="zh-CN" sz="1600" dirty="0"/>
              <a:t>            p = p-&gt;next;</a:t>
            </a:r>
            <a:endParaRPr lang="en-US" altLang="zh-CN" sz="1600" dirty="0"/>
          </a:p>
          <a:p>
            <a:r>
              <a:rPr lang="en-US" altLang="zh-CN" sz="1600" dirty="0"/>
              <a:t>       }</a:t>
            </a:r>
            <a:endParaRPr lang="en-US" altLang="zh-CN" sz="1600" dirty="0"/>
          </a:p>
          <a:p>
            <a:r>
              <a:rPr lang="en-US" altLang="zh-CN" sz="1600" dirty="0"/>
              <a:t>} while ( c != ‘\n’);</a:t>
            </a:r>
            <a:endParaRPr lang="en-US" altLang="zh-CN" sz="1600" dirty="0"/>
          </a:p>
        </p:txBody>
      </p:sp>
      <p:sp>
        <p:nvSpPr>
          <p:cNvPr id="121862" name="矩形 5"/>
          <p:cNvSpPr>
            <a:spLocks noChangeArrowheads="1"/>
          </p:cNvSpPr>
          <p:nvPr/>
        </p:nvSpPr>
        <p:spPr bwMode="auto">
          <a:xfrm>
            <a:off x="5626223" y="0"/>
            <a:ext cx="6565777" cy="4524315"/>
          </a:xfrm>
          <a:prstGeom prst="rect">
            <a:avLst/>
          </a:prstGeom>
          <a:solidFill>
            <a:srgbClr val="92D050"/>
          </a:solidFill>
          <a:ln w="9525">
            <a:noFill/>
            <a:miter lim="800000"/>
          </a:ln>
        </p:spPr>
        <p:txBody>
          <a:bodyPr wrap="square">
            <a:spAutoFit/>
          </a:bodyPr>
          <a:lstStyle/>
          <a:p>
            <a:r>
              <a:rPr lang="en-US" altLang="zh-CN" sz="1600" dirty="0"/>
              <a:t>    do { //</a:t>
            </a:r>
            <a:r>
              <a:rPr lang="zh-CN" altLang="en-US" sz="1600" dirty="0"/>
              <a:t>将第二个多项式的每个项插入到第一个多项式链表中</a:t>
            </a:r>
            <a:endParaRPr lang="en-US" altLang="zh-CN" sz="1600" dirty="0"/>
          </a:p>
          <a:p>
            <a:r>
              <a:rPr lang="en-US" altLang="zh-CN" sz="1600" dirty="0"/>
              <a:t>        </a:t>
            </a:r>
            <a:r>
              <a:rPr lang="en-US" altLang="zh-CN" sz="1600" dirty="0" err="1"/>
              <a:t>scanf</a:t>
            </a:r>
            <a:r>
              <a:rPr lang="en-US" altLang="zh-CN" sz="1600" dirty="0"/>
              <a:t>(“%</a:t>
            </a:r>
            <a:r>
              <a:rPr lang="en-US" altLang="zh-CN" sz="1600" dirty="0" err="1"/>
              <a:t>d%d%c</a:t>
            </a:r>
            <a:r>
              <a:rPr lang="en-US" altLang="zh-CN" sz="1600" dirty="0"/>
              <a:t>”, &amp;a, &amp;n, &amp;c);//</a:t>
            </a:r>
            <a:r>
              <a:rPr lang="zh-CN" altLang="en-US" sz="1600" dirty="0"/>
              <a:t>生成第二个多项式的一个节点</a:t>
            </a:r>
            <a:endParaRPr lang="en-US" altLang="zh-CN" sz="1600" dirty="0"/>
          </a:p>
          <a:p>
            <a:r>
              <a:rPr lang="en-US" altLang="zh-CN" sz="1600" dirty="0"/>
              <a:t>        q = (</a:t>
            </a:r>
            <a:r>
              <a:rPr lang="en-US" altLang="zh-CN" sz="1600" dirty="0" err="1"/>
              <a:t>struct</a:t>
            </a:r>
            <a:r>
              <a:rPr lang="en-US" altLang="zh-CN" sz="1600" dirty="0"/>
              <a:t> Node *)</a:t>
            </a:r>
            <a:r>
              <a:rPr lang="en-US" altLang="zh-CN" sz="1600" dirty="0" err="1"/>
              <a:t>malloc</a:t>
            </a:r>
            <a:r>
              <a:rPr lang="en-US" altLang="zh-CN" sz="1600" dirty="0"/>
              <a:t>(</a:t>
            </a:r>
            <a:r>
              <a:rPr lang="en-US" altLang="zh-CN" sz="1600" dirty="0" err="1"/>
              <a:t>sizeof</a:t>
            </a:r>
            <a:r>
              <a:rPr lang="en-US" altLang="zh-CN" sz="1600" dirty="0"/>
              <a:t>(</a:t>
            </a:r>
            <a:r>
              <a:rPr lang="en-US" altLang="zh-CN" sz="1600" dirty="0" err="1"/>
              <a:t>struct</a:t>
            </a:r>
            <a:r>
              <a:rPr lang="en-US" altLang="zh-CN" sz="1600" dirty="0"/>
              <a:t> Node));</a:t>
            </a:r>
            <a:endParaRPr lang="en-US" altLang="zh-CN" sz="1600" dirty="0"/>
          </a:p>
          <a:p>
            <a:r>
              <a:rPr lang="en-US" altLang="zh-CN" sz="1600" dirty="0"/>
              <a:t>        q-&gt;</a:t>
            </a:r>
            <a:r>
              <a:rPr lang="en-US" altLang="zh-CN" sz="1600" dirty="0" err="1"/>
              <a:t>coe</a:t>
            </a:r>
            <a:r>
              <a:rPr lang="en-US" altLang="zh-CN" sz="1600" dirty="0"/>
              <a:t> = a; q-&gt;</a:t>
            </a:r>
            <a:r>
              <a:rPr lang="en-US" altLang="zh-CN" sz="1600" dirty="0" err="1"/>
              <a:t>pow</a:t>
            </a:r>
            <a:r>
              <a:rPr lang="en-US" altLang="zh-CN" sz="1600" dirty="0"/>
              <a:t> = n; q-&gt;next = NULL;</a:t>
            </a:r>
            <a:endParaRPr lang="en-US" altLang="zh-CN" sz="1600" dirty="0"/>
          </a:p>
          <a:p>
            <a:r>
              <a:rPr lang="en-US" altLang="zh-CN" sz="1600" dirty="0"/>
              <a:t>        for(p=head; p!=NULL; p0=</a:t>
            </a:r>
            <a:r>
              <a:rPr lang="en-US" altLang="zh-CN" sz="1600" dirty="0" err="1"/>
              <a:t>p,p</a:t>
            </a:r>
            <a:r>
              <a:rPr lang="en-US" altLang="zh-CN" sz="1600" dirty="0"/>
              <a:t>=p-&gt;next) {</a:t>
            </a:r>
            <a:endParaRPr lang="en-US" altLang="zh-CN" sz="1600" dirty="0"/>
          </a:p>
          <a:p>
            <a:r>
              <a:rPr lang="en-US" altLang="zh-CN" sz="1600" dirty="0"/>
              <a:t>            if(q-&gt;</a:t>
            </a:r>
            <a:r>
              <a:rPr lang="en-US" altLang="zh-CN" sz="1600" dirty="0" err="1"/>
              <a:t>pow</a:t>
            </a:r>
            <a:r>
              <a:rPr lang="en-US" altLang="zh-CN" sz="1600" dirty="0"/>
              <a:t> &gt; p-&gt;</a:t>
            </a:r>
            <a:r>
              <a:rPr lang="en-US" altLang="zh-CN" sz="1600" dirty="0" err="1"/>
              <a:t>pow</a:t>
            </a:r>
            <a:r>
              <a:rPr lang="en-US" altLang="zh-CN" sz="1600" dirty="0"/>
              <a:t>) { </a:t>
            </a:r>
            <a:endParaRPr lang="en-US" altLang="zh-CN" sz="1600" dirty="0"/>
          </a:p>
          <a:p>
            <a:r>
              <a:rPr lang="en-US" altLang="zh-CN" sz="1600" dirty="0"/>
              <a:t>                 if(p==head) { q-&gt;next = head; head = q; break; </a:t>
            </a:r>
            <a:r>
              <a:rPr lang="en-US" altLang="zh-CN" sz="1600" dirty="0">
                <a:solidFill>
                  <a:srgbClr val="0033CC"/>
                </a:solidFill>
              </a:rPr>
              <a:t>}//</a:t>
            </a:r>
            <a:r>
              <a:rPr lang="zh-CN" altLang="en-US" sz="1600" dirty="0">
                <a:solidFill>
                  <a:srgbClr val="0033CC"/>
                </a:solidFill>
              </a:rPr>
              <a:t>插入到头节点前</a:t>
            </a:r>
            <a:endParaRPr lang="en-US" altLang="zh-CN" sz="1600" dirty="0">
              <a:solidFill>
                <a:srgbClr val="0033CC"/>
              </a:solidFill>
            </a:endParaRPr>
          </a:p>
          <a:p>
            <a:r>
              <a:rPr lang="en-US" altLang="zh-CN" sz="1600" dirty="0"/>
              <a:t>                 else { q-&gt;next = p; p0-&gt;next = q; break</a:t>
            </a:r>
            <a:r>
              <a:rPr lang="en-US" altLang="zh-CN" sz="1600" dirty="0">
                <a:solidFill>
                  <a:srgbClr val="0033CC"/>
                </a:solidFill>
              </a:rPr>
              <a:t>;} //</a:t>
            </a:r>
            <a:r>
              <a:rPr lang="zh-CN" altLang="en-US" sz="1600" dirty="0">
                <a:solidFill>
                  <a:srgbClr val="0033CC"/>
                </a:solidFill>
              </a:rPr>
              <a:t>将</a:t>
            </a:r>
            <a:r>
              <a:rPr lang="en-US" altLang="zh-CN" sz="1600" dirty="0">
                <a:solidFill>
                  <a:srgbClr val="0033CC"/>
                </a:solidFill>
              </a:rPr>
              <a:t>q</a:t>
            </a:r>
            <a:r>
              <a:rPr lang="zh-CN" altLang="en-US" sz="1600" dirty="0">
                <a:solidFill>
                  <a:srgbClr val="0033CC"/>
                </a:solidFill>
              </a:rPr>
              <a:t>插入到</a:t>
            </a:r>
            <a:r>
              <a:rPr lang="en-US" altLang="zh-CN" sz="1600" dirty="0">
                <a:solidFill>
                  <a:srgbClr val="0033CC"/>
                </a:solidFill>
              </a:rPr>
              <a:t>p</a:t>
            </a:r>
            <a:r>
              <a:rPr lang="zh-CN" altLang="en-US" sz="1600" dirty="0">
                <a:solidFill>
                  <a:srgbClr val="0033CC"/>
                </a:solidFill>
              </a:rPr>
              <a:t>前</a:t>
            </a:r>
            <a:endParaRPr lang="en-US" altLang="zh-CN" sz="1600" dirty="0">
              <a:solidFill>
                <a:srgbClr val="0033CC"/>
              </a:solidFill>
            </a:endParaRPr>
          </a:p>
          <a:p>
            <a:r>
              <a:rPr lang="en-US" altLang="zh-CN" sz="1600" dirty="0"/>
              <a:t>            }</a:t>
            </a:r>
            <a:endParaRPr lang="en-US" altLang="zh-CN" sz="1600" dirty="0"/>
          </a:p>
          <a:p>
            <a:r>
              <a:rPr lang="en-US" altLang="zh-CN" sz="1600" dirty="0"/>
              <a:t>            else if(q-&gt;</a:t>
            </a:r>
            <a:r>
              <a:rPr lang="en-US" altLang="zh-CN" sz="1600" dirty="0" err="1"/>
              <a:t>pow</a:t>
            </a:r>
            <a:r>
              <a:rPr lang="en-US" altLang="zh-CN" sz="1600" dirty="0"/>
              <a:t> == p-&gt;</a:t>
            </a:r>
            <a:r>
              <a:rPr lang="en-US" altLang="zh-CN" sz="1600" dirty="0" err="1"/>
              <a:t>pow</a:t>
            </a:r>
            <a:r>
              <a:rPr lang="en-US" altLang="zh-CN" sz="1600" dirty="0"/>
              <a:t>)  { p-&gt;</a:t>
            </a:r>
            <a:r>
              <a:rPr lang="en-US" altLang="zh-CN" sz="1600" dirty="0" err="1"/>
              <a:t>coe</a:t>
            </a:r>
            <a:r>
              <a:rPr lang="en-US" altLang="zh-CN" sz="1600" dirty="0"/>
              <a:t> += q-&gt;</a:t>
            </a:r>
            <a:r>
              <a:rPr lang="en-US" altLang="zh-CN" sz="1600" dirty="0" err="1"/>
              <a:t>coe</a:t>
            </a:r>
            <a:r>
              <a:rPr lang="en-US" altLang="zh-CN" sz="1600" dirty="0"/>
              <a:t>; break;}//</a:t>
            </a:r>
            <a:r>
              <a:rPr lang="zh-CN" altLang="en-US" sz="1600" dirty="0">
                <a:solidFill>
                  <a:srgbClr val="0033CC"/>
                </a:solidFill>
              </a:rPr>
              <a:t>指数相等，系数相加</a:t>
            </a:r>
            <a:endParaRPr lang="en-US" altLang="zh-CN" sz="1600" dirty="0">
              <a:solidFill>
                <a:srgbClr val="0033CC"/>
              </a:solidFill>
            </a:endParaRPr>
          </a:p>
          <a:p>
            <a:r>
              <a:rPr lang="en-US" altLang="zh-CN" sz="1600" dirty="0"/>
              <a:t>         }</a:t>
            </a:r>
            <a:endParaRPr lang="en-US" altLang="zh-CN" sz="1600" dirty="0"/>
          </a:p>
          <a:p>
            <a:r>
              <a:rPr lang="en-US" altLang="zh-CN" sz="1600" dirty="0"/>
              <a:t>         if(p== NULL)  p0-&gt;next = q;   </a:t>
            </a:r>
            <a:r>
              <a:rPr lang="en-US" altLang="zh-CN" sz="1600" dirty="0">
                <a:solidFill>
                  <a:srgbClr val="0033CC"/>
                </a:solidFill>
              </a:rPr>
              <a:t>//</a:t>
            </a:r>
            <a:r>
              <a:rPr lang="zh-CN" altLang="en-US" sz="1600" dirty="0">
                <a:solidFill>
                  <a:srgbClr val="0033CC"/>
                </a:solidFill>
              </a:rPr>
              <a:t>将</a:t>
            </a:r>
            <a:r>
              <a:rPr lang="en-US" altLang="zh-CN" sz="1600" dirty="0">
                <a:solidFill>
                  <a:srgbClr val="0033CC"/>
                </a:solidFill>
              </a:rPr>
              <a:t>q</a:t>
            </a:r>
            <a:r>
              <a:rPr lang="zh-CN" altLang="en-US" sz="1600" dirty="0">
                <a:solidFill>
                  <a:srgbClr val="0033CC"/>
                </a:solidFill>
              </a:rPr>
              <a:t>插入到尾节点后</a:t>
            </a:r>
            <a:endParaRPr lang="en-US" altLang="zh-CN" sz="1600" dirty="0">
              <a:solidFill>
                <a:srgbClr val="0033CC"/>
              </a:solidFill>
            </a:endParaRPr>
          </a:p>
          <a:p>
            <a:r>
              <a:rPr lang="en-US" altLang="zh-CN" sz="1600" dirty="0"/>
              <a:t>    } while ( c != ‘\n’);</a:t>
            </a:r>
            <a:endParaRPr lang="en-US" altLang="zh-CN" sz="1600" dirty="0"/>
          </a:p>
          <a:p>
            <a:r>
              <a:rPr lang="en-US" altLang="zh-CN" sz="1600" dirty="0"/>
              <a:t>    for(p=head; p!=NULL; p=p-&gt;next)</a:t>
            </a:r>
            <a:endParaRPr lang="en-US" altLang="zh-CN" sz="1600" dirty="0"/>
          </a:p>
          <a:p>
            <a:r>
              <a:rPr lang="en-US" altLang="zh-CN" sz="1600" dirty="0"/>
              <a:t>         </a:t>
            </a:r>
            <a:r>
              <a:rPr lang="en-US" altLang="zh-CN" sz="1600" dirty="0" err="1"/>
              <a:t>printf</a:t>
            </a:r>
            <a:r>
              <a:rPr lang="en-US" altLang="zh-CN" sz="1600" dirty="0"/>
              <a:t>(“%d  %d  “, p-&gt;</a:t>
            </a:r>
            <a:r>
              <a:rPr lang="en-US" altLang="zh-CN" sz="1600" dirty="0" err="1"/>
              <a:t>coe,p</a:t>
            </a:r>
            <a:r>
              <a:rPr lang="en-US" altLang="zh-CN" sz="1600" dirty="0"/>
              <a:t>-&gt;</a:t>
            </a:r>
            <a:r>
              <a:rPr lang="en-US" altLang="zh-CN" sz="1600" dirty="0" err="1"/>
              <a:t>pow</a:t>
            </a:r>
            <a:r>
              <a:rPr lang="en-US" altLang="zh-CN" sz="1600" dirty="0"/>
              <a:t>);</a:t>
            </a:r>
            <a:endParaRPr lang="en-US" altLang="zh-CN" sz="1600" dirty="0"/>
          </a:p>
          <a:p>
            <a:r>
              <a:rPr lang="en-US" altLang="zh-CN" sz="1600" dirty="0"/>
              <a:t>    return 0;</a:t>
            </a:r>
            <a:endParaRPr lang="en-US" altLang="zh-CN" sz="1600" dirty="0"/>
          </a:p>
          <a:p>
            <a:r>
              <a:rPr lang="en-US" altLang="zh-CN" sz="1600" dirty="0"/>
              <a:t>}</a:t>
            </a:r>
            <a:endParaRPr lang="zh-CN" altLang="en-US" sz="16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1861"/>
                                        </p:tgtEl>
                                        <p:attrNameLst>
                                          <p:attrName>style.visibility</p:attrName>
                                        </p:attrNameLst>
                                      </p:cBhvr>
                                      <p:to>
                                        <p:strVal val="visible"/>
                                      </p:to>
                                    </p:set>
                                    <p:anim calcmode="lin" valueType="num">
                                      <p:cBhvr additive="base">
                                        <p:cTn id="7" dur="500" fill="hold"/>
                                        <p:tgtEl>
                                          <p:spTgt spid="121861"/>
                                        </p:tgtEl>
                                        <p:attrNameLst>
                                          <p:attrName>ppt_x</p:attrName>
                                        </p:attrNameLst>
                                      </p:cBhvr>
                                      <p:tavLst>
                                        <p:tav tm="0">
                                          <p:val>
                                            <p:strVal val="#ppt_x"/>
                                          </p:val>
                                        </p:tav>
                                        <p:tav tm="100000">
                                          <p:val>
                                            <p:strVal val="#ppt_x"/>
                                          </p:val>
                                        </p:tav>
                                      </p:tavLst>
                                    </p:anim>
                                    <p:anim calcmode="lin" valueType="num">
                                      <p:cBhvr additive="base">
                                        <p:cTn id="8" dur="500" fill="hold"/>
                                        <p:tgtEl>
                                          <p:spTgt spid="12186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121862"/>
                                        </p:tgtEl>
                                        <p:attrNameLst>
                                          <p:attrName>style.visibility</p:attrName>
                                        </p:attrNameLst>
                                      </p:cBhvr>
                                      <p:to>
                                        <p:strVal val="visible"/>
                                      </p:to>
                                    </p:set>
                                    <p:animEffect transition="in" filter="blinds(horizontal)">
                                      <p:cBhvr>
                                        <p:cTn id="13" dur="500"/>
                                        <p:tgtEl>
                                          <p:spTgt spid="1218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61" grpId="0" animBg="1"/>
      <p:bldP spid="121862"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7890519" y="6272138"/>
            <a:ext cx="2743200" cy="365125"/>
          </a:xfrm>
        </p:spPr>
        <p:txBody>
          <a:bodyPr/>
          <a:lstStyle/>
          <a:p>
            <a:fld id="{0C913308-F349-4B6D-A68A-DD1791B4A57B}" type="slidenum">
              <a:rPr lang="zh-CN" altLang="en-US" smtClean="0"/>
            </a:fld>
            <a:endParaRPr lang="zh-CN" altLang="en-US"/>
          </a:p>
        </p:txBody>
      </p:sp>
      <p:pic>
        <p:nvPicPr>
          <p:cNvPr id="140290" name="Picture 2"/>
          <p:cNvPicPr>
            <a:picLocks noChangeAspect="1" noChangeArrowheads="1"/>
          </p:cNvPicPr>
          <p:nvPr/>
        </p:nvPicPr>
        <p:blipFill>
          <a:blip r:embed="rId1" cstate="print"/>
          <a:srcRect/>
          <a:stretch>
            <a:fillRect/>
          </a:stretch>
        </p:blipFill>
        <p:spPr bwMode="auto">
          <a:xfrm>
            <a:off x="1919536" y="2552700"/>
            <a:ext cx="6734175" cy="876300"/>
          </a:xfrm>
          <a:prstGeom prst="rect">
            <a:avLst/>
          </a:prstGeom>
          <a:noFill/>
          <a:ln w="9525">
            <a:noFill/>
            <a:miter lim="800000"/>
            <a:headEnd/>
            <a:tailEnd/>
          </a:ln>
        </p:spPr>
      </p:pic>
      <p:pic>
        <p:nvPicPr>
          <p:cNvPr id="140291" name="Picture 3"/>
          <p:cNvPicPr>
            <a:picLocks noChangeAspect="1" noChangeArrowheads="1"/>
          </p:cNvPicPr>
          <p:nvPr/>
        </p:nvPicPr>
        <p:blipFill>
          <a:blip r:embed="rId2" cstate="print"/>
          <a:srcRect/>
          <a:stretch>
            <a:fillRect/>
          </a:stretch>
        </p:blipFill>
        <p:spPr bwMode="auto">
          <a:xfrm>
            <a:off x="3719736" y="4064868"/>
            <a:ext cx="2771775" cy="800100"/>
          </a:xfrm>
          <a:prstGeom prst="rect">
            <a:avLst/>
          </a:prstGeom>
          <a:noFill/>
          <a:ln w="9525">
            <a:noFill/>
            <a:miter lim="800000"/>
            <a:headEnd/>
            <a:tailEnd/>
          </a:ln>
        </p:spPr>
      </p:pic>
      <p:sp>
        <p:nvSpPr>
          <p:cNvPr id="12" name="TextBox 11"/>
          <p:cNvSpPr txBox="1"/>
          <p:nvPr/>
        </p:nvSpPr>
        <p:spPr>
          <a:xfrm>
            <a:off x="1758230" y="1113411"/>
            <a:ext cx="7056784" cy="707886"/>
          </a:xfrm>
          <a:prstGeom prst="rect">
            <a:avLst/>
          </a:prstGeom>
          <a:solidFill>
            <a:schemeClr val="bg2">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r>
              <a:rPr lang="zh-CN" altLang="en-US" sz="2000" dirty="0"/>
              <a:t>有时在构造链表时会给链表设置一个标志结点，称为</a:t>
            </a:r>
            <a:r>
              <a:rPr lang="zh-CN" altLang="en-US" sz="2000" b="1" dirty="0">
                <a:solidFill>
                  <a:srgbClr val="7030A0"/>
                </a:solidFill>
              </a:rPr>
              <a:t>表头结点</a:t>
            </a:r>
            <a:r>
              <a:rPr lang="zh-CN" altLang="en-US" sz="2000" dirty="0"/>
              <a:t>（</a:t>
            </a:r>
            <a:r>
              <a:rPr lang="en-US" altLang="zh-CN" sz="2000" dirty="0"/>
              <a:t>header</a:t>
            </a:r>
            <a:r>
              <a:rPr lang="zh-CN" altLang="en-US" sz="2000" dirty="0"/>
              <a:t>，又称哑结点</a:t>
            </a:r>
            <a:r>
              <a:rPr lang="en-US" altLang="zh-CN" sz="2000" dirty="0"/>
              <a:t>dummy node</a:t>
            </a:r>
            <a:r>
              <a:rPr lang="zh-CN" altLang="en-US" sz="2000" dirty="0"/>
              <a:t>）。如下图所示：</a:t>
            </a:r>
            <a:endParaRPr lang="zh-CN" altLang="en-US" sz="2000" dirty="0"/>
          </a:p>
        </p:txBody>
      </p:sp>
      <p:sp>
        <p:nvSpPr>
          <p:cNvPr id="13" name="TextBox 12"/>
          <p:cNvSpPr txBox="1"/>
          <p:nvPr/>
        </p:nvSpPr>
        <p:spPr>
          <a:xfrm>
            <a:off x="1919535" y="2120652"/>
            <a:ext cx="2492990" cy="369332"/>
          </a:xfrm>
          <a:prstGeom prst="rect">
            <a:avLst/>
          </a:prstGeom>
          <a:noFill/>
        </p:spPr>
        <p:txBody>
          <a:bodyPr wrap="none" rtlCol="0">
            <a:spAutoFit/>
          </a:bodyPr>
          <a:lstStyle/>
          <a:p>
            <a:r>
              <a:rPr lang="zh-CN" altLang="en-US" b="1" dirty="0"/>
              <a:t>带表头结点的非空链表</a:t>
            </a:r>
            <a:endParaRPr lang="zh-CN" altLang="en-US" b="1" dirty="0"/>
          </a:p>
        </p:txBody>
      </p:sp>
      <p:sp>
        <p:nvSpPr>
          <p:cNvPr id="14" name="TextBox 13"/>
          <p:cNvSpPr txBox="1"/>
          <p:nvPr/>
        </p:nvSpPr>
        <p:spPr>
          <a:xfrm>
            <a:off x="3719735" y="3632820"/>
            <a:ext cx="2262158" cy="369332"/>
          </a:xfrm>
          <a:prstGeom prst="rect">
            <a:avLst/>
          </a:prstGeom>
          <a:noFill/>
        </p:spPr>
        <p:txBody>
          <a:bodyPr wrap="none" rtlCol="0">
            <a:spAutoFit/>
          </a:bodyPr>
          <a:lstStyle/>
          <a:p>
            <a:r>
              <a:rPr lang="zh-CN" altLang="en-US" b="1" dirty="0"/>
              <a:t>带表头结点的空链表</a:t>
            </a:r>
            <a:endParaRPr lang="zh-CN" altLang="en-US" b="1" dirty="0"/>
          </a:p>
        </p:txBody>
      </p:sp>
      <p:sp>
        <p:nvSpPr>
          <p:cNvPr id="15" name="云形标注 14"/>
          <p:cNvSpPr/>
          <p:nvPr/>
        </p:nvSpPr>
        <p:spPr bwMode="auto">
          <a:xfrm>
            <a:off x="6419527" y="3632820"/>
            <a:ext cx="3528392" cy="1264980"/>
          </a:xfrm>
          <a:prstGeom prst="cloudCallout">
            <a:avLst>
              <a:gd name="adj1" fmla="val -13871"/>
              <a:gd name="adj2" fmla="val -55287"/>
            </a:avLst>
          </a:prstGeom>
          <a:solidFill>
            <a:schemeClr val="bg2">
              <a:lumMod val="20000"/>
              <a:lumOff val="80000"/>
            </a:schemeClr>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spAutoFit/>
          </a:bodyPr>
          <a:lstStyle/>
          <a:p>
            <a:pPr algn="ctr" eaLnBrk="0" fontAlgn="base" hangingPunct="0">
              <a:spcBef>
                <a:spcPct val="0"/>
              </a:spcBef>
              <a:spcAft>
                <a:spcPct val="0"/>
              </a:spcAft>
            </a:pPr>
            <a:r>
              <a:rPr lang="zh-CN" altLang="en-US" sz="2400" b="1" dirty="0">
                <a:solidFill>
                  <a:srgbClr val="7030A0"/>
                </a:solidFill>
                <a:latin typeface="楷体" panose="02010609060101010101" pitchFamily="49" charset="-122"/>
                <a:ea typeface="楷体" panose="02010609060101010101" pitchFamily="49" charset="-122"/>
              </a:rPr>
              <a:t>请思考这样做有什么好处？</a:t>
            </a:r>
            <a:endParaRPr lang="zh-CN" altLang="en-US" sz="2400" b="1" dirty="0">
              <a:solidFill>
                <a:srgbClr val="7030A0"/>
              </a:solidFill>
              <a:latin typeface="楷体" panose="02010609060101010101" pitchFamily="49" charset="-122"/>
              <a:ea typeface="楷体" panose="02010609060101010101" pitchFamily="49" charset="-122"/>
            </a:endParaRPr>
          </a:p>
        </p:txBody>
      </p:sp>
      <p:grpSp>
        <p:nvGrpSpPr>
          <p:cNvPr id="16" name="Group 38"/>
          <p:cNvGrpSpPr/>
          <p:nvPr/>
        </p:nvGrpSpPr>
        <p:grpSpPr bwMode="auto">
          <a:xfrm>
            <a:off x="1271463" y="5000972"/>
            <a:ext cx="8361684" cy="1549276"/>
            <a:chOff x="289" y="1200"/>
            <a:chExt cx="5136" cy="2352"/>
          </a:xfrm>
        </p:grpSpPr>
        <p:sp>
          <p:nvSpPr>
            <p:cNvPr id="17" name="Freeform 9"/>
            <p:cNvSpPr/>
            <p:nvPr/>
          </p:nvSpPr>
          <p:spPr bwMode="auto">
            <a:xfrm>
              <a:off x="289" y="1200"/>
              <a:ext cx="5136" cy="2352"/>
            </a:xfrm>
            <a:custGeom>
              <a:avLst/>
              <a:gdLst>
                <a:gd name="T0" fmla="*/ 517 w 4969"/>
                <a:gd name="T1" fmla="*/ 63 h 2578"/>
                <a:gd name="T2" fmla="*/ 1684 w 4969"/>
                <a:gd name="T3" fmla="*/ 68 h 2578"/>
                <a:gd name="T4" fmla="*/ 2638 w 4969"/>
                <a:gd name="T5" fmla="*/ 39 h 2578"/>
                <a:gd name="T6" fmla="*/ 3377 w 4969"/>
                <a:gd name="T7" fmla="*/ 63 h 2578"/>
                <a:gd name="T8" fmla="*/ 4047 w 4969"/>
                <a:gd name="T9" fmla="*/ 99 h 2578"/>
                <a:gd name="T10" fmla="*/ 5455 w 4969"/>
                <a:gd name="T11" fmla="*/ 93 h 2578"/>
                <a:gd name="T12" fmla="*/ 6011 w 4969"/>
                <a:gd name="T13" fmla="*/ 63 h 2578"/>
                <a:gd name="T14" fmla="*/ 6211 w 4969"/>
                <a:gd name="T15" fmla="*/ 111 h 2578"/>
                <a:gd name="T16" fmla="*/ 6181 w 4969"/>
                <a:gd name="T17" fmla="*/ 129 h 2578"/>
                <a:gd name="T18" fmla="*/ 6154 w 4969"/>
                <a:gd name="T19" fmla="*/ 349 h 2578"/>
                <a:gd name="T20" fmla="*/ 6124 w 4969"/>
                <a:gd name="T21" fmla="*/ 539 h 2578"/>
                <a:gd name="T22" fmla="*/ 6099 w 4969"/>
                <a:gd name="T23" fmla="*/ 884 h 2578"/>
                <a:gd name="T24" fmla="*/ 6111 w 4969"/>
                <a:gd name="T25" fmla="*/ 826 h 2578"/>
                <a:gd name="T26" fmla="*/ 6124 w 4969"/>
                <a:gd name="T27" fmla="*/ 794 h 2578"/>
                <a:gd name="T28" fmla="*/ 6140 w 4969"/>
                <a:gd name="T29" fmla="*/ 826 h 2578"/>
                <a:gd name="T30" fmla="*/ 6169 w 4969"/>
                <a:gd name="T31" fmla="*/ 842 h 2578"/>
                <a:gd name="T32" fmla="*/ 6140 w 4969"/>
                <a:gd name="T33" fmla="*/ 1336 h 2578"/>
                <a:gd name="T34" fmla="*/ 4789 w 4969"/>
                <a:gd name="T35" fmla="*/ 1329 h 2578"/>
                <a:gd name="T36" fmla="*/ 4871 w 4969"/>
                <a:gd name="T37" fmla="*/ 1324 h 2578"/>
                <a:gd name="T38" fmla="*/ 3535 w 4969"/>
                <a:gd name="T39" fmla="*/ 1316 h 2578"/>
                <a:gd name="T40" fmla="*/ 2083 w 4969"/>
                <a:gd name="T41" fmla="*/ 1299 h 2578"/>
                <a:gd name="T42" fmla="*/ 1242 w 4969"/>
                <a:gd name="T43" fmla="*/ 1299 h 2578"/>
                <a:gd name="T44" fmla="*/ 161 w 4969"/>
                <a:gd name="T45" fmla="*/ 1353 h 2578"/>
                <a:gd name="T46" fmla="*/ 90 w 4969"/>
                <a:gd name="T47" fmla="*/ 663 h 2578"/>
                <a:gd name="T48" fmla="*/ 133 w 4969"/>
                <a:gd name="T49" fmla="*/ 82 h 2578"/>
                <a:gd name="T50" fmla="*/ 190 w 4969"/>
                <a:gd name="T51" fmla="*/ 88 h 2578"/>
                <a:gd name="T52" fmla="*/ 275 w 4969"/>
                <a:gd name="T53" fmla="*/ 99 h 2578"/>
                <a:gd name="T54" fmla="*/ 389 w 4969"/>
                <a:gd name="T55" fmla="*/ 52 h 2578"/>
                <a:gd name="T56" fmla="*/ 517 w 4969"/>
                <a:gd name="T57" fmla="*/ 63 h 2578"/>
                <a:gd name="T58" fmla="*/ 517 w 4969"/>
                <a:gd name="T59" fmla="*/ 63 h 257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4969" h="2578">
                  <a:moveTo>
                    <a:pt x="410" y="121"/>
                  </a:moveTo>
                  <a:cubicBezTo>
                    <a:pt x="749" y="132"/>
                    <a:pt x="984" y="140"/>
                    <a:pt x="1336" y="132"/>
                  </a:cubicBezTo>
                  <a:cubicBezTo>
                    <a:pt x="1588" y="105"/>
                    <a:pt x="1841" y="98"/>
                    <a:pt x="2093" y="76"/>
                  </a:cubicBezTo>
                  <a:cubicBezTo>
                    <a:pt x="1871" y="226"/>
                    <a:pt x="2499" y="91"/>
                    <a:pt x="2680" y="121"/>
                  </a:cubicBezTo>
                  <a:cubicBezTo>
                    <a:pt x="3241" y="111"/>
                    <a:pt x="3496" y="0"/>
                    <a:pt x="3211" y="189"/>
                  </a:cubicBezTo>
                  <a:cubicBezTo>
                    <a:pt x="2900" y="395"/>
                    <a:pt x="3956" y="182"/>
                    <a:pt x="4329" y="178"/>
                  </a:cubicBezTo>
                  <a:cubicBezTo>
                    <a:pt x="4474" y="140"/>
                    <a:pt x="4621" y="130"/>
                    <a:pt x="4770" y="121"/>
                  </a:cubicBezTo>
                  <a:cubicBezTo>
                    <a:pt x="4910" y="140"/>
                    <a:pt x="4969" y="91"/>
                    <a:pt x="4928" y="212"/>
                  </a:cubicBezTo>
                  <a:cubicBezTo>
                    <a:pt x="4924" y="225"/>
                    <a:pt x="4913" y="234"/>
                    <a:pt x="4905" y="245"/>
                  </a:cubicBezTo>
                  <a:cubicBezTo>
                    <a:pt x="4854" y="402"/>
                    <a:pt x="4898" y="255"/>
                    <a:pt x="4883" y="663"/>
                  </a:cubicBezTo>
                  <a:cubicBezTo>
                    <a:pt x="4875" y="867"/>
                    <a:pt x="4874" y="861"/>
                    <a:pt x="4860" y="1025"/>
                  </a:cubicBezTo>
                  <a:cubicBezTo>
                    <a:pt x="4855" y="1243"/>
                    <a:pt x="4838" y="1462"/>
                    <a:pt x="4838" y="1680"/>
                  </a:cubicBezTo>
                  <a:cubicBezTo>
                    <a:pt x="4838" y="1718"/>
                    <a:pt x="4844" y="1605"/>
                    <a:pt x="4849" y="1567"/>
                  </a:cubicBezTo>
                  <a:cubicBezTo>
                    <a:pt x="4851" y="1548"/>
                    <a:pt x="4856" y="1529"/>
                    <a:pt x="4860" y="1510"/>
                  </a:cubicBezTo>
                  <a:cubicBezTo>
                    <a:pt x="4864" y="1529"/>
                    <a:pt x="4864" y="1549"/>
                    <a:pt x="4871" y="1567"/>
                  </a:cubicBezTo>
                  <a:cubicBezTo>
                    <a:pt x="4876" y="1580"/>
                    <a:pt x="4894" y="1587"/>
                    <a:pt x="4894" y="1601"/>
                  </a:cubicBezTo>
                  <a:cubicBezTo>
                    <a:pt x="4894" y="1913"/>
                    <a:pt x="4879" y="2226"/>
                    <a:pt x="4871" y="2538"/>
                  </a:cubicBezTo>
                  <a:cubicBezTo>
                    <a:pt x="4514" y="2534"/>
                    <a:pt x="4156" y="2535"/>
                    <a:pt x="3799" y="2527"/>
                  </a:cubicBezTo>
                  <a:cubicBezTo>
                    <a:pt x="3776" y="2527"/>
                    <a:pt x="3889" y="2517"/>
                    <a:pt x="3866" y="2516"/>
                  </a:cubicBezTo>
                  <a:cubicBezTo>
                    <a:pt x="3512" y="2508"/>
                    <a:pt x="3159" y="2508"/>
                    <a:pt x="2805" y="2504"/>
                  </a:cubicBezTo>
                  <a:cubicBezTo>
                    <a:pt x="2734" y="2506"/>
                    <a:pt x="1040" y="2578"/>
                    <a:pt x="1653" y="2470"/>
                  </a:cubicBezTo>
                  <a:cubicBezTo>
                    <a:pt x="1450" y="2572"/>
                    <a:pt x="1204" y="2516"/>
                    <a:pt x="986" y="2470"/>
                  </a:cubicBezTo>
                  <a:cubicBezTo>
                    <a:pt x="872" y="2472"/>
                    <a:pt x="318" y="2382"/>
                    <a:pt x="128" y="2572"/>
                  </a:cubicBezTo>
                  <a:cubicBezTo>
                    <a:pt x="0" y="2261"/>
                    <a:pt x="85" y="1659"/>
                    <a:pt x="71" y="1262"/>
                  </a:cubicBezTo>
                  <a:cubicBezTo>
                    <a:pt x="81" y="466"/>
                    <a:pt x="28" y="556"/>
                    <a:pt x="105" y="155"/>
                  </a:cubicBezTo>
                  <a:cubicBezTo>
                    <a:pt x="120" y="159"/>
                    <a:pt x="138" y="157"/>
                    <a:pt x="151" y="166"/>
                  </a:cubicBezTo>
                  <a:cubicBezTo>
                    <a:pt x="211" y="206"/>
                    <a:pt x="126" y="211"/>
                    <a:pt x="218" y="189"/>
                  </a:cubicBezTo>
                  <a:cubicBezTo>
                    <a:pt x="244" y="150"/>
                    <a:pt x="269" y="125"/>
                    <a:pt x="309" y="99"/>
                  </a:cubicBezTo>
                  <a:cubicBezTo>
                    <a:pt x="348" y="107"/>
                    <a:pt x="373" y="111"/>
                    <a:pt x="410" y="121"/>
                  </a:cubicBezTo>
                  <a:cubicBezTo>
                    <a:pt x="410" y="121"/>
                    <a:pt x="501" y="150"/>
                    <a:pt x="410" y="121"/>
                  </a:cubicBezTo>
                  <a:close/>
                </a:path>
              </a:pathLst>
            </a:custGeom>
            <a:solidFill>
              <a:srgbClr val="C9E4FF"/>
            </a:solidFill>
            <a:ln w="31750" cap="sq" cmpd="sng">
              <a:noFill/>
              <a:prstDash val="solid"/>
              <a:round/>
            </a:ln>
            <a:effectLst>
              <a:outerShdw dist="224686" dir="2837437" algn="ctr" rotWithShape="0">
                <a:srgbClr val="B9B9B9"/>
              </a:outerShdw>
            </a:effectLst>
          </p:spPr>
          <p:txBody>
            <a:bodyPr wrap="none" anchor="ctr"/>
            <a:lstStyle/>
            <a:p>
              <a:endParaRPr lang="zh-CN" altLang="en-US"/>
            </a:p>
          </p:txBody>
        </p:sp>
        <p:sp>
          <p:nvSpPr>
            <p:cNvPr id="18" name="Text Box 10"/>
            <p:cNvSpPr txBox="1">
              <a:spLocks noChangeArrowheads="1"/>
            </p:cNvSpPr>
            <p:nvPr/>
          </p:nvSpPr>
          <p:spPr bwMode="auto">
            <a:xfrm>
              <a:off x="466" y="1637"/>
              <a:ext cx="4688" cy="1822"/>
            </a:xfrm>
            <a:prstGeom prst="rect">
              <a:avLst/>
            </a:prstGeom>
            <a:noFill/>
            <a:ln w="9525">
              <a:noFill/>
              <a:miter lim="800000"/>
            </a:ln>
          </p:spPr>
          <p:txBody>
            <a:bodyPr wrap="square">
              <a:spAutoFit/>
            </a:bodyPr>
            <a:lstStyle/>
            <a:p>
              <a:pPr algn="just" fontAlgn="base">
                <a:spcBef>
                  <a:spcPct val="0"/>
                </a:spcBef>
              </a:pPr>
              <a:r>
                <a:rPr lang="zh-CN" altLang="en-US" sz="2400" b="1" dirty="0">
                  <a:solidFill>
                    <a:srgbClr val="000080"/>
                  </a:solidFill>
                  <a:latin typeface="幼圆" pitchFamily="49" charset="-122"/>
                  <a:ea typeface="幼圆" pitchFamily="49" charset="-122"/>
                </a:rPr>
                <a:t>设置表头结点的最大好处是对链表结点的插入及删除操作统一了（不用考虑是否是头结点）。</a:t>
              </a:r>
              <a:r>
                <a:rPr lang="zh-CN" altLang="en-US" sz="2400" dirty="0">
                  <a:solidFill>
                    <a:srgbClr val="000080"/>
                  </a:solidFill>
                  <a:latin typeface="幼圆" pitchFamily="49" charset="-122"/>
                  <a:ea typeface="幼圆" pitchFamily="49" charset="-122"/>
                </a:rPr>
                <a:t>其数据域一般无意义（有时也可存放链表的长度）。</a:t>
              </a:r>
              <a:endParaRPr lang="zh-CN" altLang="en-US" sz="2400" dirty="0">
                <a:solidFill>
                  <a:srgbClr val="000080"/>
                </a:solidFill>
                <a:latin typeface="幼圆" pitchFamily="49" charset="-122"/>
                <a:ea typeface="幼圆" pitchFamily="49" charset="-122"/>
              </a:endParaRPr>
            </a:p>
          </p:txBody>
        </p:sp>
      </p:grpSp>
      <p:sp>
        <p:nvSpPr>
          <p:cNvPr id="3" name="文本框 2"/>
          <p:cNvSpPr txBox="1"/>
          <p:nvPr/>
        </p:nvSpPr>
        <p:spPr>
          <a:xfrm>
            <a:off x="2855640" y="3262464"/>
            <a:ext cx="748923" cy="261610"/>
          </a:xfrm>
          <a:prstGeom prst="rect">
            <a:avLst/>
          </a:prstGeom>
          <a:noFill/>
        </p:spPr>
        <p:txBody>
          <a:bodyPr wrap="none" rtlCol="0">
            <a:spAutoFit/>
          </a:bodyPr>
          <a:lstStyle/>
          <a:p>
            <a:r>
              <a:rPr lang="zh-CN" altLang="en-US" sz="1100" dirty="0"/>
              <a:t>表头结点</a:t>
            </a:r>
            <a:endParaRPr lang="zh-CN" altLang="en-US" sz="11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linds(horizontal)">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right)">
                                      <p:cBhvr>
                                        <p:cTn id="1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026" name="Text Box 2"/>
          <p:cNvSpPr txBox="1">
            <a:spLocks noChangeArrowheads="1"/>
          </p:cNvSpPr>
          <p:nvPr/>
        </p:nvSpPr>
        <p:spPr bwMode="auto">
          <a:xfrm>
            <a:off x="1752600" y="1782976"/>
            <a:ext cx="7391400" cy="473075"/>
          </a:xfrm>
          <a:prstGeom prst="rect">
            <a:avLst/>
          </a:prstGeom>
          <a:noFill/>
          <a:ln w="9525">
            <a:noFill/>
            <a:miter lim="800000"/>
          </a:ln>
        </p:spPr>
        <p:txBody>
          <a:bodyPr>
            <a:spAutoFit/>
          </a:bodyPr>
          <a:lstStyle/>
          <a:p>
            <a:pPr fontAlgn="base">
              <a:spcBef>
                <a:spcPct val="0"/>
              </a:spcBef>
            </a:pPr>
            <a:r>
              <a:rPr lang="zh-CN" altLang="en-US" sz="2500">
                <a:solidFill>
                  <a:srgbClr val="000099"/>
                </a:solidFill>
                <a:ea typeface="幼圆" pitchFamily="49" charset="-122"/>
              </a:rPr>
              <a:t>(1)</a:t>
            </a:r>
            <a:r>
              <a:rPr lang="zh-CN" altLang="en-US" sz="2500">
                <a:solidFill>
                  <a:srgbClr val="000099"/>
                </a:solidFill>
                <a:latin typeface="幼圆" pitchFamily="49" charset="-122"/>
                <a:ea typeface="幼圆" pitchFamily="49" charset="-122"/>
              </a:rPr>
              <a:t> 存储空间动态分配，可以根据实际需要使用。</a:t>
            </a:r>
            <a:endParaRPr lang="zh-CN" altLang="en-US" sz="2500">
              <a:solidFill>
                <a:srgbClr val="000099"/>
              </a:solidFill>
              <a:latin typeface="幼圆" pitchFamily="49" charset="-122"/>
              <a:ea typeface="幼圆" pitchFamily="49" charset="-122"/>
            </a:endParaRPr>
          </a:p>
        </p:txBody>
      </p:sp>
      <p:sp>
        <p:nvSpPr>
          <p:cNvPr id="513027" name="Text Box 3"/>
          <p:cNvSpPr txBox="1">
            <a:spLocks noChangeArrowheads="1"/>
          </p:cNvSpPr>
          <p:nvPr/>
        </p:nvSpPr>
        <p:spPr bwMode="auto">
          <a:xfrm>
            <a:off x="1752600" y="2621176"/>
            <a:ext cx="7391400" cy="739775"/>
          </a:xfrm>
          <a:prstGeom prst="rect">
            <a:avLst/>
          </a:prstGeom>
          <a:noFill/>
          <a:ln w="9525">
            <a:noFill/>
            <a:miter lim="800000"/>
          </a:ln>
        </p:spPr>
        <p:txBody>
          <a:bodyPr>
            <a:spAutoFit/>
          </a:bodyPr>
          <a:lstStyle/>
          <a:p>
            <a:pPr fontAlgn="base">
              <a:lnSpc>
                <a:spcPct val="85000"/>
              </a:lnSpc>
              <a:spcBef>
                <a:spcPct val="0"/>
              </a:spcBef>
            </a:pPr>
            <a:r>
              <a:rPr lang="zh-CN" altLang="en-US" sz="2500" dirty="0">
                <a:solidFill>
                  <a:srgbClr val="000099"/>
                </a:solidFill>
                <a:ea typeface="幼圆" pitchFamily="49" charset="-122"/>
              </a:rPr>
              <a:t>(3)</a:t>
            </a:r>
            <a:r>
              <a:rPr lang="zh-CN" altLang="en-US" sz="2500" dirty="0">
                <a:solidFill>
                  <a:srgbClr val="000099"/>
                </a:solidFill>
                <a:latin typeface="幼圆" pitchFamily="49" charset="-122"/>
                <a:ea typeface="幼圆" pitchFamily="49" charset="-122"/>
              </a:rPr>
              <a:t> 插入/删除操作只须通过修改指针实现,不必</a:t>
            </a:r>
            <a:endParaRPr lang="zh-CN" altLang="en-US" sz="2500" dirty="0">
              <a:solidFill>
                <a:srgbClr val="000099"/>
              </a:solidFill>
              <a:latin typeface="幼圆" pitchFamily="49" charset="-122"/>
              <a:ea typeface="幼圆" pitchFamily="49" charset="-122"/>
            </a:endParaRPr>
          </a:p>
          <a:p>
            <a:pPr fontAlgn="base">
              <a:lnSpc>
                <a:spcPct val="85000"/>
              </a:lnSpc>
              <a:spcBef>
                <a:spcPct val="0"/>
              </a:spcBef>
            </a:pPr>
            <a:r>
              <a:rPr lang="zh-CN" altLang="en-US" sz="2500" dirty="0">
                <a:solidFill>
                  <a:srgbClr val="000099"/>
                </a:solidFill>
                <a:latin typeface="幼圆" pitchFamily="49" charset="-122"/>
                <a:ea typeface="幼圆" pitchFamily="49" charset="-122"/>
              </a:rPr>
              <a:t>   移动数据元素，操作的时间效率高。</a:t>
            </a:r>
            <a:endParaRPr lang="zh-CN" altLang="en-US" sz="2500" dirty="0">
              <a:solidFill>
                <a:srgbClr val="000099"/>
              </a:solidFill>
              <a:latin typeface="幼圆" pitchFamily="49" charset="-122"/>
              <a:ea typeface="幼圆" pitchFamily="49" charset="-122"/>
            </a:endParaRPr>
          </a:p>
        </p:txBody>
      </p:sp>
      <p:sp>
        <p:nvSpPr>
          <p:cNvPr id="513028" name="Text Box 4"/>
          <p:cNvSpPr txBox="1">
            <a:spLocks noChangeArrowheads="1"/>
          </p:cNvSpPr>
          <p:nvPr/>
        </p:nvSpPr>
        <p:spPr bwMode="auto">
          <a:xfrm>
            <a:off x="1790700" y="4449976"/>
            <a:ext cx="7162800" cy="473075"/>
          </a:xfrm>
          <a:prstGeom prst="rect">
            <a:avLst/>
          </a:prstGeom>
          <a:noFill/>
          <a:ln w="9525">
            <a:noFill/>
            <a:miter lim="800000"/>
          </a:ln>
        </p:spPr>
        <p:txBody>
          <a:bodyPr>
            <a:spAutoFit/>
          </a:bodyPr>
          <a:lstStyle/>
          <a:p>
            <a:pPr fontAlgn="base">
              <a:spcBef>
                <a:spcPct val="0"/>
              </a:spcBef>
            </a:pPr>
            <a:r>
              <a:rPr lang="zh-CN" altLang="en-US" sz="2500" dirty="0">
                <a:solidFill>
                  <a:srgbClr val="000099"/>
                </a:solidFill>
                <a:ea typeface="幼圆" pitchFamily="49" charset="-122"/>
              </a:rPr>
              <a:t>(1)</a:t>
            </a:r>
            <a:r>
              <a:rPr lang="zh-CN" altLang="en-US" sz="2500" dirty="0">
                <a:solidFill>
                  <a:srgbClr val="000099"/>
                </a:solidFill>
                <a:latin typeface="幼圆" pitchFamily="49" charset="-122"/>
                <a:ea typeface="幼圆" pitchFamily="49" charset="-122"/>
              </a:rPr>
              <a:t> 每个链结点需要设置指针域(占用存储空间小)。</a:t>
            </a:r>
            <a:endParaRPr lang="zh-CN" altLang="en-US" sz="2500" dirty="0">
              <a:solidFill>
                <a:srgbClr val="000099"/>
              </a:solidFill>
              <a:latin typeface="幼圆" pitchFamily="49" charset="-122"/>
              <a:ea typeface="幼圆" pitchFamily="49" charset="-122"/>
            </a:endParaRPr>
          </a:p>
        </p:txBody>
      </p:sp>
      <p:sp>
        <p:nvSpPr>
          <p:cNvPr id="513029" name="Text Box 5"/>
          <p:cNvSpPr txBox="1">
            <a:spLocks noChangeArrowheads="1"/>
          </p:cNvSpPr>
          <p:nvPr/>
        </p:nvSpPr>
        <p:spPr bwMode="auto">
          <a:xfrm>
            <a:off x="1790700" y="4907176"/>
            <a:ext cx="7772400" cy="777875"/>
          </a:xfrm>
          <a:prstGeom prst="rect">
            <a:avLst/>
          </a:prstGeom>
          <a:noFill/>
          <a:ln w="9525">
            <a:noFill/>
            <a:miter lim="800000"/>
          </a:ln>
        </p:spPr>
        <p:txBody>
          <a:bodyPr>
            <a:spAutoFit/>
          </a:bodyPr>
          <a:lstStyle/>
          <a:p>
            <a:pPr fontAlgn="base">
              <a:lnSpc>
                <a:spcPct val="90000"/>
              </a:lnSpc>
              <a:spcBef>
                <a:spcPct val="0"/>
              </a:spcBef>
            </a:pPr>
            <a:r>
              <a:rPr lang="zh-CN" altLang="en-US" sz="2500" dirty="0">
                <a:solidFill>
                  <a:srgbClr val="000099"/>
                </a:solidFill>
                <a:ea typeface="幼圆" pitchFamily="49" charset="-122"/>
              </a:rPr>
              <a:t>(2)</a:t>
            </a:r>
            <a:r>
              <a:rPr lang="zh-CN" altLang="en-US" sz="2500" dirty="0">
                <a:solidFill>
                  <a:srgbClr val="000099"/>
                </a:solidFill>
                <a:latin typeface="幼圆" pitchFamily="49" charset="-122"/>
                <a:ea typeface="幼圆" pitchFamily="49" charset="-122"/>
              </a:rPr>
              <a:t> 是一种非连续存储结构，查找、定位等操作要</a:t>
            </a:r>
            <a:endParaRPr lang="zh-CN" altLang="en-US" sz="2500" dirty="0">
              <a:solidFill>
                <a:srgbClr val="000099"/>
              </a:solidFill>
              <a:latin typeface="幼圆" pitchFamily="49" charset="-122"/>
              <a:ea typeface="幼圆" pitchFamily="49" charset="-122"/>
            </a:endParaRPr>
          </a:p>
          <a:p>
            <a:pPr fontAlgn="base">
              <a:lnSpc>
                <a:spcPct val="90000"/>
              </a:lnSpc>
              <a:spcBef>
                <a:spcPct val="0"/>
              </a:spcBef>
            </a:pPr>
            <a:r>
              <a:rPr lang="zh-CN" altLang="en-US" sz="2500" dirty="0">
                <a:solidFill>
                  <a:srgbClr val="000099"/>
                </a:solidFill>
                <a:latin typeface="幼圆" pitchFamily="49" charset="-122"/>
                <a:ea typeface="幼圆" pitchFamily="49" charset="-122"/>
              </a:rPr>
              <a:t>   通过顺序遍历链表实现，时间效率较低。</a:t>
            </a:r>
            <a:endParaRPr lang="zh-CN" altLang="en-US" sz="2500" dirty="0">
              <a:solidFill>
                <a:srgbClr val="000099"/>
              </a:solidFill>
              <a:latin typeface="幼圆" pitchFamily="49" charset="-122"/>
              <a:ea typeface="幼圆" pitchFamily="49" charset="-122"/>
            </a:endParaRPr>
          </a:p>
        </p:txBody>
      </p:sp>
      <p:grpSp>
        <p:nvGrpSpPr>
          <p:cNvPr id="2" name="Group 6"/>
          <p:cNvGrpSpPr/>
          <p:nvPr/>
        </p:nvGrpSpPr>
        <p:grpSpPr bwMode="auto">
          <a:xfrm>
            <a:off x="1289050" y="1097175"/>
            <a:ext cx="1752600" cy="609600"/>
            <a:chOff x="336" y="768"/>
            <a:chExt cx="1104" cy="384"/>
          </a:xfrm>
        </p:grpSpPr>
        <p:sp>
          <p:nvSpPr>
            <p:cNvPr id="29718" name="Rectangle 7"/>
            <p:cNvSpPr>
              <a:spLocks noChangeArrowheads="1"/>
            </p:cNvSpPr>
            <p:nvPr/>
          </p:nvSpPr>
          <p:spPr bwMode="auto">
            <a:xfrm>
              <a:off x="336" y="768"/>
              <a:ext cx="1003" cy="384"/>
            </a:xfrm>
            <a:prstGeom prst="rect">
              <a:avLst/>
            </a:prstGeom>
            <a:gradFill rotWithShape="0">
              <a:gsLst>
                <a:gs pos="0">
                  <a:srgbClr val="760000"/>
                </a:gs>
                <a:gs pos="50000">
                  <a:srgbClr val="FF0000"/>
                </a:gs>
                <a:gs pos="100000">
                  <a:srgbClr val="760000"/>
                </a:gs>
              </a:gsLst>
              <a:lin ang="5400000" scaled="1"/>
            </a:gradFill>
            <a:ln w="12700" cap="sq">
              <a:noFill/>
              <a:miter lim="800000"/>
            </a:ln>
            <a:effectLst>
              <a:outerShdw dist="99190" dir="2388334" algn="ctr" rotWithShape="0">
                <a:srgbClr val="B2B2B2"/>
              </a:outerShdw>
            </a:effectLst>
          </p:spPr>
          <p:txBody>
            <a:bodyPr wrap="none" anchor="ctr"/>
            <a:lstStyle/>
            <a:p>
              <a:endParaRPr lang="zh-CN" altLang="en-US"/>
            </a:p>
          </p:txBody>
        </p:sp>
        <p:sp>
          <p:nvSpPr>
            <p:cNvPr id="29719" name="Text Box 8"/>
            <p:cNvSpPr txBox="1">
              <a:spLocks noChangeArrowheads="1"/>
            </p:cNvSpPr>
            <p:nvPr/>
          </p:nvSpPr>
          <p:spPr bwMode="auto">
            <a:xfrm>
              <a:off x="384" y="788"/>
              <a:ext cx="1056" cy="327"/>
            </a:xfrm>
            <a:prstGeom prst="rect">
              <a:avLst/>
            </a:prstGeom>
            <a:noFill/>
            <a:ln w="9525">
              <a:noFill/>
              <a:miter lim="800000"/>
            </a:ln>
            <a:effectLst>
              <a:outerShdw dist="35921" dir="2700000" algn="ctr" rotWithShape="0">
                <a:srgbClr val="000000"/>
              </a:outerShdw>
            </a:effectLst>
          </p:spPr>
          <p:txBody>
            <a:bodyPr>
              <a:spAutoFit/>
            </a:bodyPr>
            <a:lstStyle/>
            <a:p>
              <a:pPr fontAlgn="base">
                <a:spcBef>
                  <a:spcPct val="0"/>
                </a:spcBef>
              </a:pPr>
              <a:r>
                <a:rPr lang="zh-CN" altLang="en-US" sz="2800">
                  <a:solidFill>
                    <a:srgbClr val="FFFF00"/>
                  </a:solidFill>
                  <a:ea typeface="黑体" panose="02010609060101010101" pitchFamily="2" charset="-122"/>
                </a:rPr>
                <a:t>1</a:t>
              </a:r>
              <a:r>
                <a:rPr lang="zh-CN" altLang="en-US" sz="2800">
                  <a:solidFill>
                    <a:srgbClr val="FFFF00"/>
                  </a:solidFill>
                  <a:latin typeface="黑体" panose="02010609060101010101" pitchFamily="2" charset="-122"/>
                  <a:ea typeface="黑体" panose="02010609060101010101" pitchFamily="2" charset="-122"/>
                </a:rPr>
                <a:t>.优点</a:t>
              </a:r>
              <a:endParaRPr lang="zh-CN" altLang="en-US" sz="2800">
                <a:solidFill>
                  <a:srgbClr val="00FFFF"/>
                </a:solidFill>
                <a:latin typeface="黑体" panose="02010609060101010101" pitchFamily="2" charset="-122"/>
                <a:ea typeface="黑体" panose="02010609060101010101" pitchFamily="2" charset="-122"/>
              </a:endParaRPr>
            </a:p>
          </p:txBody>
        </p:sp>
      </p:grpSp>
      <p:grpSp>
        <p:nvGrpSpPr>
          <p:cNvPr id="3" name="Group 9"/>
          <p:cNvGrpSpPr/>
          <p:nvPr/>
        </p:nvGrpSpPr>
        <p:grpSpPr bwMode="auto">
          <a:xfrm>
            <a:off x="1289051" y="3764175"/>
            <a:ext cx="1635125" cy="609600"/>
            <a:chOff x="336" y="2496"/>
            <a:chExt cx="1030" cy="384"/>
          </a:xfrm>
        </p:grpSpPr>
        <p:sp>
          <p:nvSpPr>
            <p:cNvPr id="29716" name="Rectangle 10"/>
            <p:cNvSpPr>
              <a:spLocks noChangeArrowheads="1"/>
            </p:cNvSpPr>
            <p:nvPr/>
          </p:nvSpPr>
          <p:spPr bwMode="auto">
            <a:xfrm>
              <a:off x="336" y="2496"/>
              <a:ext cx="1030" cy="384"/>
            </a:xfrm>
            <a:prstGeom prst="rect">
              <a:avLst/>
            </a:prstGeom>
            <a:gradFill rotWithShape="0">
              <a:gsLst>
                <a:gs pos="0">
                  <a:srgbClr val="007600"/>
                </a:gs>
                <a:gs pos="50000">
                  <a:srgbClr val="00FF00"/>
                </a:gs>
                <a:gs pos="100000">
                  <a:srgbClr val="007600"/>
                </a:gs>
              </a:gsLst>
              <a:lin ang="5400000" scaled="1"/>
            </a:gradFill>
            <a:ln w="12700" cap="sq">
              <a:noFill/>
              <a:miter lim="800000"/>
            </a:ln>
            <a:effectLst>
              <a:outerShdw dist="99190" dir="2388334" algn="ctr" rotWithShape="0">
                <a:srgbClr val="B2B2B2"/>
              </a:outerShdw>
            </a:effectLst>
          </p:spPr>
          <p:txBody>
            <a:bodyPr wrap="none" anchor="ctr"/>
            <a:lstStyle/>
            <a:p>
              <a:endParaRPr lang="zh-CN" altLang="en-US"/>
            </a:p>
          </p:txBody>
        </p:sp>
        <p:sp>
          <p:nvSpPr>
            <p:cNvPr id="29717" name="Rectangle 11"/>
            <p:cNvSpPr>
              <a:spLocks noChangeArrowheads="1"/>
            </p:cNvSpPr>
            <p:nvPr/>
          </p:nvSpPr>
          <p:spPr bwMode="auto">
            <a:xfrm>
              <a:off x="429" y="2518"/>
              <a:ext cx="915" cy="327"/>
            </a:xfrm>
            <a:prstGeom prst="rect">
              <a:avLst/>
            </a:prstGeom>
            <a:noFill/>
            <a:ln w="12700" cap="sq">
              <a:noFill/>
              <a:miter lim="800000"/>
            </a:ln>
            <a:effectLst>
              <a:outerShdw dist="28398" dir="3806097" algn="ctr" rotWithShape="0">
                <a:schemeClr val="bg1"/>
              </a:outerShdw>
            </a:effectLst>
          </p:spPr>
          <p:txBody>
            <a:bodyPr>
              <a:spAutoFit/>
            </a:bodyPr>
            <a:lstStyle/>
            <a:p>
              <a:r>
                <a:rPr lang="zh-CN" altLang="en-US" sz="2800">
                  <a:solidFill>
                    <a:srgbClr val="FFFF00"/>
                  </a:solidFill>
                  <a:ea typeface="黑体" panose="02010609060101010101" pitchFamily="2" charset="-122"/>
                </a:rPr>
                <a:t>2</a:t>
              </a:r>
              <a:r>
                <a:rPr lang="zh-CN" altLang="en-US" sz="2800">
                  <a:solidFill>
                    <a:srgbClr val="FFFF00"/>
                  </a:solidFill>
                  <a:latin typeface="黑体" panose="02010609060101010101" pitchFamily="2" charset="-122"/>
                  <a:ea typeface="黑体" panose="02010609060101010101" pitchFamily="2" charset="-122"/>
                </a:rPr>
                <a:t>.缺点</a:t>
              </a:r>
              <a:endParaRPr lang="zh-CN" altLang="en-US" sz="2800">
                <a:solidFill>
                  <a:srgbClr val="FFFF00"/>
                </a:solidFill>
                <a:latin typeface="黑体" panose="02010609060101010101" pitchFamily="2" charset="-122"/>
                <a:ea typeface="黑体" panose="02010609060101010101" pitchFamily="2" charset="-122"/>
              </a:endParaRPr>
            </a:p>
          </p:txBody>
        </p:sp>
      </p:grpSp>
      <p:sp>
        <p:nvSpPr>
          <p:cNvPr id="513036" name="Text Box 12"/>
          <p:cNvSpPr txBox="1">
            <a:spLocks noChangeArrowheads="1"/>
          </p:cNvSpPr>
          <p:nvPr/>
        </p:nvSpPr>
        <p:spPr bwMode="auto">
          <a:xfrm>
            <a:off x="1752600" y="2163975"/>
            <a:ext cx="7967538" cy="477054"/>
          </a:xfrm>
          <a:prstGeom prst="rect">
            <a:avLst/>
          </a:prstGeom>
          <a:noFill/>
          <a:ln w="9525">
            <a:noFill/>
            <a:miter lim="800000"/>
          </a:ln>
        </p:spPr>
        <p:txBody>
          <a:bodyPr wrap="square">
            <a:spAutoFit/>
          </a:bodyPr>
          <a:lstStyle/>
          <a:p>
            <a:pPr fontAlgn="base">
              <a:spcBef>
                <a:spcPct val="0"/>
              </a:spcBef>
            </a:pPr>
            <a:r>
              <a:rPr lang="zh-CN" altLang="en-US" sz="2500" dirty="0">
                <a:solidFill>
                  <a:srgbClr val="000099"/>
                </a:solidFill>
                <a:ea typeface="幼圆" pitchFamily="49" charset="-122"/>
              </a:rPr>
              <a:t>(2)</a:t>
            </a:r>
            <a:r>
              <a:rPr lang="zh-CN" altLang="en-US" sz="2500" dirty="0">
                <a:solidFill>
                  <a:srgbClr val="000099"/>
                </a:solidFill>
                <a:latin typeface="幼圆" pitchFamily="49" charset="-122"/>
                <a:ea typeface="幼圆" pitchFamily="49" charset="-122"/>
              </a:rPr>
              <a:t> 不需要地址连续的存储空间</a:t>
            </a:r>
            <a:r>
              <a:rPr lang="en-US" altLang="zh-CN" sz="2500" dirty="0">
                <a:solidFill>
                  <a:srgbClr val="000099"/>
                </a:solidFill>
                <a:latin typeface="幼圆" pitchFamily="49" charset="-122"/>
                <a:ea typeface="幼圆" pitchFamily="49" charset="-122"/>
              </a:rPr>
              <a:t>(</a:t>
            </a:r>
            <a:r>
              <a:rPr lang="zh-CN" altLang="en-US" sz="2500" dirty="0">
                <a:solidFill>
                  <a:srgbClr val="000099"/>
                </a:solidFill>
                <a:latin typeface="幼圆" pitchFamily="49" charset="-122"/>
                <a:ea typeface="幼圆" pitchFamily="49" charset="-122"/>
              </a:rPr>
              <a:t>不需要大块连续空间</a:t>
            </a:r>
            <a:r>
              <a:rPr lang="en-US" altLang="zh-CN" sz="2500" dirty="0">
                <a:solidFill>
                  <a:srgbClr val="000099"/>
                </a:solidFill>
                <a:latin typeface="幼圆" pitchFamily="49" charset="-122"/>
                <a:ea typeface="幼圆" pitchFamily="49" charset="-122"/>
              </a:rPr>
              <a:t>)</a:t>
            </a:r>
            <a:r>
              <a:rPr lang="zh-CN" altLang="en-US" sz="2500" dirty="0">
                <a:solidFill>
                  <a:srgbClr val="000099"/>
                </a:solidFill>
                <a:latin typeface="幼圆" pitchFamily="49" charset="-122"/>
                <a:ea typeface="幼圆" pitchFamily="49" charset="-122"/>
              </a:rPr>
              <a:t>。</a:t>
            </a:r>
            <a:endParaRPr lang="zh-CN" altLang="en-US" sz="2500" dirty="0">
              <a:solidFill>
                <a:srgbClr val="000099"/>
              </a:solidFill>
              <a:latin typeface="幼圆" pitchFamily="49" charset="-122"/>
              <a:ea typeface="幼圆" pitchFamily="49" charset="-122"/>
            </a:endParaRPr>
          </a:p>
        </p:txBody>
      </p:sp>
      <p:grpSp>
        <p:nvGrpSpPr>
          <p:cNvPr id="4" name="Group 13"/>
          <p:cNvGrpSpPr/>
          <p:nvPr/>
        </p:nvGrpSpPr>
        <p:grpSpPr bwMode="auto">
          <a:xfrm>
            <a:off x="2279576" y="309984"/>
            <a:ext cx="7943850" cy="3048000"/>
            <a:chOff x="876" y="288"/>
            <a:chExt cx="5004" cy="1920"/>
          </a:xfrm>
        </p:grpSpPr>
        <p:sp>
          <p:nvSpPr>
            <p:cNvPr id="29713" name="Rectangle 14"/>
            <p:cNvSpPr>
              <a:spLocks noChangeArrowheads="1"/>
            </p:cNvSpPr>
            <p:nvPr/>
          </p:nvSpPr>
          <p:spPr bwMode="auto">
            <a:xfrm>
              <a:off x="876" y="1728"/>
              <a:ext cx="4128" cy="480"/>
            </a:xfrm>
            <a:prstGeom prst="rect">
              <a:avLst/>
            </a:prstGeom>
            <a:noFill/>
            <a:ln w="38100">
              <a:solidFill>
                <a:srgbClr val="FF0000"/>
              </a:solidFill>
              <a:prstDash val="lgDash"/>
              <a:miter lim="800000"/>
            </a:ln>
          </p:spPr>
          <p:txBody>
            <a:bodyPr wrap="none" anchor="ctr"/>
            <a:lstStyle/>
            <a:p>
              <a:endParaRPr lang="zh-CN" altLang="en-US"/>
            </a:p>
          </p:txBody>
        </p:sp>
        <p:sp>
          <p:nvSpPr>
            <p:cNvPr id="29714" name="AutoShape 15"/>
            <p:cNvSpPr>
              <a:spLocks noChangeArrowheads="1"/>
            </p:cNvSpPr>
            <p:nvPr/>
          </p:nvSpPr>
          <p:spPr bwMode="auto">
            <a:xfrm>
              <a:off x="3936" y="288"/>
              <a:ext cx="1680" cy="912"/>
            </a:xfrm>
            <a:prstGeom prst="wedgeRectCallout">
              <a:avLst>
                <a:gd name="adj1" fmla="val 6787"/>
                <a:gd name="adj2" fmla="val 106250"/>
              </a:avLst>
            </a:prstGeom>
            <a:noFill/>
            <a:ln w="57150" cap="sq">
              <a:solidFill>
                <a:srgbClr val="33CCCC"/>
              </a:solidFill>
              <a:miter lim="800000"/>
            </a:ln>
          </p:spPr>
          <p:txBody>
            <a:bodyPr anchor="ctr"/>
            <a:lstStyle/>
            <a:p>
              <a:pPr algn="ctr"/>
              <a:endParaRPr lang="zh-CN" altLang="en-US" sz="2600"/>
            </a:p>
          </p:txBody>
        </p:sp>
        <p:sp>
          <p:nvSpPr>
            <p:cNvPr id="29715" name="Text Box 16"/>
            <p:cNvSpPr txBox="1">
              <a:spLocks noChangeArrowheads="1"/>
            </p:cNvSpPr>
            <p:nvPr/>
          </p:nvSpPr>
          <p:spPr bwMode="auto">
            <a:xfrm>
              <a:off x="4044" y="336"/>
              <a:ext cx="1836" cy="826"/>
            </a:xfrm>
            <a:prstGeom prst="rect">
              <a:avLst/>
            </a:prstGeom>
            <a:noFill/>
            <a:ln w="12700" cap="sq">
              <a:noFill/>
              <a:miter lim="800000"/>
            </a:ln>
          </p:spPr>
          <p:txBody>
            <a:bodyPr>
              <a:spAutoFit/>
            </a:bodyPr>
            <a:lstStyle/>
            <a:p>
              <a:pPr>
                <a:lnSpc>
                  <a:spcPct val="95000"/>
                </a:lnSpc>
                <a:spcBef>
                  <a:spcPct val="0"/>
                </a:spcBef>
              </a:pPr>
              <a:r>
                <a:rPr lang="zh-CN" altLang="en-US" sz="2100">
                  <a:solidFill>
                    <a:schemeClr val="accent2"/>
                  </a:solidFill>
                  <a:latin typeface="黑体" panose="02010609060101010101" pitchFamily="2" charset="-122"/>
                  <a:ea typeface="黑体" panose="02010609060101010101" pitchFamily="2" charset="-122"/>
                </a:rPr>
                <a:t>无论位于链表何处，</a:t>
              </a:r>
              <a:endParaRPr lang="zh-CN" altLang="en-US" sz="2100">
                <a:solidFill>
                  <a:schemeClr val="accent2"/>
                </a:solidFill>
                <a:latin typeface="黑体" panose="02010609060101010101" pitchFamily="2" charset="-122"/>
                <a:ea typeface="黑体" panose="02010609060101010101" pitchFamily="2" charset="-122"/>
              </a:endParaRPr>
            </a:p>
            <a:p>
              <a:pPr>
                <a:lnSpc>
                  <a:spcPct val="95000"/>
                </a:lnSpc>
                <a:spcBef>
                  <a:spcPct val="0"/>
                </a:spcBef>
              </a:pPr>
              <a:r>
                <a:rPr lang="zh-CN" altLang="en-US" sz="2100">
                  <a:solidFill>
                    <a:schemeClr val="accent2"/>
                  </a:solidFill>
                  <a:latin typeface="黑体" panose="02010609060101010101" pitchFamily="2" charset="-122"/>
                  <a:ea typeface="黑体" panose="02010609060101010101" pitchFamily="2" charset="-122"/>
                </a:rPr>
                <a:t>无论链表的长度如</a:t>
              </a:r>
              <a:endParaRPr lang="zh-CN" altLang="en-US" sz="2100">
                <a:solidFill>
                  <a:schemeClr val="accent2"/>
                </a:solidFill>
                <a:latin typeface="黑体" panose="02010609060101010101" pitchFamily="2" charset="-122"/>
                <a:ea typeface="黑体" panose="02010609060101010101" pitchFamily="2" charset="-122"/>
              </a:endParaRPr>
            </a:p>
            <a:p>
              <a:pPr>
                <a:lnSpc>
                  <a:spcPct val="95000"/>
                </a:lnSpc>
                <a:spcBef>
                  <a:spcPct val="0"/>
                </a:spcBef>
              </a:pPr>
              <a:r>
                <a:rPr lang="zh-CN" altLang="en-US" sz="2100">
                  <a:solidFill>
                    <a:schemeClr val="accent2"/>
                  </a:solidFill>
                  <a:latin typeface="黑体" panose="02010609060101010101" pitchFamily="2" charset="-122"/>
                  <a:ea typeface="黑体" panose="02010609060101010101" pitchFamily="2" charset="-122"/>
                </a:rPr>
                <a:t>何，插入和删除操</a:t>
              </a:r>
              <a:endParaRPr lang="zh-CN" altLang="en-US" sz="2100">
                <a:solidFill>
                  <a:schemeClr val="accent2"/>
                </a:solidFill>
                <a:latin typeface="黑体" panose="02010609060101010101" pitchFamily="2" charset="-122"/>
                <a:ea typeface="黑体" panose="02010609060101010101" pitchFamily="2" charset="-122"/>
              </a:endParaRPr>
            </a:p>
            <a:p>
              <a:pPr>
                <a:lnSpc>
                  <a:spcPct val="95000"/>
                </a:lnSpc>
                <a:spcBef>
                  <a:spcPct val="0"/>
                </a:spcBef>
              </a:pPr>
              <a:r>
                <a:rPr lang="zh-CN" altLang="en-US" sz="2100">
                  <a:solidFill>
                    <a:schemeClr val="accent2"/>
                  </a:solidFill>
                  <a:latin typeface="黑体" panose="02010609060101010101" pitchFamily="2" charset="-122"/>
                  <a:ea typeface="黑体" panose="02010609060101010101" pitchFamily="2" charset="-122"/>
                </a:rPr>
                <a:t>作的时间都是</a:t>
              </a:r>
              <a:r>
                <a:rPr lang="zh-CN" altLang="en-US" sz="2100">
                  <a:solidFill>
                    <a:schemeClr val="accent2"/>
                  </a:solidFill>
                  <a:ea typeface="黑体" panose="02010609060101010101" pitchFamily="2" charset="-122"/>
                  <a:sym typeface="Symbol" pitchFamily="18" charset="2"/>
                </a:rPr>
                <a:t>(1)</a:t>
              </a:r>
              <a:r>
                <a:rPr lang="zh-CN" altLang="en-US" sz="2100">
                  <a:solidFill>
                    <a:schemeClr val="accent2"/>
                  </a:solidFill>
                  <a:latin typeface="黑体" panose="02010609060101010101" pitchFamily="2" charset="-122"/>
                  <a:ea typeface="黑体" panose="02010609060101010101" pitchFamily="2" charset="-122"/>
                  <a:sym typeface="Symbol" pitchFamily="18" charset="2"/>
                </a:rPr>
                <a:t>。</a:t>
              </a:r>
              <a:endParaRPr lang="zh-CN" altLang="en-US" sz="2100">
                <a:solidFill>
                  <a:schemeClr val="accent2"/>
                </a:solidFill>
                <a:latin typeface="黑体" panose="02010609060101010101" pitchFamily="2" charset="-122"/>
                <a:ea typeface="黑体" panose="02010609060101010101" pitchFamily="2" charset="-122"/>
                <a:sym typeface="Symbol" pitchFamily="18" charset="2"/>
              </a:endParaRPr>
            </a:p>
          </p:txBody>
        </p:sp>
      </p:grpSp>
      <p:grpSp>
        <p:nvGrpSpPr>
          <p:cNvPr id="5" name="Group 34"/>
          <p:cNvGrpSpPr/>
          <p:nvPr/>
        </p:nvGrpSpPr>
        <p:grpSpPr bwMode="auto">
          <a:xfrm>
            <a:off x="2362200" y="5688225"/>
            <a:ext cx="5562600" cy="819150"/>
            <a:chOff x="888" y="3612"/>
            <a:chExt cx="3504" cy="516"/>
          </a:xfrm>
        </p:grpSpPr>
        <p:sp>
          <p:nvSpPr>
            <p:cNvPr id="29710" name="AutoShape 18"/>
            <p:cNvSpPr>
              <a:spLocks noChangeArrowheads="1"/>
            </p:cNvSpPr>
            <p:nvPr/>
          </p:nvSpPr>
          <p:spPr bwMode="auto">
            <a:xfrm>
              <a:off x="1800" y="3826"/>
              <a:ext cx="1200" cy="288"/>
            </a:xfrm>
            <a:prstGeom prst="wedgeRectCallout">
              <a:avLst>
                <a:gd name="adj1" fmla="val 47417"/>
                <a:gd name="adj2" fmla="val -105556"/>
              </a:avLst>
            </a:prstGeom>
            <a:noFill/>
            <a:ln w="50800" cap="sq">
              <a:solidFill>
                <a:srgbClr val="33CCCC"/>
              </a:solidFill>
              <a:miter lim="800000"/>
            </a:ln>
          </p:spPr>
          <p:txBody>
            <a:bodyPr anchor="ctr"/>
            <a:lstStyle/>
            <a:p>
              <a:pPr algn="ctr"/>
              <a:endParaRPr lang="zh-CN" altLang="en-US" sz="2600"/>
            </a:p>
          </p:txBody>
        </p:sp>
        <p:sp>
          <p:nvSpPr>
            <p:cNvPr id="29711" name="Rectangle 19"/>
            <p:cNvSpPr>
              <a:spLocks noChangeArrowheads="1"/>
            </p:cNvSpPr>
            <p:nvPr/>
          </p:nvSpPr>
          <p:spPr bwMode="auto">
            <a:xfrm>
              <a:off x="1863" y="3840"/>
              <a:ext cx="1365" cy="288"/>
            </a:xfrm>
            <a:prstGeom prst="rect">
              <a:avLst/>
            </a:prstGeom>
            <a:noFill/>
            <a:ln w="12700" cap="sq">
              <a:noFill/>
              <a:miter lim="800000"/>
            </a:ln>
            <a:effectLst>
              <a:outerShdw dist="17961" dir="2700000" algn="ctr" rotWithShape="0">
                <a:srgbClr val="000000"/>
              </a:outerShdw>
            </a:effectLst>
          </p:spPr>
          <p:txBody>
            <a:bodyPr>
              <a:spAutoFit/>
            </a:bodyPr>
            <a:lstStyle/>
            <a:p>
              <a:r>
                <a:rPr lang="zh-CN" altLang="en-US" sz="2400">
                  <a:solidFill>
                    <a:srgbClr val="FF3300"/>
                  </a:solidFill>
                  <a:latin typeface="黑体" panose="02010609060101010101" pitchFamily="2" charset="-122"/>
                  <a:ea typeface="黑体" panose="02010609060101010101" pitchFamily="2" charset="-122"/>
                </a:rPr>
                <a:t>时间为</a:t>
              </a:r>
              <a:r>
                <a:rPr lang="en-US" altLang="zh-CN" sz="2400">
                  <a:solidFill>
                    <a:srgbClr val="FF3300"/>
                  </a:solidFill>
                  <a:ea typeface="黑体" panose="02010609060101010101" pitchFamily="2" charset="-122"/>
                  <a:sym typeface="Symbol" pitchFamily="18" charset="2"/>
                </a:rPr>
                <a:t>(n)</a:t>
              </a:r>
              <a:endParaRPr lang="en-US" altLang="zh-CN" sz="2400">
                <a:solidFill>
                  <a:srgbClr val="FF3300"/>
                </a:solidFill>
                <a:ea typeface="黑体" panose="02010609060101010101" pitchFamily="2" charset="-122"/>
                <a:sym typeface="Symbol" pitchFamily="18" charset="2"/>
              </a:endParaRPr>
            </a:p>
          </p:txBody>
        </p:sp>
        <p:sp>
          <p:nvSpPr>
            <p:cNvPr id="29712" name="Line 20"/>
            <p:cNvSpPr>
              <a:spLocks noChangeShapeType="1"/>
            </p:cNvSpPr>
            <p:nvPr/>
          </p:nvSpPr>
          <p:spPr bwMode="auto">
            <a:xfrm>
              <a:off x="888" y="3612"/>
              <a:ext cx="3504" cy="0"/>
            </a:xfrm>
            <a:prstGeom prst="line">
              <a:avLst/>
            </a:prstGeom>
            <a:noFill/>
            <a:ln w="50800" cap="sq">
              <a:solidFill>
                <a:srgbClr val="FF0000"/>
              </a:solidFill>
              <a:round/>
            </a:ln>
          </p:spPr>
          <p:txBody>
            <a:bodyPr wrap="none" anchor="ctr"/>
            <a:lstStyle/>
            <a:p>
              <a:endParaRPr lang="zh-CN" altLang="en-US"/>
            </a:p>
          </p:txBody>
        </p:sp>
      </p:grpSp>
      <p:grpSp>
        <p:nvGrpSpPr>
          <p:cNvPr id="6" name="Group 35"/>
          <p:cNvGrpSpPr/>
          <p:nvPr/>
        </p:nvGrpSpPr>
        <p:grpSpPr bwMode="auto">
          <a:xfrm>
            <a:off x="880268" y="130176"/>
            <a:ext cx="5859463" cy="609600"/>
            <a:chOff x="96" y="156"/>
            <a:chExt cx="3252" cy="384"/>
          </a:xfrm>
        </p:grpSpPr>
        <p:sp>
          <p:nvSpPr>
            <p:cNvPr id="29708" name="Oval 36"/>
            <p:cNvSpPr>
              <a:spLocks noChangeArrowheads="1"/>
            </p:cNvSpPr>
            <p:nvPr/>
          </p:nvSpPr>
          <p:spPr bwMode="auto">
            <a:xfrm>
              <a:off x="96" y="156"/>
              <a:ext cx="3252" cy="384"/>
            </a:xfrm>
            <a:prstGeom prst="ellipse">
              <a:avLst/>
            </a:prstGeom>
            <a:solidFill>
              <a:srgbClr val="FFFFD1"/>
            </a:solidFill>
            <a:ln w="9525">
              <a:noFill/>
              <a:round/>
            </a:ln>
            <a:effectLst>
              <a:outerShdw dist="108509" dir="1233363" algn="ctr" rotWithShape="0">
                <a:srgbClr val="B2B2B2"/>
              </a:outerShdw>
            </a:effectLst>
          </p:spPr>
          <p:txBody>
            <a:bodyPr wrap="none" anchor="ctr"/>
            <a:lstStyle/>
            <a:p>
              <a:endParaRPr lang="zh-CN" altLang="en-US"/>
            </a:p>
          </p:txBody>
        </p:sp>
        <p:sp>
          <p:nvSpPr>
            <p:cNvPr id="29709" name="Rectangle 37"/>
            <p:cNvSpPr>
              <a:spLocks noChangeArrowheads="1"/>
            </p:cNvSpPr>
            <p:nvPr/>
          </p:nvSpPr>
          <p:spPr bwMode="auto">
            <a:xfrm>
              <a:off x="235" y="179"/>
              <a:ext cx="3060" cy="336"/>
            </a:xfrm>
            <a:prstGeom prst="rect">
              <a:avLst/>
            </a:prstGeom>
            <a:noFill/>
            <a:ln w="12700" cap="sq">
              <a:noFill/>
              <a:miter lim="800000"/>
            </a:ln>
          </p:spPr>
          <p:txBody>
            <a:bodyPr>
              <a:spAutoFit/>
            </a:bodyPr>
            <a:lstStyle/>
            <a:p>
              <a:pPr fontAlgn="base">
                <a:spcBef>
                  <a:spcPct val="0"/>
                </a:spcBef>
              </a:pPr>
              <a:r>
                <a:rPr kumimoji="1" lang="zh-CN" altLang="en-US" sz="2900" dirty="0">
                  <a:solidFill>
                    <a:srgbClr val="002C84"/>
                  </a:solidFill>
                  <a:latin typeface="黑体" panose="02010609060101010101" pitchFamily="2" charset="-122"/>
                  <a:ea typeface="黑体" panose="02010609060101010101" pitchFamily="2" charset="-122"/>
                </a:rPr>
                <a:t> </a:t>
              </a:r>
              <a:r>
                <a:rPr kumimoji="1" lang="en-US" altLang="zh-CN" sz="2900" dirty="0">
                  <a:solidFill>
                    <a:srgbClr val="002C84"/>
                  </a:solidFill>
                  <a:latin typeface="黑体" panose="02010609060101010101" pitchFamily="2" charset="-122"/>
                  <a:ea typeface="黑体" panose="02010609060101010101" pitchFamily="2" charset="-122"/>
                </a:rPr>
                <a:t>2.3.4 </a:t>
              </a:r>
              <a:r>
                <a:rPr kumimoji="1" lang="zh-CN" altLang="en-US" sz="2900" dirty="0">
                  <a:solidFill>
                    <a:srgbClr val="002C84"/>
                  </a:solidFill>
                  <a:latin typeface="幼圆" pitchFamily="49" charset="-122"/>
                  <a:ea typeface="幼圆" pitchFamily="49" charset="-122"/>
                </a:rPr>
                <a:t>链式存储结构的特点</a:t>
              </a:r>
              <a:endParaRPr kumimoji="1" lang="zh-CN" altLang="en-US" sz="2900" dirty="0">
                <a:solidFill>
                  <a:srgbClr val="002C84"/>
                </a:solidFill>
                <a:latin typeface="幼圆" pitchFamily="49" charset="-122"/>
                <a:ea typeface="幼圆" pitchFamily="49"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13026"/>
                                        </p:tgtEl>
                                        <p:attrNameLst>
                                          <p:attrName>style.visibility</p:attrName>
                                        </p:attrNameLst>
                                      </p:cBhvr>
                                      <p:to>
                                        <p:strVal val="visible"/>
                                      </p:to>
                                    </p:set>
                                    <p:animEffect transition="in" filter="wipe(left)">
                                      <p:cBhvr>
                                        <p:cTn id="7" dur="500"/>
                                        <p:tgtEl>
                                          <p:spTgt spid="51302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513036"/>
                                        </p:tgtEl>
                                        <p:attrNameLst>
                                          <p:attrName>style.visibility</p:attrName>
                                        </p:attrNameLst>
                                      </p:cBhvr>
                                      <p:to>
                                        <p:strVal val="visible"/>
                                      </p:to>
                                    </p:set>
                                    <p:animEffect transition="in" filter="wipe(right)">
                                      <p:cBhvr>
                                        <p:cTn id="12" dur="500"/>
                                        <p:tgtEl>
                                          <p:spTgt spid="51303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13027"/>
                                        </p:tgtEl>
                                        <p:attrNameLst>
                                          <p:attrName>style.visibility</p:attrName>
                                        </p:attrNameLst>
                                      </p:cBhvr>
                                      <p:to>
                                        <p:strVal val="visible"/>
                                      </p:to>
                                    </p:set>
                                    <p:animEffect transition="in" filter="wipe(left)">
                                      <p:cBhvr>
                                        <p:cTn id="17" dur="500"/>
                                        <p:tgtEl>
                                          <p:spTgt spid="513027"/>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dissolve">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13028"/>
                                        </p:tgtEl>
                                        <p:attrNameLst>
                                          <p:attrName>style.visibility</p:attrName>
                                        </p:attrNameLst>
                                      </p:cBhvr>
                                      <p:to>
                                        <p:strVal val="visible"/>
                                      </p:to>
                                    </p:set>
                                    <p:animEffect transition="in" filter="wipe(left)">
                                      <p:cBhvr>
                                        <p:cTn id="27" dur="500"/>
                                        <p:tgtEl>
                                          <p:spTgt spid="51302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grpId="0" nodeType="clickEffect">
                                  <p:stCondLst>
                                    <p:cond delay="0"/>
                                  </p:stCondLst>
                                  <p:childTnLst>
                                    <p:set>
                                      <p:cBhvr>
                                        <p:cTn id="31" dur="1" fill="hold">
                                          <p:stCondLst>
                                            <p:cond delay="0"/>
                                          </p:stCondLst>
                                        </p:cTn>
                                        <p:tgtEl>
                                          <p:spTgt spid="513029"/>
                                        </p:tgtEl>
                                        <p:attrNameLst>
                                          <p:attrName>style.visibility</p:attrName>
                                        </p:attrNameLst>
                                      </p:cBhvr>
                                      <p:to>
                                        <p:strVal val="visible"/>
                                      </p:to>
                                    </p:set>
                                    <p:animEffect transition="in" filter="wipe(right)">
                                      <p:cBhvr>
                                        <p:cTn id="32" dur="500"/>
                                        <p:tgtEl>
                                          <p:spTgt spid="51302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down)">
                                      <p:cBhvr>
                                        <p:cTn id="3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026" grpId="0" autoUpdateAnimBg="0"/>
      <p:bldP spid="513027" grpId="0" autoUpdateAnimBg="0"/>
      <p:bldP spid="513028" grpId="0" autoUpdateAnimBg="0"/>
      <p:bldP spid="513029" grpId="0" autoUpdateAnimBg="0"/>
      <p:bldP spid="513036" grpId="0" autoUpdateAnimBg="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0"/>
          <p:cNvGrpSpPr/>
          <p:nvPr/>
        </p:nvGrpSpPr>
        <p:grpSpPr bwMode="auto">
          <a:xfrm>
            <a:off x="2247900" y="1130386"/>
            <a:ext cx="7696200" cy="4020988"/>
            <a:chOff x="528" y="384"/>
            <a:chExt cx="4848" cy="3504"/>
          </a:xfrm>
        </p:grpSpPr>
        <p:sp>
          <p:nvSpPr>
            <p:cNvPr id="30731" name="Rectangle 14"/>
            <p:cNvSpPr>
              <a:spLocks noChangeArrowheads="1"/>
            </p:cNvSpPr>
            <p:nvPr/>
          </p:nvSpPr>
          <p:spPr bwMode="auto">
            <a:xfrm>
              <a:off x="528" y="384"/>
              <a:ext cx="4848" cy="3504"/>
            </a:xfrm>
            <a:prstGeom prst="rect">
              <a:avLst/>
            </a:prstGeom>
            <a:solidFill>
              <a:srgbClr val="FBFBFF"/>
            </a:solidFill>
            <a:ln w="114300" cap="sq">
              <a:solidFill>
                <a:srgbClr val="00CCFF"/>
              </a:solidFill>
              <a:miter lim="800000"/>
            </a:ln>
            <a:effectLst>
              <a:outerShdw dist="89803" dir="2700000" algn="ctr" rotWithShape="0">
                <a:srgbClr val="B2B2B2"/>
              </a:outerShdw>
            </a:effectLst>
          </p:spPr>
          <p:txBody>
            <a:bodyPr wrap="none" anchor="ctr"/>
            <a:lstStyle/>
            <a:p>
              <a:endParaRPr lang="zh-CN" altLang="en-US"/>
            </a:p>
          </p:txBody>
        </p:sp>
        <p:grpSp>
          <p:nvGrpSpPr>
            <p:cNvPr id="3" name="Group 15"/>
            <p:cNvGrpSpPr/>
            <p:nvPr/>
          </p:nvGrpSpPr>
          <p:grpSpPr bwMode="auto">
            <a:xfrm>
              <a:off x="681" y="528"/>
              <a:ext cx="1863" cy="432"/>
              <a:chOff x="609" y="540"/>
              <a:chExt cx="1863" cy="432"/>
            </a:xfrm>
          </p:grpSpPr>
          <p:sp>
            <p:nvSpPr>
              <p:cNvPr id="30733" name="Oval 16"/>
              <p:cNvSpPr>
                <a:spLocks noChangeArrowheads="1"/>
              </p:cNvSpPr>
              <p:nvPr/>
            </p:nvSpPr>
            <p:spPr bwMode="auto">
              <a:xfrm>
                <a:off x="609" y="540"/>
                <a:ext cx="1455" cy="432"/>
              </a:xfrm>
              <a:prstGeom prst="ellipse">
                <a:avLst/>
              </a:prstGeom>
              <a:gradFill rotWithShape="0">
                <a:gsLst>
                  <a:gs pos="0">
                    <a:srgbClr val="761800"/>
                  </a:gs>
                  <a:gs pos="50000">
                    <a:srgbClr val="FF3300"/>
                  </a:gs>
                  <a:gs pos="100000">
                    <a:srgbClr val="761800"/>
                  </a:gs>
                </a:gsLst>
                <a:lin ang="5400000" scaled="1"/>
              </a:gradFill>
              <a:ln w="9525">
                <a:noFill/>
                <a:round/>
              </a:ln>
              <a:effectLst>
                <a:outerShdw dist="68392" dir="1308085" algn="ctr" rotWithShape="0">
                  <a:srgbClr val="B2B2B2"/>
                </a:outerShdw>
              </a:effectLst>
            </p:spPr>
            <p:txBody>
              <a:bodyPr wrap="none" anchor="ctr"/>
              <a:lstStyle/>
              <a:p>
                <a:pPr algn="ctr"/>
                <a:endParaRPr lang="zh-CN" altLang="en-US" sz="2600"/>
              </a:p>
            </p:txBody>
          </p:sp>
          <p:sp>
            <p:nvSpPr>
              <p:cNvPr id="30734" name="Rectangle 17"/>
              <p:cNvSpPr>
                <a:spLocks noChangeArrowheads="1"/>
              </p:cNvSpPr>
              <p:nvPr/>
            </p:nvSpPr>
            <p:spPr bwMode="auto">
              <a:xfrm>
                <a:off x="714" y="626"/>
                <a:ext cx="1758" cy="336"/>
              </a:xfrm>
              <a:prstGeom prst="rect">
                <a:avLst/>
              </a:prstGeom>
              <a:noFill/>
              <a:ln w="9525">
                <a:noFill/>
                <a:miter lim="800000"/>
              </a:ln>
              <a:effectLst>
                <a:outerShdw dist="35921" dir="2700000" algn="ctr" rotWithShape="0">
                  <a:schemeClr val="bg1"/>
                </a:outerShdw>
              </a:effectLst>
            </p:spPr>
            <p:txBody>
              <a:bodyPr lIns="92075" tIns="46038" rIns="92075" bIns="46038" anchor="b"/>
              <a:lstStyle/>
              <a:p>
                <a:pPr eaLnBrk="1" fontAlgn="base" hangingPunct="1">
                  <a:spcBef>
                    <a:spcPct val="0"/>
                  </a:spcBef>
                </a:pPr>
                <a:r>
                  <a:rPr kumimoji="1" lang="zh-CN" altLang="en-US" sz="4800">
                    <a:ea typeface="方正舒体" pitchFamily="2" charset="-122"/>
                  </a:rPr>
                  <a:t>思</a:t>
                </a:r>
                <a:endParaRPr kumimoji="1" lang="zh-CN" altLang="en-US" sz="4800">
                  <a:ea typeface="方正舒体" pitchFamily="2" charset="-122"/>
                </a:endParaRPr>
              </a:p>
            </p:txBody>
          </p:sp>
          <p:sp>
            <p:nvSpPr>
              <p:cNvPr id="30735" name="Rectangle 18"/>
              <p:cNvSpPr>
                <a:spLocks noChangeArrowheads="1"/>
              </p:cNvSpPr>
              <p:nvPr/>
            </p:nvSpPr>
            <p:spPr bwMode="auto">
              <a:xfrm>
                <a:off x="1044" y="624"/>
                <a:ext cx="672" cy="336"/>
              </a:xfrm>
              <a:prstGeom prst="rect">
                <a:avLst/>
              </a:prstGeom>
              <a:noFill/>
              <a:ln w="9525">
                <a:noFill/>
                <a:miter lim="800000"/>
              </a:ln>
              <a:effectLst>
                <a:outerShdw dist="45791" dir="2021404" algn="ctr" rotWithShape="0">
                  <a:schemeClr val="bg1"/>
                </a:outerShdw>
              </a:effectLst>
            </p:spPr>
            <p:txBody>
              <a:bodyPr lIns="92075" tIns="46038" rIns="92075" bIns="46038" anchor="b"/>
              <a:lstStyle/>
              <a:p>
                <a:pPr eaLnBrk="1" fontAlgn="base" hangingPunct="1">
                  <a:spcBef>
                    <a:spcPct val="0"/>
                  </a:spcBef>
                </a:pPr>
                <a:r>
                  <a:rPr kumimoji="1" lang="zh-CN" altLang="en-US" sz="4800" dirty="0">
                    <a:ea typeface="方正舒体" pitchFamily="2" charset="-122"/>
                  </a:rPr>
                  <a:t>考</a:t>
                </a:r>
                <a:endParaRPr kumimoji="1" lang="zh-CN" altLang="en-US" sz="4800" dirty="0">
                  <a:ea typeface="方正舒体" pitchFamily="2" charset="-122"/>
                </a:endParaRPr>
              </a:p>
            </p:txBody>
          </p:sp>
          <p:sp>
            <p:nvSpPr>
              <p:cNvPr id="30736" name="Rectangle 19"/>
              <p:cNvSpPr>
                <a:spLocks noChangeArrowheads="1"/>
              </p:cNvSpPr>
              <p:nvPr/>
            </p:nvSpPr>
            <p:spPr bwMode="auto">
              <a:xfrm>
                <a:off x="1356" y="624"/>
                <a:ext cx="702" cy="336"/>
              </a:xfrm>
              <a:prstGeom prst="rect">
                <a:avLst/>
              </a:prstGeom>
              <a:noFill/>
              <a:ln w="9525">
                <a:noFill/>
                <a:miter lim="800000"/>
              </a:ln>
              <a:effectLst>
                <a:outerShdw dist="45791" dir="2021404" algn="ctr" rotWithShape="0">
                  <a:schemeClr val="bg1"/>
                </a:outerShdw>
              </a:effectLst>
            </p:spPr>
            <p:txBody>
              <a:bodyPr lIns="92075" tIns="46038" rIns="92075" bIns="46038" anchor="b"/>
              <a:lstStyle/>
              <a:p>
                <a:pPr eaLnBrk="1" fontAlgn="base" hangingPunct="1">
                  <a:spcBef>
                    <a:spcPct val="0"/>
                  </a:spcBef>
                </a:pPr>
                <a:endParaRPr kumimoji="1" lang="zh-CN" altLang="en-US" sz="4800" dirty="0">
                  <a:ea typeface="方正舒体" pitchFamily="2" charset="-122"/>
                </a:endParaRPr>
              </a:p>
            </p:txBody>
          </p:sp>
        </p:grpSp>
      </p:grpSp>
      <p:grpSp>
        <p:nvGrpSpPr>
          <p:cNvPr id="4" name="Group 34"/>
          <p:cNvGrpSpPr/>
          <p:nvPr/>
        </p:nvGrpSpPr>
        <p:grpSpPr bwMode="auto">
          <a:xfrm>
            <a:off x="2495550" y="1825626"/>
            <a:ext cx="7200900" cy="1603375"/>
            <a:chOff x="792" y="2277"/>
            <a:chExt cx="4536" cy="1010"/>
          </a:xfrm>
        </p:grpSpPr>
        <p:sp>
          <p:nvSpPr>
            <p:cNvPr id="30726" name="Text Box 29"/>
            <p:cNvSpPr txBox="1">
              <a:spLocks noChangeArrowheads="1"/>
            </p:cNvSpPr>
            <p:nvPr/>
          </p:nvSpPr>
          <p:spPr bwMode="auto">
            <a:xfrm>
              <a:off x="792" y="2277"/>
              <a:ext cx="4536" cy="1010"/>
            </a:xfrm>
            <a:prstGeom prst="rect">
              <a:avLst/>
            </a:prstGeom>
            <a:noFill/>
            <a:ln w="9525">
              <a:noFill/>
              <a:miter lim="800000"/>
            </a:ln>
          </p:spPr>
          <p:txBody>
            <a:bodyPr anchor="ctr">
              <a:spAutoFit/>
            </a:bodyPr>
            <a:lstStyle/>
            <a:p>
              <a:pPr eaLnBrk="1" fontAlgn="base" hangingPunct="1">
                <a:lnSpc>
                  <a:spcPct val="95000"/>
                </a:lnSpc>
                <a:spcBef>
                  <a:spcPct val="0"/>
                </a:spcBef>
              </a:pPr>
              <a:r>
                <a:rPr kumimoji="1" lang="zh-CN" altLang="en-US" sz="2600" dirty="0">
                  <a:solidFill>
                    <a:srgbClr val="000099"/>
                  </a:solidFill>
                  <a:ea typeface="黑体" panose="02010609060101010101" pitchFamily="2" charset="-122"/>
                </a:rPr>
                <a:t>  </a:t>
              </a:r>
              <a:r>
                <a:rPr kumimoji="1" lang="en-US" altLang="zh-CN" sz="2600" dirty="0">
                  <a:solidFill>
                    <a:srgbClr val="000099"/>
                  </a:solidFill>
                  <a:latin typeface="黑体" panose="02010609060101010101" pitchFamily="2" charset="-122"/>
                  <a:ea typeface="黑体" panose="02010609060101010101" pitchFamily="2" charset="-122"/>
                </a:rPr>
                <a:t>1.</a:t>
              </a:r>
              <a:r>
                <a:rPr kumimoji="1" lang="zh-CN" altLang="en-US" sz="2600" dirty="0">
                  <a:solidFill>
                    <a:srgbClr val="000099"/>
                  </a:solidFill>
                  <a:latin typeface="黑体" panose="02010609060101010101" pitchFamily="2" charset="-122"/>
                  <a:ea typeface="黑体" panose="02010609060101010101" pitchFamily="2" charset="-122"/>
                </a:rPr>
                <a:t>线性表可以采用顺序存储结构，也可以采</a:t>
              </a:r>
              <a:endParaRPr kumimoji="1" lang="zh-CN" altLang="en-US" sz="2600" dirty="0">
                <a:solidFill>
                  <a:srgbClr val="000099"/>
                </a:solidFill>
                <a:latin typeface="黑体" panose="02010609060101010101" pitchFamily="2" charset="-122"/>
                <a:ea typeface="黑体" panose="02010609060101010101" pitchFamily="2" charset="-122"/>
              </a:endParaRPr>
            </a:p>
            <a:p>
              <a:pPr eaLnBrk="1" fontAlgn="base" hangingPunct="1">
                <a:lnSpc>
                  <a:spcPct val="95000"/>
                </a:lnSpc>
                <a:spcBef>
                  <a:spcPct val="0"/>
                </a:spcBef>
              </a:pPr>
              <a:r>
                <a:rPr kumimoji="1" lang="zh-CN" altLang="en-US" sz="2600" dirty="0">
                  <a:solidFill>
                    <a:srgbClr val="000099"/>
                  </a:solidFill>
                  <a:latin typeface="黑体" panose="02010609060101010101" pitchFamily="2" charset="-122"/>
                  <a:ea typeface="黑体" panose="02010609060101010101" pitchFamily="2" charset="-122"/>
                </a:rPr>
                <a:t>   用链存储结构，在实际问题中，应该根据</a:t>
              </a:r>
              <a:endParaRPr kumimoji="1" lang="zh-CN" altLang="en-US" sz="2600" dirty="0">
                <a:solidFill>
                  <a:srgbClr val="000099"/>
                </a:solidFill>
                <a:latin typeface="黑体" panose="02010609060101010101" pitchFamily="2" charset="-122"/>
                <a:ea typeface="黑体" panose="02010609060101010101" pitchFamily="2" charset="-122"/>
              </a:endParaRPr>
            </a:p>
            <a:p>
              <a:pPr eaLnBrk="1" fontAlgn="base" hangingPunct="1">
                <a:lnSpc>
                  <a:spcPct val="95000"/>
                </a:lnSpc>
                <a:spcBef>
                  <a:spcPct val="0"/>
                </a:spcBef>
              </a:pPr>
              <a:r>
                <a:rPr kumimoji="1" lang="zh-CN" altLang="en-US" sz="2600" dirty="0">
                  <a:solidFill>
                    <a:srgbClr val="000099"/>
                  </a:solidFill>
                  <a:latin typeface="黑体" panose="02010609060101010101" pitchFamily="2" charset="-122"/>
                  <a:ea typeface="黑体" panose="02010609060101010101" pitchFamily="2" charset="-122"/>
                </a:rPr>
                <a:t>   什么原则来选择其中最合适的一种存储结</a:t>
              </a:r>
              <a:endParaRPr kumimoji="1" lang="zh-CN" altLang="en-US" sz="2600" dirty="0">
                <a:solidFill>
                  <a:srgbClr val="000099"/>
                </a:solidFill>
                <a:latin typeface="黑体" panose="02010609060101010101" pitchFamily="2" charset="-122"/>
                <a:ea typeface="黑体" panose="02010609060101010101" pitchFamily="2" charset="-122"/>
              </a:endParaRPr>
            </a:p>
            <a:p>
              <a:pPr eaLnBrk="1" fontAlgn="base" hangingPunct="1">
                <a:lnSpc>
                  <a:spcPct val="95000"/>
                </a:lnSpc>
                <a:spcBef>
                  <a:spcPct val="0"/>
                </a:spcBef>
              </a:pPr>
              <a:r>
                <a:rPr kumimoji="1" lang="zh-CN" altLang="en-US" sz="2600" dirty="0">
                  <a:solidFill>
                    <a:srgbClr val="000099"/>
                  </a:solidFill>
                  <a:latin typeface="黑体" panose="02010609060101010101" pitchFamily="2" charset="-122"/>
                  <a:ea typeface="黑体" panose="02010609060101010101" pitchFamily="2" charset="-122"/>
                </a:rPr>
                <a:t>   构</a:t>
              </a:r>
              <a:endParaRPr kumimoji="1" lang="zh-CN" altLang="en-US" sz="2600" dirty="0">
                <a:solidFill>
                  <a:srgbClr val="000099"/>
                </a:solidFill>
                <a:latin typeface="黑体" panose="02010609060101010101" pitchFamily="2" charset="-122"/>
                <a:ea typeface="黑体" panose="02010609060101010101" pitchFamily="2" charset="-122"/>
              </a:endParaRPr>
            </a:p>
          </p:txBody>
        </p:sp>
        <p:grpSp>
          <p:nvGrpSpPr>
            <p:cNvPr id="5" name="Group 30"/>
            <p:cNvGrpSpPr/>
            <p:nvPr/>
          </p:nvGrpSpPr>
          <p:grpSpPr bwMode="auto">
            <a:xfrm rot="109511">
              <a:off x="1392" y="3024"/>
              <a:ext cx="336" cy="240"/>
              <a:chOff x="2995" y="2106"/>
              <a:chExt cx="989" cy="768"/>
            </a:xfrm>
          </p:grpSpPr>
          <p:sp>
            <p:nvSpPr>
              <p:cNvPr id="30728" name="Freeform 31"/>
              <p:cNvSpPr/>
              <p:nvPr/>
            </p:nvSpPr>
            <p:spPr bwMode="auto">
              <a:xfrm rot="421002">
                <a:off x="2995" y="2106"/>
                <a:ext cx="989" cy="768"/>
              </a:xfrm>
              <a:custGeom>
                <a:avLst/>
                <a:gdLst>
                  <a:gd name="T0" fmla="*/ 19595 w 439"/>
                  <a:gd name="T1" fmla="*/ 374 h 683"/>
                  <a:gd name="T2" fmla="*/ 25351 w 439"/>
                  <a:gd name="T3" fmla="*/ 278 h 683"/>
                  <a:gd name="T4" fmla="*/ 35572 w 439"/>
                  <a:gd name="T5" fmla="*/ 336 h 683"/>
                  <a:gd name="T6" fmla="*/ 34644 w 439"/>
                  <a:gd name="T7" fmla="*/ 491 h 683"/>
                  <a:gd name="T8" fmla="*/ 22332 w 439"/>
                  <a:gd name="T9" fmla="*/ 616 h 683"/>
                  <a:gd name="T10" fmla="*/ 20008 w 439"/>
                  <a:gd name="T11" fmla="*/ 958 h 683"/>
                  <a:gd name="T12" fmla="*/ 22332 w 439"/>
                  <a:gd name="T13" fmla="*/ 1066 h 683"/>
                  <a:gd name="T14" fmla="*/ 18298 w 439"/>
                  <a:gd name="T15" fmla="*/ 1183 h 683"/>
                  <a:gd name="T16" fmla="*/ 19221 w 439"/>
                  <a:gd name="T17" fmla="*/ 1302 h 683"/>
                  <a:gd name="T18" fmla="*/ 27843 w 439"/>
                  <a:gd name="T19" fmla="*/ 1382 h 683"/>
                  <a:gd name="T20" fmla="*/ 39233 w 439"/>
                  <a:gd name="T21" fmla="*/ 1327 h 683"/>
                  <a:gd name="T22" fmla="*/ 42887 w 439"/>
                  <a:gd name="T23" fmla="*/ 1183 h 683"/>
                  <a:gd name="T24" fmla="*/ 38303 w 439"/>
                  <a:gd name="T25" fmla="*/ 1045 h 683"/>
                  <a:gd name="T26" fmla="*/ 43302 w 439"/>
                  <a:gd name="T27" fmla="*/ 972 h 683"/>
                  <a:gd name="T28" fmla="*/ 43302 w 439"/>
                  <a:gd name="T29" fmla="*/ 781 h 683"/>
                  <a:gd name="T30" fmla="*/ 56046 w 439"/>
                  <a:gd name="T31" fmla="*/ 621 h 683"/>
                  <a:gd name="T32" fmla="*/ 57387 w 439"/>
                  <a:gd name="T33" fmla="*/ 378 h 683"/>
                  <a:gd name="T34" fmla="*/ 49144 w 439"/>
                  <a:gd name="T35" fmla="*/ 118 h 683"/>
                  <a:gd name="T36" fmla="*/ 32792 w 439"/>
                  <a:gd name="T37" fmla="*/ 0 h 683"/>
                  <a:gd name="T38" fmla="*/ 14637 w 439"/>
                  <a:gd name="T39" fmla="*/ 78 h 683"/>
                  <a:gd name="T40" fmla="*/ 4071 w 439"/>
                  <a:gd name="T41" fmla="*/ 232 h 683"/>
                  <a:gd name="T42" fmla="*/ 0 w 439"/>
                  <a:gd name="T43" fmla="*/ 473 h 683"/>
                  <a:gd name="T44" fmla="*/ 514 w 439"/>
                  <a:gd name="T45" fmla="*/ 616 h 683"/>
                  <a:gd name="T46" fmla="*/ 19221 w 439"/>
                  <a:gd name="T47" fmla="*/ 598 h 683"/>
                  <a:gd name="T48" fmla="*/ 19595 w 439"/>
                  <a:gd name="T49" fmla="*/ 374 h 68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439" h="683">
                    <a:moveTo>
                      <a:pt x="150" y="185"/>
                    </a:moveTo>
                    <a:lnTo>
                      <a:pt x="194" y="138"/>
                    </a:lnTo>
                    <a:lnTo>
                      <a:pt x="272" y="167"/>
                    </a:lnTo>
                    <a:lnTo>
                      <a:pt x="265" y="244"/>
                    </a:lnTo>
                    <a:lnTo>
                      <a:pt x="171" y="304"/>
                    </a:lnTo>
                    <a:lnTo>
                      <a:pt x="153" y="474"/>
                    </a:lnTo>
                    <a:lnTo>
                      <a:pt x="171" y="527"/>
                    </a:lnTo>
                    <a:lnTo>
                      <a:pt x="140" y="585"/>
                    </a:lnTo>
                    <a:lnTo>
                      <a:pt x="147" y="645"/>
                    </a:lnTo>
                    <a:lnTo>
                      <a:pt x="213" y="683"/>
                    </a:lnTo>
                    <a:lnTo>
                      <a:pt x="300" y="656"/>
                    </a:lnTo>
                    <a:lnTo>
                      <a:pt x="328" y="585"/>
                    </a:lnTo>
                    <a:lnTo>
                      <a:pt x="293" y="518"/>
                    </a:lnTo>
                    <a:lnTo>
                      <a:pt x="331" y="480"/>
                    </a:lnTo>
                    <a:lnTo>
                      <a:pt x="331" y="387"/>
                    </a:lnTo>
                    <a:lnTo>
                      <a:pt x="429" y="308"/>
                    </a:lnTo>
                    <a:lnTo>
                      <a:pt x="439" y="188"/>
                    </a:lnTo>
                    <a:lnTo>
                      <a:pt x="376" y="59"/>
                    </a:lnTo>
                    <a:lnTo>
                      <a:pt x="251" y="0"/>
                    </a:lnTo>
                    <a:lnTo>
                      <a:pt x="112" y="38"/>
                    </a:lnTo>
                    <a:lnTo>
                      <a:pt x="31" y="115"/>
                    </a:lnTo>
                    <a:lnTo>
                      <a:pt x="0" y="234"/>
                    </a:lnTo>
                    <a:lnTo>
                      <a:pt x="4" y="304"/>
                    </a:lnTo>
                    <a:lnTo>
                      <a:pt x="147" y="296"/>
                    </a:lnTo>
                    <a:lnTo>
                      <a:pt x="150" y="185"/>
                    </a:lnTo>
                    <a:close/>
                  </a:path>
                </a:pathLst>
              </a:custGeom>
              <a:solidFill>
                <a:srgbClr val="FFFF00"/>
              </a:solidFill>
              <a:ln w="9525">
                <a:solidFill>
                  <a:srgbClr val="00FFFF"/>
                </a:solidFill>
                <a:round/>
              </a:ln>
              <a:effectLst>
                <a:outerShdw dist="40161" dir="1106097" algn="ctr" rotWithShape="0">
                  <a:srgbClr val="808080"/>
                </a:outerShdw>
              </a:effectLst>
            </p:spPr>
            <p:txBody>
              <a:bodyPr/>
              <a:lstStyle/>
              <a:p>
                <a:endParaRPr lang="zh-CN" altLang="en-US"/>
              </a:p>
            </p:txBody>
          </p:sp>
          <p:sp>
            <p:nvSpPr>
              <p:cNvPr id="30729" name="Freeform 32"/>
              <p:cNvSpPr/>
              <p:nvPr/>
            </p:nvSpPr>
            <p:spPr bwMode="auto">
              <a:xfrm rot="421002">
                <a:off x="3041" y="2100"/>
                <a:ext cx="883" cy="534"/>
              </a:xfrm>
              <a:custGeom>
                <a:avLst/>
                <a:gdLst>
                  <a:gd name="T0" fmla="*/ 0 w 390"/>
                  <a:gd name="T1" fmla="*/ 474 h 477"/>
                  <a:gd name="T2" fmla="*/ 7673 w 390"/>
                  <a:gd name="T3" fmla="*/ 451 h 477"/>
                  <a:gd name="T4" fmla="*/ 12011 w 390"/>
                  <a:gd name="T5" fmla="*/ 474 h 477"/>
                  <a:gd name="T6" fmla="*/ 11724 w 390"/>
                  <a:gd name="T7" fmla="*/ 344 h 477"/>
                  <a:gd name="T8" fmla="*/ 14927 w 390"/>
                  <a:gd name="T9" fmla="*/ 199 h 477"/>
                  <a:gd name="T10" fmla="*/ 27728 w 390"/>
                  <a:gd name="T11" fmla="*/ 146 h 477"/>
                  <a:gd name="T12" fmla="*/ 33796 w 390"/>
                  <a:gd name="T13" fmla="*/ 208 h 477"/>
                  <a:gd name="T14" fmla="*/ 40287 w 390"/>
                  <a:gd name="T15" fmla="*/ 301 h 477"/>
                  <a:gd name="T16" fmla="*/ 38370 w 390"/>
                  <a:gd name="T17" fmla="*/ 466 h 477"/>
                  <a:gd name="T18" fmla="*/ 26298 w 390"/>
                  <a:gd name="T19" fmla="*/ 543 h 477"/>
                  <a:gd name="T20" fmla="*/ 23017 w 390"/>
                  <a:gd name="T21" fmla="*/ 659 h 477"/>
                  <a:gd name="T22" fmla="*/ 23966 w 390"/>
                  <a:gd name="T23" fmla="*/ 777 h 477"/>
                  <a:gd name="T24" fmla="*/ 22365 w 390"/>
                  <a:gd name="T25" fmla="*/ 939 h 477"/>
                  <a:gd name="T26" fmla="*/ 34505 w 390"/>
                  <a:gd name="T27" fmla="*/ 939 h 477"/>
                  <a:gd name="T28" fmla="*/ 36108 w 390"/>
                  <a:gd name="T29" fmla="*/ 819 h 477"/>
                  <a:gd name="T30" fmla="*/ 35155 w 390"/>
                  <a:gd name="T31" fmla="*/ 680 h 477"/>
                  <a:gd name="T32" fmla="*/ 42547 w 390"/>
                  <a:gd name="T33" fmla="*/ 606 h 477"/>
                  <a:gd name="T34" fmla="*/ 48248 w 390"/>
                  <a:gd name="T35" fmla="*/ 564 h 477"/>
                  <a:gd name="T36" fmla="*/ 52527 w 390"/>
                  <a:gd name="T37" fmla="*/ 385 h 477"/>
                  <a:gd name="T38" fmla="*/ 48617 w 390"/>
                  <a:gd name="T39" fmla="*/ 193 h 477"/>
                  <a:gd name="T40" fmla="*/ 35585 w 390"/>
                  <a:gd name="T41" fmla="*/ 0 h 477"/>
                  <a:gd name="T42" fmla="*/ 19684 w 390"/>
                  <a:gd name="T43" fmla="*/ 15 h 477"/>
                  <a:gd name="T44" fmla="*/ 6838 w 390"/>
                  <a:gd name="T45" fmla="*/ 132 h 477"/>
                  <a:gd name="T46" fmla="*/ 1370 w 390"/>
                  <a:gd name="T47" fmla="*/ 277 h 477"/>
                  <a:gd name="T48" fmla="*/ 0 w 390"/>
                  <a:gd name="T49" fmla="*/ 474 h 47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390" h="477">
                    <a:moveTo>
                      <a:pt x="0" y="241"/>
                    </a:moveTo>
                    <a:lnTo>
                      <a:pt x="57" y="230"/>
                    </a:lnTo>
                    <a:lnTo>
                      <a:pt x="89" y="241"/>
                    </a:lnTo>
                    <a:lnTo>
                      <a:pt x="87" y="175"/>
                    </a:lnTo>
                    <a:lnTo>
                      <a:pt x="111" y="101"/>
                    </a:lnTo>
                    <a:lnTo>
                      <a:pt x="206" y="74"/>
                    </a:lnTo>
                    <a:lnTo>
                      <a:pt x="251" y="105"/>
                    </a:lnTo>
                    <a:lnTo>
                      <a:pt x="299" y="153"/>
                    </a:lnTo>
                    <a:lnTo>
                      <a:pt x="285" y="237"/>
                    </a:lnTo>
                    <a:lnTo>
                      <a:pt x="195" y="276"/>
                    </a:lnTo>
                    <a:lnTo>
                      <a:pt x="171" y="335"/>
                    </a:lnTo>
                    <a:lnTo>
                      <a:pt x="178" y="395"/>
                    </a:lnTo>
                    <a:lnTo>
                      <a:pt x="166" y="477"/>
                    </a:lnTo>
                    <a:lnTo>
                      <a:pt x="256" y="477"/>
                    </a:lnTo>
                    <a:lnTo>
                      <a:pt x="268" y="416"/>
                    </a:lnTo>
                    <a:lnTo>
                      <a:pt x="261" y="345"/>
                    </a:lnTo>
                    <a:lnTo>
                      <a:pt x="316" y="307"/>
                    </a:lnTo>
                    <a:lnTo>
                      <a:pt x="358" y="287"/>
                    </a:lnTo>
                    <a:lnTo>
                      <a:pt x="390" y="196"/>
                    </a:lnTo>
                    <a:lnTo>
                      <a:pt x="361" y="98"/>
                    </a:lnTo>
                    <a:lnTo>
                      <a:pt x="264" y="0"/>
                    </a:lnTo>
                    <a:lnTo>
                      <a:pt x="146" y="8"/>
                    </a:lnTo>
                    <a:lnTo>
                      <a:pt x="51" y="67"/>
                    </a:lnTo>
                    <a:lnTo>
                      <a:pt x="10" y="140"/>
                    </a:lnTo>
                    <a:lnTo>
                      <a:pt x="0" y="241"/>
                    </a:lnTo>
                    <a:close/>
                  </a:path>
                </a:pathLst>
              </a:custGeom>
              <a:solidFill>
                <a:srgbClr val="FF3300"/>
              </a:solidFill>
              <a:ln w="9525">
                <a:solidFill>
                  <a:srgbClr val="FFCC00"/>
                </a:solidFill>
                <a:round/>
              </a:ln>
              <a:effectLst>
                <a:outerShdw dist="40161" dir="1106097" algn="ctr" rotWithShape="0">
                  <a:srgbClr val="808080"/>
                </a:outerShdw>
              </a:effectLst>
            </p:spPr>
            <p:txBody>
              <a:bodyPr/>
              <a:lstStyle/>
              <a:p>
                <a:endParaRPr lang="zh-CN" altLang="en-US"/>
              </a:p>
            </p:txBody>
          </p:sp>
          <p:sp>
            <p:nvSpPr>
              <p:cNvPr id="30730" name="Freeform 33"/>
              <p:cNvSpPr/>
              <p:nvPr/>
            </p:nvSpPr>
            <p:spPr bwMode="auto">
              <a:xfrm rot="421002">
                <a:off x="3336" y="2705"/>
                <a:ext cx="283" cy="125"/>
              </a:xfrm>
              <a:custGeom>
                <a:avLst/>
                <a:gdLst>
                  <a:gd name="T0" fmla="*/ 5777 w 126"/>
                  <a:gd name="T1" fmla="*/ 0 h 109"/>
                  <a:gd name="T2" fmla="*/ 1145 w 126"/>
                  <a:gd name="T3" fmla="*/ 45 h 109"/>
                  <a:gd name="T4" fmla="*/ 0 w 126"/>
                  <a:gd name="T5" fmla="*/ 165 h 109"/>
                  <a:gd name="T6" fmla="*/ 3612 w 126"/>
                  <a:gd name="T7" fmla="*/ 248 h 109"/>
                  <a:gd name="T8" fmla="*/ 12576 w 126"/>
                  <a:gd name="T9" fmla="*/ 248 h 109"/>
                  <a:gd name="T10" fmla="*/ 16178 w 126"/>
                  <a:gd name="T11" fmla="*/ 151 h 109"/>
                  <a:gd name="T12" fmla="*/ 13076 w 126"/>
                  <a:gd name="T13" fmla="*/ 32 h 109"/>
                  <a:gd name="T14" fmla="*/ 5777 w 126"/>
                  <a:gd name="T15" fmla="*/ 0 h 10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26" h="109">
                    <a:moveTo>
                      <a:pt x="45" y="0"/>
                    </a:moveTo>
                    <a:lnTo>
                      <a:pt x="9" y="20"/>
                    </a:lnTo>
                    <a:lnTo>
                      <a:pt x="0" y="73"/>
                    </a:lnTo>
                    <a:lnTo>
                      <a:pt x="28" y="109"/>
                    </a:lnTo>
                    <a:lnTo>
                      <a:pt x="98" y="109"/>
                    </a:lnTo>
                    <a:lnTo>
                      <a:pt x="126" y="66"/>
                    </a:lnTo>
                    <a:lnTo>
                      <a:pt x="102" y="14"/>
                    </a:lnTo>
                    <a:lnTo>
                      <a:pt x="45" y="0"/>
                    </a:lnTo>
                    <a:close/>
                  </a:path>
                </a:pathLst>
              </a:custGeom>
              <a:solidFill>
                <a:srgbClr val="FF3300"/>
              </a:solidFill>
              <a:ln w="9525">
                <a:solidFill>
                  <a:srgbClr val="00FFFF"/>
                </a:solidFill>
                <a:round/>
              </a:ln>
              <a:effectLst>
                <a:outerShdw dist="40161" dir="1106097" algn="ctr" rotWithShape="0">
                  <a:srgbClr val="808080"/>
                </a:outerShdw>
              </a:effectLst>
            </p:spPr>
            <p:txBody>
              <a:bodyPr/>
              <a:lstStyle/>
              <a:p>
                <a:endParaRPr lang="zh-CN" altLang="en-US"/>
              </a:p>
            </p:txBody>
          </p:sp>
        </p:grpSp>
      </p:grpSp>
      <p:sp>
        <p:nvSpPr>
          <p:cNvPr id="30725" name="TextBox 15"/>
          <p:cNvSpPr txBox="1">
            <a:spLocks noChangeArrowheads="1"/>
          </p:cNvSpPr>
          <p:nvPr/>
        </p:nvSpPr>
        <p:spPr bwMode="auto">
          <a:xfrm>
            <a:off x="2208214" y="549275"/>
            <a:ext cx="184731" cy="369332"/>
          </a:xfrm>
          <a:prstGeom prst="rect">
            <a:avLst/>
          </a:prstGeom>
          <a:noFill/>
          <a:ln w="9525">
            <a:noFill/>
            <a:miter lim="800000"/>
          </a:ln>
        </p:spPr>
        <p:txBody>
          <a:bodyPr wrap="none">
            <a:spAutoFit/>
          </a:bodyPr>
          <a:lstStyle/>
          <a:p>
            <a:endParaRPr lang="zh-CN" altLang="en-US"/>
          </a:p>
        </p:txBody>
      </p:sp>
    </p:spTree>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a:p>
        </p:txBody>
      </p:sp>
      <p:grpSp>
        <p:nvGrpSpPr>
          <p:cNvPr id="3" name="Group 25"/>
          <p:cNvGrpSpPr/>
          <p:nvPr/>
        </p:nvGrpSpPr>
        <p:grpSpPr bwMode="auto">
          <a:xfrm>
            <a:off x="839416" y="61874"/>
            <a:ext cx="5559152" cy="634418"/>
            <a:chOff x="317" y="288"/>
            <a:chExt cx="2626" cy="436"/>
          </a:xfrm>
        </p:grpSpPr>
        <p:sp>
          <p:nvSpPr>
            <p:cNvPr id="4" name="Rectangle 3"/>
            <p:cNvSpPr>
              <a:spLocks noChangeArrowheads="1"/>
            </p:cNvSpPr>
            <p:nvPr/>
          </p:nvSpPr>
          <p:spPr bwMode="auto">
            <a:xfrm>
              <a:off x="351" y="288"/>
              <a:ext cx="2592" cy="432"/>
            </a:xfrm>
            <a:prstGeom prst="rect">
              <a:avLst/>
            </a:prstGeom>
            <a:solidFill>
              <a:srgbClr val="FFFFCD"/>
            </a:solidFill>
            <a:ln w="12700" cap="sq">
              <a:noFill/>
              <a:miter lim="800000"/>
            </a:ln>
            <a:effectLst>
              <a:outerShdw dist="125724" dir="2700000" algn="ctr" rotWithShape="0">
                <a:srgbClr val="C0C0C0"/>
              </a:outerShdw>
            </a:effectLst>
          </p:spPr>
          <p:txBody>
            <a:bodyPr wrap="none" anchor="ctr"/>
            <a:lstStyle/>
            <a:p>
              <a:endParaRPr lang="zh-CN" altLang="en-US"/>
            </a:p>
          </p:txBody>
        </p:sp>
        <p:sp>
          <p:nvSpPr>
            <p:cNvPr id="5" name="Rectangle 4"/>
            <p:cNvSpPr>
              <a:spLocks noChangeArrowheads="1"/>
            </p:cNvSpPr>
            <p:nvPr/>
          </p:nvSpPr>
          <p:spPr bwMode="auto">
            <a:xfrm>
              <a:off x="317" y="322"/>
              <a:ext cx="2611" cy="402"/>
            </a:xfrm>
            <a:prstGeom prst="rect">
              <a:avLst/>
            </a:prstGeom>
            <a:noFill/>
            <a:ln w="12700" cap="sq">
              <a:noFill/>
              <a:miter lim="800000"/>
            </a:ln>
          </p:spPr>
          <p:txBody>
            <a:bodyPr>
              <a:spAutoFit/>
            </a:bodyPr>
            <a:lstStyle/>
            <a:p>
              <a:r>
                <a:rPr kumimoji="1" lang="zh-CN" altLang="en-US" sz="3200" dirty="0">
                  <a:solidFill>
                    <a:srgbClr val="000096"/>
                  </a:solidFill>
                  <a:latin typeface="幼圆" pitchFamily="49" charset="-122"/>
                  <a:ea typeface="幼圆" pitchFamily="49" charset="-122"/>
                </a:rPr>
                <a:t> </a:t>
              </a:r>
              <a:r>
                <a:rPr kumimoji="1" lang="zh-CN" altLang="en-US" sz="2800" b="1" dirty="0">
                  <a:solidFill>
                    <a:srgbClr val="000096"/>
                  </a:solidFill>
                  <a:latin typeface="幼圆" pitchFamily="49" charset="-122"/>
                  <a:ea typeface="幼圆" pitchFamily="49" charset="-122"/>
                </a:rPr>
                <a:t>顺序存储结构与链表结构的比较</a:t>
              </a:r>
              <a:endParaRPr kumimoji="1" lang="zh-CN" altLang="en-US" sz="3200" b="1" dirty="0">
                <a:solidFill>
                  <a:srgbClr val="000096"/>
                </a:solidFill>
                <a:latin typeface="幼圆" pitchFamily="49" charset="-122"/>
                <a:ea typeface="幼圆" pitchFamily="49" charset="-122"/>
              </a:endParaRPr>
            </a:p>
          </p:txBody>
        </p:sp>
      </p:grpSp>
      <p:graphicFrame>
        <p:nvGraphicFramePr>
          <p:cNvPr id="6" name="表格 5"/>
          <p:cNvGraphicFramePr>
            <a:graphicFrameLocks noGrp="1"/>
          </p:cNvGraphicFramePr>
          <p:nvPr/>
        </p:nvGraphicFramePr>
        <p:xfrm>
          <a:off x="1524000" y="908721"/>
          <a:ext cx="2615952" cy="2988801"/>
        </p:xfrm>
        <a:graphic>
          <a:graphicData uri="http://schemas.openxmlformats.org/drawingml/2006/table">
            <a:tbl>
              <a:tblPr firstRow="1" bandRow="1">
                <a:effectLst>
                  <a:outerShdw blurRad="50800" dist="38100" dir="5400000" algn="t" rotWithShape="0">
                    <a:prstClr val="black">
                      <a:alpha val="40000"/>
                    </a:prstClr>
                  </a:outerShdw>
                </a:effectLst>
                <a:tableStyleId>{5C22544A-7EE6-4342-B048-85BDC9FD1C3A}</a:tableStyleId>
              </a:tblPr>
              <a:tblGrid>
                <a:gridCol w="2615952"/>
              </a:tblGrid>
              <a:tr h="432048">
                <a:tc>
                  <a:txBody>
                    <a:bodyPr/>
                    <a:lstStyle/>
                    <a:p>
                      <a:pPr algn="ctr"/>
                      <a:r>
                        <a:rPr lang="zh-CN" altLang="en-US" dirty="0">
                          <a:solidFill>
                            <a:srgbClr val="FFFF00"/>
                          </a:solidFill>
                          <a:latin typeface="楷体" panose="02010609060101010101" pitchFamily="49" charset="-122"/>
                          <a:ea typeface="楷体" panose="02010609060101010101" pitchFamily="49" charset="-122"/>
                        </a:rPr>
                        <a:t>存储分配方式</a:t>
                      </a:r>
                      <a:endParaRPr lang="zh-CN" altLang="en-US" dirty="0">
                        <a:solidFill>
                          <a:srgbClr val="FFFF00"/>
                        </a:solidFill>
                        <a:latin typeface="楷体" panose="02010609060101010101" pitchFamily="49" charset="-122"/>
                        <a:ea typeface="楷体" panose="02010609060101010101" pitchFamily="49" charset="-122"/>
                      </a:endParaRPr>
                    </a:p>
                  </a:txBody>
                  <a:tcPr>
                    <a:solidFill>
                      <a:schemeClr val="tx2"/>
                    </a:solidFill>
                  </a:tcPr>
                </a:tc>
              </a:tr>
              <a:tr h="2556753">
                <a:tc>
                  <a:txBody>
                    <a:bodyPr/>
                    <a:lstStyle/>
                    <a:p>
                      <a:pPr>
                        <a:buFont typeface="Arial" panose="020B0604020202090204" pitchFamily="34" charset="0"/>
                        <a:buChar char="•"/>
                      </a:pPr>
                      <a:r>
                        <a:rPr lang="en-US" altLang="zh-CN" sz="2000" dirty="0"/>
                        <a:t> </a:t>
                      </a:r>
                      <a:r>
                        <a:rPr lang="zh-CN" altLang="en-US" sz="1600" dirty="0">
                          <a:latin typeface="楷体" panose="02010609060101010101" pitchFamily="49" charset="-122"/>
                          <a:ea typeface="楷体" panose="02010609060101010101" pitchFamily="49" charset="-122"/>
                        </a:rPr>
                        <a:t>顺序存储用一段连续的存储单元依次存储线性表的数据元素</a:t>
                      </a:r>
                      <a:endParaRPr lang="en-US" altLang="zh-CN" sz="1600" dirty="0">
                        <a:latin typeface="楷体" panose="02010609060101010101" pitchFamily="49" charset="-122"/>
                        <a:ea typeface="楷体" panose="02010609060101010101" pitchFamily="49" charset="-122"/>
                      </a:endParaRPr>
                    </a:p>
                    <a:p>
                      <a:pPr>
                        <a:buFont typeface="Arial" panose="020B0604020202090204" pitchFamily="34" charset="0"/>
                        <a:buChar char="•"/>
                      </a:pPr>
                      <a:r>
                        <a:rPr lang="en-US" altLang="zh-CN" sz="1600" baseline="0" dirty="0">
                          <a:latin typeface="楷体" panose="02010609060101010101" pitchFamily="49" charset="-122"/>
                          <a:ea typeface="楷体" panose="02010609060101010101" pitchFamily="49" charset="-122"/>
                        </a:rPr>
                        <a:t> </a:t>
                      </a:r>
                      <a:r>
                        <a:rPr lang="zh-CN" altLang="en-US" sz="1600" baseline="0" dirty="0">
                          <a:latin typeface="楷体" panose="02010609060101010101" pitchFamily="49" charset="-122"/>
                          <a:ea typeface="楷体" panose="02010609060101010101" pitchFamily="49" charset="-122"/>
                        </a:rPr>
                        <a:t>链表采用链式储存结构，用</a:t>
                      </a:r>
                      <a:r>
                        <a:rPr lang="zh-CN" altLang="en-US" sz="1600" baseline="0">
                          <a:latin typeface="楷体" panose="02010609060101010101" pitchFamily="49" charset="-122"/>
                          <a:ea typeface="楷体" panose="02010609060101010101" pitchFamily="49" charset="-122"/>
                        </a:rPr>
                        <a:t>一组不连续的</a:t>
                      </a:r>
                      <a:r>
                        <a:rPr lang="zh-CN" altLang="en-US" sz="1600" baseline="0" dirty="0">
                          <a:latin typeface="楷体" panose="02010609060101010101" pitchFamily="49" charset="-122"/>
                          <a:ea typeface="楷体" panose="02010609060101010101" pitchFamily="49" charset="-122"/>
                        </a:rPr>
                        <a:t>存储单元存放线性表的元素</a:t>
                      </a:r>
                      <a:endParaRPr lang="zh-CN" altLang="en-US" sz="2000" dirty="0"/>
                    </a:p>
                  </a:txBody>
                  <a:tcPr/>
                </a:tc>
              </a:tr>
            </a:tbl>
          </a:graphicData>
        </a:graphic>
      </p:graphicFrame>
      <p:graphicFrame>
        <p:nvGraphicFramePr>
          <p:cNvPr id="9" name="表格 8"/>
          <p:cNvGraphicFramePr>
            <a:graphicFrameLocks noGrp="1"/>
          </p:cNvGraphicFramePr>
          <p:nvPr/>
        </p:nvGraphicFramePr>
        <p:xfrm>
          <a:off x="4511824" y="908720"/>
          <a:ext cx="2615952" cy="3266688"/>
        </p:xfrm>
        <a:graphic>
          <a:graphicData uri="http://schemas.openxmlformats.org/drawingml/2006/table">
            <a:tbl>
              <a:tblPr firstRow="1" bandRow="1">
                <a:effectLst>
                  <a:outerShdw blurRad="50800" dist="38100" dir="5400000" algn="t" rotWithShape="0">
                    <a:prstClr val="black">
                      <a:alpha val="40000"/>
                    </a:prstClr>
                  </a:outerShdw>
                </a:effectLst>
                <a:tableStyleId>{5C22544A-7EE6-4342-B048-85BDC9FD1C3A}</a:tableStyleId>
              </a:tblPr>
              <a:tblGrid>
                <a:gridCol w="2615952"/>
              </a:tblGrid>
              <a:tr h="432048">
                <a:tc>
                  <a:txBody>
                    <a:bodyPr/>
                    <a:lstStyle/>
                    <a:p>
                      <a:pPr algn="ctr"/>
                      <a:r>
                        <a:rPr lang="zh-CN" altLang="en-US" dirty="0">
                          <a:solidFill>
                            <a:srgbClr val="FFFF00"/>
                          </a:solidFill>
                          <a:latin typeface="楷体" panose="02010609060101010101" pitchFamily="49" charset="-122"/>
                          <a:ea typeface="楷体" panose="02010609060101010101" pitchFamily="49" charset="-122"/>
                        </a:rPr>
                        <a:t>时间性能</a:t>
                      </a:r>
                      <a:endParaRPr lang="zh-CN" altLang="en-US" dirty="0">
                        <a:solidFill>
                          <a:srgbClr val="FFFF00"/>
                        </a:solidFill>
                        <a:latin typeface="楷体" panose="02010609060101010101" pitchFamily="49" charset="-122"/>
                        <a:ea typeface="楷体" panose="02010609060101010101" pitchFamily="49" charset="-122"/>
                      </a:endParaRPr>
                    </a:p>
                  </a:txBody>
                  <a:tcPr>
                    <a:solidFill>
                      <a:schemeClr val="tx2"/>
                    </a:solidFill>
                  </a:tcPr>
                </a:tc>
              </a:tr>
              <a:tr h="478852">
                <a:tc>
                  <a:txBody>
                    <a:bodyPr/>
                    <a:lstStyle/>
                    <a:p>
                      <a:pPr>
                        <a:buFont typeface="Arial" panose="020B0604020202090204" pitchFamily="34" charset="0"/>
                        <a:buChar char="•"/>
                      </a:pPr>
                      <a:r>
                        <a:rPr lang="en-US" altLang="zh-CN" sz="2000" dirty="0"/>
                        <a:t> </a:t>
                      </a:r>
                      <a:r>
                        <a:rPr lang="zh-CN" altLang="en-US" sz="1600" dirty="0">
                          <a:latin typeface="楷体" panose="02010609060101010101" pitchFamily="49" charset="-122"/>
                          <a:ea typeface="楷体" panose="02010609060101010101" pitchFamily="49" charset="-122"/>
                        </a:rPr>
                        <a:t>查找</a:t>
                      </a:r>
                      <a:endParaRPr lang="en-US" altLang="zh-CN" sz="1600" dirty="0">
                        <a:latin typeface="楷体" panose="02010609060101010101" pitchFamily="49" charset="-122"/>
                        <a:ea typeface="楷体" panose="02010609060101010101" pitchFamily="49" charset="-122"/>
                      </a:endParaRPr>
                    </a:p>
                    <a:p>
                      <a:pPr marL="363855" lvl="1" indent="93980">
                        <a:buFont typeface="Arial" panose="020B0604020202090204" pitchFamily="34" charset="0"/>
                        <a:buChar char="•"/>
                      </a:pPr>
                      <a:r>
                        <a:rPr lang="zh-CN" altLang="en-US" sz="1600" dirty="0">
                          <a:latin typeface="楷体" panose="02010609060101010101" pitchFamily="49" charset="-122"/>
                          <a:ea typeface="楷体" panose="02010609060101010101" pitchFamily="49" charset="-122"/>
                        </a:rPr>
                        <a:t> 顺序存储：无序</a:t>
                      </a:r>
                      <a:r>
                        <a:rPr lang="en-US" altLang="zh-CN" sz="1600" dirty="0">
                          <a:latin typeface="楷体" panose="02010609060101010101" pitchFamily="49" charset="-122"/>
                          <a:ea typeface="楷体" panose="02010609060101010101" pitchFamily="49" charset="-122"/>
                        </a:rPr>
                        <a:t>O(n),</a:t>
                      </a:r>
                      <a:r>
                        <a:rPr lang="zh-CN" altLang="en-US" sz="1600" dirty="0">
                          <a:latin typeface="楷体" panose="02010609060101010101" pitchFamily="49" charset="-122"/>
                          <a:ea typeface="楷体" panose="02010609060101010101" pitchFamily="49" charset="-122"/>
                        </a:rPr>
                        <a:t>有序</a:t>
                      </a:r>
                      <a:r>
                        <a:rPr lang="en-US" altLang="zh-CN" sz="1600" b="1" dirty="0">
                          <a:solidFill>
                            <a:srgbClr val="FF3300"/>
                          </a:solidFill>
                        </a:rPr>
                        <a:t>O</a:t>
                      </a:r>
                      <a:r>
                        <a:rPr lang="en-US" altLang="zh-CN" sz="1400" b="1" dirty="0">
                          <a:solidFill>
                            <a:srgbClr val="FF3300"/>
                          </a:solidFill>
                        </a:rPr>
                        <a:t>(log</a:t>
                      </a:r>
                      <a:r>
                        <a:rPr lang="en-US" altLang="zh-CN" sz="1400" b="1" baseline="-25000" dirty="0">
                          <a:solidFill>
                            <a:srgbClr val="FF3300"/>
                          </a:solidFill>
                        </a:rPr>
                        <a:t>2</a:t>
                      </a:r>
                      <a:r>
                        <a:rPr lang="en-US" altLang="zh-CN" sz="1400" b="1" dirty="0">
                          <a:solidFill>
                            <a:srgbClr val="FF3300"/>
                          </a:solidFill>
                        </a:rPr>
                        <a:t>n)</a:t>
                      </a:r>
                      <a:r>
                        <a:rPr lang="en-US" altLang="zh-CN" sz="1600" b="1" dirty="0">
                          <a:solidFill>
                            <a:srgbClr val="FF3300"/>
                          </a:solidFill>
                        </a:rPr>
                        <a:t> </a:t>
                      </a:r>
                      <a:endParaRPr lang="en-US" altLang="zh-CN" sz="1600" dirty="0">
                        <a:latin typeface="楷体" panose="02010609060101010101" pitchFamily="49" charset="-122"/>
                        <a:ea typeface="楷体" panose="02010609060101010101" pitchFamily="49" charset="-122"/>
                      </a:endParaRPr>
                    </a:p>
                    <a:p>
                      <a:pPr marL="363855" lvl="1" indent="93980">
                        <a:buFont typeface="Arial" panose="020B0604020202090204" pitchFamily="34" charset="0"/>
                        <a:buChar char="•"/>
                      </a:pPr>
                      <a:r>
                        <a:rPr lang="zh-CN" altLang="en-US" sz="1600" baseline="0" dirty="0">
                          <a:latin typeface="楷体" panose="02010609060101010101" pitchFamily="49" charset="-122"/>
                          <a:ea typeface="楷体" panose="02010609060101010101" pitchFamily="49" charset="-122"/>
                        </a:rPr>
                        <a:t> 链表</a:t>
                      </a:r>
                      <a:r>
                        <a:rPr lang="en-US" altLang="zh-CN" sz="1600" baseline="0" dirty="0">
                          <a:latin typeface="楷体" panose="02010609060101010101" pitchFamily="49" charset="-122"/>
                          <a:ea typeface="楷体" panose="02010609060101010101" pitchFamily="49" charset="-122"/>
                        </a:rPr>
                        <a:t>O(n)</a:t>
                      </a:r>
                      <a:endParaRPr lang="en-US" altLang="zh-CN" sz="1600" dirty="0">
                        <a:latin typeface="楷体" panose="02010609060101010101" pitchFamily="49" charset="-122"/>
                        <a:ea typeface="楷体" panose="02010609060101010101" pitchFamily="49" charset="-122"/>
                      </a:endParaRPr>
                    </a:p>
                    <a:p>
                      <a:pPr>
                        <a:buFont typeface="Arial" panose="020B0604020202090204" pitchFamily="34" charset="0"/>
                        <a:buChar char="•"/>
                      </a:pPr>
                      <a:r>
                        <a:rPr lang="en-US" altLang="zh-CN" sz="1600" baseline="0" dirty="0">
                          <a:latin typeface="楷体" panose="02010609060101010101" pitchFamily="49" charset="-122"/>
                          <a:ea typeface="楷体" panose="02010609060101010101" pitchFamily="49" charset="-122"/>
                        </a:rPr>
                        <a:t> </a:t>
                      </a:r>
                      <a:r>
                        <a:rPr lang="zh-CN" altLang="en-US" sz="1600" baseline="0" dirty="0">
                          <a:latin typeface="楷体" panose="02010609060101010101" pitchFamily="49" charset="-122"/>
                          <a:ea typeface="楷体" panose="02010609060101010101" pitchFamily="49" charset="-122"/>
                        </a:rPr>
                        <a:t>插入和删除</a:t>
                      </a:r>
                      <a:endParaRPr lang="en-US" altLang="zh-CN" sz="1600" baseline="0" dirty="0">
                        <a:latin typeface="楷体" panose="02010609060101010101" pitchFamily="49" charset="-122"/>
                        <a:ea typeface="楷体" panose="02010609060101010101" pitchFamily="49" charset="-122"/>
                      </a:endParaRPr>
                    </a:p>
                    <a:p>
                      <a:pPr marL="363855" lvl="1" indent="93980" algn="l" defTabSz="914400" rtl="0" eaLnBrk="1" latinLnBrk="0" hangingPunct="1">
                        <a:buFont typeface="Arial" panose="020B0604020202090204" pitchFamily="34" charset="0"/>
                        <a:buChar char="•"/>
                      </a:pPr>
                      <a:r>
                        <a:rPr lang="en-US" altLang="zh-CN" sz="1600" baseline="0" dirty="0">
                          <a:latin typeface="楷体" panose="02010609060101010101" pitchFamily="49" charset="-122"/>
                          <a:ea typeface="楷体" panose="02010609060101010101" pitchFamily="49" charset="-122"/>
                        </a:rPr>
                        <a:t> </a:t>
                      </a:r>
                      <a:r>
                        <a:rPr lang="zh-CN" altLang="en-US" sz="1600" baseline="0" dirty="0">
                          <a:latin typeface="楷体" panose="02010609060101010101" pitchFamily="49" charset="-122"/>
                          <a:ea typeface="楷体" panose="02010609060101010101" pitchFamily="49" charset="-122"/>
                        </a:rPr>
                        <a:t>顺序存储需要平均移动表长一半的元素，时间为</a:t>
                      </a:r>
                      <a:r>
                        <a:rPr lang="en-US" altLang="zh-CN" sz="1600" baseline="0" dirty="0">
                          <a:latin typeface="楷体" panose="02010609060101010101" pitchFamily="49" charset="-122"/>
                          <a:ea typeface="楷体" panose="02010609060101010101" pitchFamily="49" charset="-122"/>
                        </a:rPr>
                        <a:t>O(n)</a:t>
                      </a:r>
                      <a:endParaRPr lang="en-US" altLang="zh-CN" sz="1600" baseline="0" dirty="0">
                        <a:latin typeface="楷体" panose="02010609060101010101" pitchFamily="49" charset="-122"/>
                        <a:ea typeface="楷体" panose="02010609060101010101" pitchFamily="49" charset="-122"/>
                      </a:endParaRPr>
                    </a:p>
                    <a:p>
                      <a:pPr marL="363855" lvl="1" indent="93980" algn="l" defTabSz="914400" rtl="0" eaLnBrk="1" latinLnBrk="0" hangingPunct="1">
                        <a:buFont typeface="Arial" panose="020B0604020202090204" pitchFamily="34" charset="0"/>
                        <a:buChar char="•"/>
                      </a:pPr>
                      <a:r>
                        <a:rPr lang="en-US" altLang="zh-CN" sz="1600" kern="1200" baseline="0" dirty="0">
                          <a:solidFill>
                            <a:schemeClr val="dk1"/>
                          </a:solidFill>
                          <a:latin typeface="楷体" panose="02010609060101010101" pitchFamily="49" charset="-122"/>
                          <a:ea typeface="楷体" panose="02010609060101010101" pitchFamily="49" charset="-122"/>
                          <a:cs typeface="+mn-cs"/>
                        </a:rPr>
                        <a:t> </a:t>
                      </a:r>
                      <a:r>
                        <a:rPr lang="zh-CN" altLang="en-US" sz="1600" kern="1200" baseline="0" dirty="0">
                          <a:solidFill>
                            <a:schemeClr val="dk1"/>
                          </a:solidFill>
                          <a:latin typeface="楷体" panose="02010609060101010101" pitchFamily="49" charset="-122"/>
                          <a:ea typeface="楷体" panose="02010609060101010101" pitchFamily="49" charset="-122"/>
                          <a:cs typeface="+mn-cs"/>
                        </a:rPr>
                        <a:t>链表在给出结点位置后，插入和删除时间仅为</a:t>
                      </a:r>
                      <a:r>
                        <a:rPr lang="en-US" altLang="zh-CN" sz="1600" kern="1200" baseline="0" dirty="0">
                          <a:solidFill>
                            <a:schemeClr val="dk1"/>
                          </a:solidFill>
                          <a:latin typeface="楷体" panose="02010609060101010101" pitchFamily="49" charset="-122"/>
                          <a:ea typeface="楷体" panose="02010609060101010101" pitchFamily="49" charset="-122"/>
                          <a:cs typeface="+mn-cs"/>
                        </a:rPr>
                        <a:t>O(1)</a:t>
                      </a:r>
                      <a:endParaRPr lang="zh-CN" altLang="en-US" sz="1600" kern="1200" dirty="0">
                        <a:solidFill>
                          <a:schemeClr val="dk1"/>
                        </a:solidFill>
                        <a:latin typeface="楷体" panose="02010609060101010101" pitchFamily="49" charset="-122"/>
                        <a:ea typeface="楷体" panose="02010609060101010101" pitchFamily="49" charset="-122"/>
                        <a:cs typeface="+mn-cs"/>
                      </a:endParaRPr>
                    </a:p>
                  </a:txBody>
                  <a:tcPr/>
                </a:tc>
              </a:tr>
            </a:tbl>
          </a:graphicData>
        </a:graphic>
      </p:graphicFrame>
      <p:graphicFrame>
        <p:nvGraphicFramePr>
          <p:cNvPr id="10" name="表格 9"/>
          <p:cNvGraphicFramePr>
            <a:graphicFrameLocks noGrp="1"/>
          </p:cNvGraphicFramePr>
          <p:nvPr/>
        </p:nvGraphicFramePr>
        <p:xfrm>
          <a:off x="7392144" y="908720"/>
          <a:ext cx="2615952" cy="2978236"/>
        </p:xfrm>
        <a:graphic>
          <a:graphicData uri="http://schemas.openxmlformats.org/drawingml/2006/table">
            <a:tbl>
              <a:tblPr firstRow="1" bandRow="1">
                <a:effectLst>
                  <a:outerShdw blurRad="50800" dist="38100" dir="5400000" algn="t" rotWithShape="0">
                    <a:prstClr val="black">
                      <a:alpha val="40000"/>
                    </a:prstClr>
                  </a:outerShdw>
                </a:effectLst>
                <a:tableStyleId>{5C22544A-7EE6-4342-B048-85BDC9FD1C3A}</a:tableStyleId>
              </a:tblPr>
              <a:tblGrid>
                <a:gridCol w="2615952"/>
              </a:tblGrid>
              <a:tr h="432048">
                <a:tc>
                  <a:txBody>
                    <a:bodyPr/>
                    <a:lstStyle/>
                    <a:p>
                      <a:pPr algn="ctr"/>
                      <a:r>
                        <a:rPr lang="zh-CN" altLang="en-US" dirty="0">
                          <a:solidFill>
                            <a:srgbClr val="FFFF00"/>
                          </a:solidFill>
                          <a:latin typeface="楷体" panose="02010609060101010101" pitchFamily="49" charset="-122"/>
                          <a:ea typeface="楷体" panose="02010609060101010101" pitchFamily="49" charset="-122"/>
                        </a:rPr>
                        <a:t>空间性能</a:t>
                      </a:r>
                      <a:endParaRPr lang="zh-CN" altLang="en-US" dirty="0">
                        <a:solidFill>
                          <a:srgbClr val="FFFF00"/>
                        </a:solidFill>
                        <a:latin typeface="楷体" panose="02010609060101010101" pitchFamily="49" charset="-122"/>
                        <a:ea typeface="楷体" panose="02010609060101010101" pitchFamily="49" charset="-122"/>
                      </a:endParaRPr>
                    </a:p>
                  </a:txBody>
                  <a:tcPr>
                    <a:solidFill>
                      <a:schemeClr val="tx2"/>
                    </a:solidFill>
                  </a:tcPr>
                </a:tc>
              </a:tr>
              <a:tr h="2546188">
                <a:tc>
                  <a:txBody>
                    <a:bodyPr/>
                    <a:lstStyle/>
                    <a:p>
                      <a:pPr>
                        <a:buFont typeface="Arial" panose="020B0604020202090204" pitchFamily="34" charset="0"/>
                        <a:buChar char="•"/>
                      </a:pPr>
                      <a:r>
                        <a:rPr lang="en-US" altLang="zh-CN" sz="2000" dirty="0"/>
                        <a:t> </a:t>
                      </a:r>
                      <a:r>
                        <a:rPr lang="zh-CN" altLang="en-US" sz="1600" dirty="0">
                          <a:latin typeface="楷体" panose="02010609060101010101" pitchFamily="49" charset="-122"/>
                          <a:ea typeface="楷体" panose="02010609060101010101" pitchFamily="49" charset="-122"/>
                        </a:rPr>
                        <a:t>顺序存储需要事先分配存储空间，分大了浪费，分小了易发生溢出</a:t>
                      </a:r>
                      <a:endParaRPr lang="en-US" altLang="zh-CN" sz="1600" dirty="0">
                        <a:latin typeface="楷体" panose="02010609060101010101" pitchFamily="49" charset="-122"/>
                        <a:ea typeface="楷体" panose="02010609060101010101" pitchFamily="49" charset="-122"/>
                      </a:endParaRPr>
                    </a:p>
                    <a:p>
                      <a:pPr>
                        <a:buFont typeface="Arial" panose="020B0604020202090204" pitchFamily="34" charset="0"/>
                        <a:buChar char="•"/>
                      </a:pPr>
                      <a:r>
                        <a:rPr lang="en-US" altLang="zh-CN" sz="1600" baseline="0" dirty="0">
                          <a:latin typeface="楷体" panose="02010609060101010101" pitchFamily="49" charset="-122"/>
                          <a:ea typeface="楷体" panose="02010609060101010101" pitchFamily="49" charset="-122"/>
                        </a:rPr>
                        <a:t> </a:t>
                      </a:r>
                      <a:r>
                        <a:rPr lang="zh-CN" altLang="en-US" sz="1600" baseline="0" dirty="0">
                          <a:latin typeface="楷体" panose="02010609060101010101" pitchFamily="49" charset="-122"/>
                          <a:ea typeface="楷体" panose="02010609060101010101" pitchFamily="49" charset="-122"/>
                        </a:rPr>
                        <a:t>链表不需要事先分配存储空间，需要时分配结点，元素个数不受限制</a:t>
                      </a:r>
                      <a:endParaRPr lang="zh-CN" altLang="en-US" sz="2000" dirty="0"/>
                    </a:p>
                  </a:txBody>
                  <a:tcPr/>
                </a:tc>
              </a:tr>
            </a:tbl>
          </a:graphicData>
        </a:graphic>
      </p:graphicFrame>
      <p:grpSp>
        <p:nvGrpSpPr>
          <p:cNvPr id="11" name="Group 38"/>
          <p:cNvGrpSpPr/>
          <p:nvPr/>
        </p:nvGrpSpPr>
        <p:grpSpPr bwMode="auto">
          <a:xfrm>
            <a:off x="1524000" y="4005065"/>
            <a:ext cx="8964758" cy="2772771"/>
            <a:chOff x="133" y="1130"/>
            <a:chExt cx="5136" cy="2352"/>
          </a:xfrm>
        </p:grpSpPr>
        <p:sp>
          <p:nvSpPr>
            <p:cNvPr id="12" name="Freeform 9"/>
            <p:cNvSpPr/>
            <p:nvPr/>
          </p:nvSpPr>
          <p:spPr bwMode="auto">
            <a:xfrm>
              <a:off x="133" y="1130"/>
              <a:ext cx="5136" cy="2352"/>
            </a:xfrm>
            <a:custGeom>
              <a:avLst/>
              <a:gdLst>
                <a:gd name="T0" fmla="*/ 517 w 4969"/>
                <a:gd name="T1" fmla="*/ 63 h 2578"/>
                <a:gd name="T2" fmla="*/ 1684 w 4969"/>
                <a:gd name="T3" fmla="*/ 68 h 2578"/>
                <a:gd name="T4" fmla="*/ 2638 w 4969"/>
                <a:gd name="T5" fmla="*/ 39 h 2578"/>
                <a:gd name="T6" fmla="*/ 3377 w 4969"/>
                <a:gd name="T7" fmla="*/ 63 h 2578"/>
                <a:gd name="T8" fmla="*/ 4047 w 4969"/>
                <a:gd name="T9" fmla="*/ 99 h 2578"/>
                <a:gd name="T10" fmla="*/ 5455 w 4969"/>
                <a:gd name="T11" fmla="*/ 93 h 2578"/>
                <a:gd name="T12" fmla="*/ 6011 w 4969"/>
                <a:gd name="T13" fmla="*/ 63 h 2578"/>
                <a:gd name="T14" fmla="*/ 6211 w 4969"/>
                <a:gd name="T15" fmla="*/ 111 h 2578"/>
                <a:gd name="T16" fmla="*/ 6181 w 4969"/>
                <a:gd name="T17" fmla="*/ 129 h 2578"/>
                <a:gd name="T18" fmla="*/ 6154 w 4969"/>
                <a:gd name="T19" fmla="*/ 349 h 2578"/>
                <a:gd name="T20" fmla="*/ 6124 w 4969"/>
                <a:gd name="T21" fmla="*/ 539 h 2578"/>
                <a:gd name="T22" fmla="*/ 6099 w 4969"/>
                <a:gd name="T23" fmla="*/ 884 h 2578"/>
                <a:gd name="T24" fmla="*/ 6111 w 4969"/>
                <a:gd name="T25" fmla="*/ 826 h 2578"/>
                <a:gd name="T26" fmla="*/ 6124 w 4969"/>
                <a:gd name="T27" fmla="*/ 794 h 2578"/>
                <a:gd name="T28" fmla="*/ 6140 w 4969"/>
                <a:gd name="T29" fmla="*/ 826 h 2578"/>
                <a:gd name="T30" fmla="*/ 6169 w 4969"/>
                <a:gd name="T31" fmla="*/ 842 h 2578"/>
                <a:gd name="T32" fmla="*/ 6140 w 4969"/>
                <a:gd name="T33" fmla="*/ 1336 h 2578"/>
                <a:gd name="T34" fmla="*/ 4789 w 4969"/>
                <a:gd name="T35" fmla="*/ 1329 h 2578"/>
                <a:gd name="T36" fmla="*/ 4871 w 4969"/>
                <a:gd name="T37" fmla="*/ 1324 h 2578"/>
                <a:gd name="T38" fmla="*/ 3535 w 4969"/>
                <a:gd name="T39" fmla="*/ 1316 h 2578"/>
                <a:gd name="T40" fmla="*/ 2083 w 4969"/>
                <a:gd name="T41" fmla="*/ 1299 h 2578"/>
                <a:gd name="T42" fmla="*/ 1242 w 4969"/>
                <a:gd name="T43" fmla="*/ 1299 h 2578"/>
                <a:gd name="T44" fmla="*/ 161 w 4969"/>
                <a:gd name="T45" fmla="*/ 1353 h 2578"/>
                <a:gd name="T46" fmla="*/ 90 w 4969"/>
                <a:gd name="T47" fmla="*/ 663 h 2578"/>
                <a:gd name="T48" fmla="*/ 133 w 4969"/>
                <a:gd name="T49" fmla="*/ 82 h 2578"/>
                <a:gd name="T50" fmla="*/ 190 w 4969"/>
                <a:gd name="T51" fmla="*/ 88 h 2578"/>
                <a:gd name="T52" fmla="*/ 275 w 4969"/>
                <a:gd name="T53" fmla="*/ 99 h 2578"/>
                <a:gd name="T54" fmla="*/ 389 w 4969"/>
                <a:gd name="T55" fmla="*/ 52 h 2578"/>
                <a:gd name="T56" fmla="*/ 517 w 4969"/>
                <a:gd name="T57" fmla="*/ 63 h 2578"/>
                <a:gd name="T58" fmla="*/ 517 w 4969"/>
                <a:gd name="T59" fmla="*/ 63 h 257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4969" h="2578">
                  <a:moveTo>
                    <a:pt x="410" y="121"/>
                  </a:moveTo>
                  <a:cubicBezTo>
                    <a:pt x="749" y="132"/>
                    <a:pt x="984" y="140"/>
                    <a:pt x="1336" y="132"/>
                  </a:cubicBezTo>
                  <a:cubicBezTo>
                    <a:pt x="1588" y="105"/>
                    <a:pt x="1841" y="98"/>
                    <a:pt x="2093" y="76"/>
                  </a:cubicBezTo>
                  <a:cubicBezTo>
                    <a:pt x="1871" y="226"/>
                    <a:pt x="2499" y="91"/>
                    <a:pt x="2680" y="121"/>
                  </a:cubicBezTo>
                  <a:cubicBezTo>
                    <a:pt x="3241" y="111"/>
                    <a:pt x="3496" y="0"/>
                    <a:pt x="3211" y="189"/>
                  </a:cubicBezTo>
                  <a:cubicBezTo>
                    <a:pt x="2900" y="395"/>
                    <a:pt x="3956" y="182"/>
                    <a:pt x="4329" y="178"/>
                  </a:cubicBezTo>
                  <a:cubicBezTo>
                    <a:pt x="4474" y="140"/>
                    <a:pt x="4621" y="130"/>
                    <a:pt x="4770" y="121"/>
                  </a:cubicBezTo>
                  <a:cubicBezTo>
                    <a:pt x="4910" y="140"/>
                    <a:pt x="4969" y="91"/>
                    <a:pt x="4928" y="212"/>
                  </a:cubicBezTo>
                  <a:cubicBezTo>
                    <a:pt x="4924" y="225"/>
                    <a:pt x="4913" y="234"/>
                    <a:pt x="4905" y="245"/>
                  </a:cubicBezTo>
                  <a:cubicBezTo>
                    <a:pt x="4854" y="402"/>
                    <a:pt x="4898" y="255"/>
                    <a:pt x="4883" y="663"/>
                  </a:cubicBezTo>
                  <a:cubicBezTo>
                    <a:pt x="4875" y="867"/>
                    <a:pt x="4874" y="861"/>
                    <a:pt x="4860" y="1025"/>
                  </a:cubicBezTo>
                  <a:cubicBezTo>
                    <a:pt x="4855" y="1243"/>
                    <a:pt x="4838" y="1462"/>
                    <a:pt x="4838" y="1680"/>
                  </a:cubicBezTo>
                  <a:cubicBezTo>
                    <a:pt x="4838" y="1718"/>
                    <a:pt x="4844" y="1605"/>
                    <a:pt x="4849" y="1567"/>
                  </a:cubicBezTo>
                  <a:cubicBezTo>
                    <a:pt x="4851" y="1548"/>
                    <a:pt x="4856" y="1529"/>
                    <a:pt x="4860" y="1510"/>
                  </a:cubicBezTo>
                  <a:cubicBezTo>
                    <a:pt x="4864" y="1529"/>
                    <a:pt x="4864" y="1549"/>
                    <a:pt x="4871" y="1567"/>
                  </a:cubicBezTo>
                  <a:cubicBezTo>
                    <a:pt x="4876" y="1580"/>
                    <a:pt x="4894" y="1587"/>
                    <a:pt x="4894" y="1601"/>
                  </a:cubicBezTo>
                  <a:cubicBezTo>
                    <a:pt x="4894" y="1913"/>
                    <a:pt x="4879" y="2226"/>
                    <a:pt x="4871" y="2538"/>
                  </a:cubicBezTo>
                  <a:cubicBezTo>
                    <a:pt x="4514" y="2534"/>
                    <a:pt x="4156" y="2535"/>
                    <a:pt x="3799" y="2527"/>
                  </a:cubicBezTo>
                  <a:cubicBezTo>
                    <a:pt x="3776" y="2527"/>
                    <a:pt x="3889" y="2517"/>
                    <a:pt x="3866" y="2516"/>
                  </a:cubicBezTo>
                  <a:cubicBezTo>
                    <a:pt x="3512" y="2508"/>
                    <a:pt x="3159" y="2508"/>
                    <a:pt x="2805" y="2504"/>
                  </a:cubicBezTo>
                  <a:cubicBezTo>
                    <a:pt x="2734" y="2506"/>
                    <a:pt x="1040" y="2578"/>
                    <a:pt x="1653" y="2470"/>
                  </a:cubicBezTo>
                  <a:cubicBezTo>
                    <a:pt x="1450" y="2572"/>
                    <a:pt x="1204" y="2516"/>
                    <a:pt x="986" y="2470"/>
                  </a:cubicBezTo>
                  <a:cubicBezTo>
                    <a:pt x="872" y="2472"/>
                    <a:pt x="318" y="2382"/>
                    <a:pt x="128" y="2572"/>
                  </a:cubicBezTo>
                  <a:cubicBezTo>
                    <a:pt x="0" y="2261"/>
                    <a:pt x="85" y="1659"/>
                    <a:pt x="71" y="1262"/>
                  </a:cubicBezTo>
                  <a:cubicBezTo>
                    <a:pt x="81" y="466"/>
                    <a:pt x="28" y="556"/>
                    <a:pt x="105" y="155"/>
                  </a:cubicBezTo>
                  <a:cubicBezTo>
                    <a:pt x="120" y="159"/>
                    <a:pt x="138" y="157"/>
                    <a:pt x="151" y="166"/>
                  </a:cubicBezTo>
                  <a:cubicBezTo>
                    <a:pt x="211" y="206"/>
                    <a:pt x="126" y="211"/>
                    <a:pt x="218" y="189"/>
                  </a:cubicBezTo>
                  <a:cubicBezTo>
                    <a:pt x="244" y="150"/>
                    <a:pt x="269" y="125"/>
                    <a:pt x="309" y="99"/>
                  </a:cubicBezTo>
                  <a:cubicBezTo>
                    <a:pt x="348" y="107"/>
                    <a:pt x="373" y="111"/>
                    <a:pt x="410" y="121"/>
                  </a:cubicBezTo>
                  <a:cubicBezTo>
                    <a:pt x="410" y="121"/>
                    <a:pt x="501" y="150"/>
                    <a:pt x="410" y="121"/>
                  </a:cubicBezTo>
                  <a:close/>
                </a:path>
              </a:pathLst>
            </a:custGeom>
            <a:solidFill>
              <a:srgbClr val="C9E4FF"/>
            </a:solidFill>
            <a:ln w="31750" cap="sq" cmpd="sng">
              <a:noFill/>
              <a:prstDash val="solid"/>
              <a:round/>
            </a:ln>
            <a:effectLst>
              <a:outerShdw dist="224686" dir="2837437" algn="ctr" rotWithShape="0">
                <a:srgbClr val="B9B9B9"/>
              </a:outerShdw>
            </a:effectLst>
          </p:spPr>
          <p:txBody>
            <a:bodyPr wrap="none" anchor="ctr"/>
            <a:lstStyle/>
            <a:p>
              <a:endParaRPr lang="zh-CN" altLang="en-US"/>
            </a:p>
          </p:txBody>
        </p:sp>
        <p:sp>
          <p:nvSpPr>
            <p:cNvPr id="13" name="Text Box 10"/>
            <p:cNvSpPr txBox="1">
              <a:spLocks noChangeArrowheads="1"/>
            </p:cNvSpPr>
            <p:nvPr/>
          </p:nvSpPr>
          <p:spPr bwMode="auto">
            <a:xfrm>
              <a:off x="318" y="1270"/>
              <a:ext cx="4744" cy="1984"/>
            </a:xfrm>
            <a:prstGeom prst="rect">
              <a:avLst/>
            </a:prstGeom>
            <a:noFill/>
            <a:ln w="9525">
              <a:noFill/>
              <a:miter lim="800000"/>
            </a:ln>
          </p:spPr>
          <p:txBody>
            <a:bodyPr wrap="square">
              <a:spAutoFit/>
            </a:bodyPr>
            <a:lstStyle/>
            <a:p>
              <a:pPr algn="just" fontAlgn="base">
                <a:spcBef>
                  <a:spcPct val="0"/>
                </a:spcBef>
              </a:pPr>
              <a:r>
                <a:rPr lang="zh-CN" altLang="en-US" sz="2600" b="1" dirty="0">
                  <a:solidFill>
                    <a:srgbClr val="000080"/>
                  </a:solidFill>
                  <a:latin typeface="幼圆" pitchFamily="49" charset="-122"/>
                  <a:ea typeface="幼圆" pitchFamily="49" charset="-122"/>
                </a:rPr>
                <a:t>结论：</a:t>
              </a:r>
              <a:endParaRPr lang="en-US" altLang="zh-CN" sz="2600" b="1" dirty="0">
                <a:solidFill>
                  <a:srgbClr val="000080"/>
                </a:solidFill>
                <a:latin typeface="幼圆" pitchFamily="49" charset="-122"/>
                <a:ea typeface="幼圆" pitchFamily="49" charset="-122"/>
              </a:endParaRPr>
            </a:p>
            <a:p>
              <a:pPr marL="457200" indent="-457200" algn="just" fontAlgn="base">
                <a:spcBef>
                  <a:spcPct val="0"/>
                </a:spcBef>
                <a:buAutoNum type="arabicPeriod"/>
              </a:pPr>
              <a:r>
                <a:rPr lang="zh-CN" altLang="en-US" sz="2000" dirty="0">
                  <a:solidFill>
                    <a:srgbClr val="000080"/>
                  </a:solidFill>
                  <a:latin typeface="幼圆" pitchFamily="49" charset="-122"/>
                  <a:ea typeface="幼圆" pitchFamily="49" charset="-122"/>
                </a:rPr>
                <a:t>若线性表需要频繁查找（通讯录），较少进行插入和删除操作时，宜采用顺序存储结构。若需要频繁插入和删除时（如词频统计），宜采用链表结构。</a:t>
              </a:r>
              <a:endParaRPr lang="en-US" altLang="zh-CN" sz="2000" dirty="0">
                <a:solidFill>
                  <a:srgbClr val="000080"/>
                </a:solidFill>
                <a:latin typeface="幼圆" pitchFamily="49" charset="-122"/>
                <a:ea typeface="幼圆" pitchFamily="49" charset="-122"/>
              </a:endParaRPr>
            </a:p>
            <a:p>
              <a:pPr marL="457200" indent="-457200" algn="just" fontAlgn="base">
                <a:spcBef>
                  <a:spcPct val="0"/>
                </a:spcBef>
                <a:buAutoNum type="arabicPeriod"/>
              </a:pPr>
              <a:r>
                <a:rPr lang="zh-CN" altLang="en-US" sz="2000" dirty="0">
                  <a:solidFill>
                    <a:srgbClr val="000080"/>
                  </a:solidFill>
                  <a:latin typeface="幼圆" pitchFamily="49" charset="-122"/>
                  <a:ea typeface="幼圆" pitchFamily="49" charset="-122"/>
                </a:rPr>
                <a:t>当线性表中的元素个数变化较大或者根本不知道有多大时（如词频统计单词表），最好用链表结构。而如果事先知道线性的大致长度，用顺序结构次效率会高些。</a:t>
              </a:r>
              <a:endParaRPr lang="zh-CN" altLang="en-US" sz="2000" dirty="0">
                <a:solidFill>
                  <a:srgbClr val="000080"/>
                </a:solidFill>
                <a:latin typeface="幼圆" pitchFamily="49" charset="-122"/>
                <a:ea typeface="幼圆" pitchFamily="49" charset="-122"/>
              </a:endParaRP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linds(horizontal)">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right)">
                                      <p:cBhvr>
                                        <p:cTn id="2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p:cNvGrpSpPr/>
          <p:nvPr/>
        </p:nvGrpSpPr>
        <p:grpSpPr bwMode="auto">
          <a:xfrm>
            <a:off x="2351088" y="1127125"/>
            <a:ext cx="7416800" cy="3970338"/>
            <a:chOff x="860" y="646"/>
            <a:chExt cx="4445" cy="1016"/>
          </a:xfrm>
        </p:grpSpPr>
        <p:sp>
          <p:nvSpPr>
            <p:cNvPr id="32803" name="Rectangle 5"/>
            <p:cNvSpPr>
              <a:spLocks noChangeArrowheads="1"/>
            </p:cNvSpPr>
            <p:nvPr/>
          </p:nvSpPr>
          <p:spPr bwMode="auto">
            <a:xfrm>
              <a:off x="860" y="663"/>
              <a:ext cx="4445" cy="998"/>
            </a:xfrm>
            <a:prstGeom prst="rect">
              <a:avLst/>
            </a:prstGeom>
            <a:gradFill rotWithShape="1">
              <a:gsLst>
                <a:gs pos="0">
                  <a:srgbClr val="008080"/>
                </a:gs>
                <a:gs pos="50000">
                  <a:srgbClr val="003B3B"/>
                </a:gs>
                <a:gs pos="100000">
                  <a:srgbClr val="008080"/>
                </a:gs>
              </a:gsLst>
              <a:lin ang="18900000" scaled="1"/>
            </a:gradFill>
            <a:ln w="88900">
              <a:noFill/>
              <a:miter lim="800000"/>
            </a:ln>
            <a:effectLst>
              <a:outerShdw dist="117088" dir="2436078" algn="ctr" rotWithShape="0">
                <a:srgbClr val="D7D7D7"/>
              </a:outerShdw>
            </a:effectLst>
          </p:spPr>
          <p:txBody>
            <a:bodyPr wrap="none" anchor="ctr"/>
            <a:lstStyle/>
            <a:p>
              <a:endParaRPr lang="zh-CN" altLang="en-US"/>
            </a:p>
          </p:txBody>
        </p:sp>
        <p:sp>
          <p:nvSpPr>
            <p:cNvPr id="32804" name="Rectangle 6"/>
            <p:cNvSpPr>
              <a:spLocks noChangeArrowheads="1"/>
            </p:cNvSpPr>
            <p:nvPr/>
          </p:nvSpPr>
          <p:spPr bwMode="auto">
            <a:xfrm>
              <a:off x="880" y="646"/>
              <a:ext cx="4400" cy="1016"/>
            </a:xfrm>
            <a:prstGeom prst="rect">
              <a:avLst/>
            </a:prstGeom>
            <a:noFill/>
            <a:ln w="9525">
              <a:noFill/>
              <a:miter lim="800000"/>
            </a:ln>
            <a:effectLst>
              <a:outerShdw dist="17961" dir="2700000" algn="ctr" rotWithShape="0">
                <a:srgbClr val="000000"/>
              </a:outerShdw>
            </a:effectLst>
          </p:spPr>
          <p:txBody>
            <a:bodyPr anchor="ctr">
              <a:spAutoFit/>
            </a:bodyPr>
            <a:lstStyle/>
            <a:p>
              <a:pPr indent="228600">
                <a:lnSpc>
                  <a:spcPct val="150000"/>
                </a:lnSpc>
                <a:spcBef>
                  <a:spcPct val="0"/>
                </a:spcBef>
              </a:pPr>
              <a:r>
                <a:rPr kumimoji="1" lang="zh-CN" altLang="en-US" sz="2800" dirty="0">
                  <a:solidFill>
                    <a:srgbClr val="FFFF00"/>
                  </a:solidFill>
                  <a:latin typeface="幼圆" pitchFamily="49" charset="-122"/>
                  <a:ea typeface="幼圆" pitchFamily="49" charset="-122"/>
                </a:rPr>
                <a:t>已知</a:t>
              </a:r>
              <a:r>
                <a:rPr kumimoji="1" lang="en-US" altLang="zh-CN" sz="2800" dirty="0">
                  <a:solidFill>
                    <a:srgbClr val="FFFF00"/>
                  </a:solidFill>
                  <a:latin typeface="幼圆" pitchFamily="49" charset="-122"/>
                  <a:ea typeface="幼圆" pitchFamily="49" charset="-122"/>
                </a:rPr>
                <a:t>List</a:t>
              </a:r>
              <a:r>
                <a:rPr kumimoji="1" lang="zh-CN" altLang="en-US" sz="2800" dirty="0">
                  <a:solidFill>
                    <a:srgbClr val="FFFF00"/>
                  </a:solidFill>
                  <a:latin typeface="幼圆" pitchFamily="49" charset="-122"/>
                  <a:ea typeface="幼圆" pitchFamily="49" charset="-122"/>
                </a:rPr>
                <a:t>为没有头结点的单链表中第一个结点的指针</a:t>
              </a:r>
              <a:r>
                <a:rPr kumimoji="1" lang="en-US" altLang="zh-CN" sz="2800" dirty="0">
                  <a:solidFill>
                    <a:srgbClr val="FFFF00"/>
                  </a:solidFill>
                  <a:latin typeface="幼圆" pitchFamily="49" charset="-122"/>
                  <a:ea typeface="幼圆" pitchFamily="49" charset="-122"/>
                </a:rPr>
                <a:t>,</a:t>
              </a:r>
              <a:r>
                <a:rPr kumimoji="1" lang="zh-CN" altLang="en-US" sz="2800" dirty="0">
                  <a:solidFill>
                    <a:srgbClr val="FFFF00"/>
                  </a:solidFill>
                  <a:latin typeface="幼圆" pitchFamily="49" charset="-122"/>
                  <a:ea typeface="幼圆" pitchFamily="49" charset="-122"/>
                </a:rPr>
                <a:t>每个结点数据域存放一个字符，该字符可能是英文字母或数字字符或其他字符，编写算法构造三个以带头结点的单循环链表表示的线性表，使每个表中只含同一类字符。</a:t>
              </a:r>
              <a:endParaRPr kumimoji="1" lang="en-US" altLang="zh-CN" sz="2800" dirty="0">
                <a:solidFill>
                  <a:srgbClr val="FFFF00"/>
                </a:solidFill>
                <a:latin typeface="幼圆" pitchFamily="49" charset="-122"/>
                <a:ea typeface="幼圆" pitchFamily="49" charset="-122"/>
              </a:endParaRPr>
            </a:p>
            <a:p>
              <a:pPr indent="228600">
                <a:lnSpc>
                  <a:spcPct val="150000"/>
                </a:lnSpc>
                <a:spcBef>
                  <a:spcPct val="0"/>
                </a:spcBef>
              </a:pPr>
              <a:r>
                <a:rPr kumimoji="1" lang="en-US" altLang="zh-CN" sz="2800" dirty="0">
                  <a:solidFill>
                    <a:srgbClr val="FFFF00"/>
                  </a:solidFill>
                  <a:latin typeface="幼圆" pitchFamily="49" charset="-122"/>
                  <a:ea typeface="幼圆" pitchFamily="49" charset="-122"/>
                </a:rPr>
                <a:t>(</a:t>
              </a:r>
              <a:r>
                <a:rPr kumimoji="1" lang="zh-CN" altLang="en-US" sz="2800" dirty="0">
                  <a:solidFill>
                    <a:srgbClr val="FFFF00"/>
                  </a:solidFill>
                  <a:latin typeface="幼圆" pitchFamily="49" charset="-122"/>
                  <a:ea typeface="幼圆" pitchFamily="49" charset="-122"/>
                </a:rPr>
                <a:t>要求用尽量少的时间和尽量少的空间</a:t>
              </a:r>
              <a:r>
                <a:rPr kumimoji="1" lang="en-US" altLang="zh-CN" sz="2800" dirty="0">
                  <a:solidFill>
                    <a:srgbClr val="FFFF00"/>
                  </a:solidFill>
                  <a:latin typeface="幼圆" pitchFamily="49" charset="-122"/>
                  <a:ea typeface="幼圆" pitchFamily="49" charset="-122"/>
                </a:rPr>
                <a:t>)</a:t>
              </a:r>
              <a:endParaRPr lang="zh-CN" altLang="en-US" sz="2800" dirty="0">
                <a:solidFill>
                  <a:srgbClr val="FFFF00"/>
                </a:solidFill>
                <a:latin typeface="幼圆" pitchFamily="49" charset="-122"/>
                <a:ea typeface="幼圆" pitchFamily="49" charset="-122"/>
              </a:endParaRPr>
            </a:p>
          </p:txBody>
        </p:sp>
      </p:grpSp>
      <p:grpSp>
        <p:nvGrpSpPr>
          <p:cNvPr id="3" name="Group 7"/>
          <p:cNvGrpSpPr/>
          <p:nvPr/>
        </p:nvGrpSpPr>
        <p:grpSpPr bwMode="auto">
          <a:xfrm>
            <a:off x="1558925" y="227014"/>
            <a:ext cx="2305050" cy="898525"/>
            <a:chOff x="476" y="506"/>
            <a:chExt cx="516" cy="565"/>
          </a:xfrm>
        </p:grpSpPr>
        <p:sp>
          <p:nvSpPr>
            <p:cNvPr id="32801" name="Freeform 8"/>
            <p:cNvSpPr/>
            <p:nvPr/>
          </p:nvSpPr>
          <p:spPr bwMode="auto">
            <a:xfrm>
              <a:off x="476" y="506"/>
              <a:ext cx="499" cy="565"/>
            </a:xfrm>
            <a:custGeom>
              <a:avLst/>
              <a:gdLst>
                <a:gd name="T0" fmla="*/ 7 w 710"/>
                <a:gd name="T1" fmla="*/ 134 h 616"/>
                <a:gd name="T2" fmla="*/ 13 w 710"/>
                <a:gd name="T3" fmla="*/ 284 h 616"/>
                <a:gd name="T4" fmla="*/ 84 w 710"/>
                <a:gd name="T5" fmla="*/ 242 h 616"/>
                <a:gd name="T6" fmla="*/ 77 w 710"/>
                <a:gd name="T7" fmla="*/ 91 h 616"/>
                <a:gd name="T8" fmla="*/ 66 w 710"/>
                <a:gd name="T9" fmla="*/ 79 h 616"/>
                <a:gd name="T10" fmla="*/ 16 w 710"/>
                <a:gd name="T11" fmla="*/ 62 h 616"/>
                <a:gd name="T12" fmla="*/ 9 w 710"/>
                <a:gd name="T13" fmla="*/ 91 h 616"/>
                <a:gd name="T14" fmla="*/ 8 w 710"/>
                <a:gd name="T15" fmla="*/ 105 h 616"/>
                <a:gd name="T16" fmla="*/ 7 w 710"/>
                <a:gd name="T17" fmla="*/ 134 h 6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10" h="616">
                  <a:moveTo>
                    <a:pt x="58" y="225"/>
                  </a:moveTo>
                  <a:cubicBezTo>
                    <a:pt x="63" y="383"/>
                    <a:pt x="0" y="441"/>
                    <a:pt x="107" y="477"/>
                  </a:cubicBezTo>
                  <a:cubicBezTo>
                    <a:pt x="511" y="472"/>
                    <a:pt x="586" y="616"/>
                    <a:pt x="690" y="407"/>
                  </a:cubicBezTo>
                  <a:cubicBezTo>
                    <a:pt x="688" y="366"/>
                    <a:pt x="710" y="188"/>
                    <a:pt x="634" y="154"/>
                  </a:cubicBezTo>
                  <a:cubicBezTo>
                    <a:pt x="601" y="139"/>
                    <a:pt x="585" y="139"/>
                    <a:pt x="550" y="133"/>
                  </a:cubicBezTo>
                  <a:cubicBezTo>
                    <a:pt x="462" y="0"/>
                    <a:pt x="367" y="101"/>
                    <a:pt x="135" y="105"/>
                  </a:cubicBezTo>
                  <a:cubicBezTo>
                    <a:pt x="112" y="120"/>
                    <a:pt x="102" y="139"/>
                    <a:pt x="79" y="154"/>
                  </a:cubicBezTo>
                  <a:cubicBezTo>
                    <a:pt x="74" y="161"/>
                    <a:pt x="66" y="167"/>
                    <a:pt x="65" y="175"/>
                  </a:cubicBezTo>
                  <a:cubicBezTo>
                    <a:pt x="60" y="231"/>
                    <a:pt x="93" y="242"/>
                    <a:pt x="58" y="225"/>
                  </a:cubicBezTo>
                  <a:close/>
                </a:path>
              </a:pathLst>
            </a:custGeom>
            <a:solidFill>
              <a:srgbClr val="99CCFF"/>
            </a:solidFill>
            <a:ln w="9525" cap="flat" cmpd="sng">
              <a:noFill/>
              <a:prstDash val="solid"/>
              <a:round/>
            </a:ln>
            <a:effectLst>
              <a:outerShdw dist="45791" dir="2021404" algn="ctr" rotWithShape="0">
                <a:srgbClr val="7B7B7B"/>
              </a:outerShdw>
            </a:effectLst>
          </p:spPr>
          <p:txBody>
            <a:bodyPr wrap="none" anchor="ctr"/>
            <a:lstStyle/>
            <a:p>
              <a:endParaRPr lang="zh-CN" altLang="en-US"/>
            </a:p>
          </p:txBody>
        </p:sp>
        <p:sp>
          <p:nvSpPr>
            <p:cNvPr id="32802" name="Rectangle 9"/>
            <p:cNvSpPr>
              <a:spLocks noChangeArrowheads="1"/>
            </p:cNvSpPr>
            <p:nvPr/>
          </p:nvSpPr>
          <p:spPr bwMode="auto">
            <a:xfrm>
              <a:off x="493" y="527"/>
              <a:ext cx="499" cy="480"/>
            </a:xfrm>
            <a:prstGeom prst="rect">
              <a:avLst/>
            </a:prstGeom>
            <a:noFill/>
            <a:ln w="9525">
              <a:noFill/>
              <a:miter lim="800000"/>
            </a:ln>
            <a:effectLst>
              <a:outerShdw dist="28398" dir="3806097" algn="ctr" rotWithShape="0">
                <a:schemeClr val="bg1"/>
              </a:outerShdw>
            </a:effectLst>
          </p:spPr>
          <p:txBody>
            <a:bodyPr anchor="ctr">
              <a:spAutoFit/>
            </a:bodyPr>
            <a:lstStyle/>
            <a:p>
              <a:r>
                <a:rPr lang="zh-CN" altLang="en-US" sz="4400" dirty="0">
                  <a:solidFill>
                    <a:srgbClr val="FF0000"/>
                  </a:solidFill>
                  <a:ea typeface="华文新魏" pitchFamily="2" charset="-122"/>
                </a:rPr>
                <a:t>思考题 </a:t>
              </a:r>
              <a:endParaRPr lang="zh-CN" altLang="en-US" sz="4400" dirty="0">
                <a:solidFill>
                  <a:srgbClr val="FF0000"/>
                </a:solidFill>
                <a:ea typeface="华文新魏" pitchFamily="2" charset="-122"/>
              </a:endParaRPr>
            </a:p>
          </p:txBody>
        </p:sp>
      </p:grpSp>
      <p:grpSp>
        <p:nvGrpSpPr>
          <p:cNvPr id="4" name="Group 144"/>
          <p:cNvGrpSpPr/>
          <p:nvPr/>
        </p:nvGrpSpPr>
        <p:grpSpPr bwMode="auto">
          <a:xfrm>
            <a:off x="2538413" y="5300664"/>
            <a:ext cx="7088188" cy="1468438"/>
            <a:chOff x="480" y="1344"/>
            <a:chExt cx="4465" cy="925"/>
          </a:xfrm>
        </p:grpSpPr>
        <p:grpSp>
          <p:nvGrpSpPr>
            <p:cNvPr id="5" name="Group 68"/>
            <p:cNvGrpSpPr/>
            <p:nvPr/>
          </p:nvGrpSpPr>
          <p:grpSpPr bwMode="auto">
            <a:xfrm>
              <a:off x="1690" y="1927"/>
              <a:ext cx="384" cy="192"/>
              <a:chOff x="1152" y="1344"/>
              <a:chExt cx="384" cy="192"/>
            </a:xfrm>
          </p:grpSpPr>
          <p:sp>
            <p:nvSpPr>
              <p:cNvPr id="32799" name="Rectangle 69"/>
              <p:cNvSpPr>
                <a:spLocks noChangeArrowheads="1"/>
              </p:cNvSpPr>
              <p:nvPr/>
            </p:nvSpPr>
            <p:spPr bwMode="auto">
              <a:xfrm>
                <a:off x="1152" y="1344"/>
                <a:ext cx="240" cy="192"/>
              </a:xfrm>
              <a:prstGeom prst="rect">
                <a:avLst/>
              </a:prstGeom>
              <a:noFill/>
              <a:ln w="25400" cap="sq">
                <a:solidFill>
                  <a:srgbClr val="000080"/>
                </a:solidFill>
                <a:miter lim="800000"/>
              </a:ln>
            </p:spPr>
            <p:txBody>
              <a:bodyPr wrap="none" anchor="ctr"/>
              <a:lstStyle/>
              <a:p>
                <a:endParaRPr lang="zh-CN" altLang="en-US"/>
              </a:p>
            </p:txBody>
          </p:sp>
          <p:sp>
            <p:nvSpPr>
              <p:cNvPr id="32800" name="Rectangle 70"/>
              <p:cNvSpPr>
                <a:spLocks noChangeArrowheads="1"/>
              </p:cNvSpPr>
              <p:nvPr/>
            </p:nvSpPr>
            <p:spPr bwMode="auto">
              <a:xfrm>
                <a:off x="1392" y="1344"/>
                <a:ext cx="144" cy="192"/>
              </a:xfrm>
              <a:prstGeom prst="rect">
                <a:avLst/>
              </a:prstGeom>
              <a:noFill/>
              <a:ln w="25400" cap="sq">
                <a:solidFill>
                  <a:srgbClr val="000080"/>
                </a:solidFill>
                <a:miter lim="800000"/>
              </a:ln>
            </p:spPr>
            <p:txBody>
              <a:bodyPr wrap="none" anchor="ctr"/>
              <a:lstStyle/>
              <a:p>
                <a:endParaRPr lang="zh-CN" altLang="en-US"/>
              </a:p>
            </p:txBody>
          </p:sp>
        </p:grpSp>
        <p:grpSp>
          <p:nvGrpSpPr>
            <p:cNvPr id="6" name="Group 71"/>
            <p:cNvGrpSpPr/>
            <p:nvPr/>
          </p:nvGrpSpPr>
          <p:grpSpPr bwMode="auto">
            <a:xfrm>
              <a:off x="2254" y="1927"/>
              <a:ext cx="384" cy="192"/>
              <a:chOff x="1152" y="1344"/>
              <a:chExt cx="384" cy="192"/>
            </a:xfrm>
          </p:grpSpPr>
          <p:sp>
            <p:nvSpPr>
              <p:cNvPr id="32797" name="Rectangle 72"/>
              <p:cNvSpPr>
                <a:spLocks noChangeArrowheads="1"/>
              </p:cNvSpPr>
              <p:nvPr/>
            </p:nvSpPr>
            <p:spPr bwMode="auto">
              <a:xfrm>
                <a:off x="1152" y="1344"/>
                <a:ext cx="240" cy="192"/>
              </a:xfrm>
              <a:prstGeom prst="rect">
                <a:avLst/>
              </a:prstGeom>
              <a:noFill/>
              <a:ln w="25400" cap="sq">
                <a:solidFill>
                  <a:srgbClr val="000080"/>
                </a:solidFill>
                <a:miter lim="800000"/>
              </a:ln>
            </p:spPr>
            <p:txBody>
              <a:bodyPr wrap="none" anchor="ctr"/>
              <a:lstStyle/>
              <a:p>
                <a:endParaRPr lang="zh-CN" altLang="en-US"/>
              </a:p>
            </p:txBody>
          </p:sp>
          <p:sp>
            <p:nvSpPr>
              <p:cNvPr id="32798" name="Rectangle 73"/>
              <p:cNvSpPr>
                <a:spLocks noChangeArrowheads="1"/>
              </p:cNvSpPr>
              <p:nvPr/>
            </p:nvSpPr>
            <p:spPr bwMode="auto">
              <a:xfrm>
                <a:off x="1392" y="1344"/>
                <a:ext cx="144" cy="192"/>
              </a:xfrm>
              <a:prstGeom prst="rect">
                <a:avLst/>
              </a:prstGeom>
              <a:noFill/>
              <a:ln w="25400" cap="sq">
                <a:solidFill>
                  <a:srgbClr val="000080"/>
                </a:solidFill>
                <a:miter lim="800000"/>
              </a:ln>
            </p:spPr>
            <p:txBody>
              <a:bodyPr wrap="none" anchor="ctr"/>
              <a:lstStyle/>
              <a:p>
                <a:endParaRPr lang="zh-CN" altLang="en-US"/>
              </a:p>
            </p:txBody>
          </p:sp>
        </p:grpSp>
        <p:grpSp>
          <p:nvGrpSpPr>
            <p:cNvPr id="7" name="Group 74"/>
            <p:cNvGrpSpPr/>
            <p:nvPr/>
          </p:nvGrpSpPr>
          <p:grpSpPr bwMode="auto">
            <a:xfrm>
              <a:off x="3946" y="1927"/>
              <a:ext cx="384" cy="192"/>
              <a:chOff x="1152" y="1344"/>
              <a:chExt cx="384" cy="192"/>
            </a:xfrm>
          </p:grpSpPr>
          <p:sp>
            <p:nvSpPr>
              <p:cNvPr id="32795" name="Rectangle 75"/>
              <p:cNvSpPr>
                <a:spLocks noChangeArrowheads="1"/>
              </p:cNvSpPr>
              <p:nvPr/>
            </p:nvSpPr>
            <p:spPr bwMode="auto">
              <a:xfrm>
                <a:off x="1152" y="1344"/>
                <a:ext cx="240" cy="192"/>
              </a:xfrm>
              <a:prstGeom prst="rect">
                <a:avLst/>
              </a:prstGeom>
              <a:noFill/>
              <a:ln w="25400" cap="sq">
                <a:solidFill>
                  <a:srgbClr val="000080"/>
                </a:solidFill>
                <a:miter lim="800000"/>
              </a:ln>
            </p:spPr>
            <p:txBody>
              <a:bodyPr wrap="none" anchor="ctr"/>
              <a:lstStyle/>
              <a:p>
                <a:endParaRPr lang="zh-CN" altLang="en-US"/>
              </a:p>
            </p:txBody>
          </p:sp>
          <p:sp>
            <p:nvSpPr>
              <p:cNvPr id="32796" name="Rectangle 76"/>
              <p:cNvSpPr>
                <a:spLocks noChangeArrowheads="1"/>
              </p:cNvSpPr>
              <p:nvPr/>
            </p:nvSpPr>
            <p:spPr bwMode="auto">
              <a:xfrm>
                <a:off x="1392" y="1344"/>
                <a:ext cx="144" cy="192"/>
              </a:xfrm>
              <a:prstGeom prst="rect">
                <a:avLst/>
              </a:prstGeom>
              <a:noFill/>
              <a:ln w="25400" cap="sq">
                <a:solidFill>
                  <a:srgbClr val="000080"/>
                </a:solidFill>
                <a:miter lim="800000"/>
              </a:ln>
            </p:spPr>
            <p:txBody>
              <a:bodyPr wrap="none" anchor="ctr"/>
              <a:lstStyle/>
              <a:p>
                <a:endParaRPr lang="zh-CN" altLang="en-US"/>
              </a:p>
            </p:txBody>
          </p:sp>
        </p:grpSp>
        <p:grpSp>
          <p:nvGrpSpPr>
            <p:cNvPr id="8" name="Group 77"/>
            <p:cNvGrpSpPr/>
            <p:nvPr/>
          </p:nvGrpSpPr>
          <p:grpSpPr bwMode="auto">
            <a:xfrm>
              <a:off x="4522" y="1927"/>
              <a:ext cx="384" cy="192"/>
              <a:chOff x="1152" y="1344"/>
              <a:chExt cx="384" cy="192"/>
            </a:xfrm>
          </p:grpSpPr>
          <p:sp>
            <p:nvSpPr>
              <p:cNvPr id="32793" name="Rectangle 78"/>
              <p:cNvSpPr>
                <a:spLocks noChangeArrowheads="1"/>
              </p:cNvSpPr>
              <p:nvPr/>
            </p:nvSpPr>
            <p:spPr bwMode="auto">
              <a:xfrm>
                <a:off x="1152" y="1344"/>
                <a:ext cx="240" cy="192"/>
              </a:xfrm>
              <a:prstGeom prst="rect">
                <a:avLst/>
              </a:prstGeom>
              <a:noFill/>
              <a:ln w="25400" cap="sq">
                <a:solidFill>
                  <a:srgbClr val="000080"/>
                </a:solidFill>
                <a:miter lim="800000"/>
              </a:ln>
            </p:spPr>
            <p:txBody>
              <a:bodyPr wrap="none" anchor="ctr"/>
              <a:lstStyle/>
              <a:p>
                <a:endParaRPr lang="zh-CN" altLang="en-US"/>
              </a:p>
            </p:txBody>
          </p:sp>
          <p:sp>
            <p:nvSpPr>
              <p:cNvPr id="32794" name="Rectangle 79"/>
              <p:cNvSpPr>
                <a:spLocks noChangeArrowheads="1"/>
              </p:cNvSpPr>
              <p:nvPr/>
            </p:nvSpPr>
            <p:spPr bwMode="auto">
              <a:xfrm>
                <a:off x="1392" y="1344"/>
                <a:ext cx="144" cy="192"/>
              </a:xfrm>
              <a:prstGeom prst="rect">
                <a:avLst/>
              </a:prstGeom>
              <a:noFill/>
              <a:ln w="25400" cap="sq">
                <a:solidFill>
                  <a:srgbClr val="000080"/>
                </a:solidFill>
                <a:miter lim="800000"/>
              </a:ln>
            </p:spPr>
            <p:txBody>
              <a:bodyPr wrap="none" anchor="ctr"/>
              <a:lstStyle/>
              <a:p>
                <a:endParaRPr lang="zh-CN" altLang="en-US"/>
              </a:p>
            </p:txBody>
          </p:sp>
        </p:grpSp>
        <p:grpSp>
          <p:nvGrpSpPr>
            <p:cNvPr id="9" name="Group 80"/>
            <p:cNvGrpSpPr/>
            <p:nvPr/>
          </p:nvGrpSpPr>
          <p:grpSpPr bwMode="auto">
            <a:xfrm>
              <a:off x="2830" y="1927"/>
              <a:ext cx="384" cy="192"/>
              <a:chOff x="1152" y="1344"/>
              <a:chExt cx="384" cy="192"/>
            </a:xfrm>
          </p:grpSpPr>
          <p:sp>
            <p:nvSpPr>
              <p:cNvPr id="32791" name="Rectangle 81"/>
              <p:cNvSpPr>
                <a:spLocks noChangeArrowheads="1"/>
              </p:cNvSpPr>
              <p:nvPr/>
            </p:nvSpPr>
            <p:spPr bwMode="auto">
              <a:xfrm>
                <a:off x="1152" y="1344"/>
                <a:ext cx="240" cy="192"/>
              </a:xfrm>
              <a:prstGeom prst="rect">
                <a:avLst/>
              </a:prstGeom>
              <a:noFill/>
              <a:ln w="25400" cap="sq">
                <a:solidFill>
                  <a:srgbClr val="000080"/>
                </a:solidFill>
                <a:miter lim="800000"/>
              </a:ln>
            </p:spPr>
            <p:txBody>
              <a:bodyPr wrap="none" anchor="ctr"/>
              <a:lstStyle/>
              <a:p>
                <a:endParaRPr lang="zh-CN" altLang="en-US"/>
              </a:p>
            </p:txBody>
          </p:sp>
          <p:sp>
            <p:nvSpPr>
              <p:cNvPr id="32792" name="Rectangle 82"/>
              <p:cNvSpPr>
                <a:spLocks noChangeArrowheads="1"/>
              </p:cNvSpPr>
              <p:nvPr/>
            </p:nvSpPr>
            <p:spPr bwMode="auto">
              <a:xfrm>
                <a:off x="1392" y="1344"/>
                <a:ext cx="144" cy="192"/>
              </a:xfrm>
              <a:prstGeom prst="rect">
                <a:avLst/>
              </a:prstGeom>
              <a:noFill/>
              <a:ln w="25400" cap="sq">
                <a:solidFill>
                  <a:srgbClr val="000080"/>
                </a:solidFill>
                <a:miter lim="800000"/>
              </a:ln>
            </p:spPr>
            <p:txBody>
              <a:bodyPr wrap="none" anchor="ctr"/>
              <a:lstStyle/>
              <a:p>
                <a:endParaRPr lang="zh-CN" altLang="en-US"/>
              </a:p>
            </p:txBody>
          </p:sp>
        </p:grpSp>
        <p:sp>
          <p:nvSpPr>
            <p:cNvPr id="32778" name="Line 83"/>
            <p:cNvSpPr>
              <a:spLocks noChangeShapeType="1"/>
            </p:cNvSpPr>
            <p:nvPr/>
          </p:nvSpPr>
          <p:spPr bwMode="auto">
            <a:xfrm>
              <a:off x="2002" y="2023"/>
              <a:ext cx="240" cy="0"/>
            </a:xfrm>
            <a:prstGeom prst="line">
              <a:avLst/>
            </a:prstGeom>
            <a:noFill/>
            <a:ln w="19050" cap="sq">
              <a:solidFill>
                <a:srgbClr val="000080"/>
              </a:solidFill>
              <a:round/>
              <a:tailEnd type="triangle" w="med" len="med"/>
            </a:ln>
          </p:spPr>
          <p:txBody>
            <a:bodyPr wrap="none" anchor="ctr"/>
            <a:lstStyle/>
            <a:p>
              <a:endParaRPr lang="zh-CN" altLang="en-US"/>
            </a:p>
          </p:txBody>
        </p:sp>
        <p:sp>
          <p:nvSpPr>
            <p:cNvPr id="32779" name="Line 84"/>
            <p:cNvSpPr>
              <a:spLocks noChangeShapeType="1"/>
            </p:cNvSpPr>
            <p:nvPr/>
          </p:nvSpPr>
          <p:spPr bwMode="auto">
            <a:xfrm>
              <a:off x="2554" y="2023"/>
              <a:ext cx="240" cy="0"/>
            </a:xfrm>
            <a:prstGeom prst="line">
              <a:avLst/>
            </a:prstGeom>
            <a:noFill/>
            <a:ln w="19050" cap="sq">
              <a:solidFill>
                <a:srgbClr val="000080"/>
              </a:solidFill>
              <a:round/>
              <a:tailEnd type="triangle" w="med" len="med"/>
            </a:ln>
          </p:spPr>
          <p:txBody>
            <a:bodyPr wrap="none" anchor="ctr"/>
            <a:lstStyle/>
            <a:p>
              <a:endParaRPr lang="zh-CN" altLang="en-US"/>
            </a:p>
          </p:txBody>
        </p:sp>
        <p:sp>
          <p:nvSpPr>
            <p:cNvPr id="32780" name="Line 85"/>
            <p:cNvSpPr>
              <a:spLocks noChangeShapeType="1"/>
            </p:cNvSpPr>
            <p:nvPr/>
          </p:nvSpPr>
          <p:spPr bwMode="auto">
            <a:xfrm>
              <a:off x="3142" y="2011"/>
              <a:ext cx="240" cy="0"/>
            </a:xfrm>
            <a:prstGeom prst="line">
              <a:avLst/>
            </a:prstGeom>
            <a:noFill/>
            <a:ln w="19050" cap="sq">
              <a:solidFill>
                <a:srgbClr val="000080"/>
              </a:solidFill>
              <a:round/>
              <a:tailEnd type="triangle" w="med" len="med"/>
            </a:ln>
          </p:spPr>
          <p:txBody>
            <a:bodyPr wrap="none" anchor="ctr"/>
            <a:lstStyle/>
            <a:p>
              <a:endParaRPr lang="zh-CN" altLang="en-US"/>
            </a:p>
          </p:txBody>
        </p:sp>
        <p:sp>
          <p:nvSpPr>
            <p:cNvPr id="32781" name="Line 86"/>
            <p:cNvSpPr>
              <a:spLocks noChangeShapeType="1"/>
            </p:cNvSpPr>
            <p:nvPr/>
          </p:nvSpPr>
          <p:spPr bwMode="auto">
            <a:xfrm>
              <a:off x="3694" y="2011"/>
              <a:ext cx="240" cy="0"/>
            </a:xfrm>
            <a:prstGeom prst="line">
              <a:avLst/>
            </a:prstGeom>
            <a:noFill/>
            <a:ln w="19050" cap="sq">
              <a:solidFill>
                <a:srgbClr val="000080"/>
              </a:solidFill>
              <a:round/>
              <a:tailEnd type="triangle" w="med" len="med"/>
            </a:ln>
          </p:spPr>
          <p:txBody>
            <a:bodyPr wrap="none" anchor="ctr"/>
            <a:lstStyle/>
            <a:p>
              <a:endParaRPr lang="zh-CN" altLang="en-US"/>
            </a:p>
          </p:txBody>
        </p:sp>
        <p:sp>
          <p:nvSpPr>
            <p:cNvPr id="32782" name="Line 87"/>
            <p:cNvSpPr>
              <a:spLocks noChangeShapeType="1"/>
            </p:cNvSpPr>
            <p:nvPr/>
          </p:nvSpPr>
          <p:spPr bwMode="auto">
            <a:xfrm>
              <a:off x="4282" y="2011"/>
              <a:ext cx="240" cy="0"/>
            </a:xfrm>
            <a:prstGeom prst="line">
              <a:avLst/>
            </a:prstGeom>
            <a:noFill/>
            <a:ln w="19050" cap="sq">
              <a:solidFill>
                <a:srgbClr val="000080"/>
              </a:solidFill>
              <a:round/>
              <a:tailEnd type="triangle" w="med" len="med"/>
            </a:ln>
          </p:spPr>
          <p:txBody>
            <a:bodyPr wrap="none" anchor="ctr"/>
            <a:lstStyle/>
            <a:p>
              <a:endParaRPr lang="zh-CN" altLang="en-US"/>
            </a:p>
          </p:txBody>
        </p:sp>
        <p:sp>
          <p:nvSpPr>
            <p:cNvPr id="32783" name="Text Box 88"/>
            <p:cNvSpPr txBox="1">
              <a:spLocks noChangeArrowheads="1"/>
            </p:cNvSpPr>
            <p:nvPr/>
          </p:nvSpPr>
          <p:spPr bwMode="auto">
            <a:xfrm>
              <a:off x="3430" y="1843"/>
              <a:ext cx="289" cy="310"/>
            </a:xfrm>
            <a:prstGeom prst="rect">
              <a:avLst/>
            </a:prstGeom>
            <a:noFill/>
            <a:ln w="12700" cap="sq">
              <a:noFill/>
              <a:miter lim="800000"/>
            </a:ln>
          </p:spPr>
          <p:txBody>
            <a:bodyPr wrap="none">
              <a:spAutoFit/>
            </a:bodyPr>
            <a:lstStyle/>
            <a:p>
              <a:r>
                <a:rPr lang="zh-CN" altLang="en-US" sz="2600">
                  <a:solidFill>
                    <a:srgbClr val="003264"/>
                  </a:solidFill>
                  <a:ea typeface="宋体" pitchFamily="2" charset="-122"/>
                  <a:cs typeface="Times New Roman" panose="02020503050405090304" pitchFamily="18" charset="0"/>
                </a:rPr>
                <a:t>…</a:t>
              </a:r>
              <a:endParaRPr lang="zh-CN" altLang="en-US" sz="2600">
                <a:solidFill>
                  <a:srgbClr val="003264"/>
                </a:solidFill>
                <a:ea typeface="宋体" pitchFamily="2" charset="-122"/>
                <a:cs typeface="Times New Roman" panose="02020503050405090304" pitchFamily="18" charset="0"/>
              </a:endParaRPr>
            </a:p>
          </p:txBody>
        </p:sp>
        <p:sp>
          <p:nvSpPr>
            <p:cNvPr id="32784" name="Text Box 89"/>
            <p:cNvSpPr txBox="1">
              <a:spLocks noChangeArrowheads="1"/>
            </p:cNvSpPr>
            <p:nvPr/>
          </p:nvSpPr>
          <p:spPr bwMode="auto">
            <a:xfrm>
              <a:off x="4726" y="1891"/>
              <a:ext cx="219" cy="378"/>
            </a:xfrm>
            <a:prstGeom prst="rect">
              <a:avLst/>
            </a:prstGeom>
            <a:noFill/>
            <a:ln w="12700" cap="sq">
              <a:noFill/>
              <a:miter lim="800000"/>
            </a:ln>
          </p:spPr>
          <p:txBody>
            <a:bodyPr wrap="none">
              <a:spAutoFit/>
            </a:bodyPr>
            <a:lstStyle/>
            <a:p>
              <a:r>
                <a:rPr lang="zh-CN" altLang="en-US" sz="3300">
                  <a:solidFill>
                    <a:srgbClr val="003264"/>
                  </a:solidFill>
                </a:rPr>
                <a:t>^</a:t>
              </a:r>
              <a:endParaRPr lang="zh-CN" altLang="en-US" sz="3300">
                <a:solidFill>
                  <a:srgbClr val="003264"/>
                </a:solidFill>
              </a:endParaRPr>
            </a:p>
          </p:txBody>
        </p:sp>
        <p:sp>
          <p:nvSpPr>
            <p:cNvPr id="32785" name="Text Box 91"/>
            <p:cNvSpPr txBox="1">
              <a:spLocks noChangeArrowheads="1"/>
            </p:cNvSpPr>
            <p:nvPr/>
          </p:nvSpPr>
          <p:spPr bwMode="auto">
            <a:xfrm>
              <a:off x="718" y="1550"/>
              <a:ext cx="386" cy="378"/>
            </a:xfrm>
            <a:prstGeom prst="rect">
              <a:avLst/>
            </a:prstGeom>
            <a:noFill/>
            <a:ln w="12700" cap="sq">
              <a:noFill/>
              <a:miter lim="800000"/>
            </a:ln>
          </p:spPr>
          <p:txBody>
            <a:bodyPr>
              <a:spAutoFit/>
            </a:bodyPr>
            <a:lstStyle/>
            <a:p>
              <a:pPr>
                <a:spcBef>
                  <a:spcPct val="0"/>
                </a:spcBef>
              </a:pPr>
              <a:r>
                <a:rPr lang="en-US" altLang="zh-CN" sz="3300">
                  <a:solidFill>
                    <a:schemeClr val="accent2"/>
                  </a:solidFill>
                </a:rPr>
                <a:t>list</a:t>
              </a:r>
              <a:endParaRPr lang="en-US" altLang="zh-CN" sz="3300">
                <a:solidFill>
                  <a:schemeClr val="accent2"/>
                </a:solidFill>
              </a:endParaRPr>
            </a:p>
          </p:txBody>
        </p:sp>
        <p:sp>
          <p:nvSpPr>
            <p:cNvPr id="32786" name="Rectangle 92"/>
            <p:cNvSpPr>
              <a:spLocks noChangeArrowheads="1"/>
            </p:cNvSpPr>
            <p:nvPr/>
          </p:nvSpPr>
          <p:spPr bwMode="auto">
            <a:xfrm>
              <a:off x="480" y="1344"/>
              <a:ext cx="2016" cy="298"/>
            </a:xfrm>
            <a:prstGeom prst="rect">
              <a:avLst/>
            </a:prstGeom>
            <a:noFill/>
            <a:ln w="12700" cap="sq">
              <a:noFill/>
              <a:miter lim="800000"/>
            </a:ln>
          </p:spPr>
          <p:txBody>
            <a:bodyPr>
              <a:spAutoFit/>
            </a:bodyPr>
            <a:lstStyle/>
            <a:p>
              <a:pPr>
                <a:spcBef>
                  <a:spcPct val="0"/>
                </a:spcBef>
              </a:pPr>
              <a:r>
                <a:rPr lang="zh-CN" altLang="en-US" sz="2500">
                  <a:solidFill>
                    <a:srgbClr val="004B96"/>
                  </a:solidFill>
                  <a:latin typeface="幼圆" pitchFamily="49" charset="-122"/>
                  <a:ea typeface="幼圆" pitchFamily="49" charset="-122"/>
                </a:rPr>
                <a:t>带头结点的线性链表</a:t>
              </a:r>
              <a:endParaRPr lang="zh-CN" altLang="en-US" sz="2500">
                <a:solidFill>
                  <a:srgbClr val="004B96"/>
                </a:solidFill>
                <a:latin typeface="幼圆" pitchFamily="49" charset="-122"/>
                <a:ea typeface="幼圆" pitchFamily="49" charset="-122"/>
              </a:endParaRPr>
            </a:p>
          </p:txBody>
        </p:sp>
        <p:sp>
          <p:nvSpPr>
            <p:cNvPr id="32787" name="Line 90"/>
            <p:cNvSpPr>
              <a:spLocks noChangeShapeType="1"/>
            </p:cNvSpPr>
            <p:nvPr/>
          </p:nvSpPr>
          <p:spPr bwMode="auto">
            <a:xfrm>
              <a:off x="972" y="1788"/>
              <a:ext cx="144" cy="144"/>
            </a:xfrm>
            <a:prstGeom prst="line">
              <a:avLst/>
            </a:prstGeom>
            <a:noFill/>
            <a:ln w="19050" cap="sq">
              <a:solidFill>
                <a:srgbClr val="FF0000"/>
              </a:solidFill>
              <a:round/>
              <a:tailEnd type="triangle" w="med" len="med"/>
            </a:ln>
          </p:spPr>
          <p:txBody>
            <a:bodyPr wrap="none" anchor="ctr"/>
            <a:lstStyle/>
            <a:p>
              <a:endParaRPr lang="zh-CN" altLang="en-US"/>
            </a:p>
          </p:txBody>
        </p:sp>
        <p:sp>
          <p:nvSpPr>
            <p:cNvPr id="32788" name="Rectangle 97"/>
            <p:cNvSpPr>
              <a:spLocks noChangeArrowheads="1"/>
            </p:cNvSpPr>
            <p:nvPr/>
          </p:nvSpPr>
          <p:spPr bwMode="auto">
            <a:xfrm>
              <a:off x="1116" y="1920"/>
              <a:ext cx="240" cy="192"/>
            </a:xfrm>
            <a:prstGeom prst="rect">
              <a:avLst/>
            </a:prstGeom>
            <a:solidFill>
              <a:srgbClr val="E6E6E6"/>
            </a:solidFill>
            <a:ln w="25400" cap="sq">
              <a:solidFill>
                <a:schemeClr val="accent2"/>
              </a:solidFill>
              <a:miter lim="800000"/>
            </a:ln>
          </p:spPr>
          <p:txBody>
            <a:bodyPr wrap="none" anchor="ctr"/>
            <a:lstStyle/>
            <a:p>
              <a:endParaRPr lang="zh-CN" altLang="en-US"/>
            </a:p>
          </p:txBody>
        </p:sp>
        <p:sp>
          <p:nvSpPr>
            <p:cNvPr id="32789" name="Rectangle 98"/>
            <p:cNvSpPr>
              <a:spLocks noChangeArrowheads="1"/>
            </p:cNvSpPr>
            <p:nvPr/>
          </p:nvSpPr>
          <p:spPr bwMode="auto">
            <a:xfrm>
              <a:off x="1356" y="1920"/>
              <a:ext cx="144" cy="192"/>
            </a:xfrm>
            <a:prstGeom prst="rect">
              <a:avLst/>
            </a:prstGeom>
            <a:noFill/>
            <a:ln w="25400" cap="sq">
              <a:solidFill>
                <a:schemeClr val="accent2"/>
              </a:solidFill>
              <a:miter lim="800000"/>
            </a:ln>
          </p:spPr>
          <p:txBody>
            <a:bodyPr wrap="none" anchor="ctr"/>
            <a:lstStyle/>
            <a:p>
              <a:endParaRPr lang="zh-CN" altLang="en-US"/>
            </a:p>
          </p:txBody>
        </p:sp>
        <p:sp>
          <p:nvSpPr>
            <p:cNvPr id="32790" name="Line 100"/>
            <p:cNvSpPr>
              <a:spLocks noChangeShapeType="1"/>
            </p:cNvSpPr>
            <p:nvPr/>
          </p:nvSpPr>
          <p:spPr bwMode="auto">
            <a:xfrm>
              <a:off x="1428" y="2016"/>
              <a:ext cx="240" cy="0"/>
            </a:xfrm>
            <a:prstGeom prst="line">
              <a:avLst/>
            </a:prstGeom>
            <a:noFill/>
            <a:ln w="22225" cap="sq">
              <a:solidFill>
                <a:srgbClr val="FF0000"/>
              </a:solidFill>
              <a:round/>
              <a:tailEnd type="triangle" w="med" len="med"/>
            </a:ln>
          </p:spPr>
          <p:txBody>
            <a:bodyPr wrap="none" anchor="ctr"/>
            <a:lstStyle/>
            <a:p>
              <a:endParaRPr lang="zh-CN" altLang="en-US"/>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right)">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80"/>
          <p:cNvGrpSpPr/>
          <p:nvPr/>
        </p:nvGrpSpPr>
        <p:grpSpPr bwMode="auto">
          <a:xfrm>
            <a:off x="2606677" y="2133601"/>
            <a:ext cx="6829425" cy="1008063"/>
            <a:chOff x="801" y="1525"/>
            <a:chExt cx="4302" cy="635"/>
          </a:xfrm>
        </p:grpSpPr>
        <p:grpSp>
          <p:nvGrpSpPr>
            <p:cNvPr id="3" name="Group 153"/>
            <p:cNvGrpSpPr/>
            <p:nvPr/>
          </p:nvGrpSpPr>
          <p:grpSpPr bwMode="auto">
            <a:xfrm>
              <a:off x="1208" y="1920"/>
              <a:ext cx="480" cy="240"/>
              <a:chOff x="816" y="2016"/>
              <a:chExt cx="480" cy="240"/>
            </a:xfrm>
          </p:grpSpPr>
          <p:sp>
            <p:nvSpPr>
              <p:cNvPr id="33855" name="Rectangle 154"/>
              <p:cNvSpPr>
                <a:spLocks noChangeArrowheads="1"/>
              </p:cNvSpPr>
              <p:nvPr/>
            </p:nvSpPr>
            <p:spPr bwMode="auto">
              <a:xfrm>
                <a:off x="816" y="2016"/>
                <a:ext cx="336" cy="240"/>
              </a:xfrm>
              <a:prstGeom prst="rect">
                <a:avLst/>
              </a:prstGeom>
              <a:noFill/>
              <a:ln w="28575" cap="sq">
                <a:solidFill>
                  <a:srgbClr val="000000"/>
                </a:solidFill>
                <a:miter lim="800000"/>
              </a:ln>
            </p:spPr>
            <p:txBody>
              <a:bodyPr wrap="none" anchor="ctr"/>
              <a:lstStyle/>
              <a:p>
                <a:endParaRPr lang="zh-CN" altLang="en-US"/>
              </a:p>
            </p:txBody>
          </p:sp>
          <p:sp>
            <p:nvSpPr>
              <p:cNvPr id="33856" name="Rectangle 155"/>
              <p:cNvSpPr>
                <a:spLocks noChangeArrowheads="1"/>
              </p:cNvSpPr>
              <p:nvPr/>
            </p:nvSpPr>
            <p:spPr bwMode="auto">
              <a:xfrm>
                <a:off x="1152" y="2016"/>
                <a:ext cx="144" cy="240"/>
              </a:xfrm>
              <a:prstGeom prst="rect">
                <a:avLst/>
              </a:prstGeom>
              <a:noFill/>
              <a:ln w="28575" cap="sq">
                <a:solidFill>
                  <a:srgbClr val="000000"/>
                </a:solidFill>
                <a:miter lim="800000"/>
              </a:ln>
            </p:spPr>
            <p:txBody>
              <a:bodyPr wrap="none" anchor="ctr"/>
              <a:lstStyle/>
              <a:p>
                <a:endParaRPr lang="zh-CN" altLang="en-US"/>
              </a:p>
            </p:txBody>
          </p:sp>
        </p:grpSp>
        <p:grpSp>
          <p:nvGrpSpPr>
            <p:cNvPr id="4" name="Group 156"/>
            <p:cNvGrpSpPr/>
            <p:nvPr/>
          </p:nvGrpSpPr>
          <p:grpSpPr bwMode="auto">
            <a:xfrm>
              <a:off x="1928" y="1920"/>
              <a:ext cx="480" cy="240"/>
              <a:chOff x="816" y="2016"/>
              <a:chExt cx="480" cy="240"/>
            </a:xfrm>
          </p:grpSpPr>
          <p:sp>
            <p:nvSpPr>
              <p:cNvPr id="33853" name="Rectangle 157"/>
              <p:cNvSpPr>
                <a:spLocks noChangeArrowheads="1"/>
              </p:cNvSpPr>
              <p:nvPr/>
            </p:nvSpPr>
            <p:spPr bwMode="auto">
              <a:xfrm>
                <a:off x="816" y="2016"/>
                <a:ext cx="336" cy="240"/>
              </a:xfrm>
              <a:prstGeom prst="rect">
                <a:avLst/>
              </a:prstGeom>
              <a:noFill/>
              <a:ln w="28575" cap="sq">
                <a:solidFill>
                  <a:srgbClr val="000000"/>
                </a:solidFill>
                <a:miter lim="800000"/>
              </a:ln>
            </p:spPr>
            <p:txBody>
              <a:bodyPr wrap="none" anchor="ctr"/>
              <a:lstStyle/>
              <a:p>
                <a:endParaRPr lang="zh-CN" altLang="en-US"/>
              </a:p>
            </p:txBody>
          </p:sp>
          <p:sp>
            <p:nvSpPr>
              <p:cNvPr id="33854" name="Rectangle 158"/>
              <p:cNvSpPr>
                <a:spLocks noChangeArrowheads="1"/>
              </p:cNvSpPr>
              <p:nvPr/>
            </p:nvSpPr>
            <p:spPr bwMode="auto">
              <a:xfrm>
                <a:off x="1152" y="2016"/>
                <a:ext cx="144" cy="240"/>
              </a:xfrm>
              <a:prstGeom prst="rect">
                <a:avLst/>
              </a:prstGeom>
              <a:noFill/>
              <a:ln w="28575" cap="sq">
                <a:solidFill>
                  <a:srgbClr val="000000"/>
                </a:solidFill>
                <a:miter lim="800000"/>
              </a:ln>
            </p:spPr>
            <p:txBody>
              <a:bodyPr wrap="none" anchor="ctr"/>
              <a:lstStyle/>
              <a:p>
                <a:endParaRPr lang="zh-CN" altLang="en-US"/>
              </a:p>
            </p:txBody>
          </p:sp>
        </p:grpSp>
        <p:grpSp>
          <p:nvGrpSpPr>
            <p:cNvPr id="5" name="Group 159"/>
            <p:cNvGrpSpPr/>
            <p:nvPr/>
          </p:nvGrpSpPr>
          <p:grpSpPr bwMode="auto">
            <a:xfrm>
              <a:off x="2648" y="1920"/>
              <a:ext cx="480" cy="240"/>
              <a:chOff x="816" y="2016"/>
              <a:chExt cx="480" cy="240"/>
            </a:xfrm>
          </p:grpSpPr>
          <p:sp>
            <p:nvSpPr>
              <p:cNvPr id="33851" name="Rectangle 160"/>
              <p:cNvSpPr>
                <a:spLocks noChangeArrowheads="1"/>
              </p:cNvSpPr>
              <p:nvPr/>
            </p:nvSpPr>
            <p:spPr bwMode="auto">
              <a:xfrm>
                <a:off x="816" y="2016"/>
                <a:ext cx="336" cy="240"/>
              </a:xfrm>
              <a:prstGeom prst="rect">
                <a:avLst/>
              </a:prstGeom>
              <a:noFill/>
              <a:ln w="28575" cap="sq">
                <a:solidFill>
                  <a:srgbClr val="000000"/>
                </a:solidFill>
                <a:miter lim="800000"/>
              </a:ln>
            </p:spPr>
            <p:txBody>
              <a:bodyPr wrap="none" anchor="ctr"/>
              <a:lstStyle/>
              <a:p>
                <a:endParaRPr lang="zh-CN" altLang="en-US"/>
              </a:p>
            </p:txBody>
          </p:sp>
          <p:sp>
            <p:nvSpPr>
              <p:cNvPr id="33852" name="Rectangle 161"/>
              <p:cNvSpPr>
                <a:spLocks noChangeArrowheads="1"/>
              </p:cNvSpPr>
              <p:nvPr/>
            </p:nvSpPr>
            <p:spPr bwMode="auto">
              <a:xfrm>
                <a:off x="1152" y="2016"/>
                <a:ext cx="144" cy="240"/>
              </a:xfrm>
              <a:prstGeom prst="rect">
                <a:avLst/>
              </a:prstGeom>
              <a:noFill/>
              <a:ln w="28575" cap="sq">
                <a:solidFill>
                  <a:srgbClr val="000000"/>
                </a:solidFill>
                <a:miter lim="800000"/>
              </a:ln>
            </p:spPr>
            <p:txBody>
              <a:bodyPr wrap="none" anchor="ctr"/>
              <a:lstStyle/>
              <a:p>
                <a:endParaRPr lang="zh-CN" altLang="en-US"/>
              </a:p>
            </p:txBody>
          </p:sp>
        </p:grpSp>
        <p:grpSp>
          <p:nvGrpSpPr>
            <p:cNvPr id="6" name="Group 162"/>
            <p:cNvGrpSpPr/>
            <p:nvPr/>
          </p:nvGrpSpPr>
          <p:grpSpPr bwMode="auto">
            <a:xfrm>
              <a:off x="4623" y="1920"/>
              <a:ext cx="480" cy="240"/>
              <a:chOff x="816" y="2016"/>
              <a:chExt cx="480" cy="240"/>
            </a:xfrm>
          </p:grpSpPr>
          <p:sp>
            <p:nvSpPr>
              <p:cNvPr id="33849" name="Rectangle 163"/>
              <p:cNvSpPr>
                <a:spLocks noChangeArrowheads="1"/>
              </p:cNvSpPr>
              <p:nvPr/>
            </p:nvSpPr>
            <p:spPr bwMode="auto">
              <a:xfrm>
                <a:off x="816" y="2016"/>
                <a:ext cx="336" cy="240"/>
              </a:xfrm>
              <a:prstGeom prst="rect">
                <a:avLst/>
              </a:prstGeom>
              <a:noFill/>
              <a:ln w="28575" cap="sq">
                <a:solidFill>
                  <a:srgbClr val="000000"/>
                </a:solidFill>
                <a:miter lim="800000"/>
              </a:ln>
            </p:spPr>
            <p:txBody>
              <a:bodyPr wrap="none" anchor="ctr"/>
              <a:lstStyle/>
              <a:p>
                <a:endParaRPr lang="zh-CN" altLang="en-US"/>
              </a:p>
            </p:txBody>
          </p:sp>
          <p:sp>
            <p:nvSpPr>
              <p:cNvPr id="33850" name="Rectangle 164"/>
              <p:cNvSpPr>
                <a:spLocks noChangeArrowheads="1"/>
              </p:cNvSpPr>
              <p:nvPr/>
            </p:nvSpPr>
            <p:spPr bwMode="auto">
              <a:xfrm>
                <a:off x="1152" y="2016"/>
                <a:ext cx="144" cy="240"/>
              </a:xfrm>
              <a:prstGeom prst="rect">
                <a:avLst/>
              </a:prstGeom>
              <a:noFill/>
              <a:ln w="28575" cap="sq">
                <a:solidFill>
                  <a:srgbClr val="000000"/>
                </a:solidFill>
                <a:miter lim="800000"/>
              </a:ln>
            </p:spPr>
            <p:txBody>
              <a:bodyPr wrap="none" anchor="ctr"/>
              <a:lstStyle/>
              <a:p>
                <a:endParaRPr lang="zh-CN" altLang="en-US"/>
              </a:p>
            </p:txBody>
          </p:sp>
        </p:grpSp>
        <p:grpSp>
          <p:nvGrpSpPr>
            <p:cNvPr id="7" name="Group 165"/>
            <p:cNvGrpSpPr/>
            <p:nvPr/>
          </p:nvGrpSpPr>
          <p:grpSpPr bwMode="auto">
            <a:xfrm>
              <a:off x="3896" y="1920"/>
              <a:ext cx="480" cy="240"/>
              <a:chOff x="816" y="2016"/>
              <a:chExt cx="480" cy="240"/>
            </a:xfrm>
          </p:grpSpPr>
          <p:sp>
            <p:nvSpPr>
              <p:cNvPr id="33847" name="Rectangle 166"/>
              <p:cNvSpPr>
                <a:spLocks noChangeArrowheads="1"/>
              </p:cNvSpPr>
              <p:nvPr/>
            </p:nvSpPr>
            <p:spPr bwMode="auto">
              <a:xfrm>
                <a:off x="816" y="2016"/>
                <a:ext cx="336" cy="240"/>
              </a:xfrm>
              <a:prstGeom prst="rect">
                <a:avLst/>
              </a:prstGeom>
              <a:noFill/>
              <a:ln w="28575" cap="sq">
                <a:solidFill>
                  <a:srgbClr val="000000"/>
                </a:solidFill>
                <a:miter lim="800000"/>
              </a:ln>
            </p:spPr>
            <p:txBody>
              <a:bodyPr wrap="none" anchor="ctr"/>
              <a:lstStyle/>
              <a:p>
                <a:endParaRPr lang="zh-CN" altLang="en-US"/>
              </a:p>
            </p:txBody>
          </p:sp>
          <p:sp>
            <p:nvSpPr>
              <p:cNvPr id="33848" name="Rectangle 167"/>
              <p:cNvSpPr>
                <a:spLocks noChangeArrowheads="1"/>
              </p:cNvSpPr>
              <p:nvPr/>
            </p:nvSpPr>
            <p:spPr bwMode="auto">
              <a:xfrm>
                <a:off x="1152" y="2016"/>
                <a:ext cx="144" cy="240"/>
              </a:xfrm>
              <a:prstGeom prst="rect">
                <a:avLst/>
              </a:prstGeom>
              <a:noFill/>
              <a:ln w="28575" cap="sq">
                <a:solidFill>
                  <a:srgbClr val="000000"/>
                </a:solidFill>
                <a:miter lim="800000"/>
              </a:ln>
            </p:spPr>
            <p:txBody>
              <a:bodyPr wrap="none" anchor="ctr"/>
              <a:lstStyle/>
              <a:p>
                <a:endParaRPr lang="zh-CN" altLang="en-US"/>
              </a:p>
            </p:txBody>
          </p:sp>
        </p:grpSp>
        <p:sp>
          <p:nvSpPr>
            <p:cNvPr id="33836" name="Line 168"/>
            <p:cNvSpPr>
              <a:spLocks noChangeShapeType="1"/>
            </p:cNvSpPr>
            <p:nvPr/>
          </p:nvSpPr>
          <p:spPr bwMode="auto">
            <a:xfrm>
              <a:off x="1640" y="2027"/>
              <a:ext cx="288" cy="0"/>
            </a:xfrm>
            <a:prstGeom prst="line">
              <a:avLst/>
            </a:prstGeom>
            <a:noFill/>
            <a:ln w="25400" cap="sq">
              <a:solidFill>
                <a:srgbClr val="000080"/>
              </a:solidFill>
              <a:round/>
              <a:tailEnd type="triangle" w="med" len="med"/>
            </a:ln>
          </p:spPr>
          <p:txBody>
            <a:bodyPr wrap="none" anchor="ctr"/>
            <a:lstStyle/>
            <a:p>
              <a:endParaRPr lang="zh-CN" altLang="en-US"/>
            </a:p>
          </p:txBody>
        </p:sp>
        <p:sp>
          <p:nvSpPr>
            <p:cNvPr id="33837" name="Line 169"/>
            <p:cNvSpPr>
              <a:spLocks noChangeShapeType="1"/>
            </p:cNvSpPr>
            <p:nvPr/>
          </p:nvSpPr>
          <p:spPr bwMode="auto">
            <a:xfrm>
              <a:off x="2338" y="2016"/>
              <a:ext cx="288" cy="0"/>
            </a:xfrm>
            <a:prstGeom prst="line">
              <a:avLst/>
            </a:prstGeom>
            <a:noFill/>
            <a:ln w="25400" cap="sq">
              <a:solidFill>
                <a:srgbClr val="000080"/>
              </a:solidFill>
              <a:round/>
              <a:tailEnd type="triangle" w="med" len="med"/>
            </a:ln>
          </p:spPr>
          <p:txBody>
            <a:bodyPr wrap="none" anchor="ctr"/>
            <a:lstStyle/>
            <a:p>
              <a:endParaRPr lang="zh-CN" altLang="en-US"/>
            </a:p>
          </p:txBody>
        </p:sp>
        <p:sp>
          <p:nvSpPr>
            <p:cNvPr id="33838" name="Line 170"/>
            <p:cNvSpPr>
              <a:spLocks noChangeShapeType="1"/>
            </p:cNvSpPr>
            <p:nvPr/>
          </p:nvSpPr>
          <p:spPr bwMode="auto">
            <a:xfrm>
              <a:off x="3032" y="2016"/>
              <a:ext cx="288" cy="0"/>
            </a:xfrm>
            <a:prstGeom prst="line">
              <a:avLst/>
            </a:prstGeom>
            <a:noFill/>
            <a:ln w="25400" cap="sq">
              <a:solidFill>
                <a:srgbClr val="000080"/>
              </a:solidFill>
              <a:round/>
              <a:tailEnd type="triangle" w="med" len="med"/>
            </a:ln>
          </p:spPr>
          <p:txBody>
            <a:bodyPr wrap="none" anchor="ctr"/>
            <a:lstStyle/>
            <a:p>
              <a:endParaRPr lang="zh-CN" altLang="en-US"/>
            </a:p>
          </p:txBody>
        </p:sp>
        <p:sp>
          <p:nvSpPr>
            <p:cNvPr id="33839" name="Line 171"/>
            <p:cNvSpPr>
              <a:spLocks noChangeShapeType="1"/>
            </p:cNvSpPr>
            <p:nvPr/>
          </p:nvSpPr>
          <p:spPr bwMode="auto">
            <a:xfrm>
              <a:off x="3615" y="2016"/>
              <a:ext cx="288" cy="0"/>
            </a:xfrm>
            <a:prstGeom prst="line">
              <a:avLst/>
            </a:prstGeom>
            <a:noFill/>
            <a:ln w="25400" cap="sq">
              <a:solidFill>
                <a:srgbClr val="000080"/>
              </a:solidFill>
              <a:round/>
              <a:tailEnd type="triangle" w="med" len="med"/>
            </a:ln>
          </p:spPr>
          <p:txBody>
            <a:bodyPr wrap="none" anchor="ctr"/>
            <a:lstStyle/>
            <a:p>
              <a:endParaRPr lang="zh-CN" altLang="en-US"/>
            </a:p>
          </p:txBody>
        </p:sp>
        <p:sp>
          <p:nvSpPr>
            <p:cNvPr id="33840" name="Line 172"/>
            <p:cNvSpPr>
              <a:spLocks noChangeShapeType="1"/>
            </p:cNvSpPr>
            <p:nvPr/>
          </p:nvSpPr>
          <p:spPr bwMode="auto">
            <a:xfrm>
              <a:off x="4328" y="2016"/>
              <a:ext cx="288" cy="0"/>
            </a:xfrm>
            <a:prstGeom prst="line">
              <a:avLst/>
            </a:prstGeom>
            <a:noFill/>
            <a:ln w="25400" cap="sq">
              <a:solidFill>
                <a:srgbClr val="000080"/>
              </a:solidFill>
              <a:round/>
              <a:tailEnd type="triangle" w="med" len="med"/>
            </a:ln>
          </p:spPr>
          <p:txBody>
            <a:bodyPr wrap="none" anchor="ctr"/>
            <a:lstStyle/>
            <a:p>
              <a:endParaRPr lang="zh-CN" altLang="en-US"/>
            </a:p>
          </p:txBody>
        </p:sp>
        <p:sp>
          <p:nvSpPr>
            <p:cNvPr id="33841" name="Rectangle 173"/>
            <p:cNvSpPr>
              <a:spLocks noChangeArrowheads="1"/>
            </p:cNvSpPr>
            <p:nvPr/>
          </p:nvSpPr>
          <p:spPr bwMode="auto">
            <a:xfrm>
              <a:off x="3365" y="1824"/>
              <a:ext cx="275" cy="291"/>
            </a:xfrm>
            <a:prstGeom prst="rect">
              <a:avLst/>
            </a:prstGeom>
            <a:noFill/>
            <a:ln w="12700" cap="sq">
              <a:noFill/>
              <a:miter lim="800000"/>
            </a:ln>
          </p:spPr>
          <p:txBody>
            <a:bodyPr wrap="none">
              <a:spAutoFit/>
            </a:bodyPr>
            <a:lstStyle/>
            <a:p>
              <a:pPr algn="ctr"/>
              <a:r>
                <a:rPr lang="zh-CN" altLang="en-US" sz="2400">
                  <a:solidFill>
                    <a:schemeClr val="bg1"/>
                  </a:solidFill>
                  <a:ea typeface="宋体" pitchFamily="2" charset="-122"/>
                  <a:cs typeface="Times New Roman" panose="02020503050405090304" pitchFamily="18" charset="0"/>
                </a:rPr>
                <a:t>…</a:t>
              </a:r>
              <a:endParaRPr lang="zh-CN" altLang="en-US" sz="2400">
                <a:solidFill>
                  <a:schemeClr val="bg1"/>
                </a:solidFill>
                <a:ea typeface="宋体" pitchFamily="2" charset="-122"/>
                <a:cs typeface="Times New Roman" panose="02020503050405090304" pitchFamily="18" charset="0"/>
              </a:endParaRPr>
            </a:p>
          </p:txBody>
        </p:sp>
        <p:sp>
          <p:nvSpPr>
            <p:cNvPr id="33842" name="Rectangle 174"/>
            <p:cNvSpPr>
              <a:spLocks noChangeArrowheads="1"/>
            </p:cNvSpPr>
            <p:nvPr/>
          </p:nvSpPr>
          <p:spPr bwMode="auto">
            <a:xfrm>
              <a:off x="801" y="1525"/>
              <a:ext cx="311" cy="291"/>
            </a:xfrm>
            <a:prstGeom prst="rect">
              <a:avLst/>
            </a:prstGeom>
            <a:noFill/>
            <a:ln w="12700" cap="sq">
              <a:noFill/>
              <a:miter lim="800000"/>
            </a:ln>
          </p:spPr>
          <p:txBody>
            <a:bodyPr wrap="none">
              <a:spAutoFit/>
            </a:bodyPr>
            <a:lstStyle/>
            <a:p>
              <a:pPr algn="ctr"/>
              <a:r>
                <a:rPr lang="en-US" altLang="zh-CN" sz="2400">
                  <a:solidFill>
                    <a:srgbClr val="FF3300"/>
                  </a:solidFill>
                  <a:ea typeface="宋体" pitchFamily="2" charset="-122"/>
                </a:rPr>
                <a:t>list</a:t>
              </a:r>
              <a:endParaRPr lang="en-US" altLang="zh-CN" sz="2400">
                <a:solidFill>
                  <a:srgbClr val="FF3300"/>
                </a:solidFill>
                <a:ea typeface="宋体" pitchFamily="2" charset="-122"/>
              </a:endParaRPr>
            </a:p>
          </p:txBody>
        </p:sp>
        <p:sp>
          <p:nvSpPr>
            <p:cNvPr id="33843" name="Line 175"/>
            <p:cNvSpPr>
              <a:spLocks noChangeShapeType="1"/>
            </p:cNvSpPr>
            <p:nvPr/>
          </p:nvSpPr>
          <p:spPr bwMode="auto">
            <a:xfrm>
              <a:off x="1064" y="1776"/>
              <a:ext cx="144" cy="144"/>
            </a:xfrm>
            <a:prstGeom prst="line">
              <a:avLst/>
            </a:prstGeom>
            <a:noFill/>
            <a:ln w="22225" cap="sq">
              <a:solidFill>
                <a:schemeClr val="accent2"/>
              </a:solidFill>
              <a:round/>
              <a:tailEnd type="triangle" w="med" len="med"/>
            </a:ln>
          </p:spPr>
          <p:txBody>
            <a:bodyPr wrap="none" anchor="ctr"/>
            <a:lstStyle/>
            <a:p>
              <a:endParaRPr lang="zh-CN" altLang="en-US"/>
            </a:p>
          </p:txBody>
        </p:sp>
        <p:grpSp>
          <p:nvGrpSpPr>
            <p:cNvPr id="8" name="Group 176"/>
            <p:cNvGrpSpPr/>
            <p:nvPr/>
          </p:nvGrpSpPr>
          <p:grpSpPr bwMode="auto">
            <a:xfrm>
              <a:off x="4993" y="1968"/>
              <a:ext cx="77" cy="102"/>
              <a:chOff x="816" y="2592"/>
              <a:chExt cx="96" cy="144"/>
            </a:xfrm>
          </p:grpSpPr>
          <p:sp>
            <p:nvSpPr>
              <p:cNvPr id="33845" name="Line 177"/>
              <p:cNvSpPr>
                <a:spLocks noChangeShapeType="1"/>
              </p:cNvSpPr>
              <p:nvPr/>
            </p:nvSpPr>
            <p:spPr bwMode="auto">
              <a:xfrm flipH="1">
                <a:off x="816" y="2592"/>
                <a:ext cx="48" cy="144"/>
              </a:xfrm>
              <a:prstGeom prst="line">
                <a:avLst/>
              </a:prstGeom>
              <a:noFill/>
              <a:ln w="22225" cap="sq">
                <a:solidFill>
                  <a:schemeClr val="bg1"/>
                </a:solidFill>
                <a:round/>
              </a:ln>
            </p:spPr>
            <p:txBody>
              <a:bodyPr wrap="none" anchor="ctr"/>
              <a:lstStyle/>
              <a:p>
                <a:endParaRPr lang="zh-CN" altLang="en-US"/>
              </a:p>
            </p:txBody>
          </p:sp>
          <p:sp>
            <p:nvSpPr>
              <p:cNvPr id="33846" name="Line 178"/>
              <p:cNvSpPr>
                <a:spLocks noChangeShapeType="1"/>
              </p:cNvSpPr>
              <p:nvPr/>
            </p:nvSpPr>
            <p:spPr bwMode="auto">
              <a:xfrm>
                <a:off x="864" y="2592"/>
                <a:ext cx="48" cy="144"/>
              </a:xfrm>
              <a:prstGeom prst="line">
                <a:avLst/>
              </a:prstGeom>
              <a:noFill/>
              <a:ln w="22225" cap="sq">
                <a:solidFill>
                  <a:schemeClr val="bg1"/>
                </a:solidFill>
                <a:round/>
              </a:ln>
            </p:spPr>
            <p:txBody>
              <a:bodyPr wrap="none" anchor="ctr"/>
              <a:lstStyle/>
              <a:p>
                <a:endParaRPr lang="zh-CN" altLang="en-US"/>
              </a:p>
            </p:txBody>
          </p:sp>
        </p:grpSp>
      </p:grpSp>
      <p:sp>
        <p:nvSpPr>
          <p:cNvPr id="249011" name="Text Box 179"/>
          <p:cNvSpPr txBox="1">
            <a:spLocks noChangeArrowheads="1"/>
          </p:cNvSpPr>
          <p:nvPr/>
        </p:nvSpPr>
        <p:spPr bwMode="auto">
          <a:xfrm>
            <a:off x="2219325" y="1677989"/>
            <a:ext cx="1816100" cy="406265"/>
          </a:xfrm>
          <a:prstGeom prst="rect">
            <a:avLst/>
          </a:prstGeom>
          <a:noFill/>
          <a:ln w="12700" cap="sq">
            <a:noFill/>
            <a:miter lim="800000"/>
          </a:ln>
        </p:spPr>
        <p:txBody>
          <a:bodyPr>
            <a:spAutoFit/>
          </a:bodyPr>
          <a:lstStyle/>
          <a:p>
            <a:pPr>
              <a:lnSpc>
                <a:spcPct val="85000"/>
              </a:lnSpc>
              <a:spcBef>
                <a:spcPct val="0"/>
              </a:spcBef>
            </a:pPr>
            <a:r>
              <a:rPr lang="zh-CN" altLang="en-US" sz="2400" dirty="0">
                <a:solidFill>
                  <a:srgbClr val="000099"/>
                </a:solidFill>
                <a:ea typeface="黑体" panose="02010609060101010101" pitchFamily="2" charset="-122"/>
              </a:rPr>
              <a:t>线性链表</a:t>
            </a:r>
            <a:endParaRPr lang="zh-CN" altLang="en-US" sz="2400" dirty="0">
              <a:solidFill>
                <a:srgbClr val="000099"/>
              </a:solidFill>
              <a:ea typeface="黑体" panose="02010609060101010101" pitchFamily="2" charset="-122"/>
            </a:endParaRPr>
          </a:p>
        </p:txBody>
      </p:sp>
      <p:grpSp>
        <p:nvGrpSpPr>
          <p:cNvPr id="9" name="Group 181"/>
          <p:cNvGrpSpPr/>
          <p:nvPr/>
        </p:nvGrpSpPr>
        <p:grpSpPr bwMode="auto">
          <a:xfrm>
            <a:off x="2606677" y="4186239"/>
            <a:ext cx="6829425" cy="1042987"/>
            <a:chOff x="793" y="1680"/>
            <a:chExt cx="4302" cy="657"/>
          </a:xfrm>
        </p:grpSpPr>
        <p:grpSp>
          <p:nvGrpSpPr>
            <p:cNvPr id="10" name="Group 182"/>
            <p:cNvGrpSpPr/>
            <p:nvPr/>
          </p:nvGrpSpPr>
          <p:grpSpPr bwMode="auto">
            <a:xfrm>
              <a:off x="1200" y="2097"/>
              <a:ext cx="480" cy="240"/>
              <a:chOff x="816" y="2016"/>
              <a:chExt cx="480" cy="240"/>
            </a:xfrm>
          </p:grpSpPr>
          <p:sp>
            <p:nvSpPr>
              <p:cNvPr id="33829" name="Rectangle 183"/>
              <p:cNvSpPr>
                <a:spLocks noChangeArrowheads="1"/>
              </p:cNvSpPr>
              <p:nvPr/>
            </p:nvSpPr>
            <p:spPr bwMode="auto">
              <a:xfrm>
                <a:off x="816" y="2016"/>
                <a:ext cx="336" cy="240"/>
              </a:xfrm>
              <a:prstGeom prst="rect">
                <a:avLst/>
              </a:prstGeom>
              <a:noFill/>
              <a:ln w="28575" cap="sq">
                <a:solidFill>
                  <a:srgbClr val="000000"/>
                </a:solidFill>
                <a:miter lim="800000"/>
              </a:ln>
            </p:spPr>
            <p:txBody>
              <a:bodyPr wrap="none" anchor="ctr"/>
              <a:lstStyle/>
              <a:p>
                <a:endParaRPr lang="zh-CN" altLang="en-US"/>
              </a:p>
            </p:txBody>
          </p:sp>
          <p:sp>
            <p:nvSpPr>
              <p:cNvPr id="33830" name="Rectangle 184"/>
              <p:cNvSpPr>
                <a:spLocks noChangeArrowheads="1"/>
              </p:cNvSpPr>
              <p:nvPr/>
            </p:nvSpPr>
            <p:spPr bwMode="auto">
              <a:xfrm>
                <a:off x="1152" y="2016"/>
                <a:ext cx="144" cy="240"/>
              </a:xfrm>
              <a:prstGeom prst="rect">
                <a:avLst/>
              </a:prstGeom>
              <a:noFill/>
              <a:ln w="28575" cap="sq">
                <a:solidFill>
                  <a:srgbClr val="000000"/>
                </a:solidFill>
                <a:miter lim="800000"/>
              </a:ln>
            </p:spPr>
            <p:txBody>
              <a:bodyPr wrap="none" anchor="ctr"/>
              <a:lstStyle/>
              <a:p>
                <a:endParaRPr lang="zh-CN" altLang="en-US"/>
              </a:p>
            </p:txBody>
          </p:sp>
        </p:grpSp>
        <p:grpSp>
          <p:nvGrpSpPr>
            <p:cNvPr id="11" name="Group 185"/>
            <p:cNvGrpSpPr/>
            <p:nvPr/>
          </p:nvGrpSpPr>
          <p:grpSpPr bwMode="auto">
            <a:xfrm>
              <a:off x="1920" y="2097"/>
              <a:ext cx="480" cy="240"/>
              <a:chOff x="816" y="2016"/>
              <a:chExt cx="480" cy="240"/>
            </a:xfrm>
          </p:grpSpPr>
          <p:sp>
            <p:nvSpPr>
              <p:cNvPr id="33827" name="Rectangle 186"/>
              <p:cNvSpPr>
                <a:spLocks noChangeArrowheads="1"/>
              </p:cNvSpPr>
              <p:nvPr/>
            </p:nvSpPr>
            <p:spPr bwMode="auto">
              <a:xfrm>
                <a:off x="816" y="2016"/>
                <a:ext cx="336" cy="240"/>
              </a:xfrm>
              <a:prstGeom prst="rect">
                <a:avLst/>
              </a:prstGeom>
              <a:noFill/>
              <a:ln w="28575" cap="sq">
                <a:solidFill>
                  <a:srgbClr val="000000"/>
                </a:solidFill>
                <a:miter lim="800000"/>
              </a:ln>
            </p:spPr>
            <p:txBody>
              <a:bodyPr wrap="none" anchor="ctr"/>
              <a:lstStyle/>
              <a:p>
                <a:endParaRPr lang="zh-CN" altLang="en-US"/>
              </a:p>
            </p:txBody>
          </p:sp>
          <p:sp>
            <p:nvSpPr>
              <p:cNvPr id="33828" name="Rectangle 187"/>
              <p:cNvSpPr>
                <a:spLocks noChangeArrowheads="1"/>
              </p:cNvSpPr>
              <p:nvPr/>
            </p:nvSpPr>
            <p:spPr bwMode="auto">
              <a:xfrm>
                <a:off x="1152" y="2016"/>
                <a:ext cx="144" cy="240"/>
              </a:xfrm>
              <a:prstGeom prst="rect">
                <a:avLst/>
              </a:prstGeom>
              <a:noFill/>
              <a:ln w="28575" cap="sq">
                <a:solidFill>
                  <a:srgbClr val="000000"/>
                </a:solidFill>
                <a:miter lim="800000"/>
              </a:ln>
            </p:spPr>
            <p:txBody>
              <a:bodyPr wrap="none" anchor="ctr"/>
              <a:lstStyle/>
              <a:p>
                <a:endParaRPr lang="zh-CN" altLang="en-US"/>
              </a:p>
            </p:txBody>
          </p:sp>
        </p:grpSp>
        <p:grpSp>
          <p:nvGrpSpPr>
            <p:cNvPr id="12" name="Group 188"/>
            <p:cNvGrpSpPr/>
            <p:nvPr/>
          </p:nvGrpSpPr>
          <p:grpSpPr bwMode="auto">
            <a:xfrm>
              <a:off x="2640" y="2097"/>
              <a:ext cx="480" cy="240"/>
              <a:chOff x="816" y="2016"/>
              <a:chExt cx="480" cy="240"/>
            </a:xfrm>
          </p:grpSpPr>
          <p:sp>
            <p:nvSpPr>
              <p:cNvPr id="33825" name="Rectangle 189"/>
              <p:cNvSpPr>
                <a:spLocks noChangeArrowheads="1"/>
              </p:cNvSpPr>
              <p:nvPr/>
            </p:nvSpPr>
            <p:spPr bwMode="auto">
              <a:xfrm>
                <a:off x="816" y="2016"/>
                <a:ext cx="336" cy="240"/>
              </a:xfrm>
              <a:prstGeom prst="rect">
                <a:avLst/>
              </a:prstGeom>
              <a:noFill/>
              <a:ln w="28575" cap="sq">
                <a:solidFill>
                  <a:srgbClr val="000000"/>
                </a:solidFill>
                <a:miter lim="800000"/>
              </a:ln>
            </p:spPr>
            <p:txBody>
              <a:bodyPr wrap="none" anchor="ctr"/>
              <a:lstStyle/>
              <a:p>
                <a:endParaRPr lang="zh-CN" altLang="en-US"/>
              </a:p>
            </p:txBody>
          </p:sp>
          <p:sp>
            <p:nvSpPr>
              <p:cNvPr id="33826" name="Rectangle 190"/>
              <p:cNvSpPr>
                <a:spLocks noChangeArrowheads="1"/>
              </p:cNvSpPr>
              <p:nvPr/>
            </p:nvSpPr>
            <p:spPr bwMode="auto">
              <a:xfrm>
                <a:off x="1152" y="2016"/>
                <a:ext cx="144" cy="240"/>
              </a:xfrm>
              <a:prstGeom prst="rect">
                <a:avLst/>
              </a:prstGeom>
              <a:noFill/>
              <a:ln w="28575" cap="sq">
                <a:solidFill>
                  <a:srgbClr val="000000"/>
                </a:solidFill>
                <a:miter lim="800000"/>
              </a:ln>
            </p:spPr>
            <p:txBody>
              <a:bodyPr wrap="none" anchor="ctr"/>
              <a:lstStyle/>
              <a:p>
                <a:endParaRPr lang="zh-CN" altLang="en-US"/>
              </a:p>
            </p:txBody>
          </p:sp>
        </p:grpSp>
        <p:grpSp>
          <p:nvGrpSpPr>
            <p:cNvPr id="13" name="Group 191"/>
            <p:cNvGrpSpPr/>
            <p:nvPr/>
          </p:nvGrpSpPr>
          <p:grpSpPr bwMode="auto">
            <a:xfrm>
              <a:off x="4615" y="2097"/>
              <a:ext cx="480" cy="240"/>
              <a:chOff x="816" y="2016"/>
              <a:chExt cx="480" cy="240"/>
            </a:xfrm>
          </p:grpSpPr>
          <p:sp>
            <p:nvSpPr>
              <p:cNvPr id="33823" name="Rectangle 192"/>
              <p:cNvSpPr>
                <a:spLocks noChangeArrowheads="1"/>
              </p:cNvSpPr>
              <p:nvPr/>
            </p:nvSpPr>
            <p:spPr bwMode="auto">
              <a:xfrm>
                <a:off x="816" y="2016"/>
                <a:ext cx="336" cy="240"/>
              </a:xfrm>
              <a:prstGeom prst="rect">
                <a:avLst/>
              </a:prstGeom>
              <a:noFill/>
              <a:ln w="28575" cap="sq">
                <a:solidFill>
                  <a:srgbClr val="000000"/>
                </a:solidFill>
                <a:miter lim="800000"/>
              </a:ln>
            </p:spPr>
            <p:txBody>
              <a:bodyPr wrap="none" anchor="ctr"/>
              <a:lstStyle/>
              <a:p>
                <a:endParaRPr lang="zh-CN" altLang="en-US"/>
              </a:p>
            </p:txBody>
          </p:sp>
          <p:sp>
            <p:nvSpPr>
              <p:cNvPr id="33824" name="Rectangle 193"/>
              <p:cNvSpPr>
                <a:spLocks noChangeArrowheads="1"/>
              </p:cNvSpPr>
              <p:nvPr/>
            </p:nvSpPr>
            <p:spPr bwMode="auto">
              <a:xfrm>
                <a:off x="1152" y="2016"/>
                <a:ext cx="144" cy="240"/>
              </a:xfrm>
              <a:prstGeom prst="rect">
                <a:avLst/>
              </a:prstGeom>
              <a:noFill/>
              <a:ln w="28575" cap="sq">
                <a:solidFill>
                  <a:srgbClr val="000000"/>
                </a:solidFill>
                <a:miter lim="800000"/>
              </a:ln>
            </p:spPr>
            <p:txBody>
              <a:bodyPr wrap="none" anchor="ctr"/>
              <a:lstStyle/>
              <a:p>
                <a:endParaRPr lang="zh-CN" altLang="en-US"/>
              </a:p>
            </p:txBody>
          </p:sp>
        </p:grpSp>
        <p:grpSp>
          <p:nvGrpSpPr>
            <p:cNvPr id="14" name="Group 194"/>
            <p:cNvGrpSpPr/>
            <p:nvPr/>
          </p:nvGrpSpPr>
          <p:grpSpPr bwMode="auto">
            <a:xfrm>
              <a:off x="3888" y="2097"/>
              <a:ext cx="480" cy="240"/>
              <a:chOff x="816" y="2016"/>
              <a:chExt cx="480" cy="240"/>
            </a:xfrm>
          </p:grpSpPr>
          <p:sp>
            <p:nvSpPr>
              <p:cNvPr id="33821" name="Rectangle 195"/>
              <p:cNvSpPr>
                <a:spLocks noChangeArrowheads="1"/>
              </p:cNvSpPr>
              <p:nvPr/>
            </p:nvSpPr>
            <p:spPr bwMode="auto">
              <a:xfrm>
                <a:off x="816" y="2016"/>
                <a:ext cx="336" cy="240"/>
              </a:xfrm>
              <a:prstGeom prst="rect">
                <a:avLst/>
              </a:prstGeom>
              <a:noFill/>
              <a:ln w="28575" cap="sq">
                <a:solidFill>
                  <a:srgbClr val="000000"/>
                </a:solidFill>
                <a:miter lim="800000"/>
              </a:ln>
            </p:spPr>
            <p:txBody>
              <a:bodyPr wrap="none" anchor="ctr"/>
              <a:lstStyle/>
              <a:p>
                <a:endParaRPr lang="zh-CN" altLang="en-US"/>
              </a:p>
            </p:txBody>
          </p:sp>
          <p:sp>
            <p:nvSpPr>
              <p:cNvPr id="33822" name="Rectangle 196"/>
              <p:cNvSpPr>
                <a:spLocks noChangeArrowheads="1"/>
              </p:cNvSpPr>
              <p:nvPr/>
            </p:nvSpPr>
            <p:spPr bwMode="auto">
              <a:xfrm>
                <a:off x="1152" y="2016"/>
                <a:ext cx="144" cy="240"/>
              </a:xfrm>
              <a:prstGeom prst="rect">
                <a:avLst/>
              </a:prstGeom>
              <a:noFill/>
              <a:ln w="28575" cap="sq">
                <a:solidFill>
                  <a:srgbClr val="000000"/>
                </a:solidFill>
                <a:miter lim="800000"/>
              </a:ln>
            </p:spPr>
            <p:txBody>
              <a:bodyPr wrap="none" anchor="ctr"/>
              <a:lstStyle/>
              <a:p>
                <a:endParaRPr lang="zh-CN" altLang="en-US"/>
              </a:p>
            </p:txBody>
          </p:sp>
        </p:grpSp>
        <p:sp>
          <p:nvSpPr>
            <p:cNvPr id="33813" name="Line 197"/>
            <p:cNvSpPr>
              <a:spLocks noChangeShapeType="1"/>
            </p:cNvSpPr>
            <p:nvPr/>
          </p:nvSpPr>
          <p:spPr bwMode="auto">
            <a:xfrm>
              <a:off x="1632" y="2204"/>
              <a:ext cx="288" cy="0"/>
            </a:xfrm>
            <a:prstGeom prst="line">
              <a:avLst/>
            </a:prstGeom>
            <a:noFill/>
            <a:ln w="25400" cap="sq">
              <a:solidFill>
                <a:srgbClr val="000080"/>
              </a:solidFill>
              <a:round/>
              <a:tailEnd type="triangle" w="med" len="med"/>
            </a:ln>
          </p:spPr>
          <p:txBody>
            <a:bodyPr wrap="none" anchor="ctr"/>
            <a:lstStyle/>
            <a:p>
              <a:endParaRPr lang="zh-CN" altLang="en-US"/>
            </a:p>
          </p:txBody>
        </p:sp>
        <p:sp>
          <p:nvSpPr>
            <p:cNvPr id="33814" name="Line 198"/>
            <p:cNvSpPr>
              <a:spLocks noChangeShapeType="1"/>
            </p:cNvSpPr>
            <p:nvPr/>
          </p:nvSpPr>
          <p:spPr bwMode="auto">
            <a:xfrm>
              <a:off x="2330" y="2193"/>
              <a:ext cx="288" cy="0"/>
            </a:xfrm>
            <a:prstGeom prst="line">
              <a:avLst/>
            </a:prstGeom>
            <a:noFill/>
            <a:ln w="25400" cap="sq">
              <a:solidFill>
                <a:srgbClr val="000080"/>
              </a:solidFill>
              <a:round/>
              <a:tailEnd type="triangle" w="med" len="med"/>
            </a:ln>
          </p:spPr>
          <p:txBody>
            <a:bodyPr wrap="none" anchor="ctr"/>
            <a:lstStyle/>
            <a:p>
              <a:endParaRPr lang="zh-CN" altLang="en-US"/>
            </a:p>
          </p:txBody>
        </p:sp>
        <p:sp>
          <p:nvSpPr>
            <p:cNvPr id="33815" name="Line 199"/>
            <p:cNvSpPr>
              <a:spLocks noChangeShapeType="1"/>
            </p:cNvSpPr>
            <p:nvPr/>
          </p:nvSpPr>
          <p:spPr bwMode="auto">
            <a:xfrm>
              <a:off x="3024" y="2193"/>
              <a:ext cx="288" cy="0"/>
            </a:xfrm>
            <a:prstGeom prst="line">
              <a:avLst/>
            </a:prstGeom>
            <a:noFill/>
            <a:ln w="25400" cap="sq">
              <a:solidFill>
                <a:srgbClr val="000080"/>
              </a:solidFill>
              <a:round/>
              <a:tailEnd type="triangle" w="med" len="med"/>
            </a:ln>
          </p:spPr>
          <p:txBody>
            <a:bodyPr wrap="none" anchor="ctr"/>
            <a:lstStyle/>
            <a:p>
              <a:endParaRPr lang="zh-CN" altLang="en-US"/>
            </a:p>
          </p:txBody>
        </p:sp>
        <p:sp>
          <p:nvSpPr>
            <p:cNvPr id="33816" name="Line 200"/>
            <p:cNvSpPr>
              <a:spLocks noChangeShapeType="1"/>
            </p:cNvSpPr>
            <p:nvPr/>
          </p:nvSpPr>
          <p:spPr bwMode="auto">
            <a:xfrm>
              <a:off x="3607" y="2193"/>
              <a:ext cx="288" cy="0"/>
            </a:xfrm>
            <a:prstGeom prst="line">
              <a:avLst/>
            </a:prstGeom>
            <a:noFill/>
            <a:ln w="25400" cap="sq">
              <a:solidFill>
                <a:srgbClr val="000080"/>
              </a:solidFill>
              <a:round/>
              <a:tailEnd type="triangle" w="med" len="med"/>
            </a:ln>
          </p:spPr>
          <p:txBody>
            <a:bodyPr wrap="none" anchor="ctr"/>
            <a:lstStyle/>
            <a:p>
              <a:endParaRPr lang="zh-CN" altLang="en-US"/>
            </a:p>
          </p:txBody>
        </p:sp>
        <p:sp>
          <p:nvSpPr>
            <p:cNvPr id="33817" name="Line 201"/>
            <p:cNvSpPr>
              <a:spLocks noChangeShapeType="1"/>
            </p:cNvSpPr>
            <p:nvPr/>
          </p:nvSpPr>
          <p:spPr bwMode="auto">
            <a:xfrm>
              <a:off x="4320" y="2193"/>
              <a:ext cx="288" cy="0"/>
            </a:xfrm>
            <a:prstGeom prst="line">
              <a:avLst/>
            </a:prstGeom>
            <a:noFill/>
            <a:ln w="25400" cap="sq">
              <a:solidFill>
                <a:srgbClr val="000080"/>
              </a:solidFill>
              <a:round/>
              <a:tailEnd type="triangle" w="med" len="med"/>
            </a:ln>
          </p:spPr>
          <p:txBody>
            <a:bodyPr wrap="none" anchor="ctr"/>
            <a:lstStyle/>
            <a:p>
              <a:endParaRPr lang="zh-CN" altLang="en-US"/>
            </a:p>
          </p:txBody>
        </p:sp>
        <p:sp>
          <p:nvSpPr>
            <p:cNvPr id="33818" name="Rectangle 202"/>
            <p:cNvSpPr>
              <a:spLocks noChangeArrowheads="1"/>
            </p:cNvSpPr>
            <p:nvPr/>
          </p:nvSpPr>
          <p:spPr bwMode="auto">
            <a:xfrm>
              <a:off x="3357" y="2001"/>
              <a:ext cx="275" cy="291"/>
            </a:xfrm>
            <a:prstGeom prst="rect">
              <a:avLst/>
            </a:prstGeom>
            <a:noFill/>
            <a:ln w="12700" cap="sq">
              <a:noFill/>
              <a:miter lim="800000"/>
            </a:ln>
          </p:spPr>
          <p:txBody>
            <a:bodyPr wrap="none">
              <a:spAutoFit/>
            </a:bodyPr>
            <a:lstStyle/>
            <a:p>
              <a:pPr algn="ctr"/>
              <a:r>
                <a:rPr lang="zh-CN" altLang="en-US" sz="2400">
                  <a:solidFill>
                    <a:schemeClr val="bg1"/>
                  </a:solidFill>
                  <a:ea typeface="宋体" pitchFamily="2" charset="-122"/>
                  <a:cs typeface="Times New Roman" panose="02020503050405090304" pitchFamily="18" charset="0"/>
                </a:rPr>
                <a:t>…</a:t>
              </a:r>
              <a:endParaRPr lang="zh-CN" altLang="en-US" sz="2400">
                <a:solidFill>
                  <a:schemeClr val="bg1"/>
                </a:solidFill>
                <a:ea typeface="宋体" pitchFamily="2" charset="-122"/>
                <a:cs typeface="Times New Roman" panose="02020503050405090304" pitchFamily="18" charset="0"/>
              </a:endParaRPr>
            </a:p>
          </p:txBody>
        </p:sp>
        <p:sp>
          <p:nvSpPr>
            <p:cNvPr id="33819" name="Rectangle 203"/>
            <p:cNvSpPr>
              <a:spLocks noChangeArrowheads="1"/>
            </p:cNvSpPr>
            <p:nvPr/>
          </p:nvSpPr>
          <p:spPr bwMode="auto">
            <a:xfrm>
              <a:off x="793" y="1680"/>
              <a:ext cx="311" cy="291"/>
            </a:xfrm>
            <a:prstGeom prst="rect">
              <a:avLst/>
            </a:prstGeom>
            <a:noFill/>
            <a:ln w="12700" cap="sq">
              <a:noFill/>
              <a:miter lim="800000"/>
            </a:ln>
          </p:spPr>
          <p:txBody>
            <a:bodyPr wrap="none">
              <a:spAutoFit/>
            </a:bodyPr>
            <a:lstStyle/>
            <a:p>
              <a:pPr algn="ctr"/>
              <a:r>
                <a:rPr lang="en-US" altLang="zh-CN" sz="2400">
                  <a:solidFill>
                    <a:srgbClr val="FF3300"/>
                  </a:solidFill>
                  <a:ea typeface="宋体" pitchFamily="2" charset="-122"/>
                </a:rPr>
                <a:t>list</a:t>
              </a:r>
              <a:endParaRPr lang="en-US" altLang="zh-CN" sz="2400">
                <a:solidFill>
                  <a:srgbClr val="FF3300"/>
                </a:solidFill>
                <a:ea typeface="宋体" pitchFamily="2" charset="-122"/>
              </a:endParaRPr>
            </a:p>
          </p:txBody>
        </p:sp>
        <p:sp>
          <p:nvSpPr>
            <p:cNvPr id="33820" name="Line 204"/>
            <p:cNvSpPr>
              <a:spLocks noChangeShapeType="1"/>
            </p:cNvSpPr>
            <p:nvPr/>
          </p:nvSpPr>
          <p:spPr bwMode="auto">
            <a:xfrm>
              <a:off x="1008" y="1905"/>
              <a:ext cx="192" cy="192"/>
            </a:xfrm>
            <a:prstGeom prst="line">
              <a:avLst/>
            </a:prstGeom>
            <a:noFill/>
            <a:ln w="22225" cap="sq">
              <a:solidFill>
                <a:schemeClr val="accent2"/>
              </a:solidFill>
              <a:round/>
              <a:tailEnd type="triangle" w="med" len="med"/>
            </a:ln>
          </p:spPr>
          <p:txBody>
            <a:bodyPr wrap="none" anchor="ctr"/>
            <a:lstStyle/>
            <a:p>
              <a:endParaRPr lang="zh-CN" altLang="en-US"/>
            </a:p>
          </p:txBody>
        </p:sp>
      </p:grpSp>
      <p:grpSp>
        <p:nvGrpSpPr>
          <p:cNvPr id="15" name="Group 205"/>
          <p:cNvGrpSpPr/>
          <p:nvPr/>
        </p:nvGrpSpPr>
        <p:grpSpPr bwMode="auto">
          <a:xfrm>
            <a:off x="3309938" y="4491038"/>
            <a:ext cx="6419850" cy="539750"/>
            <a:chOff x="1236" y="1872"/>
            <a:chExt cx="4044" cy="340"/>
          </a:xfrm>
        </p:grpSpPr>
        <p:sp>
          <p:nvSpPr>
            <p:cNvPr id="33804" name="Line 206"/>
            <p:cNvSpPr>
              <a:spLocks noChangeShapeType="1"/>
            </p:cNvSpPr>
            <p:nvPr/>
          </p:nvSpPr>
          <p:spPr bwMode="auto">
            <a:xfrm>
              <a:off x="5003" y="2212"/>
              <a:ext cx="266" cy="0"/>
            </a:xfrm>
            <a:prstGeom prst="line">
              <a:avLst/>
            </a:prstGeom>
            <a:noFill/>
            <a:ln w="28575" cap="sq">
              <a:solidFill>
                <a:srgbClr val="FF0000"/>
              </a:solidFill>
              <a:round/>
            </a:ln>
          </p:spPr>
          <p:txBody>
            <a:bodyPr wrap="none" anchor="ctr"/>
            <a:lstStyle/>
            <a:p>
              <a:endParaRPr lang="zh-CN" altLang="en-US"/>
            </a:p>
          </p:txBody>
        </p:sp>
        <p:sp>
          <p:nvSpPr>
            <p:cNvPr id="33805" name="Line 207"/>
            <p:cNvSpPr>
              <a:spLocks noChangeShapeType="1"/>
            </p:cNvSpPr>
            <p:nvPr/>
          </p:nvSpPr>
          <p:spPr bwMode="auto">
            <a:xfrm>
              <a:off x="1392" y="1872"/>
              <a:ext cx="3888" cy="0"/>
            </a:xfrm>
            <a:prstGeom prst="line">
              <a:avLst/>
            </a:prstGeom>
            <a:noFill/>
            <a:ln w="28575" cap="sq">
              <a:solidFill>
                <a:srgbClr val="FF0000"/>
              </a:solidFill>
              <a:round/>
            </a:ln>
          </p:spPr>
          <p:txBody>
            <a:bodyPr wrap="none" anchor="ctr"/>
            <a:lstStyle/>
            <a:p>
              <a:endParaRPr lang="zh-CN" altLang="en-US"/>
            </a:p>
          </p:txBody>
        </p:sp>
        <p:sp>
          <p:nvSpPr>
            <p:cNvPr id="33806" name="Line 208"/>
            <p:cNvSpPr>
              <a:spLocks noChangeShapeType="1"/>
            </p:cNvSpPr>
            <p:nvPr/>
          </p:nvSpPr>
          <p:spPr bwMode="auto">
            <a:xfrm>
              <a:off x="5280" y="1876"/>
              <a:ext cx="0" cy="336"/>
            </a:xfrm>
            <a:prstGeom prst="line">
              <a:avLst/>
            </a:prstGeom>
            <a:noFill/>
            <a:ln w="28575" cap="sq">
              <a:solidFill>
                <a:srgbClr val="FF0000"/>
              </a:solidFill>
              <a:round/>
            </a:ln>
          </p:spPr>
          <p:txBody>
            <a:bodyPr wrap="none" anchor="ctr"/>
            <a:lstStyle/>
            <a:p>
              <a:endParaRPr lang="zh-CN" altLang="en-US"/>
            </a:p>
          </p:txBody>
        </p:sp>
        <p:sp>
          <p:nvSpPr>
            <p:cNvPr id="33807" name="Line 209"/>
            <p:cNvSpPr>
              <a:spLocks noChangeShapeType="1"/>
            </p:cNvSpPr>
            <p:nvPr/>
          </p:nvSpPr>
          <p:spPr bwMode="auto">
            <a:xfrm flipH="1">
              <a:off x="1236" y="1872"/>
              <a:ext cx="144" cy="192"/>
            </a:xfrm>
            <a:prstGeom prst="line">
              <a:avLst/>
            </a:prstGeom>
            <a:noFill/>
            <a:ln w="28575" cap="sq">
              <a:solidFill>
                <a:srgbClr val="FF0000"/>
              </a:solidFill>
              <a:round/>
              <a:tailEnd type="triangle" w="med" len="lg"/>
            </a:ln>
          </p:spPr>
          <p:txBody>
            <a:bodyPr wrap="none" anchor="ctr"/>
            <a:lstStyle/>
            <a:p>
              <a:endParaRPr lang="zh-CN" altLang="en-US"/>
            </a:p>
          </p:txBody>
        </p:sp>
      </p:grpSp>
      <p:sp>
        <p:nvSpPr>
          <p:cNvPr id="249048" name="Text Box 216"/>
          <p:cNvSpPr txBox="1">
            <a:spLocks noChangeArrowheads="1"/>
          </p:cNvSpPr>
          <p:nvPr/>
        </p:nvSpPr>
        <p:spPr bwMode="auto">
          <a:xfrm>
            <a:off x="2208213" y="3624264"/>
            <a:ext cx="1816100" cy="406265"/>
          </a:xfrm>
          <a:prstGeom prst="rect">
            <a:avLst/>
          </a:prstGeom>
          <a:noFill/>
          <a:ln w="12700" cap="sq">
            <a:noFill/>
            <a:miter lim="800000"/>
          </a:ln>
        </p:spPr>
        <p:txBody>
          <a:bodyPr>
            <a:spAutoFit/>
          </a:bodyPr>
          <a:lstStyle/>
          <a:p>
            <a:pPr>
              <a:lnSpc>
                <a:spcPct val="85000"/>
              </a:lnSpc>
              <a:spcBef>
                <a:spcPct val="0"/>
              </a:spcBef>
            </a:pPr>
            <a:r>
              <a:rPr lang="zh-CN" altLang="en-US" sz="2400" dirty="0">
                <a:solidFill>
                  <a:srgbClr val="000099"/>
                </a:solidFill>
                <a:ea typeface="黑体" panose="02010609060101010101" pitchFamily="2" charset="-122"/>
              </a:rPr>
              <a:t>循环链表</a:t>
            </a:r>
            <a:endParaRPr lang="zh-CN" altLang="en-US" sz="2400" dirty="0">
              <a:solidFill>
                <a:srgbClr val="000099"/>
              </a:solidFill>
              <a:ea typeface="黑体" panose="02010609060101010101" pitchFamily="2" charset="-122"/>
            </a:endParaRPr>
          </a:p>
        </p:txBody>
      </p:sp>
      <p:sp>
        <p:nvSpPr>
          <p:cNvPr id="249049" name="Text Box 217"/>
          <p:cNvSpPr txBox="1">
            <a:spLocks noChangeArrowheads="1"/>
          </p:cNvSpPr>
          <p:nvPr/>
        </p:nvSpPr>
        <p:spPr bwMode="auto">
          <a:xfrm>
            <a:off x="5511800" y="2219325"/>
            <a:ext cx="368300" cy="457200"/>
          </a:xfrm>
          <a:prstGeom prst="rect">
            <a:avLst/>
          </a:prstGeom>
          <a:noFill/>
          <a:ln w="9525">
            <a:noFill/>
            <a:miter lim="800000"/>
          </a:ln>
        </p:spPr>
        <p:txBody>
          <a:bodyPr>
            <a:spAutoFit/>
          </a:bodyPr>
          <a:lstStyle/>
          <a:p>
            <a:pPr>
              <a:spcBef>
                <a:spcPct val="0"/>
              </a:spcBef>
            </a:pPr>
            <a:r>
              <a:rPr lang="en-US" altLang="zh-CN" sz="2400">
                <a:solidFill>
                  <a:srgbClr val="FF0000"/>
                </a:solidFill>
              </a:rPr>
              <a:t>p</a:t>
            </a:r>
            <a:endParaRPr lang="en-US" altLang="zh-CN" sz="2400">
              <a:solidFill>
                <a:srgbClr val="FF0000"/>
              </a:solidFill>
            </a:endParaRPr>
          </a:p>
        </p:txBody>
      </p:sp>
      <p:sp>
        <p:nvSpPr>
          <p:cNvPr id="249050" name="Text Box 218"/>
          <p:cNvSpPr txBox="1">
            <a:spLocks noChangeArrowheads="1"/>
          </p:cNvSpPr>
          <p:nvPr/>
        </p:nvSpPr>
        <p:spPr bwMode="auto">
          <a:xfrm>
            <a:off x="5519738" y="5132388"/>
            <a:ext cx="368300" cy="457200"/>
          </a:xfrm>
          <a:prstGeom prst="rect">
            <a:avLst/>
          </a:prstGeom>
          <a:noFill/>
          <a:ln w="9525">
            <a:noFill/>
            <a:miter lim="800000"/>
          </a:ln>
        </p:spPr>
        <p:txBody>
          <a:bodyPr>
            <a:spAutoFit/>
          </a:bodyPr>
          <a:lstStyle/>
          <a:p>
            <a:pPr>
              <a:spcBef>
                <a:spcPct val="0"/>
              </a:spcBef>
            </a:pPr>
            <a:r>
              <a:rPr lang="en-US" altLang="zh-CN" sz="2400">
                <a:solidFill>
                  <a:srgbClr val="FF0000"/>
                </a:solidFill>
              </a:rPr>
              <a:t>p</a:t>
            </a:r>
            <a:endParaRPr lang="en-US" altLang="zh-CN" sz="2400">
              <a:solidFill>
                <a:srgbClr val="FF0000"/>
              </a:solidFill>
            </a:endParaRPr>
          </a:p>
        </p:txBody>
      </p:sp>
      <p:grpSp>
        <p:nvGrpSpPr>
          <p:cNvPr id="16" name="Group 219"/>
          <p:cNvGrpSpPr/>
          <p:nvPr/>
        </p:nvGrpSpPr>
        <p:grpSpPr bwMode="auto">
          <a:xfrm>
            <a:off x="983432" y="88107"/>
            <a:ext cx="3432175" cy="682625"/>
            <a:chOff x="312" y="348"/>
            <a:chExt cx="2162" cy="430"/>
          </a:xfrm>
        </p:grpSpPr>
        <p:sp>
          <p:nvSpPr>
            <p:cNvPr id="33802" name="Rectangle 220"/>
            <p:cNvSpPr>
              <a:spLocks noChangeArrowheads="1"/>
            </p:cNvSpPr>
            <p:nvPr/>
          </p:nvSpPr>
          <p:spPr bwMode="auto">
            <a:xfrm>
              <a:off x="312" y="348"/>
              <a:ext cx="1978" cy="406"/>
            </a:xfrm>
            <a:prstGeom prst="rect">
              <a:avLst/>
            </a:prstGeom>
            <a:solidFill>
              <a:srgbClr val="C9E4FF"/>
            </a:solidFill>
            <a:ln w="12700" cap="sq">
              <a:noFill/>
              <a:miter lim="800000"/>
            </a:ln>
            <a:effectLst>
              <a:outerShdw dist="107763" dir="2700000" algn="ctr" rotWithShape="0">
                <a:srgbClr val="C0C0C0"/>
              </a:outerShdw>
            </a:effectLst>
          </p:spPr>
          <p:txBody>
            <a:bodyPr wrap="none" anchor="ctr"/>
            <a:lstStyle/>
            <a:p>
              <a:endParaRPr lang="zh-CN" altLang="en-US"/>
            </a:p>
          </p:txBody>
        </p:sp>
        <p:sp>
          <p:nvSpPr>
            <p:cNvPr id="33803" name="Rectangle 221"/>
            <p:cNvSpPr>
              <a:spLocks noChangeArrowheads="1"/>
            </p:cNvSpPr>
            <p:nvPr/>
          </p:nvSpPr>
          <p:spPr bwMode="auto">
            <a:xfrm>
              <a:off x="336" y="384"/>
              <a:ext cx="2138" cy="394"/>
            </a:xfrm>
            <a:prstGeom prst="rect">
              <a:avLst/>
            </a:prstGeom>
            <a:noFill/>
            <a:ln w="12700" cap="sq">
              <a:noFill/>
              <a:miter lim="800000"/>
            </a:ln>
            <a:effectLst>
              <a:outerShdw dist="17961" dir="2700000" algn="ctr" rotWithShape="0">
                <a:schemeClr val="bg1"/>
              </a:outerShdw>
            </a:effectLst>
          </p:spPr>
          <p:txBody>
            <a:bodyPr>
              <a:spAutoFit/>
            </a:bodyPr>
            <a:lstStyle/>
            <a:p>
              <a:r>
                <a:rPr kumimoji="1" lang="zh-CN" altLang="en-US" sz="3500" dirty="0">
                  <a:solidFill>
                    <a:srgbClr val="FF3300"/>
                  </a:solidFill>
                </a:rPr>
                <a:t> </a:t>
              </a:r>
              <a:r>
                <a:rPr kumimoji="1" lang="zh-CN" altLang="en-US" sz="3500" b="1" dirty="0">
                  <a:solidFill>
                    <a:srgbClr val="FF3300"/>
                  </a:solidFill>
                </a:rPr>
                <a:t>2.4 </a:t>
              </a:r>
              <a:r>
                <a:rPr kumimoji="1" lang="zh-CN" altLang="en-US" sz="3500" b="1" dirty="0">
                  <a:solidFill>
                    <a:srgbClr val="FF3300"/>
                  </a:solidFill>
                  <a:latin typeface="楷体_GB2312" panose="02010609030101010101" pitchFamily="49" charset="-122"/>
                </a:rPr>
                <a:t>循环链表</a:t>
              </a:r>
              <a:endParaRPr kumimoji="1" lang="zh-CN" altLang="en-US" sz="3500" b="1" dirty="0">
                <a:solidFill>
                  <a:srgbClr val="FF3300"/>
                </a:solidFill>
                <a:latin typeface="楷体_GB2312" panose="02010609030101010101" pitchFamily="49"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49011"/>
                                        </p:tgtEl>
                                        <p:attrNameLst>
                                          <p:attrName>style.visibility</p:attrName>
                                        </p:attrNameLst>
                                      </p:cBhvr>
                                      <p:to>
                                        <p:strVal val="visible"/>
                                      </p:to>
                                    </p:set>
                                    <p:animEffect transition="in" filter="blinds(horizontal)">
                                      <p:cBhvr>
                                        <p:cTn id="10" dur="500"/>
                                        <p:tgtEl>
                                          <p:spTgt spid="249011"/>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49049"/>
                                        </p:tgtEl>
                                        <p:attrNameLst>
                                          <p:attrName>style.visibility</p:attrName>
                                        </p:attrNameLst>
                                      </p:cBhvr>
                                      <p:to>
                                        <p:strVal val="visible"/>
                                      </p:to>
                                    </p:set>
                                    <p:animEffect transition="in" filter="blinds(horizontal)">
                                      <p:cBhvr>
                                        <p:cTn id="13" dur="500"/>
                                        <p:tgtEl>
                                          <p:spTgt spid="249049"/>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blinds(horizontal)">
                                      <p:cBhvr>
                                        <p:cTn id="18" dur="500"/>
                                        <p:tgtEl>
                                          <p:spTgt spid="9"/>
                                        </p:tgtEl>
                                      </p:cBhvr>
                                    </p:animEffect>
                                  </p:childTnLst>
                                </p:cTn>
                              </p:par>
                              <p:par>
                                <p:cTn id="19" presetID="3" presetClass="entr" presetSubtype="1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blinds(horizontal)">
                                      <p:cBhvr>
                                        <p:cTn id="21" dur="500"/>
                                        <p:tgtEl>
                                          <p:spTgt spid="15"/>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249048"/>
                                        </p:tgtEl>
                                        <p:attrNameLst>
                                          <p:attrName>style.visibility</p:attrName>
                                        </p:attrNameLst>
                                      </p:cBhvr>
                                      <p:to>
                                        <p:strVal val="visible"/>
                                      </p:to>
                                    </p:set>
                                    <p:animEffect transition="in" filter="blinds(horizontal)">
                                      <p:cBhvr>
                                        <p:cTn id="24" dur="500"/>
                                        <p:tgtEl>
                                          <p:spTgt spid="249048"/>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249050"/>
                                        </p:tgtEl>
                                        <p:attrNameLst>
                                          <p:attrName>style.visibility</p:attrName>
                                        </p:attrNameLst>
                                      </p:cBhvr>
                                      <p:to>
                                        <p:strVal val="visible"/>
                                      </p:to>
                                    </p:set>
                                    <p:animEffect transition="in" filter="blinds(horizontal)">
                                      <p:cBhvr>
                                        <p:cTn id="27" dur="500"/>
                                        <p:tgtEl>
                                          <p:spTgt spid="249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011" grpId="0"/>
      <p:bldP spid="249048" grpId="0"/>
      <p:bldP spid="249049" grpId="0"/>
      <p:bldP spid="249050"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34"/>
          <p:cNvGrpSpPr/>
          <p:nvPr/>
        </p:nvGrpSpPr>
        <p:grpSpPr bwMode="auto">
          <a:xfrm>
            <a:off x="2495551" y="333376"/>
            <a:ext cx="7777163" cy="2919413"/>
            <a:chOff x="521" y="255"/>
            <a:chExt cx="4899" cy="1839"/>
          </a:xfrm>
        </p:grpSpPr>
        <p:sp>
          <p:nvSpPr>
            <p:cNvPr id="34867" name="Freeform 5"/>
            <p:cNvSpPr/>
            <p:nvPr/>
          </p:nvSpPr>
          <p:spPr bwMode="auto">
            <a:xfrm>
              <a:off x="521" y="255"/>
              <a:ext cx="4808" cy="1839"/>
            </a:xfrm>
            <a:custGeom>
              <a:avLst/>
              <a:gdLst>
                <a:gd name="T0" fmla="*/ 133 w 5787"/>
                <a:gd name="T1" fmla="*/ 168 h 1839"/>
                <a:gd name="T2" fmla="*/ 268 w 5787"/>
                <a:gd name="T3" fmla="*/ 156 h 1839"/>
                <a:gd name="T4" fmla="*/ 504 w 5787"/>
                <a:gd name="T5" fmla="*/ 168 h 1839"/>
                <a:gd name="T6" fmla="*/ 921 w 5787"/>
                <a:gd name="T7" fmla="*/ 89 h 1839"/>
                <a:gd name="T8" fmla="*/ 1110 w 5787"/>
                <a:gd name="T9" fmla="*/ 77 h 1839"/>
                <a:gd name="T10" fmla="*/ 1161 w 5787"/>
                <a:gd name="T11" fmla="*/ 89 h 1839"/>
                <a:gd name="T12" fmla="*/ 1237 w 5787"/>
                <a:gd name="T13" fmla="*/ 111 h 1839"/>
                <a:gd name="T14" fmla="*/ 1319 w 5787"/>
                <a:gd name="T15" fmla="*/ 145 h 1839"/>
                <a:gd name="T16" fmla="*/ 1496 w 5787"/>
                <a:gd name="T17" fmla="*/ 134 h 1839"/>
                <a:gd name="T18" fmla="*/ 1612 w 5787"/>
                <a:gd name="T19" fmla="*/ 89 h 1839"/>
                <a:gd name="T20" fmla="*/ 1690 w 5787"/>
                <a:gd name="T21" fmla="*/ 32 h 1839"/>
                <a:gd name="T22" fmla="*/ 1727 w 5787"/>
                <a:gd name="T23" fmla="*/ 32 h 1839"/>
                <a:gd name="T24" fmla="*/ 1734 w 5787"/>
                <a:gd name="T25" fmla="*/ 66 h 1839"/>
                <a:gd name="T26" fmla="*/ 1761 w 5787"/>
                <a:gd name="T27" fmla="*/ 122 h 1839"/>
                <a:gd name="T28" fmla="*/ 1727 w 5787"/>
                <a:gd name="T29" fmla="*/ 1546 h 1839"/>
                <a:gd name="T30" fmla="*/ 1579 w 5787"/>
                <a:gd name="T31" fmla="*/ 1647 h 1839"/>
                <a:gd name="T32" fmla="*/ 1185 w 5787"/>
                <a:gd name="T33" fmla="*/ 1625 h 1839"/>
                <a:gd name="T34" fmla="*/ 764 w 5787"/>
                <a:gd name="T35" fmla="*/ 1658 h 1839"/>
                <a:gd name="T36" fmla="*/ 531 w 5787"/>
                <a:gd name="T37" fmla="*/ 1647 h 1839"/>
                <a:gd name="T38" fmla="*/ 230 w 5787"/>
                <a:gd name="T39" fmla="*/ 1681 h 1839"/>
                <a:gd name="T40" fmla="*/ 41 w 5787"/>
                <a:gd name="T41" fmla="*/ 1523 h 1839"/>
                <a:gd name="T42" fmla="*/ 55 w 5787"/>
                <a:gd name="T43" fmla="*/ 970 h 1839"/>
                <a:gd name="T44" fmla="*/ 55 w 5787"/>
                <a:gd name="T45" fmla="*/ 766 h 1839"/>
                <a:gd name="T46" fmla="*/ 41 w 5787"/>
                <a:gd name="T47" fmla="*/ 540 h 1839"/>
                <a:gd name="T48" fmla="*/ 43 w 5787"/>
                <a:gd name="T49" fmla="*/ 269 h 1839"/>
                <a:gd name="T50" fmla="*/ 52 w 5787"/>
                <a:gd name="T51" fmla="*/ 156 h 1839"/>
                <a:gd name="T52" fmla="*/ 130 w 5787"/>
                <a:gd name="T53" fmla="*/ 122 h 1839"/>
                <a:gd name="T54" fmla="*/ 178 w 5787"/>
                <a:gd name="T55" fmla="*/ 156 h 1839"/>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5787" h="1839">
                  <a:moveTo>
                    <a:pt x="405" y="168"/>
                  </a:moveTo>
                  <a:cubicBezTo>
                    <a:pt x="553" y="137"/>
                    <a:pt x="644" y="152"/>
                    <a:pt x="812" y="156"/>
                  </a:cubicBezTo>
                  <a:cubicBezTo>
                    <a:pt x="1053" y="162"/>
                    <a:pt x="1294" y="164"/>
                    <a:pt x="1535" y="168"/>
                  </a:cubicBezTo>
                  <a:cubicBezTo>
                    <a:pt x="1960" y="158"/>
                    <a:pt x="2377" y="126"/>
                    <a:pt x="2800" y="89"/>
                  </a:cubicBezTo>
                  <a:cubicBezTo>
                    <a:pt x="2954" y="35"/>
                    <a:pt x="3268" y="74"/>
                    <a:pt x="3376" y="77"/>
                  </a:cubicBezTo>
                  <a:cubicBezTo>
                    <a:pt x="3429" y="81"/>
                    <a:pt x="3481" y="84"/>
                    <a:pt x="3534" y="89"/>
                  </a:cubicBezTo>
                  <a:cubicBezTo>
                    <a:pt x="3609" y="96"/>
                    <a:pt x="3760" y="111"/>
                    <a:pt x="3760" y="111"/>
                  </a:cubicBezTo>
                  <a:cubicBezTo>
                    <a:pt x="3842" y="127"/>
                    <a:pt x="3926" y="129"/>
                    <a:pt x="4008" y="145"/>
                  </a:cubicBezTo>
                  <a:cubicBezTo>
                    <a:pt x="4189" y="141"/>
                    <a:pt x="4369" y="141"/>
                    <a:pt x="4550" y="134"/>
                  </a:cubicBezTo>
                  <a:cubicBezTo>
                    <a:pt x="4665" y="130"/>
                    <a:pt x="4784" y="97"/>
                    <a:pt x="4900" y="89"/>
                  </a:cubicBezTo>
                  <a:cubicBezTo>
                    <a:pt x="4980" y="69"/>
                    <a:pt x="5057" y="45"/>
                    <a:pt x="5138" y="32"/>
                  </a:cubicBezTo>
                  <a:cubicBezTo>
                    <a:pt x="5221" y="5"/>
                    <a:pt x="5184" y="0"/>
                    <a:pt x="5251" y="32"/>
                  </a:cubicBezTo>
                  <a:cubicBezTo>
                    <a:pt x="5258" y="43"/>
                    <a:pt x="5263" y="57"/>
                    <a:pt x="5273" y="66"/>
                  </a:cubicBezTo>
                  <a:cubicBezTo>
                    <a:pt x="5297" y="87"/>
                    <a:pt x="5352" y="122"/>
                    <a:pt x="5352" y="122"/>
                  </a:cubicBezTo>
                  <a:cubicBezTo>
                    <a:pt x="5343" y="1252"/>
                    <a:pt x="5787" y="1431"/>
                    <a:pt x="5251" y="1546"/>
                  </a:cubicBezTo>
                  <a:cubicBezTo>
                    <a:pt x="5115" y="1611"/>
                    <a:pt x="4947" y="1637"/>
                    <a:pt x="4799" y="1647"/>
                  </a:cubicBezTo>
                  <a:cubicBezTo>
                    <a:pt x="4403" y="1723"/>
                    <a:pt x="3998" y="1668"/>
                    <a:pt x="3602" y="1625"/>
                  </a:cubicBezTo>
                  <a:cubicBezTo>
                    <a:pt x="3225" y="1629"/>
                    <a:pt x="2736" y="1601"/>
                    <a:pt x="2325" y="1658"/>
                  </a:cubicBezTo>
                  <a:cubicBezTo>
                    <a:pt x="2054" y="1592"/>
                    <a:pt x="2217" y="1632"/>
                    <a:pt x="1614" y="1647"/>
                  </a:cubicBezTo>
                  <a:cubicBezTo>
                    <a:pt x="991" y="1663"/>
                    <a:pt x="1088" y="1659"/>
                    <a:pt x="699" y="1681"/>
                  </a:cubicBezTo>
                  <a:cubicBezTo>
                    <a:pt x="0" y="1667"/>
                    <a:pt x="200" y="1839"/>
                    <a:pt x="123" y="1523"/>
                  </a:cubicBezTo>
                  <a:cubicBezTo>
                    <a:pt x="128" y="1352"/>
                    <a:pt x="110" y="1143"/>
                    <a:pt x="168" y="970"/>
                  </a:cubicBezTo>
                  <a:cubicBezTo>
                    <a:pt x="179" y="900"/>
                    <a:pt x="210" y="829"/>
                    <a:pt x="168" y="766"/>
                  </a:cubicBezTo>
                  <a:cubicBezTo>
                    <a:pt x="156" y="690"/>
                    <a:pt x="141" y="615"/>
                    <a:pt x="123" y="540"/>
                  </a:cubicBezTo>
                  <a:cubicBezTo>
                    <a:pt x="127" y="450"/>
                    <a:pt x="128" y="359"/>
                    <a:pt x="134" y="269"/>
                  </a:cubicBezTo>
                  <a:cubicBezTo>
                    <a:pt x="137" y="231"/>
                    <a:pt x="133" y="186"/>
                    <a:pt x="157" y="156"/>
                  </a:cubicBezTo>
                  <a:cubicBezTo>
                    <a:pt x="170" y="139"/>
                    <a:pt x="377" y="124"/>
                    <a:pt x="394" y="122"/>
                  </a:cubicBezTo>
                  <a:cubicBezTo>
                    <a:pt x="529" y="135"/>
                    <a:pt x="488" y="105"/>
                    <a:pt x="541" y="156"/>
                  </a:cubicBezTo>
                </a:path>
              </a:pathLst>
            </a:custGeom>
            <a:gradFill rotWithShape="1">
              <a:gsLst>
                <a:gs pos="0">
                  <a:srgbClr val="0000FF"/>
                </a:gs>
                <a:gs pos="50000">
                  <a:srgbClr val="000076"/>
                </a:gs>
                <a:gs pos="100000">
                  <a:srgbClr val="0000FF"/>
                </a:gs>
              </a:gsLst>
              <a:lin ang="18900000" scaled="1"/>
            </a:gradFill>
            <a:ln w="66675" cap="sq" cmpd="sng">
              <a:noFill/>
              <a:prstDash val="solid"/>
              <a:round/>
            </a:ln>
            <a:effectLst>
              <a:outerShdw dist="234176" dir="2436078" algn="ctr" rotWithShape="0">
                <a:srgbClr val="B2B2B2"/>
              </a:outerShdw>
            </a:effectLst>
          </p:spPr>
          <p:txBody>
            <a:bodyPr wrap="none" anchor="ctr"/>
            <a:lstStyle/>
            <a:p>
              <a:endParaRPr lang="zh-CN" altLang="en-US"/>
            </a:p>
          </p:txBody>
        </p:sp>
        <p:grpSp>
          <p:nvGrpSpPr>
            <p:cNvPr id="3" name="Group 133"/>
            <p:cNvGrpSpPr/>
            <p:nvPr/>
          </p:nvGrpSpPr>
          <p:grpSpPr bwMode="auto">
            <a:xfrm>
              <a:off x="613" y="617"/>
              <a:ext cx="4807" cy="992"/>
              <a:chOff x="583" y="617"/>
              <a:chExt cx="4807" cy="992"/>
            </a:xfrm>
          </p:grpSpPr>
          <p:sp>
            <p:nvSpPr>
              <p:cNvPr id="34869" name="Text Box 6"/>
              <p:cNvSpPr txBox="1">
                <a:spLocks noChangeArrowheads="1"/>
              </p:cNvSpPr>
              <p:nvPr/>
            </p:nvSpPr>
            <p:spPr bwMode="auto">
              <a:xfrm>
                <a:off x="583" y="657"/>
                <a:ext cx="4807" cy="952"/>
              </a:xfrm>
              <a:prstGeom prst="rect">
                <a:avLst/>
              </a:prstGeom>
              <a:noFill/>
              <a:ln w="9525">
                <a:noFill/>
                <a:miter lim="800000"/>
              </a:ln>
            </p:spPr>
            <p:txBody>
              <a:bodyPr>
                <a:spAutoFit/>
              </a:bodyPr>
              <a:lstStyle/>
              <a:p>
                <a:pPr lvl="2" indent="-533400" fontAlgn="base">
                  <a:lnSpc>
                    <a:spcPct val="115000"/>
                  </a:lnSpc>
                  <a:spcBef>
                    <a:spcPct val="0"/>
                  </a:spcBef>
                </a:pPr>
                <a:r>
                  <a:rPr lang="zh-CN" altLang="en-US" sz="2700" dirty="0">
                    <a:latin typeface="幼圆" pitchFamily="49" charset="-122"/>
                    <a:ea typeface="幼圆" pitchFamily="49" charset="-122"/>
                  </a:rPr>
                  <a:t>              </a:t>
                </a:r>
                <a:r>
                  <a:rPr lang="zh-CN" altLang="en-US" sz="2700" dirty="0">
                    <a:solidFill>
                      <a:schemeClr val="bg1"/>
                    </a:solidFill>
                    <a:latin typeface="幼圆" pitchFamily="49" charset="-122"/>
                    <a:ea typeface="幼圆" pitchFamily="49" charset="-122"/>
                  </a:rPr>
                  <a:t>是指链表中最后那个链</a:t>
                </a:r>
                <a:endParaRPr lang="zh-CN" altLang="en-US" sz="2700" dirty="0">
                  <a:solidFill>
                    <a:schemeClr val="bg1"/>
                  </a:solidFill>
                  <a:latin typeface="幼圆" pitchFamily="49" charset="-122"/>
                  <a:ea typeface="幼圆" pitchFamily="49" charset="-122"/>
                </a:endParaRPr>
              </a:p>
              <a:p>
                <a:pPr lvl="2" indent="-533400" fontAlgn="base">
                  <a:lnSpc>
                    <a:spcPct val="115000"/>
                  </a:lnSpc>
                  <a:spcBef>
                    <a:spcPct val="0"/>
                  </a:spcBef>
                </a:pPr>
                <a:r>
                  <a:rPr lang="zh-CN" altLang="en-US" sz="2700" dirty="0">
                    <a:solidFill>
                      <a:schemeClr val="bg1"/>
                    </a:solidFill>
                    <a:latin typeface="幼圆" pitchFamily="49" charset="-122"/>
                    <a:ea typeface="幼圆" pitchFamily="49" charset="-122"/>
                  </a:rPr>
                  <a:t>结点的指针域存放指向链表最前面那个</a:t>
                </a:r>
                <a:endParaRPr lang="zh-CN" altLang="en-US" sz="2700" dirty="0">
                  <a:solidFill>
                    <a:schemeClr val="bg1"/>
                  </a:solidFill>
                  <a:latin typeface="幼圆" pitchFamily="49" charset="-122"/>
                  <a:ea typeface="幼圆" pitchFamily="49" charset="-122"/>
                </a:endParaRPr>
              </a:p>
              <a:p>
                <a:pPr lvl="2" indent="-533400" fontAlgn="base">
                  <a:lnSpc>
                    <a:spcPct val="115000"/>
                  </a:lnSpc>
                  <a:spcBef>
                    <a:spcPct val="0"/>
                  </a:spcBef>
                </a:pPr>
                <a:r>
                  <a:rPr lang="zh-CN" altLang="en-US" sz="2700" dirty="0">
                    <a:solidFill>
                      <a:schemeClr val="bg1"/>
                    </a:solidFill>
                    <a:latin typeface="幼圆" pitchFamily="49" charset="-122"/>
                    <a:ea typeface="幼圆" pitchFamily="49" charset="-122"/>
                  </a:rPr>
                  <a:t>结点的指针，整个链表形成一个环。</a:t>
                </a:r>
                <a:endParaRPr lang="zh-CN" altLang="en-US" sz="2700" dirty="0">
                  <a:solidFill>
                    <a:schemeClr val="bg1"/>
                  </a:solidFill>
                  <a:latin typeface="幼圆" pitchFamily="49" charset="-122"/>
                  <a:ea typeface="幼圆" pitchFamily="49" charset="-122"/>
                </a:endParaRPr>
              </a:p>
            </p:txBody>
          </p:sp>
          <p:sp>
            <p:nvSpPr>
              <p:cNvPr id="34870" name="Rectangle 7"/>
              <p:cNvSpPr>
                <a:spLocks noChangeArrowheads="1"/>
              </p:cNvSpPr>
              <p:nvPr/>
            </p:nvSpPr>
            <p:spPr bwMode="auto">
              <a:xfrm>
                <a:off x="1126" y="617"/>
                <a:ext cx="1452" cy="375"/>
              </a:xfrm>
              <a:prstGeom prst="rect">
                <a:avLst/>
              </a:prstGeom>
              <a:noFill/>
              <a:ln w="12700" cap="sq">
                <a:noFill/>
                <a:miter lim="800000"/>
              </a:ln>
              <a:effectLst>
                <a:outerShdw dist="17961" dir="2700000" algn="ctr" rotWithShape="0">
                  <a:srgbClr val="000000"/>
                </a:outerShdw>
              </a:effectLst>
            </p:spPr>
            <p:txBody>
              <a:bodyPr>
                <a:spAutoFit/>
              </a:bodyPr>
              <a:lstStyle/>
              <a:p>
                <a:r>
                  <a:rPr lang="zh-CN" altLang="en-US" sz="3300" dirty="0">
                    <a:solidFill>
                      <a:srgbClr val="FFFF00"/>
                    </a:solidFill>
                    <a:latin typeface="黑体" panose="02010609060101010101" pitchFamily="2" charset="-122"/>
                    <a:ea typeface="黑体" panose="02010609060101010101" pitchFamily="2" charset="-122"/>
                  </a:rPr>
                  <a:t>循环链表</a:t>
                </a:r>
                <a:endParaRPr lang="zh-CN" altLang="en-US" sz="3300" dirty="0">
                  <a:solidFill>
                    <a:srgbClr val="FFFF00"/>
                  </a:solidFill>
                  <a:latin typeface="黑体" panose="02010609060101010101" pitchFamily="2" charset="-122"/>
                  <a:ea typeface="黑体" panose="02010609060101010101" pitchFamily="2" charset="-122"/>
                </a:endParaRPr>
              </a:p>
            </p:txBody>
          </p:sp>
        </p:grpSp>
      </p:grpSp>
      <p:grpSp>
        <p:nvGrpSpPr>
          <p:cNvPr id="5" name="Group 120"/>
          <p:cNvGrpSpPr/>
          <p:nvPr/>
        </p:nvGrpSpPr>
        <p:grpSpPr bwMode="auto">
          <a:xfrm>
            <a:off x="2606676" y="3716338"/>
            <a:ext cx="7521575" cy="1604962"/>
            <a:chOff x="682" y="2341"/>
            <a:chExt cx="4738" cy="1011"/>
          </a:xfrm>
        </p:grpSpPr>
        <p:grpSp>
          <p:nvGrpSpPr>
            <p:cNvPr id="6" name="Group 72"/>
            <p:cNvGrpSpPr/>
            <p:nvPr/>
          </p:nvGrpSpPr>
          <p:grpSpPr bwMode="auto">
            <a:xfrm>
              <a:off x="1340" y="3112"/>
              <a:ext cx="480" cy="240"/>
              <a:chOff x="816" y="2016"/>
              <a:chExt cx="480" cy="240"/>
            </a:xfrm>
          </p:grpSpPr>
          <p:sp>
            <p:nvSpPr>
              <p:cNvPr id="34863" name="Rectangle 73"/>
              <p:cNvSpPr>
                <a:spLocks noChangeArrowheads="1"/>
              </p:cNvSpPr>
              <p:nvPr/>
            </p:nvSpPr>
            <p:spPr bwMode="auto">
              <a:xfrm>
                <a:off x="816" y="2016"/>
                <a:ext cx="336" cy="240"/>
              </a:xfrm>
              <a:prstGeom prst="rect">
                <a:avLst/>
              </a:prstGeom>
              <a:noFill/>
              <a:ln w="28575" cap="sq">
                <a:solidFill>
                  <a:srgbClr val="000000"/>
                </a:solidFill>
                <a:miter lim="800000"/>
              </a:ln>
            </p:spPr>
            <p:txBody>
              <a:bodyPr wrap="none" anchor="ctr"/>
              <a:lstStyle/>
              <a:p>
                <a:endParaRPr lang="zh-CN" altLang="en-US"/>
              </a:p>
            </p:txBody>
          </p:sp>
          <p:sp>
            <p:nvSpPr>
              <p:cNvPr id="34864" name="Rectangle 74"/>
              <p:cNvSpPr>
                <a:spLocks noChangeArrowheads="1"/>
              </p:cNvSpPr>
              <p:nvPr/>
            </p:nvSpPr>
            <p:spPr bwMode="auto">
              <a:xfrm>
                <a:off x="1152" y="2016"/>
                <a:ext cx="144" cy="240"/>
              </a:xfrm>
              <a:prstGeom prst="rect">
                <a:avLst/>
              </a:prstGeom>
              <a:noFill/>
              <a:ln w="28575" cap="sq">
                <a:solidFill>
                  <a:srgbClr val="000000"/>
                </a:solidFill>
                <a:miter lim="800000"/>
              </a:ln>
            </p:spPr>
            <p:txBody>
              <a:bodyPr wrap="none" anchor="ctr"/>
              <a:lstStyle/>
              <a:p>
                <a:endParaRPr lang="zh-CN" altLang="en-US"/>
              </a:p>
            </p:txBody>
          </p:sp>
        </p:grpSp>
        <p:grpSp>
          <p:nvGrpSpPr>
            <p:cNvPr id="7" name="Group 75"/>
            <p:cNvGrpSpPr/>
            <p:nvPr/>
          </p:nvGrpSpPr>
          <p:grpSpPr bwMode="auto">
            <a:xfrm>
              <a:off x="2060" y="3112"/>
              <a:ext cx="480" cy="240"/>
              <a:chOff x="816" y="2016"/>
              <a:chExt cx="480" cy="240"/>
            </a:xfrm>
          </p:grpSpPr>
          <p:sp>
            <p:nvSpPr>
              <p:cNvPr id="34861" name="Rectangle 76"/>
              <p:cNvSpPr>
                <a:spLocks noChangeArrowheads="1"/>
              </p:cNvSpPr>
              <p:nvPr/>
            </p:nvSpPr>
            <p:spPr bwMode="auto">
              <a:xfrm>
                <a:off x="816" y="2016"/>
                <a:ext cx="336" cy="240"/>
              </a:xfrm>
              <a:prstGeom prst="rect">
                <a:avLst/>
              </a:prstGeom>
              <a:noFill/>
              <a:ln w="28575" cap="sq">
                <a:solidFill>
                  <a:srgbClr val="000000"/>
                </a:solidFill>
                <a:miter lim="800000"/>
              </a:ln>
            </p:spPr>
            <p:txBody>
              <a:bodyPr wrap="none" anchor="ctr"/>
              <a:lstStyle/>
              <a:p>
                <a:endParaRPr lang="zh-CN" altLang="en-US"/>
              </a:p>
            </p:txBody>
          </p:sp>
          <p:sp>
            <p:nvSpPr>
              <p:cNvPr id="34862" name="Rectangle 77"/>
              <p:cNvSpPr>
                <a:spLocks noChangeArrowheads="1"/>
              </p:cNvSpPr>
              <p:nvPr/>
            </p:nvSpPr>
            <p:spPr bwMode="auto">
              <a:xfrm>
                <a:off x="1152" y="2016"/>
                <a:ext cx="144" cy="240"/>
              </a:xfrm>
              <a:prstGeom prst="rect">
                <a:avLst/>
              </a:prstGeom>
              <a:noFill/>
              <a:ln w="28575" cap="sq">
                <a:solidFill>
                  <a:srgbClr val="000000"/>
                </a:solidFill>
                <a:miter lim="800000"/>
              </a:ln>
            </p:spPr>
            <p:txBody>
              <a:bodyPr wrap="none" anchor="ctr"/>
              <a:lstStyle/>
              <a:p>
                <a:endParaRPr lang="zh-CN" altLang="en-US"/>
              </a:p>
            </p:txBody>
          </p:sp>
        </p:grpSp>
        <p:grpSp>
          <p:nvGrpSpPr>
            <p:cNvPr id="8" name="Group 78"/>
            <p:cNvGrpSpPr/>
            <p:nvPr/>
          </p:nvGrpSpPr>
          <p:grpSpPr bwMode="auto">
            <a:xfrm>
              <a:off x="2780" y="3112"/>
              <a:ext cx="480" cy="240"/>
              <a:chOff x="816" y="2016"/>
              <a:chExt cx="480" cy="240"/>
            </a:xfrm>
          </p:grpSpPr>
          <p:sp>
            <p:nvSpPr>
              <p:cNvPr id="34859" name="Rectangle 79"/>
              <p:cNvSpPr>
                <a:spLocks noChangeArrowheads="1"/>
              </p:cNvSpPr>
              <p:nvPr/>
            </p:nvSpPr>
            <p:spPr bwMode="auto">
              <a:xfrm>
                <a:off x="816" y="2016"/>
                <a:ext cx="336" cy="240"/>
              </a:xfrm>
              <a:prstGeom prst="rect">
                <a:avLst/>
              </a:prstGeom>
              <a:noFill/>
              <a:ln w="28575" cap="sq">
                <a:solidFill>
                  <a:srgbClr val="000000"/>
                </a:solidFill>
                <a:miter lim="800000"/>
              </a:ln>
            </p:spPr>
            <p:txBody>
              <a:bodyPr wrap="none" anchor="ctr"/>
              <a:lstStyle/>
              <a:p>
                <a:endParaRPr lang="zh-CN" altLang="en-US"/>
              </a:p>
            </p:txBody>
          </p:sp>
          <p:sp>
            <p:nvSpPr>
              <p:cNvPr id="34860" name="Rectangle 80"/>
              <p:cNvSpPr>
                <a:spLocks noChangeArrowheads="1"/>
              </p:cNvSpPr>
              <p:nvPr/>
            </p:nvSpPr>
            <p:spPr bwMode="auto">
              <a:xfrm>
                <a:off x="1152" y="2016"/>
                <a:ext cx="144" cy="240"/>
              </a:xfrm>
              <a:prstGeom prst="rect">
                <a:avLst/>
              </a:prstGeom>
              <a:noFill/>
              <a:ln w="28575" cap="sq">
                <a:solidFill>
                  <a:srgbClr val="000000"/>
                </a:solidFill>
                <a:miter lim="800000"/>
              </a:ln>
            </p:spPr>
            <p:txBody>
              <a:bodyPr wrap="none" anchor="ctr"/>
              <a:lstStyle/>
              <a:p>
                <a:endParaRPr lang="zh-CN" altLang="en-US"/>
              </a:p>
            </p:txBody>
          </p:sp>
        </p:grpSp>
        <p:grpSp>
          <p:nvGrpSpPr>
            <p:cNvPr id="9" name="Group 81"/>
            <p:cNvGrpSpPr/>
            <p:nvPr/>
          </p:nvGrpSpPr>
          <p:grpSpPr bwMode="auto">
            <a:xfrm>
              <a:off x="4755" y="3112"/>
              <a:ext cx="480" cy="240"/>
              <a:chOff x="816" y="2016"/>
              <a:chExt cx="480" cy="240"/>
            </a:xfrm>
          </p:grpSpPr>
          <p:sp>
            <p:nvSpPr>
              <p:cNvPr id="34857" name="Rectangle 82"/>
              <p:cNvSpPr>
                <a:spLocks noChangeArrowheads="1"/>
              </p:cNvSpPr>
              <p:nvPr/>
            </p:nvSpPr>
            <p:spPr bwMode="auto">
              <a:xfrm>
                <a:off x="816" y="2016"/>
                <a:ext cx="336" cy="240"/>
              </a:xfrm>
              <a:prstGeom prst="rect">
                <a:avLst/>
              </a:prstGeom>
              <a:noFill/>
              <a:ln w="28575" cap="sq">
                <a:solidFill>
                  <a:srgbClr val="000000"/>
                </a:solidFill>
                <a:miter lim="800000"/>
              </a:ln>
            </p:spPr>
            <p:txBody>
              <a:bodyPr wrap="none" anchor="ctr"/>
              <a:lstStyle/>
              <a:p>
                <a:endParaRPr lang="zh-CN" altLang="en-US"/>
              </a:p>
            </p:txBody>
          </p:sp>
          <p:sp>
            <p:nvSpPr>
              <p:cNvPr id="34858" name="Rectangle 83"/>
              <p:cNvSpPr>
                <a:spLocks noChangeArrowheads="1"/>
              </p:cNvSpPr>
              <p:nvPr/>
            </p:nvSpPr>
            <p:spPr bwMode="auto">
              <a:xfrm>
                <a:off x="1152" y="2016"/>
                <a:ext cx="144" cy="240"/>
              </a:xfrm>
              <a:prstGeom prst="rect">
                <a:avLst/>
              </a:prstGeom>
              <a:noFill/>
              <a:ln w="28575" cap="sq">
                <a:solidFill>
                  <a:srgbClr val="000000"/>
                </a:solidFill>
                <a:miter lim="800000"/>
              </a:ln>
            </p:spPr>
            <p:txBody>
              <a:bodyPr wrap="none" anchor="ctr"/>
              <a:lstStyle/>
              <a:p>
                <a:endParaRPr lang="zh-CN" altLang="en-US"/>
              </a:p>
            </p:txBody>
          </p:sp>
        </p:grpSp>
        <p:grpSp>
          <p:nvGrpSpPr>
            <p:cNvPr id="10" name="Group 84"/>
            <p:cNvGrpSpPr/>
            <p:nvPr/>
          </p:nvGrpSpPr>
          <p:grpSpPr bwMode="auto">
            <a:xfrm>
              <a:off x="4028" y="3112"/>
              <a:ext cx="480" cy="240"/>
              <a:chOff x="816" y="2016"/>
              <a:chExt cx="480" cy="240"/>
            </a:xfrm>
          </p:grpSpPr>
          <p:sp>
            <p:nvSpPr>
              <p:cNvPr id="34855" name="Rectangle 85"/>
              <p:cNvSpPr>
                <a:spLocks noChangeArrowheads="1"/>
              </p:cNvSpPr>
              <p:nvPr/>
            </p:nvSpPr>
            <p:spPr bwMode="auto">
              <a:xfrm>
                <a:off x="816" y="2016"/>
                <a:ext cx="336" cy="240"/>
              </a:xfrm>
              <a:prstGeom prst="rect">
                <a:avLst/>
              </a:prstGeom>
              <a:noFill/>
              <a:ln w="28575" cap="sq">
                <a:solidFill>
                  <a:srgbClr val="000000"/>
                </a:solidFill>
                <a:miter lim="800000"/>
              </a:ln>
            </p:spPr>
            <p:txBody>
              <a:bodyPr wrap="none" anchor="ctr"/>
              <a:lstStyle/>
              <a:p>
                <a:endParaRPr lang="zh-CN" altLang="en-US"/>
              </a:p>
            </p:txBody>
          </p:sp>
          <p:sp>
            <p:nvSpPr>
              <p:cNvPr id="34856" name="Rectangle 86"/>
              <p:cNvSpPr>
                <a:spLocks noChangeArrowheads="1"/>
              </p:cNvSpPr>
              <p:nvPr/>
            </p:nvSpPr>
            <p:spPr bwMode="auto">
              <a:xfrm>
                <a:off x="1152" y="2016"/>
                <a:ext cx="144" cy="240"/>
              </a:xfrm>
              <a:prstGeom prst="rect">
                <a:avLst/>
              </a:prstGeom>
              <a:noFill/>
              <a:ln w="28575" cap="sq">
                <a:solidFill>
                  <a:srgbClr val="000000"/>
                </a:solidFill>
                <a:miter lim="800000"/>
              </a:ln>
            </p:spPr>
            <p:txBody>
              <a:bodyPr wrap="none" anchor="ctr"/>
              <a:lstStyle/>
              <a:p>
                <a:endParaRPr lang="zh-CN" altLang="en-US"/>
              </a:p>
            </p:txBody>
          </p:sp>
        </p:grpSp>
        <p:sp>
          <p:nvSpPr>
            <p:cNvPr id="34841" name="Line 87"/>
            <p:cNvSpPr>
              <a:spLocks noChangeShapeType="1"/>
            </p:cNvSpPr>
            <p:nvPr/>
          </p:nvSpPr>
          <p:spPr bwMode="auto">
            <a:xfrm>
              <a:off x="1772" y="3219"/>
              <a:ext cx="288" cy="0"/>
            </a:xfrm>
            <a:prstGeom prst="line">
              <a:avLst/>
            </a:prstGeom>
            <a:noFill/>
            <a:ln w="25400" cap="sq">
              <a:solidFill>
                <a:srgbClr val="000080"/>
              </a:solidFill>
              <a:round/>
              <a:tailEnd type="triangle" w="med" len="med"/>
            </a:ln>
          </p:spPr>
          <p:txBody>
            <a:bodyPr wrap="none" anchor="ctr"/>
            <a:lstStyle/>
            <a:p>
              <a:endParaRPr lang="zh-CN" altLang="en-US"/>
            </a:p>
          </p:txBody>
        </p:sp>
        <p:sp>
          <p:nvSpPr>
            <p:cNvPr id="34842" name="Line 88"/>
            <p:cNvSpPr>
              <a:spLocks noChangeShapeType="1"/>
            </p:cNvSpPr>
            <p:nvPr/>
          </p:nvSpPr>
          <p:spPr bwMode="auto">
            <a:xfrm>
              <a:off x="2470" y="3208"/>
              <a:ext cx="288" cy="0"/>
            </a:xfrm>
            <a:prstGeom prst="line">
              <a:avLst/>
            </a:prstGeom>
            <a:noFill/>
            <a:ln w="25400" cap="sq">
              <a:solidFill>
                <a:srgbClr val="000080"/>
              </a:solidFill>
              <a:round/>
              <a:tailEnd type="triangle" w="med" len="med"/>
            </a:ln>
          </p:spPr>
          <p:txBody>
            <a:bodyPr wrap="none" anchor="ctr"/>
            <a:lstStyle/>
            <a:p>
              <a:endParaRPr lang="zh-CN" altLang="en-US"/>
            </a:p>
          </p:txBody>
        </p:sp>
        <p:sp>
          <p:nvSpPr>
            <p:cNvPr id="34843" name="Line 89"/>
            <p:cNvSpPr>
              <a:spLocks noChangeShapeType="1"/>
            </p:cNvSpPr>
            <p:nvPr/>
          </p:nvSpPr>
          <p:spPr bwMode="auto">
            <a:xfrm>
              <a:off x="3164" y="3208"/>
              <a:ext cx="288" cy="0"/>
            </a:xfrm>
            <a:prstGeom prst="line">
              <a:avLst/>
            </a:prstGeom>
            <a:noFill/>
            <a:ln w="25400" cap="sq">
              <a:solidFill>
                <a:srgbClr val="000080"/>
              </a:solidFill>
              <a:round/>
              <a:tailEnd type="triangle" w="med" len="med"/>
            </a:ln>
          </p:spPr>
          <p:txBody>
            <a:bodyPr wrap="none" anchor="ctr"/>
            <a:lstStyle/>
            <a:p>
              <a:endParaRPr lang="zh-CN" altLang="en-US"/>
            </a:p>
          </p:txBody>
        </p:sp>
        <p:sp>
          <p:nvSpPr>
            <p:cNvPr id="34844" name="Line 90"/>
            <p:cNvSpPr>
              <a:spLocks noChangeShapeType="1"/>
            </p:cNvSpPr>
            <p:nvPr/>
          </p:nvSpPr>
          <p:spPr bwMode="auto">
            <a:xfrm>
              <a:off x="3747" y="3208"/>
              <a:ext cx="288" cy="0"/>
            </a:xfrm>
            <a:prstGeom prst="line">
              <a:avLst/>
            </a:prstGeom>
            <a:noFill/>
            <a:ln w="25400" cap="sq">
              <a:solidFill>
                <a:srgbClr val="000080"/>
              </a:solidFill>
              <a:round/>
              <a:tailEnd type="triangle" w="med" len="med"/>
            </a:ln>
          </p:spPr>
          <p:txBody>
            <a:bodyPr wrap="none" anchor="ctr"/>
            <a:lstStyle/>
            <a:p>
              <a:endParaRPr lang="zh-CN" altLang="en-US"/>
            </a:p>
          </p:txBody>
        </p:sp>
        <p:sp>
          <p:nvSpPr>
            <p:cNvPr id="34845" name="Line 91"/>
            <p:cNvSpPr>
              <a:spLocks noChangeShapeType="1"/>
            </p:cNvSpPr>
            <p:nvPr/>
          </p:nvSpPr>
          <p:spPr bwMode="auto">
            <a:xfrm>
              <a:off x="4460" y="3208"/>
              <a:ext cx="288" cy="0"/>
            </a:xfrm>
            <a:prstGeom prst="line">
              <a:avLst/>
            </a:prstGeom>
            <a:noFill/>
            <a:ln w="25400" cap="sq">
              <a:solidFill>
                <a:srgbClr val="000080"/>
              </a:solidFill>
              <a:round/>
              <a:tailEnd type="triangle" w="med" len="med"/>
            </a:ln>
          </p:spPr>
          <p:txBody>
            <a:bodyPr wrap="none" anchor="ctr"/>
            <a:lstStyle/>
            <a:p>
              <a:endParaRPr lang="zh-CN" altLang="en-US"/>
            </a:p>
          </p:txBody>
        </p:sp>
        <p:sp>
          <p:nvSpPr>
            <p:cNvPr id="34846" name="Rectangle 92"/>
            <p:cNvSpPr>
              <a:spLocks noChangeArrowheads="1"/>
            </p:cNvSpPr>
            <p:nvPr/>
          </p:nvSpPr>
          <p:spPr bwMode="auto">
            <a:xfrm>
              <a:off x="3497" y="3016"/>
              <a:ext cx="275" cy="291"/>
            </a:xfrm>
            <a:prstGeom prst="rect">
              <a:avLst/>
            </a:prstGeom>
            <a:noFill/>
            <a:ln w="12700" cap="sq">
              <a:noFill/>
              <a:miter lim="800000"/>
            </a:ln>
          </p:spPr>
          <p:txBody>
            <a:bodyPr wrap="none">
              <a:spAutoFit/>
            </a:bodyPr>
            <a:lstStyle/>
            <a:p>
              <a:pPr algn="ctr"/>
              <a:r>
                <a:rPr lang="zh-CN" altLang="en-US" sz="2400">
                  <a:solidFill>
                    <a:schemeClr val="bg1"/>
                  </a:solidFill>
                  <a:ea typeface="宋体" pitchFamily="2" charset="-122"/>
                  <a:cs typeface="Times New Roman" panose="02020503050405090304" pitchFamily="18" charset="0"/>
                </a:rPr>
                <a:t>…</a:t>
              </a:r>
              <a:endParaRPr lang="zh-CN" altLang="en-US" sz="2400">
                <a:solidFill>
                  <a:schemeClr val="bg1"/>
                </a:solidFill>
                <a:ea typeface="宋体" pitchFamily="2" charset="-122"/>
                <a:cs typeface="Times New Roman" panose="02020503050405090304" pitchFamily="18" charset="0"/>
              </a:endParaRPr>
            </a:p>
          </p:txBody>
        </p:sp>
        <p:sp>
          <p:nvSpPr>
            <p:cNvPr id="34847" name="Rectangle 93"/>
            <p:cNvSpPr>
              <a:spLocks noChangeArrowheads="1"/>
            </p:cNvSpPr>
            <p:nvPr/>
          </p:nvSpPr>
          <p:spPr bwMode="auto">
            <a:xfrm>
              <a:off x="933" y="2695"/>
              <a:ext cx="311" cy="291"/>
            </a:xfrm>
            <a:prstGeom prst="rect">
              <a:avLst/>
            </a:prstGeom>
            <a:noFill/>
            <a:ln w="12700" cap="sq">
              <a:noFill/>
              <a:miter lim="800000"/>
            </a:ln>
          </p:spPr>
          <p:txBody>
            <a:bodyPr wrap="none">
              <a:spAutoFit/>
            </a:bodyPr>
            <a:lstStyle/>
            <a:p>
              <a:pPr algn="ctr"/>
              <a:r>
                <a:rPr lang="en-US" altLang="zh-CN" sz="2400">
                  <a:solidFill>
                    <a:srgbClr val="FF3300"/>
                  </a:solidFill>
                  <a:ea typeface="宋体" pitchFamily="2" charset="-122"/>
                </a:rPr>
                <a:t>list</a:t>
              </a:r>
              <a:endParaRPr lang="en-US" altLang="zh-CN" sz="2400">
                <a:solidFill>
                  <a:srgbClr val="FF3300"/>
                </a:solidFill>
                <a:ea typeface="宋体" pitchFamily="2" charset="-122"/>
              </a:endParaRPr>
            </a:p>
          </p:txBody>
        </p:sp>
        <p:sp>
          <p:nvSpPr>
            <p:cNvPr id="34848" name="Line 94"/>
            <p:cNvSpPr>
              <a:spLocks noChangeShapeType="1"/>
            </p:cNvSpPr>
            <p:nvPr/>
          </p:nvSpPr>
          <p:spPr bwMode="auto">
            <a:xfrm>
              <a:off x="1202" y="2931"/>
              <a:ext cx="144" cy="147"/>
            </a:xfrm>
            <a:prstGeom prst="line">
              <a:avLst/>
            </a:prstGeom>
            <a:noFill/>
            <a:ln w="22225" cap="sq">
              <a:solidFill>
                <a:schemeClr val="accent2"/>
              </a:solidFill>
              <a:round/>
              <a:tailEnd type="triangle" w="med" len="med"/>
            </a:ln>
          </p:spPr>
          <p:txBody>
            <a:bodyPr wrap="none" anchor="ctr"/>
            <a:lstStyle/>
            <a:p>
              <a:endParaRPr lang="zh-CN" altLang="en-US"/>
            </a:p>
          </p:txBody>
        </p:sp>
        <p:grpSp>
          <p:nvGrpSpPr>
            <p:cNvPr id="11" name="Group 95"/>
            <p:cNvGrpSpPr/>
            <p:nvPr/>
          </p:nvGrpSpPr>
          <p:grpSpPr bwMode="auto">
            <a:xfrm>
              <a:off x="1376" y="2887"/>
              <a:ext cx="4044" cy="340"/>
              <a:chOff x="1236" y="1872"/>
              <a:chExt cx="4044" cy="340"/>
            </a:xfrm>
          </p:grpSpPr>
          <p:sp>
            <p:nvSpPr>
              <p:cNvPr id="34851" name="Line 96"/>
              <p:cNvSpPr>
                <a:spLocks noChangeShapeType="1"/>
              </p:cNvSpPr>
              <p:nvPr/>
            </p:nvSpPr>
            <p:spPr bwMode="auto">
              <a:xfrm>
                <a:off x="5003" y="2212"/>
                <a:ext cx="266" cy="0"/>
              </a:xfrm>
              <a:prstGeom prst="line">
                <a:avLst/>
              </a:prstGeom>
              <a:noFill/>
              <a:ln w="28575" cap="sq">
                <a:solidFill>
                  <a:srgbClr val="FF0000"/>
                </a:solidFill>
                <a:round/>
              </a:ln>
            </p:spPr>
            <p:txBody>
              <a:bodyPr wrap="none" anchor="ctr"/>
              <a:lstStyle/>
              <a:p>
                <a:endParaRPr lang="zh-CN" altLang="en-US"/>
              </a:p>
            </p:txBody>
          </p:sp>
          <p:sp>
            <p:nvSpPr>
              <p:cNvPr id="34852" name="Line 97"/>
              <p:cNvSpPr>
                <a:spLocks noChangeShapeType="1"/>
              </p:cNvSpPr>
              <p:nvPr/>
            </p:nvSpPr>
            <p:spPr bwMode="auto">
              <a:xfrm>
                <a:off x="1392" y="1872"/>
                <a:ext cx="3888" cy="0"/>
              </a:xfrm>
              <a:prstGeom prst="line">
                <a:avLst/>
              </a:prstGeom>
              <a:noFill/>
              <a:ln w="28575" cap="sq">
                <a:solidFill>
                  <a:srgbClr val="FF0000"/>
                </a:solidFill>
                <a:round/>
              </a:ln>
            </p:spPr>
            <p:txBody>
              <a:bodyPr wrap="none" anchor="ctr"/>
              <a:lstStyle/>
              <a:p>
                <a:endParaRPr lang="zh-CN" altLang="en-US"/>
              </a:p>
            </p:txBody>
          </p:sp>
          <p:sp>
            <p:nvSpPr>
              <p:cNvPr id="34853" name="Line 98"/>
              <p:cNvSpPr>
                <a:spLocks noChangeShapeType="1"/>
              </p:cNvSpPr>
              <p:nvPr/>
            </p:nvSpPr>
            <p:spPr bwMode="auto">
              <a:xfrm>
                <a:off x="5280" y="1876"/>
                <a:ext cx="0" cy="336"/>
              </a:xfrm>
              <a:prstGeom prst="line">
                <a:avLst/>
              </a:prstGeom>
              <a:noFill/>
              <a:ln w="28575" cap="sq">
                <a:solidFill>
                  <a:srgbClr val="FF0000"/>
                </a:solidFill>
                <a:round/>
              </a:ln>
            </p:spPr>
            <p:txBody>
              <a:bodyPr wrap="none" anchor="ctr"/>
              <a:lstStyle/>
              <a:p>
                <a:endParaRPr lang="zh-CN" altLang="en-US"/>
              </a:p>
            </p:txBody>
          </p:sp>
          <p:sp>
            <p:nvSpPr>
              <p:cNvPr id="34854" name="Line 99"/>
              <p:cNvSpPr>
                <a:spLocks noChangeShapeType="1"/>
              </p:cNvSpPr>
              <p:nvPr/>
            </p:nvSpPr>
            <p:spPr bwMode="auto">
              <a:xfrm flipH="1">
                <a:off x="1236" y="1872"/>
                <a:ext cx="144" cy="192"/>
              </a:xfrm>
              <a:prstGeom prst="line">
                <a:avLst/>
              </a:prstGeom>
              <a:noFill/>
              <a:ln w="28575" cap="sq">
                <a:solidFill>
                  <a:srgbClr val="FF0000"/>
                </a:solidFill>
                <a:round/>
                <a:tailEnd type="triangle" w="med" len="lg"/>
              </a:ln>
            </p:spPr>
            <p:txBody>
              <a:bodyPr wrap="none" anchor="ctr"/>
              <a:lstStyle/>
              <a:p>
                <a:endParaRPr lang="zh-CN" altLang="en-US"/>
              </a:p>
            </p:txBody>
          </p:sp>
        </p:grpSp>
        <p:sp>
          <p:nvSpPr>
            <p:cNvPr id="34850" name="Text Box 100"/>
            <p:cNvSpPr txBox="1">
              <a:spLocks noChangeArrowheads="1"/>
            </p:cNvSpPr>
            <p:nvPr/>
          </p:nvSpPr>
          <p:spPr bwMode="auto">
            <a:xfrm>
              <a:off x="682" y="2341"/>
              <a:ext cx="1144" cy="256"/>
            </a:xfrm>
            <a:prstGeom prst="rect">
              <a:avLst/>
            </a:prstGeom>
            <a:noFill/>
            <a:ln w="12700" cap="sq">
              <a:noFill/>
              <a:miter lim="800000"/>
            </a:ln>
          </p:spPr>
          <p:txBody>
            <a:bodyPr>
              <a:spAutoFit/>
            </a:bodyPr>
            <a:lstStyle/>
            <a:p>
              <a:pPr>
                <a:lnSpc>
                  <a:spcPct val="85000"/>
                </a:lnSpc>
                <a:spcBef>
                  <a:spcPct val="0"/>
                </a:spcBef>
              </a:pPr>
              <a:r>
                <a:rPr lang="zh-CN" altLang="en-US" sz="2400" dirty="0">
                  <a:solidFill>
                    <a:srgbClr val="000099"/>
                  </a:solidFill>
                  <a:ea typeface="黑体" panose="02010609060101010101" pitchFamily="2" charset="-122"/>
                </a:rPr>
                <a:t>循环链表</a:t>
              </a:r>
              <a:endParaRPr lang="zh-CN" altLang="en-US" sz="2400" dirty="0">
                <a:solidFill>
                  <a:srgbClr val="000099"/>
                </a:solidFill>
                <a:ea typeface="黑体" panose="02010609060101010101" pitchFamily="2" charset="-122"/>
              </a:endParaRPr>
            </a:p>
          </p:txBody>
        </p:sp>
      </p:grpSp>
    </p:spTree>
  </p:cSld>
  <p:clrMapOvr>
    <a:masterClrMapping/>
  </p:clrMapOvr>
  <p:transition>
    <p:fade/>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bwMode="auto">
          <a:xfrm>
            <a:off x="1784029" y="1464568"/>
            <a:ext cx="7605713" cy="1493838"/>
            <a:chOff x="256" y="288"/>
            <a:chExt cx="4791" cy="941"/>
          </a:xfrm>
        </p:grpSpPr>
        <p:grpSp>
          <p:nvGrpSpPr>
            <p:cNvPr id="3" name="Group 3"/>
            <p:cNvGrpSpPr/>
            <p:nvPr/>
          </p:nvGrpSpPr>
          <p:grpSpPr bwMode="auto">
            <a:xfrm>
              <a:off x="1152" y="989"/>
              <a:ext cx="480" cy="240"/>
              <a:chOff x="816" y="2016"/>
              <a:chExt cx="480" cy="240"/>
            </a:xfrm>
          </p:grpSpPr>
          <p:sp>
            <p:nvSpPr>
              <p:cNvPr id="35932" name="Rectangle 4"/>
              <p:cNvSpPr>
                <a:spLocks noChangeArrowheads="1"/>
              </p:cNvSpPr>
              <p:nvPr/>
            </p:nvSpPr>
            <p:spPr bwMode="auto">
              <a:xfrm>
                <a:off x="816" y="2016"/>
                <a:ext cx="336" cy="240"/>
              </a:xfrm>
              <a:prstGeom prst="rect">
                <a:avLst/>
              </a:prstGeom>
              <a:noFill/>
              <a:ln w="28575" cap="sq">
                <a:solidFill>
                  <a:srgbClr val="000000"/>
                </a:solidFill>
                <a:miter lim="800000"/>
              </a:ln>
            </p:spPr>
            <p:txBody>
              <a:bodyPr wrap="none" anchor="ctr"/>
              <a:lstStyle/>
              <a:p>
                <a:endParaRPr lang="zh-CN" altLang="en-US"/>
              </a:p>
            </p:txBody>
          </p:sp>
          <p:sp>
            <p:nvSpPr>
              <p:cNvPr id="35933" name="Rectangle 5"/>
              <p:cNvSpPr>
                <a:spLocks noChangeArrowheads="1"/>
              </p:cNvSpPr>
              <p:nvPr/>
            </p:nvSpPr>
            <p:spPr bwMode="auto">
              <a:xfrm>
                <a:off x="1152" y="2016"/>
                <a:ext cx="144" cy="240"/>
              </a:xfrm>
              <a:prstGeom prst="rect">
                <a:avLst/>
              </a:prstGeom>
              <a:noFill/>
              <a:ln w="28575" cap="sq">
                <a:solidFill>
                  <a:srgbClr val="000000"/>
                </a:solidFill>
                <a:miter lim="800000"/>
              </a:ln>
            </p:spPr>
            <p:txBody>
              <a:bodyPr wrap="none" anchor="ctr"/>
              <a:lstStyle/>
              <a:p>
                <a:endParaRPr lang="zh-CN" altLang="en-US"/>
              </a:p>
            </p:txBody>
          </p:sp>
        </p:grpSp>
        <p:grpSp>
          <p:nvGrpSpPr>
            <p:cNvPr id="4" name="Group 6"/>
            <p:cNvGrpSpPr/>
            <p:nvPr/>
          </p:nvGrpSpPr>
          <p:grpSpPr bwMode="auto">
            <a:xfrm>
              <a:off x="1872" y="989"/>
              <a:ext cx="480" cy="240"/>
              <a:chOff x="816" y="2016"/>
              <a:chExt cx="480" cy="240"/>
            </a:xfrm>
          </p:grpSpPr>
          <p:sp>
            <p:nvSpPr>
              <p:cNvPr id="35930" name="Rectangle 7"/>
              <p:cNvSpPr>
                <a:spLocks noChangeArrowheads="1"/>
              </p:cNvSpPr>
              <p:nvPr/>
            </p:nvSpPr>
            <p:spPr bwMode="auto">
              <a:xfrm>
                <a:off x="816" y="2016"/>
                <a:ext cx="336" cy="240"/>
              </a:xfrm>
              <a:prstGeom prst="rect">
                <a:avLst/>
              </a:prstGeom>
              <a:noFill/>
              <a:ln w="28575" cap="sq">
                <a:solidFill>
                  <a:srgbClr val="000000"/>
                </a:solidFill>
                <a:miter lim="800000"/>
              </a:ln>
            </p:spPr>
            <p:txBody>
              <a:bodyPr wrap="none" anchor="ctr"/>
              <a:lstStyle/>
              <a:p>
                <a:endParaRPr lang="zh-CN" altLang="en-US"/>
              </a:p>
            </p:txBody>
          </p:sp>
          <p:sp>
            <p:nvSpPr>
              <p:cNvPr id="35931" name="Rectangle 8"/>
              <p:cNvSpPr>
                <a:spLocks noChangeArrowheads="1"/>
              </p:cNvSpPr>
              <p:nvPr/>
            </p:nvSpPr>
            <p:spPr bwMode="auto">
              <a:xfrm>
                <a:off x="1152" y="2016"/>
                <a:ext cx="144" cy="240"/>
              </a:xfrm>
              <a:prstGeom prst="rect">
                <a:avLst/>
              </a:prstGeom>
              <a:noFill/>
              <a:ln w="28575" cap="sq">
                <a:solidFill>
                  <a:srgbClr val="000000"/>
                </a:solidFill>
                <a:miter lim="800000"/>
              </a:ln>
            </p:spPr>
            <p:txBody>
              <a:bodyPr wrap="none" anchor="ctr"/>
              <a:lstStyle/>
              <a:p>
                <a:endParaRPr lang="zh-CN" altLang="en-US"/>
              </a:p>
            </p:txBody>
          </p:sp>
        </p:grpSp>
        <p:grpSp>
          <p:nvGrpSpPr>
            <p:cNvPr id="5" name="Group 9"/>
            <p:cNvGrpSpPr/>
            <p:nvPr/>
          </p:nvGrpSpPr>
          <p:grpSpPr bwMode="auto">
            <a:xfrm>
              <a:off x="2592" y="989"/>
              <a:ext cx="480" cy="240"/>
              <a:chOff x="816" y="2016"/>
              <a:chExt cx="480" cy="240"/>
            </a:xfrm>
          </p:grpSpPr>
          <p:sp>
            <p:nvSpPr>
              <p:cNvPr id="35928" name="Rectangle 10"/>
              <p:cNvSpPr>
                <a:spLocks noChangeArrowheads="1"/>
              </p:cNvSpPr>
              <p:nvPr/>
            </p:nvSpPr>
            <p:spPr bwMode="auto">
              <a:xfrm>
                <a:off x="816" y="2016"/>
                <a:ext cx="336" cy="240"/>
              </a:xfrm>
              <a:prstGeom prst="rect">
                <a:avLst/>
              </a:prstGeom>
              <a:noFill/>
              <a:ln w="28575" cap="sq">
                <a:solidFill>
                  <a:srgbClr val="000000"/>
                </a:solidFill>
                <a:miter lim="800000"/>
              </a:ln>
            </p:spPr>
            <p:txBody>
              <a:bodyPr wrap="none" anchor="ctr"/>
              <a:lstStyle/>
              <a:p>
                <a:endParaRPr lang="zh-CN" altLang="en-US"/>
              </a:p>
            </p:txBody>
          </p:sp>
          <p:sp>
            <p:nvSpPr>
              <p:cNvPr id="35929" name="Rectangle 11"/>
              <p:cNvSpPr>
                <a:spLocks noChangeArrowheads="1"/>
              </p:cNvSpPr>
              <p:nvPr/>
            </p:nvSpPr>
            <p:spPr bwMode="auto">
              <a:xfrm>
                <a:off x="1152" y="2016"/>
                <a:ext cx="144" cy="240"/>
              </a:xfrm>
              <a:prstGeom prst="rect">
                <a:avLst/>
              </a:prstGeom>
              <a:noFill/>
              <a:ln w="28575" cap="sq">
                <a:solidFill>
                  <a:srgbClr val="000000"/>
                </a:solidFill>
                <a:miter lim="800000"/>
              </a:ln>
            </p:spPr>
            <p:txBody>
              <a:bodyPr wrap="none" anchor="ctr"/>
              <a:lstStyle/>
              <a:p>
                <a:endParaRPr lang="zh-CN" altLang="en-US"/>
              </a:p>
            </p:txBody>
          </p:sp>
        </p:grpSp>
        <p:grpSp>
          <p:nvGrpSpPr>
            <p:cNvPr id="6" name="Group 12"/>
            <p:cNvGrpSpPr/>
            <p:nvPr/>
          </p:nvGrpSpPr>
          <p:grpSpPr bwMode="auto">
            <a:xfrm>
              <a:off x="4567" y="989"/>
              <a:ext cx="480" cy="240"/>
              <a:chOff x="816" y="2016"/>
              <a:chExt cx="480" cy="240"/>
            </a:xfrm>
          </p:grpSpPr>
          <p:sp>
            <p:nvSpPr>
              <p:cNvPr id="35926" name="Rectangle 13"/>
              <p:cNvSpPr>
                <a:spLocks noChangeArrowheads="1"/>
              </p:cNvSpPr>
              <p:nvPr/>
            </p:nvSpPr>
            <p:spPr bwMode="auto">
              <a:xfrm>
                <a:off x="816" y="2016"/>
                <a:ext cx="336" cy="240"/>
              </a:xfrm>
              <a:prstGeom prst="rect">
                <a:avLst/>
              </a:prstGeom>
              <a:noFill/>
              <a:ln w="28575" cap="sq">
                <a:solidFill>
                  <a:srgbClr val="000000"/>
                </a:solidFill>
                <a:miter lim="800000"/>
              </a:ln>
            </p:spPr>
            <p:txBody>
              <a:bodyPr wrap="none" anchor="ctr"/>
              <a:lstStyle/>
              <a:p>
                <a:endParaRPr lang="zh-CN" altLang="en-US"/>
              </a:p>
            </p:txBody>
          </p:sp>
          <p:sp>
            <p:nvSpPr>
              <p:cNvPr id="35927" name="Rectangle 14"/>
              <p:cNvSpPr>
                <a:spLocks noChangeArrowheads="1"/>
              </p:cNvSpPr>
              <p:nvPr/>
            </p:nvSpPr>
            <p:spPr bwMode="auto">
              <a:xfrm>
                <a:off x="1152" y="2016"/>
                <a:ext cx="144" cy="240"/>
              </a:xfrm>
              <a:prstGeom prst="rect">
                <a:avLst/>
              </a:prstGeom>
              <a:noFill/>
              <a:ln w="28575" cap="sq">
                <a:solidFill>
                  <a:srgbClr val="000000"/>
                </a:solidFill>
                <a:miter lim="800000"/>
              </a:ln>
            </p:spPr>
            <p:txBody>
              <a:bodyPr wrap="none" anchor="ctr"/>
              <a:lstStyle/>
              <a:p>
                <a:endParaRPr lang="zh-CN" altLang="en-US"/>
              </a:p>
            </p:txBody>
          </p:sp>
        </p:grpSp>
        <p:grpSp>
          <p:nvGrpSpPr>
            <p:cNvPr id="7" name="Group 15"/>
            <p:cNvGrpSpPr/>
            <p:nvPr/>
          </p:nvGrpSpPr>
          <p:grpSpPr bwMode="auto">
            <a:xfrm>
              <a:off x="3840" y="989"/>
              <a:ext cx="480" cy="240"/>
              <a:chOff x="816" y="2016"/>
              <a:chExt cx="480" cy="240"/>
            </a:xfrm>
          </p:grpSpPr>
          <p:sp>
            <p:nvSpPr>
              <p:cNvPr id="35924" name="Rectangle 16"/>
              <p:cNvSpPr>
                <a:spLocks noChangeArrowheads="1"/>
              </p:cNvSpPr>
              <p:nvPr/>
            </p:nvSpPr>
            <p:spPr bwMode="auto">
              <a:xfrm>
                <a:off x="816" y="2016"/>
                <a:ext cx="336" cy="240"/>
              </a:xfrm>
              <a:prstGeom prst="rect">
                <a:avLst/>
              </a:prstGeom>
              <a:noFill/>
              <a:ln w="28575" cap="sq">
                <a:solidFill>
                  <a:srgbClr val="000000"/>
                </a:solidFill>
                <a:miter lim="800000"/>
              </a:ln>
            </p:spPr>
            <p:txBody>
              <a:bodyPr wrap="none" anchor="ctr"/>
              <a:lstStyle/>
              <a:p>
                <a:endParaRPr lang="zh-CN" altLang="en-US"/>
              </a:p>
            </p:txBody>
          </p:sp>
          <p:sp>
            <p:nvSpPr>
              <p:cNvPr id="35925" name="Rectangle 17"/>
              <p:cNvSpPr>
                <a:spLocks noChangeArrowheads="1"/>
              </p:cNvSpPr>
              <p:nvPr/>
            </p:nvSpPr>
            <p:spPr bwMode="auto">
              <a:xfrm>
                <a:off x="1152" y="2016"/>
                <a:ext cx="144" cy="240"/>
              </a:xfrm>
              <a:prstGeom prst="rect">
                <a:avLst/>
              </a:prstGeom>
              <a:noFill/>
              <a:ln w="28575" cap="sq">
                <a:solidFill>
                  <a:srgbClr val="000000"/>
                </a:solidFill>
                <a:miter lim="800000"/>
              </a:ln>
            </p:spPr>
            <p:txBody>
              <a:bodyPr wrap="none" anchor="ctr"/>
              <a:lstStyle/>
              <a:p>
                <a:endParaRPr lang="zh-CN" altLang="en-US"/>
              </a:p>
            </p:txBody>
          </p:sp>
        </p:grpSp>
        <p:sp>
          <p:nvSpPr>
            <p:cNvPr id="35912" name="Line 18"/>
            <p:cNvSpPr>
              <a:spLocks noChangeShapeType="1"/>
            </p:cNvSpPr>
            <p:nvPr/>
          </p:nvSpPr>
          <p:spPr bwMode="auto">
            <a:xfrm>
              <a:off x="1584" y="1096"/>
              <a:ext cx="288" cy="0"/>
            </a:xfrm>
            <a:prstGeom prst="line">
              <a:avLst/>
            </a:prstGeom>
            <a:noFill/>
            <a:ln w="25400" cap="sq">
              <a:solidFill>
                <a:srgbClr val="000080"/>
              </a:solidFill>
              <a:round/>
              <a:tailEnd type="triangle" w="med" len="med"/>
            </a:ln>
          </p:spPr>
          <p:txBody>
            <a:bodyPr wrap="none" anchor="ctr"/>
            <a:lstStyle/>
            <a:p>
              <a:endParaRPr lang="zh-CN" altLang="en-US"/>
            </a:p>
          </p:txBody>
        </p:sp>
        <p:sp>
          <p:nvSpPr>
            <p:cNvPr id="35913" name="Line 19"/>
            <p:cNvSpPr>
              <a:spLocks noChangeShapeType="1"/>
            </p:cNvSpPr>
            <p:nvPr/>
          </p:nvSpPr>
          <p:spPr bwMode="auto">
            <a:xfrm>
              <a:off x="2282" y="1085"/>
              <a:ext cx="288" cy="0"/>
            </a:xfrm>
            <a:prstGeom prst="line">
              <a:avLst/>
            </a:prstGeom>
            <a:noFill/>
            <a:ln w="25400" cap="sq">
              <a:solidFill>
                <a:srgbClr val="000080"/>
              </a:solidFill>
              <a:round/>
              <a:tailEnd type="triangle" w="med" len="med"/>
            </a:ln>
          </p:spPr>
          <p:txBody>
            <a:bodyPr wrap="none" anchor="ctr"/>
            <a:lstStyle/>
            <a:p>
              <a:endParaRPr lang="zh-CN" altLang="en-US"/>
            </a:p>
          </p:txBody>
        </p:sp>
        <p:sp>
          <p:nvSpPr>
            <p:cNvPr id="35914" name="Line 20"/>
            <p:cNvSpPr>
              <a:spLocks noChangeShapeType="1"/>
            </p:cNvSpPr>
            <p:nvPr/>
          </p:nvSpPr>
          <p:spPr bwMode="auto">
            <a:xfrm>
              <a:off x="2976" y="1085"/>
              <a:ext cx="288" cy="0"/>
            </a:xfrm>
            <a:prstGeom prst="line">
              <a:avLst/>
            </a:prstGeom>
            <a:noFill/>
            <a:ln w="25400" cap="sq">
              <a:solidFill>
                <a:srgbClr val="000080"/>
              </a:solidFill>
              <a:round/>
              <a:tailEnd type="triangle" w="med" len="med"/>
            </a:ln>
          </p:spPr>
          <p:txBody>
            <a:bodyPr wrap="none" anchor="ctr"/>
            <a:lstStyle/>
            <a:p>
              <a:endParaRPr lang="zh-CN" altLang="en-US"/>
            </a:p>
          </p:txBody>
        </p:sp>
        <p:sp>
          <p:nvSpPr>
            <p:cNvPr id="35915" name="Line 21"/>
            <p:cNvSpPr>
              <a:spLocks noChangeShapeType="1"/>
            </p:cNvSpPr>
            <p:nvPr/>
          </p:nvSpPr>
          <p:spPr bwMode="auto">
            <a:xfrm>
              <a:off x="3559" y="1085"/>
              <a:ext cx="288" cy="0"/>
            </a:xfrm>
            <a:prstGeom prst="line">
              <a:avLst/>
            </a:prstGeom>
            <a:noFill/>
            <a:ln w="25400" cap="sq">
              <a:solidFill>
                <a:srgbClr val="000080"/>
              </a:solidFill>
              <a:round/>
              <a:tailEnd type="triangle" w="med" len="med"/>
            </a:ln>
          </p:spPr>
          <p:txBody>
            <a:bodyPr wrap="none" anchor="ctr"/>
            <a:lstStyle/>
            <a:p>
              <a:endParaRPr lang="zh-CN" altLang="en-US"/>
            </a:p>
          </p:txBody>
        </p:sp>
        <p:sp>
          <p:nvSpPr>
            <p:cNvPr id="35916" name="Line 22"/>
            <p:cNvSpPr>
              <a:spLocks noChangeShapeType="1"/>
            </p:cNvSpPr>
            <p:nvPr/>
          </p:nvSpPr>
          <p:spPr bwMode="auto">
            <a:xfrm>
              <a:off x="4272" y="1085"/>
              <a:ext cx="288" cy="0"/>
            </a:xfrm>
            <a:prstGeom prst="line">
              <a:avLst/>
            </a:prstGeom>
            <a:noFill/>
            <a:ln w="25400" cap="sq">
              <a:solidFill>
                <a:srgbClr val="000080"/>
              </a:solidFill>
              <a:round/>
              <a:tailEnd type="triangle" w="med" len="med"/>
            </a:ln>
          </p:spPr>
          <p:txBody>
            <a:bodyPr wrap="none" anchor="ctr"/>
            <a:lstStyle/>
            <a:p>
              <a:endParaRPr lang="zh-CN" altLang="en-US"/>
            </a:p>
          </p:txBody>
        </p:sp>
        <p:sp>
          <p:nvSpPr>
            <p:cNvPr id="35917" name="Rectangle 23"/>
            <p:cNvSpPr>
              <a:spLocks noChangeArrowheads="1"/>
            </p:cNvSpPr>
            <p:nvPr/>
          </p:nvSpPr>
          <p:spPr bwMode="auto">
            <a:xfrm>
              <a:off x="3309" y="893"/>
              <a:ext cx="275" cy="291"/>
            </a:xfrm>
            <a:prstGeom prst="rect">
              <a:avLst/>
            </a:prstGeom>
            <a:noFill/>
            <a:ln w="12700" cap="sq">
              <a:noFill/>
              <a:miter lim="800000"/>
            </a:ln>
          </p:spPr>
          <p:txBody>
            <a:bodyPr wrap="none">
              <a:spAutoFit/>
            </a:bodyPr>
            <a:lstStyle/>
            <a:p>
              <a:pPr algn="ctr"/>
              <a:r>
                <a:rPr lang="zh-CN" altLang="en-US" sz="2400">
                  <a:solidFill>
                    <a:schemeClr val="bg1"/>
                  </a:solidFill>
                  <a:ea typeface="宋体" pitchFamily="2" charset="-122"/>
                  <a:cs typeface="Times New Roman" panose="02020503050405090304" pitchFamily="18" charset="0"/>
                </a:rPr>
                <a:t>…</a:t>
              </a:r>
              <a:endParaRPr lang="zh-CN" altLang="en-US" sz="2400">
                <a:solidFill>
                  <a:schemeClr val="bg1"/>
                </a:solidFill>
                <a:ea typeface="宋体" pitchFamily="2" charset="-122"/>
                <a:cs typeface="Times New Roman" panose="02020503050405090304" pitchFamily="18" charset="0"/>
              </a:endParaRPr>
            </a:p>
          </p:txBody>
        </p:sp>
        <p:sp>
          <p:nvSpPr>
            <p:cNvPr id="35918" name="Rectangle 24"/>
            <p:cNvSpPr>
              <a:spLocks noChangeArrowheads="1"/>
            </p:cNvSpPr>
            <p:nvPr/>
          </p:nvSpPr>
          <p:spPr bwMode="auto">
            <a:xfrm>
              <a:off x="745" y="594"/>
              <a:ext cx="311" cy="291"/>
            </a:xfrm>
            <a:prstGeom prst="rect">
              <a:avLst/>
            </a:prstGeom>
            <a:noFill/>
            <a:ln w="12700" cap="sq">
              <a:noFill/>
              <a:miter lim="800000"/>
            </a:ln>
          </p:spPr>
          <p:txBody>
            <a:bodyPr wrap="none">
              <a:spAutoFit/>
            </a:bodyPr>
            <a:lstStyle/>
            <a:p>
              <a:pPr algn="ctr"/>
              <a:r>
                <a:rPr lang="en-US" altLang="zh-CN" sz="2400">
                  <a:solidFill>
                    <a:srgbClr val="FF3300"/>
                  </a:solidFill>
                  <a:ea typeface="宋体" pitchFamily="2" charset="-122"/>
                </a:rPr>
                <a:t>list</a:t>
              </a:r>
              <a:endParaRPr lang="en-US" altLang="zh-CN" sz="2400">
                <a:solidFill>
                  <a:srgbClr val="FF3300"/>
                </a:solidFill>
                <a:ea typeface="宋体" pitchFamily="2" charset="-122"/>
              </a:endParaRPr>
            </a:p>
          </p:txBody>
        </p:sp>
        <p:sp>
          <p:nvSpPr>
            <p:cNvPr id="35919" name="Line 25"/>
            <p:cNvSpPr>
              <a:spLocks noChangeShapeType="1"/>
            </p:cNvSpPr>
            <p:nvPr/>
          </p:nvSpPr>
          <p:spPr bwMode="auto">
            <a:xfrm>
              <a:off x="1008" y="845"/>
              <a:ext cx="144" cy="144"/>
            </a:xfrm>
            <a:prstGeom prst="line">
              <a:avLst/>
            </a:prstGeom>
            <a:noFill/>
            <a:ln w="22225" cap="sq">
              <a:solidFill>
                <a:schemeClr val="accent2"/>
              </a:solidFill>
              <a:round/>
              <a:tailEnd type="triangle" w="med" len="med"/>
            </a:ln>
          </p:spPr>
          <p:txBody>
            <a:bodyPr wrap="none" anchor="ctr"/>
            <a:lstStyle/>
            <a:p>
              <a:endParaRPr lang="zh-CN" altLang="en-US"/>
            </a:p>
          </p:txBody>
        </p:sp>
        <p:grpSp>
          <p:nvGrpSpPr>
            <p:cNvPr id="8" name="Group 26"/>
            <p:cNvGrpSpPr/>
            <p:nvPr/>
          </p:nvGrpSpPr>
          <p:grpSpPr bwMode="auto">
            <a:xfrm>
              <a:off x="4937" y="1037"/>
              <a:ext cx="77" cy="102"/>
              <a:chOff x="816" y="2592"/>
              <a:chExt cx="96" cy="144"/>
            </a:xfrm>
          </p:grpSpPr>
          <p:sp>
            <p:nvSpPr>
              <p:cNvPr id="35922" name="Line 27"/>
              <p:cNvSpPr>
                <a:spLocks noChangeShapeType="1"/>
              </p:cNvSpPr>
              <p:nvPr/>
            </p:nvSpPr>
            <p:spPr bwMode="auto">
              <a:xfrm flipH="1">
                <a:off x="816" y="2592"/>
                <a:ext cx="48" cy="144"/>
              </a:xfrm>
              <a:prstGeom prst="line">
                <a:avLst/>
              </a:prstGeom>
              <a:noFill/>
              <a:ln w="22225" cap="sq">
                <a:solidFill>
                  <a:schemeClr val="tx1"/>
                </a:solidFill>
                <a:round/>
              </a:ln>
            </p:spPr>
            <p:txBody>
              <a:bodyPr wrap="none" anchor="ctr"/>
              <a:lstStyle/>
              <a:p>
                <a:endParaRPr lang="zh-CN" altLang="en-US"/>
              </a:p>
            </p:txBody>
          </p:sp>
          <p:sp>
            <p:nvSpPr>
              <p:cNvPr id="35923" name="Line 28"/>
              <p:cNvSpPr>
                <a:spLocks noChangeShapeType="1"/>
              </p:cNvSpPr>
              <p:nvPr/>
            </p:nvSpPr>
            <p:spPr bwMode="auto">
              <a:xfrm>
                <a:off x="864" y="2592"/>
                <a:ext cx="48" cy="144"/>
              </a:xfrm>
              <a:prstGeom prst="line">
                <a:avLst/>
              </a:prstGeom>
              <a:noFill/>
              <a:ln w="22225" cap="sq">
                <a:solidFill>
                  <a:schemeClr val="tx1"/>
                </a:solidFill>
                <a:round/>
              </a:ln>
            </p:spPr>
            <p:txBody>
              <a:bodyPr wrap="none" anchor="ctr"/>
              <a:lstStyle/>
              <a:p>
                <a:endParaRPr lang="zh-CN" altLang="en-US"/>
              </a:p>
            </p:txBody>
          </p:sp>
        </p:grpSp>
        <p:sp>
          <p:nvSpPr>
            <p:cNvPr id="35921" name="Text Box 29"/>
            <p:cNvSpPr txBox="1">
              <a:spLocks noChangeArrowheads="1"/>
            </p:cNvSpPr>
            <p:nvPr/>
          </p:nvSpPr>
          <p:spPr bwMode="auto">
            <a:xfrm>
              <a:off x="256" y="288"/>
              <a:ext cx="1144" cy="252"/>
            </a:xfrm>
            <a:prstGeom prst="rect">
              <a:avLst/>
            </a:prstGeom>
            <a:noFill/>
            <a:ln w="12700" cap="sq">
              <a:noFill/>
              <a:miter lim="800000"/>
            </a:ln>
          </p:spPr>
          <p:txBody>
            <a:bodyPr>
              <a:spAutoFit/>
            </a:bodyPr>
            <a:lstStyle/>
            <a:p>
              <a:pPr>
                <a:spcBef>
                  <a:spcPct val="0"/>
                </a:spcBef>
              </a:pPr>
              <a:r>
                <a:rPr lang="zh-CN" altLang="en-US" sz="2000" b="1" dirty="0">
                  <a:solidFill>
                    <a:srgbClr val="0033CC"/>
                  </a:solidFill>
                  <a:ea typeface="幼圆" pitchFamily="49" charset="-122"/>
                </a:rPr>
                <a:t>线性链表</a:t>
              </a:r>
              <a:endParaRPr lang="zh-CN" altLang="en-US" sz="2000" b="1" dirty="0">
                <a:solidFill>
                  <a:srgbClr val="0033CC"/>
                </a:solidFill>
                <a:ea typeface="幼圆" pitchFamily="49" charset="-122"/>
              </a:endParaRPr>
            </a:p>
          </p:txBody>
        </p:sp>
      </p:grpSp>
      <p:grpSp>
        <p:nvGrpSpPr>
          <p:cNvPr id="9" name="Group 116"/>
          <p:cNvGrpSpPr/>
          <p:nvPr/>
        </p:nvGrpSpPr>
        <p:grpSpPr bwMode="auto">
          <a:xfrm>
            <a:off x="1847528" y="3140968"/>
            <a:ext cx="7912100" cy="1557338"/>
            <a:chOff x="296" y="1152"/>
            <a:chExt cx="4984" cy="981"/>
          </a:xfrm>
        </p:grpSpPr>
        <p:grpSp>
          <p:nvGrpSpPr>
            <p:cNvPr id="10" name="Group 30"/>
            <p:cNvGrpSpPr/>
            <p:nvPr/>
          </p:nvGrpSpPr>
          <p:grpSpPr bwMode="auto">
            <a:xfrm>
              <a:off x="793" y="1476"/>
              <a:ext cx="4302" cy="657"/>
              <a:chOff x="793" y="1680"/>
              <a:chExt cx="4302" cy="657"/>
            </a:xfrm>
          </p:grpSpPr>
          <p:grpSp>
            <p:nvGrpSpPr>
              <p:cNvPr id="11" name="Group 31"/>
              <p:cNvGrpSpPr/>
              <p:nvPr/>
            </p:nvGrpSpPr>
            <p:grpSpPr bwMode="auto">
              <a:xfrm>
                <a:off x="1200" y="2097"/>
                <a:ext cx="480" cy="240"/>
                <a:chOff x="816" y="2016"/>
                <a:chExt cx="480" cy="240"/>
              </a:xfrm>
            </p:grpSpPr>
            <p:sp>
              <p:nvSpPr>
                <p:cNvPr id="35905" name="Rectangle 32"/>
                <p:cNvSpPr>
                  <a:spLocks noChangeArrowheads="1"/>
                </p:cNvSpPr>
                <p:nvPr/>
              </p:nvSpPr>
              <p:spPr bwMode="auto">
                <a:xfrm>
                  <a:off x="816" y="2016"/>
                  <a:ext cx="336" cy="240"/>
                </a:xfrm>
                <a:prstGeom prst="rect">
                  <a:avLst/>
                </a:prstGeom>
                <a:noFill/>
                <a:ln w="28575" cap="sq">
                  <a:solidFill>
                    <a:srgbClr val="000000"/>
                  </a:solidFill>
                  <a:miter lim="800000"/>
                </a:ln>
              </p:spPr>
              <p:txBody>
                <a:bodyPr wrap="none" anchor="ctr"/>
                <a:lstStyle/>
                <a:p>
                  <a:endParaRPr lang="zh-CN" altLang="en-US"/>
                </a:p>
              </p:txBody>
            </p:sp>
            <p:sp>
              <p:nvSpPr>
                <p:cNvPr id="35906" name="Rectangle 33"/>
                <p:cNvSpPr>
                  <a:spLocks noChangeArrowheads="1"/>
                </p:cNvSpPr>
                <p:nvPr/>
              </p:nvSpPr>
              <p:spPr bwMode="auto">
                <a:xfrm>
                  <a:off x="1152" y="2016"/>
                  <a:ext cx="144" cy="240"/>
                </a:xfrm>
                <a:prstGeom prst="rect">
                  <a:avLst/>
                </a:prstGeom>
                <a:noFill/>
                <a:ln w="28575" cap="sq">
                  <a:solidFill>
                    <a:srgbClr val="000000"/>
                  </a:solidFill>
                  <a:miter lim="800000"/>
                </a:ln>
              </p:spPr>
              <p:txBody>
                <a:bodyPr wrap="none" anchor="ctr"/>
                <a:lstStyle/>
                <a:p>
                  <a:endParaRPr lang="zh-CN" altLang="en-US"/>
                </a:p>
              </p:txBody>
            </p:sp>
          </p:grpSp>
          <p:grpSp>
            <p:nvGrpSpPr>
              <p:cNvPr id="12" name="Group 34"/>
              <p:cNvGrpSpPr/>
              <p:nvPr/>
            </p:nvGrpSpPr>
            <p:grpSpPr bwMode="auto">
              <a:xfrm>
                <a:off x="1920" y="2097"/>
                <a:ext cx="480" cy="240"/>
                <a:chOff x="816" y="2016"/>
                <a:chExt cx="480" cy="240"/>
              </a:xfrm>
            </p:grpSpPr>
            <p:sp>
              <p:nvSpPr>
                <p:cNvPr id="35903" name="Rectangle 35"/>
                <p:cNvSpPr>
                  <a:spLocks noChangeArrowheads="1"/>
                </p:cNvSpPr>
                <p:nvPr/>
              </p:nvSpPr>
              <p:spPr bwMode="auto">
                <a:xfrm>
                  <a:off x="816" y="2016"/>
                  <a:ext cx="336" cy="240"/>
                </a:xfrm>
                <a:prstGeom prst="rect">
                  <a:avLst/>
                </a:prstGeom>
                <a:noFill/>
                <a:ln w="28575" cap="sq">
                  <a:solidFill>
                    <a:srgbClr val="000000"/>
                  </a:solidFill>
                  <a:miter lim="800000"/>
                </a:ln>
              </p:spPr>
              <p:txBody>
                <a:bodyPr wrap="none" anchor="ctr"/>
                <a:lstStyle/>
                <a:p>
                  <a:endParaRPr lang="zh-CN" altLang="en-US"/>
                </a:p>
              </p:txBody>
            </p:sp>
            <p:sp>
              <p:nvSpPr>
                <p:cNvPr id="35904" name="Rectangle 36"/>
                <p:cNvSpPr>
                  <a:spLocks noChangeArrowheads="1"/>
                </p:cNvSpPr>
                <p:nvPr/>
              </p:nvSpPr>
              <p:spPr bwMode="auto">
                <a:xfrm>
                  <a:off x="1152" y="2016"/>
                  <a:ext cx="144" cy="240"/>
                </a:xfrm>
                <a:prstGeom prst="rect">
                  <a:avLst/>
                </a:prstGeom>
                <a:noFill/>
                <a:ln w="28575" cap="sq">
                  <a:solidFill>
                    <a:srgbClr val="000000"/>
                  </a:solidFill>
                  <a:miter lim="800000"/>
                </a:ln>
              </p:spPr>
              <p:txBody>
                <a:bodyPr wrap="none" anchor="ctr"/>
                <a:lstStyle/>
                <a:p>
                  <a:endParaRPr lang="zh-CN" altLang="en-US"/>
                </a:p>
              </p:txBody>
            </p:sp>
          </p:grpSp>
          <p:grpSp>
            <p:nvGrpSpPr>
              <p:cNvPr id="13" name="Group 37"/>
              <p:cNvGrpSpPr/>
              <p:nvPr/>
            </p:nvGrpSpPr>
            <p:grpSpPr bwMode="auto">
              <a:xfrm>
                <a:off x="2640" y="2097"/>
                <a:ext cx="480" cy="240"/>
                <a:chOff x="816" y="2016"/>
                <a:chExt cx="480" cy="240"/>
              </a:xfrm>
            </p:grpSpPr>
            <p:sp>
              <p:nvSpPr>
                <p:cNvPr id="35901" name="Rectangle 38"/>
                <p:cNvSpPr>
                  <a:spLocks noChangeArrowheads="1"/>
                </p:cNvSpPr>
                <p:nvPr/>
              </p:nvSpPr>
              <p:spPr bwMode="auto">
                <a:xfrm>
                  <a:off x="816" y="2016"/>
                  <a:ext cx="336" cy="240"/>
                </a:xfrm>
                <a:prstGeom prst="rect">
                  <a:avLst/>
                </a:prstGeom>
                <a:noFill/>
                <a:ln w="28575" cap="sq">
                  <a:solidFill>
                    <a:srgbClr val="000000"/>
                  </a:solidFill>
                  <a:miter lim="800000"/>
                </a:ln>
              </p:spPr>
              <p:txBody>
                <a:bodyPr wrap="none" anchor="ctr"/>
                <a:lstStyle/>
                <a:p>
                  <a:endParaRPr lang="zh-CN" altLang="en-US"/>
                </a:p>
              </p:txBody>
            </p:sp>
            <p:sp>
              <p:nvSpPr>
                <p:cNvPr id="35902" name="Rectangle 39"/>
                <p:cNvSpPr>
                  <a:spLocks noChangeArrowheads="1"/>
                </p:cNvSpPr>
                <p:nvPr/>
              </p:nvSpPr>
              <p:spPr bwMode="auto">
                <a:xfrm>
                  <a:off x="1152" y="2016"/>
                  <a:ext cx="144" cy="240"/>
                </a:xfrm>
                <a:prstGeom prst="rect">
                  <a:avLst/>
                </a:prstGeom>
                <a:noFill/>
                <a:ln w="28575" cap="sq">
                  <a:solidFill>
                    <a:srgbClr val="000000"/>
                  </a:solidFill>
                  <a:miter lim="800000"/>
                </a:ln>
              </p:spPr>
              <p:txBody>
                <a:bodyPr wrap="none" anchor="ctr"/>
                <a:lstStyle/>
                <a:p>
                  <a:endParaRPr lang="zh-CN" altLang="en-US"/>
                </a:p>
              </p:txBody>
            </p:sp>
          </p:grpSp>
          <p:grpSp>
            <p:nvGrpSpPr>
              <p:cNvPr id="14" name="Group 40"/>
              <p:cNvGrpSpPr/>
              <p:nvPr/>
            </p:nvGrpSpPr>
            <p:grpSpPr bwMode="auto">
              <a:xfrm>
                <a:off x="4615" y="2097"/>
                <a:ext cx="480" cy="240"/>
                <a:chOff x="816" y="2016"/>
                <a:chExt cx="480" cy="240"/>
              </a:xfrm>
            </p:grpSpPr>
            <p:sp>
              <p:nvSpPr>
                <p:cNvPr id="35899" name="Rectangle 41"/>
                <p:cNvSpPr>
                  <a:spLocks noChangeArrowheads="1"/>
                </p:cNvSpPr>
                <p:nvPr/>
              </p:nvSpPr>
              <p:spPr bwMode="auto">
                <a:xfrm>
                  <a:off x="816" y="2016"/>
                  <a:ext cx="336" cy="240"/>
                </a:xfrm>
                <a:prstGeom prst="rect">
                  <a:avLst/>
                </a:prstGeom>
                <a:noFill/>
                <a:ln w="28575" cap="sq">
                  <a:solidFill>
                    <a:srgbClr val="000000"/>
                  </a:solidFill>
                  <a:miter lim="800000"/>
                </a:ln>
              </p:spPr>
              <p:txBody>
                <a:bodyPr wrap="none" anchor="ctr"/>
                <a:lstStyle/>
                <a:p>
                  <a:endParaRPr lang="zh-CN" altLang="en-US"/>
                </a:p>
              </p:txBody>
            </p:sp>
            <p:sp>
              <p:nvSpPr>
                <p:cNvPr id="35900" name="Rectangle 42"/>
                <p:cNvSpPr>
                  <a:spLocks noChangeArrowheads="1"/>
                </p:cNvSpPr>
                <p:nvPr/>
              </p:nvSpPr>
              <p:spPr bwMode="auto">
                <a:xfrm>
                  <a:off x="1152" y="2016"/>
                  <a:ext cx="144" cy="240"/>
                </a:xfrm>
                <a:prstGeom prst="rect">
                  <a:avLst/>
                </a:prstGeom>
                <a:noFill/>
                <a:ln w="28575" cap="sq">
                  <a:solidFill>
                    <a:srgbClr val="000000"/>
                  </a:solidFill>
                  <a:miter lim="800000"/>
                </a:ln>
              </p:spPr>
              <p:txBody>
                <a:bodyPr wrap="none" anchor="ctr"/>
                <a:lstStyle/>
                <a:p>
                  <a:endParaRPr lang="zh-CN" altLang="en-US"/>
                </a:p>
              </p:txBody>
            </p:sp>
          </p:grpSp>
          <p:grpSp>
            <p:nvGrpSpPr>
              <p:cNvPr id="15" name="Group 43"/>
              <p:cNvGrpSpPr/>
              <p:nvPr/>
            </p:nvGrpSpPr>
            <p:grpSpPr bwMode="auto">
              <a:xfrm>
                <a:off x="3888" y="2097"/>
                <a:ext cx="480" cy="240"/>
                <a:chOff x="816" y="2016"/>
                <a:chExt cx="480" cy="240"/>
              </a:xfrm>
            </p:grpSpPr>
            <p:sp>
              <p:nvSpPr>
                <p:cNvPr id="35897" name="Rectangle 44"/>
                <p:cNvSpPr>
                  <a:spLocks noChangeArrowheads="1"/>
                </p:cNvSpPr>
                <p:nvPr/>
              </p:nvSpPr>
              <p:spPr bwMode="auto">
                <a:xfrm>
                  <a:off x="816" y="2016"/>
                  <a:ext cx="336" cy="240"/>
                </a:xfrm>
                <a:prstGeom prst="rect">
                  <a:avLst/>
                </a:prstGeom>
                <a:noFill/>
                <a:ln w="28575" cap="sq">
                  <a:solidFill>
                    <a:srgbClr val="000000"/>
                  </a:solidFill>
                  <a:miter lim="800000"/>
                </a:ln>
              </p:spPr>
              <p:txBody>
                <a:bodyPr wrap="none" anchor="ctr"/>
                <a:lstStyle/>
                <a:p>
                  <a:endParaRPr lang="zh-CN" altLang="en-US"/>
                </a:p>
              </p:txBody>
            </p:sp>
            <p:sp>
              <p:nvSpPr>
                <p:cNvPr id="35898" name="Rectangle 45"/>
                <p:cNvSpPr>
                  <a:spLocks noChangeArrowheads="1"/>
                </p:cNvSpPr>
                <p:nvPr/>
              </p:nvSpPr>
              <p:spPr bwMode="auto">
                <a:xfrm>
                  <a:off x="1152" y="2016"/>
                  <a:ext cx="144" cy="240"/>
                </a:xfrm>
                <a:prstGeom prst="rect">
                  <a:avLst/>
                </a:prstGeom>
                <a:noFill/>
                <a:ln w="28575" cap="sq">
                  <a:solidFill>
                    <a:srgbClr val="000000"/>
                  </a:solidFill>
                  <a:miter lim="800000"/>
                </a:ln>
              </p:spPr>
              <p:txBody>
                <a:bodyPr wrap="none" anchor="ctr"/>
                <a:lstStyle/>
                <a:p>
                  <a:endParaRPr lang="zh-CN" altLang="en-US"/>
                </a:p>
              </p:txBody>
            </p:sp>
          </p:grpSp>
          <p:sp>
            <p:nvSpPr>
              <p:cNvPr id="35889" name="Line 46"/>
              <p:cNvSpPr>
                <a:spLocks noChangeShapeType="1"/>
              </p:cNvSpPr>
              <p:nvPr/>
            </p:nvSpPr>
            <p:spPr bwMode="auto">
              <a:xfrm>
                <a:off x="1632" y="2204"/>
                <a:ext cx="288" cy="0"/>
              </a:xfrm>
              <a:prstGeom prst="line">
                <a:avLst/>
              </a:prstGeom>
              <a:noFill/>
              <a:ln w="25400" cap="sq">
                <a:solidFill>
                  <a:srgbClr val="000080"/>
                </a:solidFill>
                <a:round/>
                <a:tailEnd type="triangle" w="med" len="med"/>
              </a:ln>
            </p:spPr>
            <p:txBody>
              <a:bodyPr wrap="none" anchor="ctr"/>
              <a:lstStyle/>
              <a:p>
                <a:endParaRPr lang="zh-CN" altLang="en-US"/>
              </a:p>
            </p:txBody>
          </p:sp>
          <p:sp>
            <p:nvSpPr>
              <p:cNvPr id="35890" name="Line 47"/>
              <p:cNvSpPr>
                <a:spLocks noChangeShapeType="1"/>
              </p:cNvSpPr>
              <p:nvPr/>
            </p:nvSpPr>
            <p:spPr bwMode="auto">
              <a:xfrm>
                <a:off x="2330" y="2193"/>
                <a:ext cx="288" cy="0"/>
              </a:xfrm>
              <a:prstGeom prst="line">
                <a:avLst/>
              </a:prstGeom>
              <a:noFill/>
              <a:ln w="25400" cap="sq">
                <a:solidFill>
                  <a:srgbClr val="000080"/>
                </a:solidFill>
                <a:round/>
                <a:tailEnd type="triangle" w="med" len="med"/>
              </a:ln>
            </p:spPr>
            <p:txBody>
              <a:bodyPr wrap="none" anchor="ctr"/>
              <a:lstStyle/>
              <a:p>
                <a:endParaRPr lang="zh-CN" altLang="en-US"/>
              </a:p>
            </p:txBody>
          </p:sp>
          <p:sp>
            <p:nvSpPr>
              <p:cNvPr id="35891" name="Line 48"/>
              <p:cNvSpPr>
                <a:spLocks noChangeShapeType="1"/>
              </p:cNvSpPr>
              <p:nvPr/>
            </p:nvSpPr>
            <p:spPr bwMode="auto">
              <a:xfrm>
                <a:off x="3024" y="2193"/>
                <a:ext cx="288" cy="0"/>
              </a:xfrm>
              <a:prstGeom prst="line">
                <a:avLst/>
              </a:prstGeom>
              <a:noFill/>
              <a:ln w="25400" cap="sq">
                <a:solidFill>
                  <a:srgbClr val="000080"/>
                </a:solidFill>
                <a:round/>
                <a:tailEnd type="triangle" w="med" len="med"/>
              </a:ln>
            </p:spPr>
            <p:txBody>
              <a:bodyPr wrap="none" anchor="ctr"/>
              <a:lstStyle/>
              <a:p>
                <a:endParaRPr lang="zh-CN" altLang="en-US"/>
              </a:p>
            </p:txBody>
          </p:sp>
          <p:sp>
            <p:nvSpPr>
              <p:cNvPr id="35892" name="Line 49"/>
              <p:cNvSpPr>
                <a:spLocks noChangeShapeType="1"/>
              </p:cNvSpPr>
              <p:nvPr/>
            </p:nvSpPr>
            <p:spPr bwMode="auto">
              <a:xfrm>
                <a:off x="3607" y="2193"/>
                <a:ext cx="288" cy="0"/>
              </a:xfrm>
              <a:prstGeom prst="line">
                <a:avLst/>
              </a:prstGeom>
              <a:noFill/>
              <a:ln w="25400" cap="sq">
                <a:solidFill>
                  <a:srgbClr val="000080"/>
                </a:solidFill>
                <a:round/>
                <a:tailEnd type="triangle" w="med" len="med"/>
              </a:ln>
            </p:spPr>
            <p:txBody>
              <a:bodyPr wrap="none" anchor="ctr"/>
              <a:lstStyle/>
              <a:p>
                <a:endParaRPr lang="zh-CN" altLang="en-US"/>
              </a:p>
            </p:txBody>
          </p:sp>
          <p:sp>
            <p:nvSpPr>
              <p:cNvPr id="35893" name="Line 50"/>
              <p:cNvSpPr>
                <a:spLocks noChangeShapeType="1"/>
              </p:cNvSpPr>
              <p:nvPr/>
            </p:nvSpPr>
            <p:spPr bwMode="auto">
              <a:xfrm>
                <a:off x="4320" y="2193"/>
                <a:ext cx="288" cy="0"/>
              </a:xfrm>
              <a:prstGeom prst="line">
                <a:avLst/>
              </a:prstGeom>
              <a:noFill/>
              <a:ln w="25400" cap="sq">
                <a:solidFill>
                  <a:srgbClr val="000080"/>
                </a:solidFill>
                <a:round/>
                <a:tailEnd type="triangle" w="med" len="med"/>
              </a:ln>
            </p:spPr>
            <p:txBody>
              <a:bodyPr wrap="none" anchor="ctr"/>
              <a:lstStyle/>
              <a:p>
                <a:endParaRPr lang="zh-CN" altLang="en-US"/>
              </a:p>
            </p:txBody>
          </p:sp>
          <p:sp>
            <p:nvSpPr>
              <p:cNvPr id="35894" name="Rectangle 51"/>
              <p:cNvSpPr>
                <a:spLocks noChangeArrowheads="1"/>
              </p:cNvSpPr>
              <p:nvPr/>
            </p:nvSpPr>
            <p:spPr bwMode="auto">
              <a:xfrm>
                <a:off x="3357" y="2001"/>
                <a:ext cx="275" cy="291"/>
              </a:xfrm>
              <a:prstGeom prst="rect">
                <a:avLst/>
              </a:prstGeom>
              <a:noFill/>
              <a:ln w="12700" cap="sq">
                <a:noFill/>
                <a:miter lim="800000"/>
              </a:ln>
            </p:spPr>
            <p:txBody>
              <a:bodyPr wrap="none">
                <a:spAutoFit/>
              </a:bodyPr>
              <a:lstStyle/>
              <a:p>
                <a:pPr algn="ctr"/>
                <a:r>
                  <a:rPr lang="zh-CN" altLang="en-US" sz="2400">
                    <a:solidFill>
                      <a:schemeClr val="bg1"/>
                    </a:solidFill>
                    <a:ea typeface="宋体" pitchFamily="2" charset="-122"/>
                    <a:cs typeface="Times New Roman" panose="02020503050405090304" pitchFamily="18" charset="0"/>
                  </a:rPr>
                  <a:t>…</a:t>
                </a:r>
                <a:endParaRPr lang="zh-CN" altLang="en-US" sz="2400">
                  <a:solidFill>
                    <a:schemeClr val="bg1"/>
                  </a:solidFill>
                  <a:ea typeface="宋体" pitchFamily="2" charset="-122"/>
                  <a:cs typeface="Times New Roman" panose="02020503050405090304" pitchFamily="18" charset="0"/>
                </a:endParaRPr>
              </a:p>
            </p:txBody>
          </p:sp>
          <p:sp>
            <p:nvSpPr>
              <p:cNvPr id="35895" name="Rectangle 52"/>
              <p:cNvSpPr>
                <a:spLocks noChangeArrowheads="1"/>
              </p:cNvSpPr>
              <p:nvPr/>
            </p:nvSpPr>
            <p:spPr bwMode="auto">
              <a:xfrm>
                <a:off x="793" y="1680"/>
                <a:ext cx="311" cy="291"/>
              </a:xfrm>
              <a:prstGeom prst="rect">
                <a:avLst/>
              </a:prstGeom>
              <a:noFill/>
              <a:ln w="12700" cap="sq">
                <a:noFill/>
                <a:miter lim="800000"/>
              </a:ln>
            </p:spPr>
            <p:txBody>
              <a:bodyPr wrap="none">
                <a:spAutoFit/>
              </a:bodyPr>
              <a:lstStyle/>
              <a:p>
                <a:pPr algn="ctr"/>
                <a:r>
                  <a:rPr lang="en-US" altLang="zh-CN" sz="2400">
                    <a:solidFill>
                      <a:srgbClr val="FF3300"/>
                    </a:solidFill>
                    <a:ea typeface="宋体" pitchFamily="2" charset="-122"/>
                  </a:rPr>
                  <a:t>list</a:t>
                </a:r>
                <a:endParaRPr lang="en-US" altLang="zh-CN" sz="2400">
                  <a:solidFill>
                    <a:srgbClr val="FF3300"/>
                  </a:solidFill>
                  <a:ea typeface="宋体" pitchFamily="2" charset="-122"/>
                </a:endParaRPr>
              </a:p>
            </p:txBody>
          </p:sp>
          <p:sp>
            <p:nvSpPr>
              <p:cNvPr id="35896" name="Line 53"/>
              <p:cNvSpPr>
                <a:spLocks noChangeShapeType="1"/>
              </p:cNvSpPr>
              <p:nvPr/>
            </p:nvSpPr>
            <p:spPr bwMode="auto">
              <a:xfrm>
                <a:off x="1008" y="1905"/>
                <a:ext cx="192" cy="192"/>
              </a:xfrm>
              <a:prstGeom prst="line">
                <a:avLst/>
              </a:prstGeom>
              <a:noFill/>
              <a:ln w="22225" cap="sq">
                <a:solidFill>
                  <a:schemeClr val="accent2"/>
                </a:solidFill>
                <a:round/>
                <a:tailEnd type="triangle" w="med" len="med"/>
              </a:ln>
            </p:spPr>
            <p:txBody>
              <a:bodyPr wrap="none" anchor="ctr"/>
              <a:lstStyle/>
              <a:p>
                <a:endParaRPr lang="zh-CN" altLang="en-US"/>
              </a:p>
            </p:txBody>
          </p:sp>
        </p:grpSp>
        <p:grpSp>
          <p:nvGrpSpPr>
            <p:cNvPr id="16" name="Group 54"/>
            <p:cNvGrpSpPr/>
            <p:nvPr/>
          </p:nvGrpSpPr>
          <p:grpSpPr bwMode="auto">
            <a:xfrm>
              <a:off x="1236" y="1668"/>
              <a:ext cx="4044" cy="340"/>
              <a:chOff x="1236" y="1872"/>
              <a:chExt cx="4044" cy="340"/>
            </a:xfrm>
          </p:grpSpPr>
          <p:sp>
            <p:nvSpPr>
              <p:cNvPr id="35880" name="Line 55"/>
              <p:cNvSpPr>
                <a:spLocks noChangeShapeType="1"/>
              </p:cNvSpPr>
              <p:nvPr/>
            </p:nvSpPr>
            <p:spPr bwMode="auto">
              <a:xfrm>
                <a:off x="5003" y="2212"/>
                <a:ext cx="266" cy="0"/>
              </a:xfrm>
              <a:prstGeom prst="line">
                <a:avLst/>
              </a:prstGeom>
              <a:noFill/>
              <a:ln w="28575" cap="sq">
                <a:solidFill>
                  <a:srgbClr val="FF0000"/>
                </a:solidFill>
                <a:round/>
              </a:ln>
            </p:spPr>
            <p:txBody>
              <a:bodyPr wrap="none" anchor="ctr"/>
              <a:lstStyle/>
              <a:p>
                <a:endParaRPr lang="zh-CN" altLang="en-US"/>
              </a:p>
            </p:txBody>
          </p:sp>
          <p:sp>
            <p:nvSpPr>
              <p:cNvPr id="35881" name="Line 56"/>
              <p:cNvSpPr>
                <a:spLocks noChangeShapeType="1"/>
              </p:cNvSpPr>
              <p:nvPr/>
            </p:nvSpPr>
            <p:spPr bwMode="auto">
              <a:xfrm>
                <a:off x="1392" y="1872"/>
                <a:ext cx="3888" cy="0"/>
              </a:xfrm>
              <a:prstGeom prst="line">
                <a:avLst/>
              </a:prstGeom>
              <a:noFill/>
              <a:ln w="28575" cap="sq">
                <a:solidFill>
                  <a:srgbClr val="FF0000"/>
                </a:solidFill>
                <a:round/>
              </a:ln>
            </p:spPr>
            <p:txBody>
              <a:bodyPr wrap="none" anchor="ctr"/>
              <a:lstStyle/>
              <a:p>
                <a:endParaRPr lang="zh-CN" altLang="en-US"/>
              </a:p>
            </p:txBody>
          </p:sp>
          <p:sp>
            <p:nvSpPr>
              <p:cNvPr id="35882" name="Line 57"/>
              <p:cNvSpPr>
                <a:spLocks noChangeShapeType="1"/>
              </p:cNvSpPr>
              <p:nvPr/>
            </p:nvSpPr>
            <p:spPr bwMode="auto">
              <a:xfrm>
                <a:off x="5280" y="1876"/>
                <a:ext cx="0" cy="336"/>
              </a:xfrm>
              <a:prstGeom prst="line">
                <a:avLst/>
              </a:prstGeom>
              <a:noFill/>
              <a:ln w="28575" cap="sq">
                <a:solidFill>
                  <a:srgbClr val="FF0000"/>
                </a:solidFill>
                <a:round/>
              </a:ln>
            </p:spPr>
            <p:txBody>
              <a:bodyPr wrap="none" anchor="ctr"/>
              <a:lstStyle/>
              <a:p>
                <a:endParaRPr lang="zh-CN" altLang="en-US"/>
              </a:p>
            </p:txBody>
          </p:sp>
          <p:sp>
            <p:nvSpPr>
              <p:cNvPr id="35883" name="Line 58"/>
              <p:cNvSpPr>
                <a:spLocks noChangeShapeType="1"/>
              </p:cNvSpPr>
              <p:nvPr/>
            </p:nvSpPr>
            <p:spPr bwMode="auto">
              <a:xfrm flipH="1">
                <a:off x="1236" y="1872"/>
                <a:ext cx="144" cy="192"/>
              </a:xfrm>
              <a:prstGeom prst="line">
                <a:avLst/>
              </a:prstGeom>
              <a:noFill/>
              <a:ln w="28575" cap="sq">
                <a:solidFill>
                  <a:srgbClr val="FF0000"/>
                </a:solidFill>
                <a:round/>
                <a:tailEnd type="triangle" w="med" len="lg"/>
              </a:ln>
            </p:spPr>
            <p:txBody>
              <a:bodyPr wrap="none" anchor="ctr"/>
              <a:lstStyle/>
              <a:p>
                <a:endParaRPr lang="zh-CN" altLang="en-US"/>
              </a:p>
            </p:txBody>
          </p:sp>
        </p:grpSp>
        <p:sp>
          <p:nvSpPr>
            <p:cNvPr id="35879" name="Rectangle 59"/>
            <p:cNvSpPr>
              <a:spLocks noChangeArrowheads="1"/>
            </p:cNvSpPr>
            <p:nvPr/>
          </p:nvSpPr>
          <p:spPr bwMode="auto">
            <a:xfrm>
              <a:off x="296" y="1152"/>
              <a:ext cx="1240" cy="252"/>
            </a:xfrm>
            <a:prstGeom prst="rect">
              <a:avLst/>
            </a:prstGeom>
            <a:noFill/>
            <a:ln w="12700" cap="sq">
              <a:noFill/>
              <a:miter lim="800000"/>
            </a:ln>
          </p:spPr>
          <p:txBody>
            <a:bodyPr>
              <a:spAutoFit/>
            </a:bodyPr>
            <a:lstStyle/>
            <a:p>
              <a:r>
                <a:rPr lang="zh-CN" altLang="en-US" sz="2000" b="1" dirty="0">
                  <a:solidFill>
                    <a:schemeClr val="accent2"/>
                  </a:solidFill>
                  <a:ea typeface="幼圆" pitchFamily="49" charset="-122"/>
                </a:rPr>
                <a:t>循环链表</a:t>
              </a:r>
              <a:endParaRPr lang="zh-CN" altLang="en-US" sz="2000" b="1" dirty="0">
                <a:solidFill>
                  <a:schemeClr val="accent2"/>
                </a:solidFill>
                <a:ea typeface="幼圆" pitchFamily="49" charset="-122"/>
              </a:endParaRPr>
            </a:p>
          </p:txBody>
        </p:sp>
      </p:grpSp>
      <p:sp>
        <p:nvSpPr>
          <p:cNvPr id="94" name="Rectangle 32"/>
          <p:cNvSpPr>
            <a:spLocks noChangeArrowheads="1"/>
          </p:cNvSpPr>
          <p:nvPr/>
        </p:nvSpPr>
        <p:spPr bwMode="auto">
          <a:xfrm>
            <a:off x="2349228" y="5533256"/>
            <a:ext cx="7962900" cy="503238"/>
          </a:xfrm>
          <a:prstGeom prst="rect">
            <a:avLst/>
          </a:prstGeom>
          <a:noFill/>
          <a:ln w="12700" cap="sq">
            <a:noFill/>
            <a:miter lim="800000"/>
          </a:ln>
        </p:spPr>
        <p:txBody>
          <a:bodyPr>
            <a:spAutoFit/>
          </a:bodyPr>
          <a:lstStyle/>
          <a:p>
            <a:r>
              <a:rPr lang="zh-CN" altLang="en-US" sz="2700" dirty="0">
                <a:solidFill>
                  <a:srgbClr val="00008C"/>
                </a:solidFill>
                <a:latin typeface="幼圆" pitchFamily="49" charset="-122"/>
                <a:ea typeface="幼圆" pitchFamily="49" charset="-122"/>
              </a:rPr>
              <a:t>对于循环链表，如何判断是否遍历了链表一周？</a:t>
            </a:r>
            <a:endParaRPr lang="zh-CN" altLang="en-US" sz="2700" dirty="0">
              <a:solidFill>
                <a:srgbClr val="00008C"/>
              </a:solidFill>
              <a:latin typeface="幼圆" pitchFamily="49" charset="-122"/>
              <a:ea typeface="幼圆"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4"/>
                                        </p:tgtEl>
                                        <p:attrNameLst>
                                          <p:attrName>style.visibility</p:attrName>
                                        </p:attrNameLst>
                                      </p:cBhvr>
                                      <p:to>
                                        <p:strVal val="visible"/>
                                      </p:to>
                                    </p:set>
                                    <p:anim calcmode="lin" valueType="num">
                                      <p:cBhvr additive="base">
                                        <p:cTn id="7" dur="500" fill="hold"/>
                                        <p:tgtEl>
                                          <p:spTgt spid="94"/>
                                        </p:tgtEl>
                                        <p:attrNameLst>
                                          <p:attrName>ppt_x</p:attrName>
                                        </p:attrNameLst>
                                      </p:cBhvr>
                                      <p:tavLst>
                                        <p:tav tm="0">
                                          <p:val>
                                            <p:strVal val="#ppt_x"/>
                                          </p:val>
                                        </p:tav>
                                        <p:tav tm="100000">
                                          <p:val>
                                            <p:strVal val="#ppt_x"/>
                                          </p:val>
                                        </p:tav>
                                      </p:tavLst>
                                    </p:anim>
                                    <p:anim calcmode="lin" valueType="num">
                                      <p:cBhvr additive="base">
                                        <p:cTn id="8" dur="500" fill="hold"/>
                                        <p:tgtEl>
                                          <p:spTgt spid="9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 grpId="0" autoUpdateAnimBg="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0"/>
          <p:cNvGrpSpPr/>
          <p:nvPr/>
        </p:nvGrpSpPr>
        <p:grpSpPr bwMode="auto">
          <a:xfrm>
            <a:off x="1919536" y="404664"/>
            <a:ext cx="7059613" cy="1493838"/>
            <a:chOff x="488" y="624"/>
            <a:chExt cx="4447" cy="941"/>
          </a:xfrm>
        </p:grpSpPr>
        <p:grpSp>
          <p:nvGrpSpPr>
            <p:cNvPr id="3" name="Group 3"/>
            <p:cNvGrpSpPr/>
            <p:nvPr/>
          </p:nvGrpSpPr>
          <p:grpSpPr bwMode="auto">
            <a:xfrm>
              <a:off x="1040" y="1325"/>
              <a:ext cx="480" cy="240"/>
              <a:chOff x="816" y="2016"/>
              <a:chExt cx="480" cy="240"/>
            </a:xfrm>
          </p:grpSpPr>
          <p:sp>
            <p:nvSpPr>
              <p:cNvPr id="37991" name="Rectangle 4"/>
              <p:cNvSpPr>
                <a:spLocks noChangeArrowheads="1"/>
              </p:cNvSpPr>
              <p:nvPr/>
            </p:nvSpPr>
            <p:spPr bwMode="auto">
              <a:xfrm>
                <a:off x="816" y="2016"/>
                <a:ext cx="336" cy="240"/>
              </a:xfrm>
              <a:prstGeom prst="rect">
                <a:avLst/>
              </a:prstGeom>
              <a:noFill/>
              <a:ln w="28575" cap="sq">
                <a:solidFill>
                  <a:srgbClr val="000000"/>
                </a:solidFill>
                <a:miter lim="800000"/>
              </a:ln>
            </p:spPr>
            <p:txBody>
              <a:bodyPr wrap="none" anchor="ctr"/>
              <a:lstStyle/>
              <a:p>
                <a:endParaRPr lang="zh-CN" altLang="en-US"/>
              </a:p>
            </p:txBody>
          </p:sp>
          <p:sp>
            <p:nvSpPr>
              <p:cNvPr id="37992" name="Rectangle 5"/>
              <p:cNvSpPr>
                <a:spLocks noChangeArrowheads="1"/>
              </p:cNvSpPr>
              <p:nvPr/>
            </p:nvSpPr>
            <p:spPr bwMode="auto">
              <a:xfrm>
                <a:off x="1152" y="2016"/>
                <a:ext cx="144" cy="240"/>
              </a:xfrm>
              <a:prstGeom prst="rect">
                <a:avLst/>
              </a:prstGeom>
              <a:noFill/>
              <a:ln w="28575" cap="sq">
                <a:solidFill>
                  <a:srgbClr val="000000"/>
                </a:solidFill>
                <a:miter lim="800000"/>
              </a:ln>
            </p:spPr>
            <p:txBody>
              <a:bodyPr wrap="none" anchor="ctr"/>
              <a:lstStyle/>
              <a:p>
                <a:endParaRPr lang="zh-CN" altLang="en-US"/>
              </a:p>
            </p:txBody>
          </p:sp>
        </p:grpSp>
        <p:grpSp>
          <p:nvGrpSpPr>
            <p:cNvPr id="4" name="Group 6"/>
            <p:cNvGrpSpPr/>
            <p:nvPr/>
          </p:nvGrpSpPr>
          <p:grpSpPr bwMode="auto">
            <a:xfrm>
              <a:off x="1760" y="1325"/>
              <a:ext cx="480" cy="240"/>
              <a:chOff x="816" y="2016"/>
              <a:chExt cx="480" cy="240"/>
            </a:xfrm>
          </p:grpSpPr>
          <p:sp>
            <p:nvSpPr>
              <p:cNvPr id="37989" name="Rectangle 7"/>
              <p:cNvSpPr>
                <a:spLocks noChangeArrowheads="1"/>
              </p:cNvSpPr>
              <p:nvPr/>
            </p:nvSpPr>
            <p:spPr bwMode="auto">
              <a:xfrm>
                <a:off x="816" y="2016"/>
                <a:ext cx="336" cy="240"/>
              </a:xfrm>
              <a:prstGeom prst="rect">
                <a:avLst/>
              </a:prstGeom>
              <a:noFill/>
              <a:ln w="28575" cap="sq">
                <a:solidFill>
                  <a:srgbClr val="000000"/>
                </a:solidFill>
                <a:miter lim="800000"/>
              </a:ln>
            </p:spPr>
            <p:txBody>
              <a:bodyPr wrap="none" anchor="ctr"/>
              <a:lstStyle/>
              <a:p>
                <a:endParaRPr lang="zh-CN" altLang="en-US"/>
              </a:p>
            </p:txBody>
          </p:sp>
          <p:sp>
            <p:nvSpPr>
              <p:cNvPr id="37990" name="Rectangle 8"/>
              <p:cNvSpPr>
                <a:spLocks noChangeArrowheads="1"/>
              </p:cNvSpPr>
              <p:nvPr/>
            </p:nvSpPr>
            <p:spPr bwMode="auto">
              <a:xfrm>
                <a:off x="1152" y="2016"/>
                <a:ext cx="144" cy="240"/>
              </a:xfrm>
              <a:prstGeom prst="rect">
                <a:avLst/>
              </a:prstGeom>
              <a:noFill/>
              <a:ln w="28575" cap="sq">
                <a:solidFill>
                  <a:srgbClr val="000000"/>
                </a:solidFill>
                <a:miter lim="800000"/>
              </a:ln>
            </p:spPr>
            <p:txBody>
              <a:bodyPr wrap="none" anchor="ctr"/>
              <a:lstStyle/>
              <a:p>
                <a:endParaRPr lang="zh-CN" altLang="en-US"/>
              </a:p>
            </p:txBody>
          </p:sp>
        </p:grpSp>
        <p:grpSp>
          <p:nvGrpSpPr>
            <p:cNvPr id="5" name="Group 9"/>
            <p:cNvGrpSpPr/>
            <p:nvPr/>
          </p:nvGrpSpPr>
          <p:grpSpPr bwMode="auto">
            <a:xfrm>
              <a:off x="2480" y="1325"/>
              <a:ext cx="480" cy="240"/>
              <a:chOff x="816" y="2016"/>
              <a:chExt cx="480" cy="240"/>
            </a:xfrm>
          </p:grpSpPr>
          <p:sp>
            <p:nvSpPr>
              <p:cNvPr id="37987" name="Rectangle 10"/>
              <p:cNvSpPr>
                <a:spLocks noChangeArrowheads="1"/>
              </p:cNvSpPr>
              <p:nvPr/>
            </p:nvSpPr>
            <p:spPr bwMode="auto">
              <a:xfrm>
                <a:off x="816" y="2016"/>
                <a:ext cx="336" cy="240"/>
              </a:xfrm>
              <a:prstGeom prst="rect">
                <a:avLst/>
              </a:prstGeom>
              <a:noFill/>
              <a:ln w="28575" cap="sq">
                <a:solidFill>
                  <a:srgbClr val="000000"/>
                </a:solidFill>
                <a:miter lim="800000"/>
              </a:ln>
            </p:spPr>
            <p:txBody>
              <a:bodyPr wrap="none" anchor="ctr"/>
              <a:lstStyle/>
              <a:p>
                <a:endParaRPr lang="zh-CN" altLang="en-US"/>
              </a:p>
            </p:txBody>
          </p:sp>
          <p:sp>
            <p:nvSpPr>
              <p:cNvPr id="37988" name="Rectangle 11"/>
              <p:cNvSpPr>
                <a:spLocks noChangeArrowheads="1"/>
              </p:cNvSpPr>
              <p:nvPr/>
            </p:nvSpPr>
            <p:spPr bwMode="auto">
              <a:xfrm>
                <a:off x="1152" y="2016"/>
                <a:ext cx="144" cy="240"/>
              </a:xfrm>
              <a:prstGeom prst="rect">
                <a:avLst/>
              </a:prstGeom>
              <a:noFill/>
              <a:ln w="28575" cap="sq">
                <a:solidFill>
                  <a:srgbClr val="000000"/>
                </a:solidFill>
                <a:miter lim="800000"/>
              </a:ln>
            </p:spPr>
            <p:txBody>
              <a:bodyPr wrap="none" anchor="ctr"/>
              <a:lstStyle/>
              <a:p>
                <a:endParaRPr lang="zh-CN" altLang="en-US"/>
              </a:p>
            </p:txBody>
          </p:sp>
        </p:grpSp>
        <p:grpSp>
          <p:nvGrpSpPr>
            <p:cNvPr id="6" name="Group 12"/>
            <p:cNvGrpSpPr/>
            <p:nvPr/>
          </p:nvGrpSpPr>
          <p:grpSpPr bwMode="auto">
            <a:xfrm>
              <a:off x="4455" y="1325"/>
              <a:ext cx="480" cy="240"/>
              <a:chOff x="816" y="2016"/>
              <a:chExt cx="480" cy="240"/>
            </a:xfrm>
          </p:grpSpPr>
          <p:sp>
            <p:nvSpPr>
              <p:cNvPr id="37985" name="Rectangle 13"/>
              <p:cNvSpPr>
                <a:spLocks noChangeArrowheads="1"/>
              </p:cNvSpPr>
              <p:nvPr/>
            </p:nvSpPr>
            <p:spPr bwMode="auto">
              <a:xfrm>
                <a:off x="816" y="2016"/>
                <a:ext cx="336" cy="240"/>
              </a:xfrm>
              <a:prstGeom prst="rect">
                <a:avLst/>
              </a:prstGeom>
              <a:noFill/>
              <a:ln w="28575" cap="sq">
                <a:solidFill>
                  <a:srgbClr val="000000"/>
                </a:solidFill>
                <a:miter lim="800000"/>
              </a:ln>
            </p:spPr>
            <p:txBody>
              <a:bodyPr wrap="none" anchor="ctr"/>
              <a:lstStyle/>
              <a:p>
                <a:endParaRPr lang="zh-CN" altLang="en-US"/>
              </a:p>
            </p:txBody>
          </p:sp>
          <p:sp>
            <p:nvSpPr>
              <p:cNvPr id="37986" name="Rectangle 14"/>
              <p:cNvSpPr>
                <a:spLocks noChangeArrowheads="1"/>
              </p:cNvSpPr>
              <p:nvPr/>
            </p:nvSpPr>
            <p:spPr bwMode="auto">
              <a:xfrm>
                <a:off x="1152" y="2016"/>
                <a:ext cx="144" cy="240"/>
              </a:xfrm>
              <a:prstGeom prst="rect">
                <a:avLst/>
              </a:prstGeom>
              <a:noFill/>
              <a:ln w="28575" cap="sq">
                <a:solidFill>
                  <a:srgbClr val="000000"/>
                </a:solidFill>
                <a:miter lim="800000"/>
              </a:ln>
            </p:spPr>
            <p:txBody>
              <a:bodyPr wrap="none" anchor="ctr"/>
              <a:lstStyle/>
              <a:p>
                <a:endParaRPr lang="zh-CN" altLang="en-US"/>
              </a:p>
            </p:txBody>
          </p:sp>
        </p:grpSp>
        <p:grpSp>
          <p:nvGrpSpPr>
            <p:cNvPr id="7" name="Group 15"/>
            <p:cNvGrpSpPr/>
            <p:nvPr/>
          </p:nvGrpSpPr>
          <p:grpSpPr bwMode="auto">
            <a:xfrm>
              <a:off x="3728" y="1325"/>
              <a:ext cx="480" cy="240"/>
              <a:chOff x="816" y="2016"/>
              <a:chExt cx="480" cy="240"/>
            </a:xfrm>
          </p:grpSpPr>
          <p:sp>
            <p:nvSpPr>
              <p:cNvPr id="37983" name="Rectangle 16"/>
              <p:cNvSpPr>
                <a:spLocks noChangeArrowheads="1"/>
              </p:cNvSpPr>
              <p:nvPr/>
            </p:nvSpPr>
            <p:spPr bwMode="auto">
              <a:xfrm>
                <a:off x="816" y="2016"/>
                <a:ext cx="336" cy="240"/>
              </a:xfrm>
              <a:prstGeom prst="rect">
                <a:avLst/>
              </a:prstGeom>
              <a:noFill/>
              <a:ln w="28575" cap="sq">
                <a:solidFill>
                  <a:srgbClr val="000000"/>
                </a:solidFill>
                <a:miter lim="800000"/>
              </a:ln>
            </p:spPr>
            <p:txBody>
              <a:bodyPr wrap="none" anchor="ctr"/>
              <a:lstStyle/>
              <a:p>
                <a:endParaRPr lang="zh-CN" altLang="en-US"/>
              </a:p>
            </p:txBody>
          </p:sp>
          <p:sp>
            <p:nvSpPr>
              <p:cNvPr id="37984" name="Rectangle 17"/>
              <p:cNvSpPr>
                <a:spLocks noChangeArrowheads="1"/>
              </p:cNvSpPr>
              <p:nvPr/>
            </p:nvSpPr>
            <p:spPr bwMode="auto">
              <a:xfrm>
                <a:off x="1152" y="2016"/>
                <a:ext cx="144" cy="240"/>
              </a:xfrm>
              <a:prstGeom prst="rect">
                <a:avLst/>
              </a:prstGeom>
              <a:noFill/>
              <a:ln w="28575" cap="sq">
                <a:solidFill>
                  <a:srgbClr val="000000"/>
                </a:solidFill>
                <a:miter lim="800000"/>
              </a:ln>
            </p:spPr>
            <p:txBody>
              <a:bodyPr wrap="none" anchor="ctr"/>
              <a:lstStyle/>
              <a:p>
                <a:endParaRPr lang="zh-CN" altLang="en-US"/>
              </a:p>
            </p:txBody>
          </p:sp>
        </p:grpSp>
        <p:sp>
          <p:nvSpPr>
            <p:cNvPr id="37971" name="Line 18"/>
            <p:cNvSpPr>
              <a:spLocks noChangeShapeType="1"/>
            </p:cNvSpPr>
            <p:nvPr/>
          </p:nvSpPr>
          <p:spPr bwMode="auto">
            <a:xfrm>
              <a:off x="1472" y="1432"/>
              <a:ext cx="288" cy="0"/>
            </a:xfrm>
            <a:prstGeom prst="line">
              <a:avLst/>
            </a:prstGeom>
            <a:noFill/>
            <a:ln w="25400" cap="sq">
              <a:solidFill>
                <a:srgbClr val="000080"/>
              </a:solidFill>
              <a:round/>
              <a:tailEnd type="triangle" w="med" len="med"/>
            </a:ln>
          </p:spPr>
          <p:txBody>
            <a:bodyPr wrap="none" anchor="ctr"/>
            <a:lstStyle/>
            <a:p>
              <a:endParaRPr lang="zh-CN" altLang="en-US"/>
            </a:p>
          </p:txBody>
        </p:sp>
        <p:sp>
          <p:nvSpPr>
            <p:cNvPr id="37972" name="Line 19"/>
            <p:cNvSpPr>
              <a:spLocks noChangeShapeType="1"/>
            </p:cNvSpPr>
            <p:nvPr/>
          </p:nvSpPr>
          <p:spPr bwMode="auto">
            <a:xfrm>
              <a:off x="2170" y="1421"/>
              <a:ext cx="288" cy="0"/>
            </a:xfrm>
            <a:prstGeom prst="line">
              <a:avLst/>
            </a:prstGeom>
            <a:noFill/>
            <a:ln w="25400" cap="sq">
              <a:solidFill>
                <a:srgbClr val="000080"/>
              </a:solidFill>
              <a:round/>
              <a:tailEnd type="triangle" w="med" len="med"/>
            </a:ln>
          </p:spPr>
          <p:txBody>
            <a:bodyPr wrap="none" anchor="ctr"/>
            <a:lstStyle/>
            <a:p>
              <a:endParaRPr lang="zh-CN" altLang="en-US"/>
            </a:p>
          </p:txBody>
        </p:sp>
        <p:sp>
          <p:nvSpPr>
            <p:cNvPr id="37973" name="Line 20"/>
            <p:cNvSpPr>
              <a:spLocks noChangeShapeType="1"/>
            </p:cNvSpPr>
            <p:nvPr/>
          </p:nvSpPr>
          <p:spPr bwMode="auto">
            <a:xfrm>
              <a:off x="2864" y="1421"/>
              <a:ext cx="288" cy="0"/>
            </a:xfrm>
            <a:prstGeom prst="line">
              <a:avLst/>
            </a:prstGeom>
            <a:noFill/>
            <a:ln w="25400" cap="sq">
              <a:solidFill>
                <a:srgbClr val="000080"/>
              </a:solidFill>
              <a:round/>
              <a:tailEnd type="triangle" w="med" len="med"/>
            </a:ln>
          </p:spPr>
          <p:txBody>
            <a:bodyPr wrap="none" anchor="ctr"/>
            <a:lstStyle/>
            <a:p>
              <a:endParaRPr lang="zh-CN" altLang="en-US"/>
            </a:p>
          </p:txBody>
        </p:sp>
        <p:sp>
          <p:nvSpPr>
            <p:cNvPr id="37974" name="Line 21"/>
            <p:cNvSpPr>
              <a:spLocks noChangeShapeType="1"/>
            </p:cNvSpPr>
            <p:nvPr/>
          </p:nvSpPr>
          <p:spPr bwMode="auto">
            <a:xfrm>
              <a:off x="3447" y="1421"/>
              <a:ext cx="288" cy="0"/>
            </a:xfrm>
            <a:prstGeom prst="line">
              <a:avLst/>
            </a:prstGeom>
            <a:noFill/>
            <a:ln w="25400" cap="sq">
              <a:solidFill>
                <a:srgbClr val="000080"/>
              </a:solidFill>
              <a:round/>
              <a:tailEnd type="triangle" w="med" len="med"/>
            </a:ln>
          </p:spPr>
          <p:txBody>
            <a:bodyPr wrap="none" anchor="ctr"/>
            <a:lstStyle/>
            <a:p>
              <a:endParaRPr lang="zh-CN" altLang="en-US"/>
            </a:p>
          </p:txBody>
        </p:sp>
        <p:sp>
          <p:nvSpPr>
            <p:cNvPr id="37975" name="Line 22"/>
            <p:cNvSpPr>
              <a:spLocks noChangeShapeType="1"/>
            </p:cNvSpPr>
            <p:nvPr/>
          </p:nvSpPr>
          <p:spPr bwMode="auto">
            <a:xfrm>
              <a:off x="4160" y="1421"/>
              <a:ext cx="288" cy="0"/>
            </a:xfrm>
            <a:prstGeom prst="line">
              <a:avLst/>
            </a:prstGeom>
            <a:noFill/>
            <a:ln w="25400" cap="sq">
              <a:solidFill>
                <a:srgbClr val="000080"/>
              </a:solidFill>
              <a:round/>
              <a:tailEnd type="triangle" w="med" len="med"/>
            </a:ln>
          </p:spPr>
          <p:txBody>
            <a:bodyPr wrap="none" anchor="ctr"/>
            <a:lstStyle/>
            <a:p>
              <a:endParaRPr lang="zh-CN" altLang="en-US"/>
            </a:p>
          </p:txBody>
        </p:sp>
        <p:sp>
          <p:nvSpPr>
            <p:cNvPr id="37976" name="Rectangle 23"/>
            <p:cNvSpPr>
              <a:spLocks noChangeArrowheads="1"/>
            </p:cNvSpPr>
            <p:nvPr/>
          </p:nvSpPr>
          <p:spPr bwMode="auto">
            <a:xfrm>
              <a:off x="3197" y="1229"/>
              <a:ext cx="275" cy="291"/>
            </a:xfrm>
            <a:prstGeom prst="rect">
              <a:avLst/>
            </a:prstGeom>
            <a:noFill/>
            <a:ln w="12700" cap="sq">
              <a:noFill/>
              <a:miter lim="800000"/>
            </a:ln>
          </p:spPr>
          <p:txBody>
            <a:bodyPr wrap="none">
              <a:spAutoFit/>
            </a:bodyPr>
            <a:lstStyle/>
            <a:p>
              <a:pPr algn="ctr"/>
              <a:r>
                <a:rPr lang="zh-CN" altLang="en-US" sz="2400">
                  <a:solidFill>
                    <a:schemeClr val="bg1"/>
                  </a:solidFill>
                  <a:ea typeface="宋体" pitchFamily="2" charset="-122"/>
                  <a:cs typeface="Times New Roman" panose="02020503050405090304" pitchFamily="18" charset="0"/>
                </a:rPr>
                <a:t>…</a:t>
              </a:r>
              <a:endParaRPr lang="zh-CN" altLang="en-US" sz="2400">
                <a:solidFill>
                  <a:schemeClr val="bg1"/>
                </a:solidFill>
                <a:ea typeface="宋体" pitchFamily="2" charset="-122"/>
                <a:cs typeface="Times New Roman" panose="02020503050405090304" pitchFamily="18" charset="0"/>
              </a:endParaRPr>
            </a:p>
          </p:txBody>
        </p:sp>
        <p:sp>
          <p:nvSpPr>
            <p:cNvPr id="37977" name="Rectangle 24"/>
            <p:cNvSpPr>
              <a:spLocks noChangeArrowheads="1"/>
            </p:cNvSpPr>
            <p:nvPr/>
          </p:nvSpPr>
          <p:spPr bwMode="auto">
            <a:xfrm>
              <a:off x="633" y="930"/>
              <a:ext cx="311" cy="291"/>
            </a:xfrm>
            <a:prstGeom prst="rect">
              <a:avLst/>
            </a:prstGeom>
            <a:noFill/>
            <a:ln w="12700" cap="sq">
              <a:noFill/>
              <a:miter lim="800000"/>
            </a:ln>
          </p:spPr>
          <p:txBody>
            <a:bodyPr wrap="none">
              <a:spAutoFit/>
            </a:bodyPr>
            <a:lstStyle/>
            <a:p>
              <a:pPr algn="ctr"/>
              <a:r>
                <a:rPr lang="en-US" altLang="zh-CN" sz="2400">
                  <a:solidFill>
                    <a:srgbClr val="FF3300"/>
                  </a:solidFill>
                  <a:ea typeface="宋体" pitchFamily="2" charset="-122"/>
                </a:rPr>
                <a:t>list</a:t>
              </a:r>
              <a:endParaRPr lang="en-US" altLang="zh-CN" sz="2400">
                <a:solidFill>
                  <a:srgbClr val="FF3300"/>
                </a:solidFill>
                <a:ea typeface="宋体" pitchFamily="2" charset="-122"/>
              </a:endParaRPr>
            </a:p>
          </p:txBody>
        </p:sp>
        <p:sp>
          <p:nvSpPr>
            <p:cNvPr id="37978" name="Line 25"/>
            <p:cNvSpPr>
              <a:spLocks noChangeShapeType="1"/>
            </p:cNvSpPr>
            <p:nvPr/>
          </p:nvSpPr>
          <p:spPr bwMode="auto">
            <a:xfrm>
              <a:off x="896" y="1181"/>
              <a:ext cx="144" cy="144"/>
            </a:xfrm>
            <a:prstGeom prst="line">
              <a:avLst/>
            </a:prstGeom>
            <a:noFill/>
            <a:ln w="22225" cap="sq">
              <a:solidFill>
                <a:schemeClr val="accent2"/>
              </a:solidFill>
              <a:round/>
              <a:tailEnd type="triangle" w="med" len="med"/>
            </a:ln>
          </p:spPr>
          <p:txBody>
            <a:bodyPr wrap="none" anchor="ctr"/>
            <a:lstStyle/>
            <a:p>
              <a:endParaRPr lang="zh-CN" altLang="en-US"/>
            </a:p>
          </p:txBody>
        </p:sp>
        <p:grpSp>
          <p:nvGrpSpPr>
            <p:cNvPr id="8" name="Group 26"/>
            <p:cNvGrpSpPr/>
            <p:nvPr/>
          </p:nvGrpSpPr>
          <p:grpSpPr bwMode="auto">
            <a:xfrm>
              <a:off x="4825" y="1373"/>
              <a:ext cx="77" cy="102"/>
              <a:chOff x="816" y="2592"/>
              <a:chExt cx="96" cy="144"/>
            </a:xfrm>
          </p:grpSpPr>
          <p:sp>
            <p:nvSpPr>
              <p:cNvPr id="37981" name="Line 27"/>
              <p:cNvSpPr>
                <a:spLocks noChangeShapeType="1"/>
              </p:cNvSpPr>
              <p:nvPr/>
            </p:nvSpPr>
            <p:spPr bwMode="auto">
              <a:xfrm flipH="1">
                <a:off x="816" y="2592"/>
                <a:ext cx="48" cy="144"/>
              </a:xfrm>
              <a:prstGeom prst="line">
                <a:avLst/>
              </a:prstGeom>
              <a:noFill/>
              <a:ln w="22225" cap="sq">
                <a:solidFill>
                  <a:schemeClr val="bg1"/>
                </a:solidFill>
                <a:round/>
              </a:ln>
            </p:spPr>
            <p:txBody>
              <a:bodyPr wrap="none" anchor="ctr"/>
              <a:lstStyle/>
              <a:p>
                <a:endParaRPr lang="zh-CN" altLang="en-US"/>
              </a:p>
            </p:txBody>
          </p:sp>
          <p:sp>
            <p:nvSpPr>
              <p:cNvPr id="37982" name="Line 28"/>
              <p:cNvSpPr>
                <a:spLocks noChangeShapeType="1"/>
              </p:cNvSpPr>
              <p:nvPr/>
            </p:nvSpPr>
            <p:spPr bwMode="auto">
              <a:xfrm>
                <a:off x="864" y="2592"/>
                <a:ext cx="48" cy="144"/>
              </a:xfrm>
              <a:prstGeom prst="line">
                <a:avLst/>
              </a:prstGeom>
              <a:noFill/>
              <a:ln w="22225" cap="sq">
                <a:solidFill>
                  <a:schemeClr val="bg1"/>
                </a:solidFill>
                <a:round/>
              </a:ln>
            </p:spPr>
            <p:txBody>
              <a:bodyPr wrap="none" anchor="ctr"/>
              <a:lstStyle/>
              <a:p>
                <a:endParaRPr lang="zh-CN" altLang="en-US"/>
              </a:p>
            </p:txBody>
          </p:sp>
        </p:grpSp>
        <p:sp>
          <p:nvSpPr>
            <p:cNvPr id="37980" name="Text Box 29"/>
            <p:cNvSpPr txBox="1">
              <a:spLocks noChangeArrowheads="1"/>
            </p:cNvSpPr>
            <p:nvPr/>
          </p:nvSpPr>
          <p:spPr bwMode="auto">
            <a:xfrm>
              <a:off x="488" y="624"/>
              <a:ext cx="1144" cy="368"/>
            </a:xfrm>
            <a:prstGeom prst="rect">
              <a:avLst/>
            </a:prstGeom>
            <a:noFill/>
            <a:ln w="12700" cap="sq">
              <a:noFill/>
              <a:miter lim="800000"/>
            </a:ln>
          </p:spPr>
          <p:txBody>
            <a:bodyPr>
              <a:spAutoFit/>
            </a:bodyPr>
            <a:lstStyle/>
            <a:p>
              <a:pPr>
                <a:spcBef>
                  <a:spcPct val="0"/>
                </a:spcBef>
              </a:pPr>
              <a:r>
                <a:rPr lang="zh-CN" altLang="en-US" sz="3200" dirty="0">
                  <a:solidFill>
                    <a:srgbClr val="0033CC"/>
                  </a:solidFill>
                  <a:ea typeface="幼圆" pitchFamily="49" charset="-122"/>
                </a:rPr>
                <a:t>线性链表</a:t>
              </a:r>
              <a:endParaRPr lang="zh-CN" altLang="en-US" sz="3200" dirty="0">
                <a:solidFill>
                  <a:srgbClr val="0033CC"/>
                </a:solidFill>
                <a:ea typeface="幼圆" pitchFamily="49" charset="-122"/>
              </a:endParaRPr>
            </a:p>
          </p:txBody>
        </p:sp>
      </p:grpSp>
      <p:grpSp>
        <p:nvGrpSpPr>
          <p:cNvPr id="9" name="Group 156"/>
          <p:cNvGrpSpPr/>
          <p:nvPr/>
        </p:nvGrpSpPr>
        <p:grpSpPr bwMode="auto">
          <a:xfrm>
            <a:off x="1995735" y="3681265"/>
            <a:ext cx="7258050" cy="1592263"/>
            <a:chOff x="528" y="2208"/>
            <a:chExt cx="4572" cy="1003"/>
          </a:xfrm>
        </p:grpSpPr>
        <p:grpSp>
          <p:nvGrpSpPr>
            <p:cNvPr id="10" name="Group 31"/>
            <p:cNvGrpSpPr/>
            <p:nvPr/>
          </p:nvGrpSpPr>
          <p:grpSpPr bwMode="auto">
            <a:xfrm>
              <a:off x="601" y="2554"/>
              <a:ext cx="4302" cy="657"/>
              <a:chOff x="793" y="1680"/>
              <a:chExt cx="4302" cy="657"/>
            </a:xfrm>
          </p:grpSpPr>
          <p:grpSp>
            <p:nvGrpSpPr>
              <p:cNvPr id="11" name="Group 32"/>
              <p:cNvGrpSpPr/>
              <p:nvPr/>
            </p:nvGrpSpPr>
            <p:grpSpPr bwMode="auto">
              <a:xfrm>
                <a:off x="1200" y="2097"/>
                <a:ext cx="480" cy="240"/>
                <a:chOff x="816" y="2016"/>
                <a:chExt cx="480" cy="240"/>
              </a:xfrm>
            </p:grpSpPr>
            <p:sp>
              <p:nvSpPr>
                <p:cNvPr id="37964" name="Rectangle 33"/>
                <p:cNvSpPr>
                  <a:spLocks noChangeArrowheads="1"/>
                </p:cNvSpPr>
                <p:nvPr/>
              </p:nvSpPr>
              <p:spPr bwMode="auto">
                <a:xfrm>
                  <a:off x="816" y="2016"/>
                  <a:ext cx="336" cy="240"/>
                </a:xfrm>
                <a:prstGeom prst="rect">
                  <a:avLst/>
                </a:prstGeom>
                <a:noFill/>
                <a:ln w="28575" cap="sq">
                  <a:solidFill>
                    <a:srgbClr val="000000"/>
                  </a:solidFill>
                  <a:miter lim="800000"/>
                </a:ln>
              </p:spPr>
              <p:txBody>
                <a:bodyPr wrap="none" anchor="ctr"/>
                <a:lstStyle/>
                <a:p>
                  <a:endParaRPr lang="zh-CN" altLang="en-US"/>
                </a:p>
              </p:txBody>
            </p:sp>
            <p:sp>
              <p:nvSpPr>
                <p:cNvPr id="37965" name="Rectangle 34"/>
                <p:cNvSpPr>
                  <a:spLocks noChangeArrowheads="1"/>
                </p:cNvSpPr>
                <p:nvPr/>
              </p:nvSpPr>
              <p:spPr bwMode="auto">
                <a:xfrm>
                  <a:off x="1152" y="2016"/>
                  <a:ext cx="144" cy="240"/>
                </a:xfrm>
                <a:prstGeom prst="rect">
                  <a:avLst/>
                </a:prstGeom>
                <a:noFill/>
                <a:ln w="28575" cap="sq">
                  <a:solidFill>
                    <a:srgbClr val="000000"/>
                  </a:solidFill>
                  <a:miter lim="800000"/>
                </a:ln>
              </p:spPr>
              <p:txBody>
                <a:bodyPr wrap="none" anchor="ctr"/>
                <a:lstStyle/>
                <a:p>
                  <a:endParaRPr lang="zh-CN" altLang="en-US"/>
                </a:p>
              </p:txBody>
            </p:sp>
          </p:grpSp>
          <p:grpSp>
            <p:nvGrpSpPr>
              <p:cNvPr id="12" name="Group 35"/>
              <p:cNvGrpSpPr/>
              <p:nvPr/>
            </p:nvGrpSpPr>
            <p:grpSpPr bwMode="auto">
              <a:xfrm>
                <a:off x="1920" y="2097"/>
                <a:ext cx="480" cy="240"/>
                <a:chOff x="816" y="2016"/>
                <a:chExt cx="480" cy="240"/>
              </a:xfrm>
            </p:grpSpPr>
            <p:sp>
              <p:nvSpPr>
                <p:cNvPr id="37962" name="Rectangle 36"/>
                <p:cNvSpPr>
                  <a:spLocks noChangeArrowheads="1"/>
                </p:cNvSpPr>
                <p:nvPr/>
              </p:nvSpPr>
              <p:spPr bwMode="auto">
                <a:xfrm>
                  <a:off x="816" y="2016"/>
                  <a:ext cx="336" cy="240"/>
                </a:xfrm>
                <a:prstGeom prst="rect">
                  <a:avLst/>
                </a:prstGeom>
                <a:noFill/>
                <a:ln w="28575" cap="sq">
                  <a:solidFill>
                    <a:srgbClr val="000000"/>
                  </a:solidFill>
                  <a:miter lim="800000"/>
                </a:ln>
              </p:spPr>
              <p:txBody>
                <a:bodyPr wrap="none" anchor="ctr"/>
                <a:lstStyle/>
                <a:p>
                  <a:endParaRPr lang="zh-CN" altLang="en-US"/>
                </a:p>
              </p:txBody>
            </p:sp>
            <p:sp>
              <p:nvSpPr>
                <p:cNvPr id="37963" name="Rectangle 37"/>
                <p:cNvSpPr>
                  <a:spLocks noChangeArrowheads="1"/>
                </p:cNvSpPr>
                <p:nvPr/>
              </p:nvSpPr>
              <p:spPr bwMode="auto">
                <a:xfrm>
                  <a:off x="1152" y="2016"/>
                  <a:ext cx="144" cy="240"/>
                </a:xfrm>
                <a:prstGeom prst="rect">
                  <a:avLst/>
                </a:prstGeom>
                <a:noFill/>
                <a:ln w="28575" cap="sq">
                  <a:solidFill>
                    <a:srgbClr val="000000"/>
                  </a:solidFill>
                  <a:miter lim="800000"/>
                </a:ln>
              </p:spPr>
              <p:txBody>
                <a:bodyPr wrap="none" anchor="ctr"/>
                <a:lstStyle/>
                <a:p>
                  <a:endParaRPr lang="zh-CN" altLang="en-US"/>
                </a:p>
              </p:txBody>
            </p:sp>
          </p:grpSp>
          <p:grpSp>
            <p:nvGrpSpPr>
              <p:cNvPr id="13" name="Group 38"/>
              <p:cNvGrpSpPr/>
              <p:nvPr/>
            </p:nvGrpSpPr>
            <p:grpSpPr bwMode="auto">
              <a:xfrm>
                <a:off x="2640" y="2097"/>
                <a:ext cx="480" cy="240"/>
                <a:chOff x="816" y="2016"/>
                <a:chExt cx="480" cy="240"/>
              </a:xfrm>
            </p:grpSpPr>
            <p:sp>
              <p:nvSpPr>
                <p:cNvPr id="37960" name="Rectangle 39"/>
                <p:cNvSpPr>
                  <a:spLocks noChangeArrowheads="1"/>
                </p:cNvSpPr>
                <p:nvPr/>
              </p:nvSpPr>
              <p:spPr bwMode="auto">
                <a:xfrm>
                  <a:off x="816" y="2016"/>
                  <a:ext cx="336" cy="240"/>
                </a:xfrm>
                <a:prstGeom prst="rect">
                  <a:avLst/>
                </a:prstGeom>
                <a:noFill/>
                <a:ln w="28575" cap="sq">
                  <a:solidFill>
                    <a:srgbClr val="000000"/>
                  </a:solidFill>
                  <a:miter lim="800000"/>
                </a:ln>
              </p:spPr>
              <p:txBody>
                <a:bodyPr wrap="none" anchor="ctr"/>
                <a:lstStyle/>
                <a:p>
                  <a:endParaRPr lang="zh-CN" altLang="en-US"/>
                </a:p>
              </p:txBody>
            </p:sp>
            <p:sp>
              <p:nvSpPr>
                <p:cNvPr id="37961" name="Rectangle 40"/>
                <p:cNvSpPr>
                  <a:spLocks noChangeArrowheads="1"/>
                </p:cNvSpPr>
                <p:nvPr/>
              </p:nvSpPr>
              <p:spPr bwMode="auto">
                <a:xfrm>
                  <a:off x="1152" y="2016"/>
                  <a:ext cx="144" cy="240"/>
                </a:xfrm>
                <a:prstGeom prst="rect">
                  <a:avLst/>
                </a:prstGeom>
                <a:noFill/>
                <a:ln w="28575" cap="sq">
                  <a:solidFill>
                    <a:srgbClr val="000000"/>
                  </a:solidFill>
                  <a:miter lim="800000"/>
                </a:ln>
              </p:spPr>
              <p:txBody>
                <a:bodyPr wrap="none" anchor="ctr"/>
                <a:lstStyle/>
                <a:p>
                  <a:endParaRPr lang="zh-CN" altLang="en-US"/>
                </a:p>
              </p:txBody>
            </p:sp>
          </p:grpSp>
          <p:grpSp>
            <p:nvGrpSpPr>
              <p:cNvPr id="14" name="Group 41"/>
              <p:cNvGrpSpPr/>
              <p:nvPr/>
            </p:nvGrpSpPr>
            <p:grpSpPr bwMode="auto">
              <a:xfrm>
                <a:off x="4615" y="2097"/>
                <a:ext cx="480" cy="240"/>
                <a:chOff x="816" y="2016"/>
                <a:chExt cx="480" cy="240"/>
              </a:xfrm>
            </p:grpSpPr>
            <p:sp>
              <p:nvSpPr>
                <p:cNvPr id="37958" name="Rectangle 42"/>
                <p:cNvSpPr>
                  <a:spLocks noChangeArrowheads="1"/>
                </p:cNvSpPr>
                <p:nvPr/>
              </p:nvSpPr>
              <p:spPr bwMode="auto">
                <a:xfrm>
                  <a:off x="816" y="2016"/>
                  <a:ext cx="336" cy="240"/>
                </a:xfrm>
                <a:prstGeom prst="rect">
                  <a:avLst/>
                </a:prstGeom>
                <a:noFill/>
                <a:ln w="28575" cap="sq">
                  <a:solidFill>
                    <a:srgbClr val="000000"/>
                  </a:solidFill>
                  <a:miter lim="800000"/>
                </a:ln>
              </p:spPr>
              <p:txBody>
                <a:bodyPr wrap="none" anchor="ctr"/>
                <a:lstStyle/>
                <a:p>
                  <a:endParaRPr lang="zh-CN" altLang="en-US"/>
                </a:p>
              </p:txBody>
            </p:sp>
            <p:sp>
              <p:nvSpPr>
                <p:cNvPr id="37959" name="Rectangle 43"/>
                <p:cNvSpPr>
                  <a:spLocks noChangeArrowheads="1"/>
                </p:cNvSpPr>
                <p:nvPr/>
              </p:nvSpPr>
              <p:spPr bwMode="auto">
                <a:xfrm>
                  <a:off x="1152" y="2016"/>
                  <a:ext cx="144" cy="240"/>
                </a:xfrm>
                <a:prstGeom prst="rect">
                  <a:avLst/>
                </a:prstGeom>
                <a:noFill/>
                <a:ln w="28575" cap="sq">
                  <a:solidFill>
                    <a:srgbClr val="000000"/>
                  </a:solidFill>
                  <a:miter lim="800000"/>
                </a:ln>
              </p:spPr>
              <p:txBody>
                <a:bodyPr wrap="none" anchor="ctr"/>
                <a:lstStyle/>
                <a:p>
                  <a:endParaRPr lang="zh-CN" altLang="en-US"/>
                </a:p>
              </p:txBody>
            </p:sp>
          </p:grpSp>
          <p:grpSp>
            <p:nvGrpSpPr>
              <p:cNvPr id="15" name="Group 44"/>
              <p:cNvGrpSpPr/>
              <p:nvPr/>
            </p:nvGrpSpPr>
            <p:grpSpPr bwMode="auto">
              <a:xfrm>
                <a:off x="3888" y="2097"/>
                <a:ext cx="480" cy="240"/>
                <a:chOff x="816" y="2016"/>
                <a:chExt cx="480" cy="240"/>
              </a:xfrm>
            </p:grpSpPr>
            <p:sp>
              <p:nvSpPr>
                <p:cNvPr id="37956" name="Rectangle 45"/>
                <p:cNvSpPr>
                  <a:spLocks noChangeArrowheads="1"/>
                </p:cNvSpPr>
                <p:nvPr/>
              </p:nvSpPr>
              <p:spPr bwMode="auto">
                <a:xfrm>
                  <a:off x="816" y="2016"/>
                  <a:ext cx="336" cy="240"/>
                </a:xfrm>
                <a:prstGeom prst="rect">
                  <a:avLst/>
                </a:prstGeom>
                <a:noFill/>
                <a:ln w="28575" cap="sq">
                  <a:solidFill>
                    <a:srgbClr val="000000"/>
                  </a:solidFill>
                  <a:miter lim="800000"/>
                </a:ln>
              </p:spPr>
              <p:txBody>
                <a:bodyPr wrap="none" anchor="ctr"/>
                <a:lstStyle/>
                <a:p>
                  <a:endParaRPr lang="zh-CN" altLang="en-US"/>
                </a:p>
              </p:txBody>
            </p:sp>
            <p:sp>
              <p:nvSpPr>
                <p:cNvPr id="37957" name="Rectangle 46"/>
                <p:cNvSpPr>
                  <a:spLocks noChangeArrowheads="1"/>
                </p:cNvSpPr>
                <p:nvPr/>
              </p:nvSpPr>
              <p:spPr bwMode="auto">
                <a:xfrm>
                  <a:off x="1152" y="2016"/>
                  <a:ext cx="144" cy="240"/>
                </a:xfrm>
                <a:prstGeom prst="rect">
                  <a:avLst/>
                </a:prstGeom>
                <a:noFill/>
                <a:ln w="28575" cap="sq">
                  <a:solidFill>
                    <a:srgbClr val="000000"/>
                  </a:solidFill>
                  <a:miter lim="800000"/>
                </a:ln>
              </p:spPr>
              <p:txBody>
                <a:bodyPr wrap="none" anchor="ctr"/>
                <a:lstStyle/>
                <a:p>
                  <a:endParaRPr lang="zh-CN" altLang="en-US"/>
                </a:p>
              </p:txBody>
            </p:sp>
          </p:grpSp>
          <p:sp>
            <p:nvSpPr>
              <p:cNvPr id="37948" name="Line 47"/>
              <p:cNvSpPr>
                <a:spLocks noChangeShapeType="1"/>
              </p:cNvSpPr>
              <p:nvPr/>
            </p:nvSpPr>
            <p:spPr bwMode="auto">
              <a:xfrm>
                <a:off x="1632" y="2204"/>
                <a:ext cx="288" cy="0"/>
              </a:xfrm>
              <a:prstGeom prst="line">
                <a:avLst/>
              </a:prstGeom>
              <a:noFill/>
              <a:ln w="25400" cap="sq">
                <a:solidFill>
                  <a:srgbClr val="000080"/>
                </a:solidFill>
                <a:round/>
                <a:tailEnd type="triangle" w="med" len="med"/>
              </a:ln>
            </p:spPr>
            <p:txBody>
              <a:bodyPr wrap="none" anchor="ctr"/>
              <a:lstStyle/>
              <a:p>
                <a:endParaRPr lang="zh-CN" altLang="en-US"/>
              </a:p>
            </p:txBody>
          </p:sp>
          <p:sp>
            <p:nvSpPr>
              <p:cNvPr id="37949" name="Line 48"/>
              <p:cNvSpPr>
                <a:spLocks noChangeShapeType="1"/>
              </p:cNvSpPr>
              <p:nvPr/>
            </p:nvSpPr>
            <p:spPr bwMode="auto">
              <a:xfrm>
                <a:off x="2330" y="2193"/>
                <a:ext cx="288" cy="0"/>
              </a:xfrm>
              <a:prstGeom prst="line">
                <a:avLst/>
              </a:prstGeom>
              <a:noFill/>
              <a:ln w="25400" cap="sq">
                <a:solidFill>
                  <a:srgbClr val="000080"/>
                </a:solidFill>
                <a:round/>
                <a:tailEnd type="triangle" w="med" len="med"/>
              </a:ln>
            </p:spPr>
            <p:txBody>
              <a:bodyPr wrap="none" anchor="ctr"/>
              <a:lstStyle/>
              <a:p>
                <a:endParaRPr lang="zh-CN" altLang="en-US"/>
              </a:p>
            </p:txBody>
          </p:sp>
          <p:sp>
            <p:nvSpPr>
              <p:cNvPr id="37950" name="Line 49"/>
              <p:cNvSpPr>
                <a:spLocks noChangeShapeType="1"/>
              </p:cNvSpPr>
              <p:nvPr/>
            </p:nvSpPr>
            <p:spPr bwMode="auto">
              <a:xfrm>
                <a:off x="3024" y="2193"/>
                <a:ext cx="288" cy="0"/>
              </a:xfrm>
              <a:prstGeom prst="line">
                <a:avLst/>
              </a:prstGeom>
              <a:noFill/>
              <a:ln w="25400" cap="sq">
                <a:solidFill>
                  <a:srgbClr val="000080"/>
                </a:solidFill>
                <a:round/>
                <a:tailEnd type="triangle" w="med" len="med"/>
              </a:ln>
            </p:spPr>
            <p:txBody>
              <a:bodyPr wrap="none" anchor="ctr"/>
              <a:lstStyle/>
              <a:p>
                <a:endParaRPr lang="zh-CN" altLang="en-US"/>
              </a:p>
            </p:txBody>
          </p:sp>
          <p:sp>
            <p:nvSpPr>
              <p:cNvPr id="37951" name="Line 50"/>
              <p:cNvSpPr>
                <a:spLocks noChangeShapeType="1"/>
              </p:cNvSpPr>
              <p:nvPr/>
            </p:nvSpPr>
            <p:spPr bwMode="auto">
              <a:xfrm>
                <a:off x="3607" y="2193"/>
                <a:ext cx="288" cy="0"/>
              </a:xfrm>
              <a:prstGeom prst="line">
                <a:avLst/>
              </a:prstGeom>
              <a:noFill/>
              <a:ln w="25400" cap="sq">
                <a:solidFill>
                  <a:srgbClr val="000080"/>
                </a:solidFill>
                <a:round/>
                <a:tailEnd type="triangle" w="med" len="med"/>
              </a:ln>
            </p:spPr>
            <p:txBody>
              <a:bodyPr wrap="none" anchor="ctr"/>
              <a:lstStyle/>
              <a:p>
                <a:endParaRPr lang="zh-CN" altLang="en-US"/>
              </a:p>
            </p:txBody>
          </p:sp>
          <p:sp>
            <p:nvSpPr>
              <p:cNvPr id="37952" name="Line 51"/>
              <p:cNvSpPr>
                <a:spLocks noChangeShapeType="1"/>
              </p:cNvSpPr>
              <p:nvPr/>
            </p:nvSpPr>
            <p:spPr bwMode="auto">
              <a:xfrm>
                <a:off x="4320" y="2193"/>
                <a:ext cx="288" cy="0"/>
              </a:xfrm>
              <a:prstGeom prst="line">
                <a:avLst/>
              </a:prstGeom>
              <a:noFill/>
              <a:ln w="25400" cap="sq">
                <a:solidFill>
                  <a:srgbClr val="000080"/>
                </a:solidFill>
                <a:round/>
                <a:tailEnd type="triangle" w="med" len="med"/>
              </a:ln>
            </p:spPr>
            <p:txBody>
              <a:bodyPr wrap="none" anchor="ctr"/>
              <a:lstStyle/>
              <a:p>
                <a:endParaRPr lang="zh-CN" altLang="en-US"/>
              </a:p>
            </p:txBody>
          </p:sp>
          <p:sp>
            <p:nvSpPr>
              <p:cNvPr id="37953" name="Rectangle 52"/>
              <p:cNvSpPr>
                <a:spLocks noChangeArrowheads="1"/>
              </p:cNvSpPr>
              <p:nvPr/>
            </p:nvSpPr>
            <p:spPr bwMode="auto">
              <a:xfrm>
                <a:off x="3357" y="2001"/>
                <a:ext cx="275" cy="291"/>
              </a:xfrm>
              <a:prstGeom prst="rect">
                <a:avLst/>
              </a:prstGeom>
              <a:noFill/>
              <a:ln w="12700" cap="sq">
                <a:noFill/>
                <a:miter lim="800000"/>
              </a:ln>
            </p:spPr>
            <p:txBody>
              <a:bodyPr wrap="none">
                <a:spAutoFit/>
              </a:bodyPr>
              <a:lstStyle/>
              <a:p>
                <a:pPr algn="ctr"/>
                <a:r>
                  <a:rPr lang="zh-CN" altLang="en-US" sz="2400">
                    <a:solidFill>
                      <a:schemeClr val="bg1"/>
                    </a:solidFill>
                    <a:ea typeface="宋体" pitchFamily="2" charset="-122"/>
                    <a:cs typeface="Times New Roman" panose="02020503050405090304" pitchFamily="18" charset="0"/>
                  </a:rPr>
                  <a:t>…</a:t>
                </a:r>
                <a:endParaRPr lang="zh-CN" altLang="en-US" sz="2400">
                  <a:solidFill>
                    <a:schemeClr val="bg1"/>
                  </a:solidFill>
                  <a:ea typeface="宋体" pitchFamily="2" charset="-122"/>
                  <a:cs typeface="Times New Roman" panose="02020503050405090304" pitchFamily="18" charset="0"/>
                </a:endParaRPr>
              </a:p>
            </p:txBody>
          </p:sp>
          <p:sp>
            <p:nvSpPr>
              <p:cNvPr id="37954" name="Rectangle 53"/>
              <p:cNvSpPr>
                <a:spLocks noChangeArrowheads="1"/>
              </p:cNvSpPr>
              <p:nvPr/>
            </p:nvSpPr>
            <p:spPr bwMode="auto">
              <a:xfrm>
                <a:off x="793" y="1680"/>
                <a:ext cx="311" cy="291"/>
              </a:xfrm>
              <a:prstGeom prst="rect">
                <a:avLst/>
              </a:prstGeom>
              <a:noFill/>
              <a:ln w="12700" cap="sq">
                <a:noFill/>
                <a:miter lim="800000"/>
              </a:ln>
            </p:spPr>
            <p:txBody>
              <a:bodyPr wrap="none">
                <a:spAutoFit/>
              </a:bodyPr>
              <a:lstStyle/>
              <a:p>
                <a:pPr algn="ctr"/>
                <a:r>
                  <a:rPr lang="en-US" altLang="zh-CN" sz="2400">
                    <a:solidFill>
                      <a:srgbClr val="FF3300"/>
                    </a:solidFill>
                    <a:ea typeface="宋体" pitchFamily="2" charset="-122"/>
                  </a:rPr>
                  <a:t>list</a:t>
                </a:r>
                <a:endParaRPr lang="en-US" altLang="zh-CN" sz="2400">
                  <a:solidFill>
                    <a:srgbClr val="FF3300"/>
                  </a:solidFill>
                  <a:ea typeface="宋体" pitchFamily="2" charset="-122"/>
                </a:endParaRPr>
              </a:p>
            </p:txBody>
          </p:sp>
          <p:sp>
            <p:nvSpPr>
              <p:cNvPr id="37955" name="Line 54"/>
              <p:cNvSpPr>
                <a:spLocks noChangeShapeType="1"/>
              </p:cNvSpPr>
              <p:nvPr/>
            </p:nvSpPr>
            <p:spPr bwMode="auto">
              <a:xfrm>
                <a:off x="1008" y="1905"/>
                <a:ext cx="192" cy="192"/>
              </a:xfrm>
              <a:prstGeom prst="line">
                <a:avLst/>
              </a:prstGeom>
              <a:noFill/>
              <a:ln w="22225" cap="sq">
                <a:solidFill>
                  <a:schemeClr val="accent2"/>
                </a:solidFill>
                <a:round/>
                <a:tailEnd type="triangle" w="med" len="med"/>
              </a:ln>
            </p:spPr>
            <p:txBody>
              <a:bodyPr wrap="none" anchor="ctr"/>
              <a:lstStyle/>
              <a:p>
                <a:endParaRPr lang="zh-CN" altLang="en-US"/>
              </a:p>
            </p:txBody>
          </p:sp>
        </p:grpSp>
        <p:grpSp>
          <p:nvGrpSpPr>
            <p:cNvPr id="16" name="Group 55"/>
            <p:cNvGrpSpPr/>
            <p:nvPr/>
          </p:nvGrpSpPr>
          <p:grpSpPr bwMode="auto">
            <a:xfrm>
              <a:off x="1056" y="2775"/>
              <a:ext cx="4044" cy="340"/>
              <a:chOff x="1236" y="1872"/>
              <a:chExt cx="4044" cy="340"/>
            </a:xfrm>
          </p:grpSpPr>
          <p:sp>
            <p:nvSpPr>
              <p:cNvPr id="37939" name="Line 56"/>
              <p:cNvSpPr>
                <a:spLocks noChangeShapeType="1"/>
              </p:cNvSpPr>
              <p:nvPr/>
            </p:nvSpPr>
            <p:spPr bwMode="auto">
              <a:xfrm>
                <a:off x="5003" y="2212"/>
                <a:ext cx="266" cy="0"/>
              </a:xfrm>
              <a:prstGeom prst="line">
                <a:avLst/>
              </a:prstGeom>
              <a:noFill/>
              <a:ln w="28575" cap="sq">
                <a:solidFill>
                  <a:srgbClr val="FF0000"/>
                </a:solidFill>
                <a:round/>
              </a:ln>
            </p:spPr>
            <p:txBody>
              <a:bodyPr wrap="none" anchor="ctr"/>
              <a:lstStyle/>
              <a:p>
                <a:endParaRPr lang="zh-CN" altLang="en-US"/>
              </a:p>
            </p:txBody>
          </p:sp>
          <p:sp>
            <p:nvSpPr>
              <p:cNvPr id="37940" name="Line 57"/>
              <p:cNvSpPr>
                <a:spLocks noChangeShapeType="1"/>
              </p:cNvSpPr>
              <p:nvPr/>
            </p:nvSpPr>
            <p:spPr bwMode="auto">
              <a:xfrm>
                <a:off x="1392" y="1872"/>
                <a:ext cx="3888" cy="0"/>
              </a:xfrm>
              <a:prstGeom prst="line">
                <a:avLst/>
              </a:prstGeom>
              <a:noFill/>
              <a:ln w="28575" cap="sq">
                <a:solidFill>
                  <a:srgbClr val="FF0000"/>
                </a:solidFill>
                <a:round/>
              </a:ln>
            </p:spPr>
            <p:txBody>
              <a:bodyPr wrap="none" anchor="ctr"/>
              <a:lstStyle/>
              <a:p>
                <a:endParaRPr lang="zh-CN" altLang="en-US"/>
              </a:p>
            </p:txBody>
          </p:sp>
          <p:sp>
            <p:nvSpPr>
              <p:cNvPr id="37941" name="Line 58"/>
              <p:cNvSpPr>
                <a:spLocks noChangeShapeType="1"/>
              </p:cNvSpPr>
              <p:nvPr/>
            </p:nvSpPr>
            <p:spPr bwMode="auto">
              <a:xfrm>
                <a:off x="5280" y="1876"/>
                <a:ext cx="0" cy="336"/>
              </a:xfrm>
              <a:prstGeom prst="line">
                <a:avLst/>
              </a:prstGeom>
              <a:noFill/>
              <a:ln w="28575" cap="sq">
                <a:solidFill>
                  <a:srgbClr val="FF0000"/>
                </a:solidFill>
                <a:round/>
              </a:ln>
            </p:spPr>
            <p:txBody>
              <a:bodyPr wrap="none" anchor="ctr"/>
              <a:lstStyle/>
              <a:p>
                <a:endParaRPr lang="zh-CN" altLang="en-US"/>
              </a:p>
            </p:txBody>
          </p:sp>
          <p:sp>
            <p:nvSpPr>
              <p:cNvPr id="37942" name="Line 59"/>
              <p:cNvSpPr>
                <a:spLocks noChangeShapeType="1"/>
              </p:cNvSpPr>
              <p:nvPr/>
            </p:nvSpPr>
            <p:spPr bwMode="auto">
              <a:xfrm flipH="1">
                <a:off x="1236" y="1872"/>
                <a:ext cx="144" cy="192"/>
              </a:xfrm>
              <a:prstGeom prst="line">
                <a:avLst/>
              </a:prstGeom>
              <a:noFill/>
              <a:ln w="28575" cap="sq">
                <a:solidFill>
                  <a:srgbClr val="FF0000"/>
                </a:solidFill>
                <a:round/>
                <a:tailEnd type="triangle" w="med" len="lg"/>
              </a:ln>
            </p:spPr>
            <p:txBody>
              <a:bodyPr wrap="none" anchor="ctr"/>
              <a:lstStyle/>
              <a:p>
                <a:endParaRPr lang="zh-CN" altLang="en-US"/>
              </a:p>
            </p:txBody>
          </p:sp>
        </p:grpSp>
        <p:sp>
          <p:nvSpPr>
            <p:cNvPr id="37938" name="Rectangle 60"/>
            <p:cNvSpPr>
              <a:spLocks noChangeArrowheads="1"/>
            </p:cNvSpPr>
            <p:nvPr/>
          </p:nvSpPr>
          <p:spPr bwMode="auto">
            <a:xfrm>
              <a:off x="528" y="2208"/>
              <a:ext cx="1354" cy="368"/>
            </a:xfrm>
            <a:prstGeom prst="rect">
              <a:avLst/>
            </a:prstGeom>
            <a:noFill/>
            <a:ln w="12700" cap="sq">
              <a:noFill/>
              <a:miter lim="800000"/>
            </a:ln>
          </p:spPr>
          <p:txBody>
            <a:bodyPr wrap="square">
              <a:spAutoFit/>
            </a:bodyPr>
            <a:lstStyle/>
            <a:p>
              <a:pPr>
                <a:spcBef>
                  <a:spcPct val="0"/>
                </a:spcBef>
              </a:pPr>
              <a:r>
                <a:rPr lang="zh-CN" altLang="en-US" sz="3200" dirty="0">
                  <a:solidFill>
                    <a:srgbClr val="000099"/>
                  </a:solidFill>
                  <a:ea typeface="幼圆" pitchFamily="49" charset="-122"/>
                </a:rPr>
                <a:t>循环链表</a:t>
              </a:r>
              <a:endParaRPr lang="zh-CN" altLang="en-US" sz="3200" dirty="0">
                <a:solidFill>
                  <a:srgbClr val="000099"/>
                </a:solidFill>
                <a:ea typeface="幼圆" pitchFamily="49" charset="-122"/>
              </a:endParaRPr>
            </a:p>
          </p:txBody>
        </p:sp>
      </p:grpSp>
      <p:sp>
        <p:nvSpPr>
          <p:cNvPr id="448574" name="Rectangle 62"/>
          <p:cNvSpPr>
            <a:spLocks noChangeArrowheads="1"/>
          </p:cNvSpPr>
          <p:nvPr/>
        </p:nvSpPr>
        <p:spPr bwMode="auto">
          <a:xfrm>
            <a:off x="2697155" y="1776264"/>
            <a:ext cx="348172" cy="523220"/>
          </a:xfrm>
          <a:prstGeom prst="rect">
            <a:avLst/>
          </a:prstGeom>
          <a:noFill/>
          <a:ln w="12700" cap="sq">
            <a:noFill/>
            <a:miter lim="800000"/>
          </a:ln>
        </p:spPr>
        <p:txBody>
          <a:bodyPr wrap="none">
            <a:spAutoFit/>
          </a:bodyPr>
          <a:lstStyle/>
          <a:p>
            <a:pPr algn="ctr"/>
            <a:r>
              <a:rPr lang="en-US" altLang="zh-CN" sz="2800">
                <a:solidFill>
                  <a:srgbClr val="FF3300"/>
                </a:solidFill>
                <a:ea typeface="幼圆" pitchFamily="49" charset="-122"/>
              </a:rPr>
              <a:t>p</a:t>
            </a:r>
            <a:endParaRPr lang="zh-CN" altLang="en-US" sz="2800">
              <a:solidFill>
                <a:srgbClr val="FF3300"/>
              </a:solidFill>
              <a:ea typeface="幼圆" pitchFamily="49" charset="-122"/>
            </a:endParaRPr>
          </a:p>
        </p:txBody>
      </p:sp>
      <p:grpSp>
        <p:nvGrpSpPr>
          <p:cNvPr id="17" name="Group 72"/>
          <p:cNvGrpSpPr/>
          <p:nvPr/>
        </p:nvGrpSpPr>
        <p:grpSpPr bwMode="auto">
          <a:xfrm>
            <a:off x="2700586" y="1757214"/>
            <a:ext cx="1565275" cy="571500"/>
            <a:chOff x="972" y="1140"/>
            <a:chExt cx="986" cy="360"/>
          </a:xfrm>
        </p:grpSpPr>
        <p:sp>
          <p:nvSpPr>
            <p:cNvPr id="37934" name="Rectangle 73"/>
            <p:cNvSpPr>
              <a:spLocks noChangeArrowheads="1"/>
            </p:cNvSpPr>
            <p:nvPr/>
          </p:nvSpPr>
          <p:spPr bwMode="auto">
            <a:xfrm>
              <a:off x="972" y="1260"/>
              <a:ext cx="192" cy="240"/>
            </a:xfrm>
            <a:prstGeom prst="rect">
              <a:avLst/>
            </a:prstGeom>
            <a:solidFill>
              <a:srgbClr val="FFFFFF"/>
            </a:solidFill>
            <a:ln w="12700" cap="sq">
              <a:noFill/>
              <a:miter lim="800000"/>
            </a:ln>
          </p:spPr>
          <p:txBody>
            <a:bodyPr wrap="none" anchor="ctr"/>
            <a:lstStyle/>
            <a:p>
              <a:endParaRPr lang="zh-CN" altLang="en-US"/>
            </a:p>
          </p:txBody>
        </p:sp>
        <p:sp>
          <p:nvSpPr>
            <p:cNvPr id="37935" name="Rectangle 74"/>
            <p:cNvSpPr>
              <a:spLocks noChangeArrowheads="1"/>
            </p:cNvSpPr>
            <p:nvPr/>
          </p:nvSpPr>
          <p:spPr bwMode="auto">
            <a:xfrm>
              <a:off x="1739" y="1140"/>
              <a:ext cx="219" cy="330"/>
            </a:xfrm>
            <a:prstGeom prst="rect">
              <a:avLst/>
            </a:prstGeom>
            <a:noFill/>
            <a:ln w="12700" cap="sq">
              <a:noFill/>
              <a:miter lim="800000"/>
            </a:ln>
          </p:spPr>
          <p:txBody>
            <a:bodyPr wrap="none">
              <a:spAutoFit/>
            </a:bodyPr>
            <a:lstStyle/>
            <a:p>
              <a:pPr algn="ctr"/>
              <a:r>
                <a:rPr lang="en-US" altLang="zh-CN" sz="2800">
                  <a:solidFill>
                    <a:srgbClr val="FF3300"/>
                  </a:solidFill>
                  <a:ea typeface="幼圆" pitchFamily="49" charset="-122"/>
                </a:rPr>
                <a:t>p</a:t>
              </a:r>
              <a:endParaRPr lang="zh-CN" altLang="en-US" sz="2800">
                <a:solidFill>
                  <a:srgbClr val="FF3300"/>
                </a:solidFill>
                <a:ea typeface="幼圆" pitchFamily="49" charset="-122"/>
              </a:endParaRPr>
            </a:p>
          </p:txBody>
        </p:sp>
      </p:grpSp>
      <p:grpSp>
        <p:nvGrpSpPr>
          <p:cNvPr id="18" name="Group 75"/>
          <p:cNvGrpSpPr/>
          <p:nvPr/>
        </p:nvGrpSpPr>
        <p:grpSpPr bwMode="auto">
          <a:xfrm>
            <a:off x="3918199" y="1738164"/>
            <a:ext cx="1565275" cy="571500"/>
            <a:chOff x="972" y="1140"/>
            <a:chExt cx="986" cy="360"/>
          </a:xfrm>
        </p:grpSpPr>
        <p:sp>
          <p:nvSpPr>
            <p:cNvPr id="37932" name="Rectangle 76"/>
            <p:cNvSpPr>
              <a:spLocks noChangeArrowheads="1"/>
            </p:cNvSpPr>
            <p:nvPr/>
          </p:nvSpPr>
          <p:spPr bwMode="auto">
            <a:xfrm>
              <a:off x="972" y="1260"/>
              <a:ext cx="192" cy="240"/>
            </a:xfrm>
            <a:prstGeom prst="rect">
              <a:avLst/>
            </a:prstGeom>
            <a:solidFill>
              <a:srgbClr val="FFFFFF"/>
            </a:solidFill>
            <a:ln w="12700" cap="sq">
              <a:noFill/>
              <a:miter lim="800000"/>
            </a:ln>
          </p:spPr>
          <p:txBody>
            <a:bodyPr wrap="none" anchor="ctr"/>
            <a:lstStyle/>
            <a:p>
              <a:endParaRPr lang="zh-CN" altLang="en-US"/>
            </a:p>
          </p:txBody>
        </p:sp>
        <p:sp>
          <p:nvSpPr>
            <p:cNvPr id="37933" name="Rectangle 77"/>
            <p:cNvSpPr>
              <a:spLocks noChangeArrowheads="1"/>
            </p:cNvSpPr>
            <p:nvPr/>
          </p:nvSpPr>
          <p:spPr bwMode="auto">
            <a:xfrm>
              <a:off x="1739" y="1140"/>
              <a:ext cx="219" cy="330"/>
            </a:xfrm>
            <a:prstGeom prst="rect">
              <a:avLst/>
            </a:prstGeom>
            <a:noFill/>
            <a:ln w="12700" cap="sq">
              <a:noFill/>
              <a:miter lim="800000"/>
            </a:ln>
          </p:spPr>
          <p:txBody>
            <a:bodyPr wrap="none">
              <a:spAutoFit/>
            </a:bodyPr>
            <a:lstStyle/>
            <a:p>
              <a:pPr algn="ctr"/>
              <a:r>
                <a:rPr lang="en-US" altLang="zh-CN" sz="2800">
                  <a:solidFill>
                    <a:srgbClr val="FF3300"/>
                  </a:solidFill>
                  <a:ea typeface="幼圆" pitchFamily="49" charset="-122"/>
                </a:rPr>
                <a:t>p</a:t>
              </a:r>
              <a:endParaRPr lang="zh-CN" altLang="en-US" sz="2800">
                <a:solidFill>
                  <a:srgbClr val="FF3300"/>
                </a:solidFill>
                <a:ea typeface="幼圆" pitchFamily="49" charset="-122"/>
              </a:endParaRPr>
            </a:p>
          </p:txBody>
        </p:sp>
      </p:grpSp>
      <p:grpSp>
        <p:nvGrpSpPr>
          <p:cNvPr id="19" name="Group 78"/>
          <p:cNvGrpSpPr/>
          <p:nvPr/>
        </p:nvGrpSpPr>
        <p:grpSpPr bwMode="auto">
          <a:xfrm>
            <a:off x="7004299" y="1757214"/>
            <a:ext cx="1565275" cy="571500"/>
            <a:chOff x="972" y="1140"/>
            <a:chExt cx="986" cy="360"/>
          </a:xfrm>
        </p:grpSpPr>
        <p:sp>
          <p:nvSpPr>
            <p:cNvPr id="37930" name="Rectangle 79"/>
            <p:cNvSpPr>
              <a:spLocks noChangeArrowheads="1"/>
            </p:cNvSpPr>
            <p:nvPr/>
          </p:nvSpPr>
          <p:spPr bwMode="auto">
            <a:xfrm>
              <a:off x="972" y="1260"/>
              <a:ext cx="192" cy="240"/>
            </a:xfrm>
            <a:prstGeom prst="rect">
              <a:avLst/>
            </a:prstGeom>
            <a:solidFill>
              <a:srgbClr val="FFFFFF"/>
            </a:solidFill>
            <a:ln w="12700" cap="sq">
              <a:noFill/>
              <a:miter lim="800000"/>
            </a:ln>
          </p:spPr>
          <p:txBody>
            <a:bodyPr wrap="none" anchor="ctr"/>
            <a:lstStyle/>
            <a:p>
              <a:endParaRPr lang="zh-CN" altLang="en-US"/>
            </a:p>
          </p:txBody>
        </p:sp>
        <p:sp>
          <p:nvSpPr>
            <p:cNvPr id="37931" name="Rectangle 80"/>
            <p:cNvSpPr>
              <a:spLocks noChangeArrowheads="1"/>
            </p:cNvSpPr>
            <p:nvPr/>
          </p:nvSpPr>
          <p:spPr bwMode="auto">
            <a:xfrm>
              <a:off x="1739" y="1140"/>
              <a:ext cx="219" cy="330"/>
            </a:xfrm>
            <a:prstGeom prst="rect">
              <a:avLst/>
            </a:prstGeom>
            <a:noFill/>
            <a:ln w="12700" cap="sq">
              <a:noFill/>
              <a:miter lim="800000"/>
            </a:ln>
          </p:spPr>
          <p:txBody>
            <a:bodyPr wrap="none">
              <a:spAutoFit/>
            </a:bodyPr>
            <a:lstStyle/>
            <a:p>
              <a:pPr algn="ctr"/>
              <a:r>
                <a:rPr lang="en-US" altLang="zh-CN" sz="2800">
                  <a:solidFill>
                    <a:srgbClr val="FF3300"/>
                  </a:solidFill>
                  <a:ea typeface="幼圆" pitchFamily="49" charset="-122"/>
                </a:rPr>
                <a:t>p</a:t>
              </a:r>
              <a:endParaRPr lang="zh-CN" altLang="en-US" sz="2800">
                <a:solidFill>
                  <a:srgbClr val="FF3300"/>
                </a:solidFill>
                <a:ea typeface="幼圆" pitchFamily="49" charset="-122"/>
              </a:endParaRPr>
            </a:p>
          </p:txBody>
        </p:sp>
      </p:grpSp>
      <p:grpSp>
        <p:nvGrpSpPr>
          <p:cNvPr id="20" name="Group 87"/>
          <p:cNvGrpSpPr/>
          <p:nvPr/>
        </p:nvGrpSpPr>
        <p:grpSpPr bwMode="auto">
          <a:xfrm>
            <a:off x="8185399" y="1776264"/>
            <a:ext cx="1658937" cy="571500"/>
            <a:chOff x="4427" y="1152"/>
            <a:chExt cx="1045" cy="360"/>
          </a:xfrm>
        </p:grpSpPr>
        <p:sp>
          <p:nvSpPr>
            <p:cNvPr id="37924" name="Rectangle 88"/>
            <p:cNvSpPr>
              <a:spLocks noChangeArrowheads="1"/>
            </p:cNvSpPr>
            <p:nvPr/>
          </p:nvSpPr>
          <p:spPr bwMode="auto">
            <a:xfrm>
              <a:off x="4427" y="1272"/>
              <a:ext cx="192" cy="240"/>
            </a:xfrm>
            <a:prstGeom prst="rect">
              <a:avLst/>
            </a:prstGeom>
            <a:solidFill>
              <a:srgbClr val="FFFFFF"/>
            </a:solidFill>
            <a:ln w="12700" cap="sq">
              <a:noFill/>
              <a:miter lim="800000"/>
            </a:ln>
          </p:spPr>
          <p:txBody>
            <a:bodyPr wrap="none" anchor="ctr"/>
            <a:lstStyle/>
            <a:p>
              <a:endParaRPr lang="zh-CN" altLang="en-US"/>
            </a:p>
          </p:txBody>
        </p:sp>
        <p:sp>
          <p:nvSpPr>
            <p:cNvPr id="37925" name="Rectangle 89"/>
            <p:cNvSpPr>
              <a:spLocks noChangeArrowheads="1"/>
            </p:cNvSpPr>
            <p:nvPr/>
          </p:nvSpPr>
          <p:spPr bwMode="auto">
            <a:xfrm>
              <a:off x="4910" y="1152"/>
              <a:ext cx="327" cy="330"/>
            </a:xfrm>
            <a:prstGeom prst="rect">
              <a:avLst/>
            </a:prstGeom>
            <a:noFill/>
            <a:ln w="12700" cap="sq">
              <a:noFill/>
              <a:miter lim="800000"/>
            </a:ln>
          </p:spPr>
          <p:txBody>
            <a:bodyPr wrap="none">
              <a:spAutoFit/>
            </a:bodyPr>
            <a:lstStyle/>
            <a:p>
              <a:r>
                <a:rPr lang="en-US" altLang="zh-CN" sz="2800">
                  <a:solidFill>
                    <a:srgbClr val="FF3300"/>
                  </a:solidFill>
                  <a:ea typeface="幼圆" pitchFamily="49" charset="-122"/>
                </a:rPr>
                <a:t>p=</a:t>
              </a:r>
              <a:endParaRPr lang="zh-CN" altLang="en-US" sz="2800">
                <a:solidFill>
                  <a:srgbClr val="FF3300"/>
                </a:solidFill>
                <a:ea typeface="幼圆" pitchFamily="49" charset="-122"/>
              </a:endParaRPr>
            </a:p>
          </p:txBody>
        </p:sp>
        <p:grpSp>
          <p:nvGrpSpPr>
            <p:cNvPr id="21" name="Group 90"/>
            <p:cNvGrpSpPr/>
            <p:nvPr/>
          </p:nvGrpSpPr>
          <p:grpSpPr bwMode="auto">
            <a:xfrm>
              <a:off x="5184" y="1200"/>
              <a:ext cx="288" cy="240"/>
              <a:chOff x="2995" y="2106"/>
              <a:chExt cx="989" cy="768"/>
            </a:xfrm>
          </p:grpSpPr>
          <p:sp>
            <p:nvSpPr>
              <p:cNvPr id="37927" name="Freeform 91"/>
              <p:cNvSpPr/>
              <p:nvPr/>
            </p:nvSpPr>
            <p:spPr bwMode="auto">
              <a:xfrm rot="421002">
                <a:off x="2995" y="2106"/>
                <a:ext cx="989" cy="768"/>
              </a:xfrm>
              <a:custGeom>
                <a:avLst/>
                <a:gdLst>
                  <a:gd name="T0" fmla="*/ 99452 w 439"/>
                  <a:gd name="T1" fmla="*/ 473 h 683"/>
                  <a:gd name="T2" fmla="*/ 128665 w 439"/>
                  <a:gd name="T3" fmla="*/ 352 h 683"/>
                  <a:gd name="T4" fmla="*/ 180539 w 439"/>
                  <a:gd name="T5" fmla="*/ 425 h 683"/>
                  <a:gd name="T6" fmla="*/ 175830 w 439"/>
                  <a:gd name="T7" fmla="*/ 621 h 683"/>
                  <a:gd name="T8" fmla="*/ 113343 w 439"/>
                  <a:gd name="T9" fmla="*/ 779 h 683"/>
                  <a:gd name="T10" fmla="*/ 101547 w 439"/>
                  <a:gd name="T11" fmla="*/ 1211 h 683"/>
                  <a:gd name="T12" fmla="*/ 113343 w 439"/>
                  <a:gd name="T13" fmla="*/ 1348 h 683"/>
                  <a:gd name="T14" fmla="*/ 92869 w 439"/>
                  <a:gd name="T15" fmla="*/ 1496 h 683"/>
                  <a:gd name="T16" fmla="*/ 97553 w 439"/>
                  <a:gd name="T17" fmla="*/ 1646 h 683"/>
                  <a:gd name="T18" fmla="*/ 141312 w 439"/>
                  <a:gd name="T19" fmla="*/ 1747 h 683"/>
                  <a:gd name="T20" fmla="*/ 199120 w 439"/>
                  <a:gd name="T21" fmla="*/ 1678 h 683"/>
                  <a:gd name="T22" fmla="*/ 217666 w 439"/>
                  <a:gd name="T23" fmla="*/ 1496 h 683"/>
                  <a:gd name="T24" fmla="*/ 194400 w 439"/>
                  <a:gd name="T25" fmla="*/ 1321 h 683"/>
                  <a:gd name="T26" fmla="*/ 219772 w 439"/>
                  <a:gd name="T27" fmla="*/ 1229 h 683"/>
                  <a:gd name="T28" fmla="*/ 219772 w 439"/>
                  <a:gd name="T29" fmla="*/ 987 h 683"/>
                  <a:gd name="T30" fmla="*/ 284451 w 439"/>
                  <a:gd name="T31" fmla="*/ 785 h 683"/>
                  <a:gd name="T32" fmla="*/ 291257 w 439"/>
                  <a:gd name="T33" fmla="*/ 478 h 683"/>
                  <a:gd name="T34" fmla="*/ 249422 w 439"/>
                  <a:gd name="T35" fmla="*/ 150 h 683"/>
                  <a:gd name="T36" fmla="*/ 166429 w 439"/>
                  <a:gd name="T37" fmla="*/ 0 h 683"/>
                  <a:gd name="T38" fmla="*/ 74288 w 439"/>
                  <a:gd name="T39" fmla="*/ 99 h 683"/>
                  <a:gd name="T40" fmla="*/ 20661 w 439"/>
                  <a:gd name="T41" fmla="*/ 293 h 683"/>
                  <a:gd name="T42" fmla="*/ 0 w 439"/>
                  <a:gd name="T43" fmla="*/ 598 h 683"/>
                  <a:gd name="T44" fmla="*/ 2609 w 439"/>
                  <a:gd name="T45" fmla="*/ 779 h 683"/>
                  <a:gd name="T46" fmla="*/ 97553 w 439"/>
                  <a:gd name="T47" fmla="*/ 756 h 683"/>
                  <a:gd name="T48" fmla="*/ 99452 w 439"/>
                  <a:gd name="T49" fmla="*/ 473 h 68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39"/>
                  <a:gd name="T76" fmla="*/ 0 h 683"/>
                  <a:gd name="T77" fmla="*/ 439 w 439"/>
                  <a:gd name="T78" fmla="*/ 683 h 68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39" h="683">
                    <a:moveTo>
                      <a:pt x="150" y="185"/>
                    </a:moveTo>
                    <a:lnTo>
                      <a:pt x="194" y="138"/>
                    </a:lnTo>
                    <a:lnTo>
                      <a:pt x="272" y="167"/>
                    </a:lnTo>
                    <a:lnTo>
                      <a:pt x="265" y="244"/>
                    </a:lnTo>
                    <a:lnTo>
                      <a:pt x="171" y="304"/>
                    </a:lnTo>
                    <a:lnTo>
                      <a:pt x="153" y="474"/>
                    </a:lnTo>
                    <a:lnTo>
                      <a:pt x="171" y="527"/>
                    </a:lnTo>
                    <a:lnTo>
                      <a:pt x="140" y="585"/>
                    </a:lnTo>
                    <a:lnTo>
                      <a:pt x="147" y="645"/>
                    </a:lnTo>
                    <a:lnTo>
                      <a:pt x="213" y="683"/>
                    </a:lnTo>
                    <a:lnTo>
                      <a:pt x="300" y="656"/>
                    </a:lnTo>
                    <a:lnTo>
                      <a:pt x="328" y="585"/>
                    </a:lnTo>
                    <a:lnTo>
                      <a:pt x="293" y="518"/>
                    </a:lnTo>
                    <a:lnTo>
                      <a:pt x="331" y="480"/>
                    </a:lnTo>
                    <a:lnTo>
                      <a:pt x="331" y="387"/>
                    </a:lnTo>
                    <a:lnTo>
                      <a:pt x="429" y="308"/>
                    </a:lnTo>
                    <a:lnTo>
                      <a:pt x="439" y="188"/>
                    </a:lnTo>
                    <a:lnTo>
                      <a:pt x="376" y="59"/>
                    </a:lnTo>
                    <a:lnTo>
                      <a:pt x="251" y="0"/>
                    </a:lnTo>
                    <a:lnTo>
                      <a:pt x="112" y="38"/>
                    </a:lnTo>
                    <a:lnTo>
                      <a:pt x="31" y="115"/>
                    </a:lnTo>
                    <a:lnTo>
                      <a:pt x="0" y="234"/>
                    </a:lnTo>
                    <a:lnTo>
                      <a:pt x="4" y="304"/>
                    </a:lnTo>
                    <a:lnTo>
                      <a:pt x="147" y="296"/>
                    </a:lnTo>
                    <a:lnTo>
                      <a:pt x="150" y="185"/>
                    </a:lnTo>
                    <a:close/>
                  </a:path>
                </a:pathLst>
              </a:custGeom>
              <a:solidFill>
                <a:srgbClr val="FFFF00"/>
              </a:solidFill>
              <a:ln w="9525">
                <a:solidFill>
                  <a:srgbClr val="00FFFF"/>
                </a:solidFill>
                <a:round/>
              </a:ln>
            </p:spPr>
            <p:txBody>
              <a:bodyPr/>
              <a:lstStyle/>
              <a:p>
                <a:endParaRPr lang="zh-CN" altLang="en-US"/>
              </a:p>
            </p:txBody>
          </p:sp>
          <p:sp>
            <p:nvSpPr>
              <p:cNvPr id="37928" name="Freeform 92"/>
              <p:cNvSpPr/>
              <p:nvPr/>
            </p:nvSpPr>
            <p:spPr bwMode="auto">
              <a:xfrm rot="421002">
                <a:off x="3043" y="2106"/>
                <a:ext cx="881" cy="535"/>
              </a:xfrm>
              <a:custGeom>
                <a:avLst/>
                <a:gdLst>
                  <a:gd name="T0" fmla="*/ 0 w 390"/>
                  <a:gd name="T1" fmla="*/ 602 h 477"/>
                  <a:gd name="T2" fmla="*/ 38640 w 390"/>
                  <a:gd name="T3" fmla="*/ 573 h 477"/>
                  <a:gd name="T4" fmla="*/ 60358 w 390"/>
                  <a:gd name="T5" fmla="*/ 602 h 477"/>
                  <a:gd name="T6" fmla="*/ 59113 w 390"/>
                  <a:gd name="T7" fmla="*/ 439 h 477"/>
                  <a:gd name="T8" fmla="*/ 75355 w 390"/>
                  <a:gd name="T9" fmla="*/ 251 h 477"/>
                  <a:gd name="T10" fmla="*/ 139530 w 390"/>
                  <a:gd name="T11" fmla="*/ 185 h 477"/>
                  <a:gd name="T12" fmla="*/ 170225 w 390"/>
                  <a:gd name="T13" fmla="*/ 262 h 477"/>
                  <a:gd name="T14" fmla="*/ 202644 w 390"/>
                  <a:gd name="T15" fmla="*/ 382 h 477"/>
                  <a:gd name="T16" fmla="*/ 193352 w 390"/>
                  <a:gd name="T17" fmla="*/ 593 h 477"/>
                  <a:gd name="T18" fmla="*/ 132360 w 390"/>
                  <a:gd name="T19" fmla="*/ 692 h 477"/>
                  <a:gd name="T20" fmla="*/ 115874 w 390"/>
                  <a:gd name="T21" fmla="*/ 840 h 477"/>
                  <a:gd name="T22" fmla="*/ 120645 w 390"/>
                  <a:gd name="T23" fmla="*/ 989 h 477"/>
                  <a:gd name="T24" fmla="*/ 112520 w 390"/>
                  <a:gd name="T25" fmla="*/ 1196 h 477"/>
                  <a:gd name="T26" fmla="*/ 173537 w 390"/>
                  <a:gd name="T27" fmla="*/ 1196 h 477"/>
                  <a:gd name="T28" fmla="*/ 181660 w 390"/>
                  <a:gd name="T29" fmla="*/ 1043 h 477"/>
                  <a:gd name="T30" fmla="*/ 177128 w 390"/>
                  <a:gd name="T31" fmla="*/ 863 h 477"/>
                  <a:gd name="T32" fmla="*/ 214365 w 390"/>
                  <a:gd name="T33" fmla="*/ 768 h 477"/>
                  <a:gd name="T34" fmla="*/ 242871 w 390"/>
                  <a:gd name="T35" fmla="*/ 718 h 477"/>
                  <a:gd name="T36" fmla="*/ 264415 w 390"/>
                  <a:gd name="T37" fmla="*/ 492 h 477"/>
                  <a:gd name="T38" fmla="*/ 244647 w 390"/>
                  <a:gd name="T39" fmla="*/ 246 h 477"/>
                  <a:gd name="T40" fmla="*/ 178895 w 390"/>
                  <a:gd name="T41" fmla="*/ 0 h 477"/>
                  <a:gd name="T42" fmla="*/ 99009 w 390"/>
                  <a:gd name="T43" fmla="*/ 19 h 477"/>
                  <a:gd name="T44" fmla="*/ 34526 w 390"/>
                  <a:gd name="T45" fmla="*/ 166 h 477"/>
                  <a:gd name="T46" fmla="*/ 6870 w 390"/>
                  <a:gd name="T47" fmla="*/ 350 h 477"/>
                  <a:gd name="T48" fmla="*/ 0 w 390"/>
                  <a:gd name="T49" fmla="*/ 602 h 47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90"/>
                  <a:gd name="T76" fmla="*/ 0 h 477"/>
                  <a:gd name="T77" fmla="*/ 390 w 390"/>
                  <a:gd name="T78" fmla="*/ 477 h 47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90" h="477">
                    <a:moveTo>
                      <a:pt x="0" y="241"/>
                    </a:moveTo>
                    <a:lnTo>
                      <a:pt x="57" y="230"/>
                    </a:lnTo>
                    <a:lnTo>
                      <a:pt x="89" y="241"/>
                    </a:lnTo>
                    <a:lnTo>
                      <a:pt x="87" y="175"/>
                    </a:lnTo>
                    <a:lnTo>
                      <a:pt x="111" y="101"/>
                    </a:lnTo>
                    <a:lnTo>
                      <a:pt x="206" y="74"/>
                    </a:lnTo>
                    <a:lnTo>
                      <a:pt x="251" y="105"/>
                    </a:lnTo>
                    <a:lnTo>
                      <a:pt x="299" y="153"/>
                    </a:lnTo>
                    <a:lnTo>
                      <a:pt x="285" y="237"/>
                    </a:lnTo>
                    <a:lnTo>
                      <a:pt x="195" y="276"/>
                    </a:lnTo>
                    <a:lnTo>
                      <a:pt x="171" y="335"/>
                    </a:lnTo>
                    <a:lnTo>
                      <a:pt x="178" y="395"/>
                    </a:lnTo>
                    <a:lnTo>
                      <a:pt x="166" y="477"/>
                    </a:lnTo>
                    <a:lnTo>
                      <a:pt x="256" y="477"/>
                    </a:lnTo>
                    <a:lnTo>
                      <a:pt x="268" y="416"/>
                    </a:lnTo>
                    <a:lnTo>
                      <a:pt x="261" y="345"/>
                    </a:lnTo>
                    <a:lnTo>
                      <a:pt x="316" y="307"/>
                    </a:lnTo>
                    <a:lnTo>
                      <a:pt x="358" y="287"/>
                    </a:lnTo>
                    <a:lnTo>
                      <a:pt x="390" y="196"/>
                    </a:lnTo>
                    <a:lnTo>
                      <a:pt x="361" y="98"/>
                    </a:lnTo>
                    <a:lnTo>
                      <a:pt x="264" y="0"/>
                    </a:lnTo>
                    <a:lnTo>
                      <a:pt x="146" y="8"/>
                    </a:lnTo>
                    <a:lnTo>
                      <a:pt x="51" y="67"/>
                    </a:lnTo>
                    <a:lnTo>
                      <a:pt x="10" y="140"/>
                    </a:lnTo>
                    <a:lnTo>
                      <a:pt x="0" y="241"/>
                    </a:lnTo>
                    <a:close/>
                  </a:path>
                </a:pathLst>
              </a:custGeom>
              <a:solidFill>
                <a:srgbClr val="FF3300"/>
              </a:solidFill>
              <a:ln w="9525">
                <a:solidFill>
                  <a:srgbClr val="FFCC00"/>
                </a:solidFill>
                <a:round/>
              </a:ln>
            </p:spPr>
            <p:txBody>
              <a:bodyPr/>
              <a:lstStyle/>
              <a:p>
                <a:endParaRPr lang="zh-CN" altLang="en-US"/>
              </a:p>
            </p:txBody>
          </p:sp>
          <p:sp>
            <p:nvSpPr>
              <p:cNvPr id="37929" name="Freeform 93"/>
              <p:cNvSpPr/>
              <p:nvPr/>
            </p:nvSpPr>
            <p:spPr bwMode="auto">
              <a:xfrm rot="421002">
                <a:off x="3335" y="2712"/>
                <a:ext cx="284" cy="122"/>
              </a:xfrm>
              <a:custGeom>
                <a:avLst/>
                <a:gdLst>
                  <a:gd name="T0" fmla="*/ 29908 w 126"/>
                  <a:gd name="T1" fmla="*/ 0 h 109"/>
                  <a:gd name="T2" fmla="*/ 5887 w 126"/>
                  <a:gd name="T3" fmla="*/ 49 h 109"/>
                  <a:gd name="T4" fmla="*/ 0 w 126"/>
                  <a:gd name="T5" fmla="*/ 180 h 109"/>
                  <a:gd name="T6" fmla="*/ 18609 w 126"/>
                  <a:gd name="T7" fmla="*/ 269 h 109"/>
                  <a:gd name="T8" fmla="*/ 65273 w 126"/>
                  <a:gd name="T9" fmla="*/ 269 h 109"/>
                  <a:gd name="T10" fmla="*/ 83938 w 126"/>
                  <a:gd name="T11" fmla="*/ 163 h 109"/>
                  <a:gd name="T12" fmla="*/ 67959 w 126"/>
                  <a:gd name="T13" fmla="*/ 35 h 109"/>
                  <a:gd name="T14" fmla="*/ 29908 w 126"/>
                  <a:gd name="T15" fmla="*/ 0 h 109"/>
                  <a:gd name="T16" fmla="*/ 0 60000 65536"/>
                  <a:gd name="T17" fmla="*/ 0 60000 65536"/>
                  <a:gd name="T18" fmla="*/ 0 60000 65536"/>
                  <a:gd name="T19" fmla="*/ 0 60000 65536"/>
                  <a:gd name="T20" fmla="*/ 0 60000 65536"/>
                  <a:gd name="T21" fmla="*/ 0 60000 65536"/>
                  <a:gd name="T22" fmla="*/ 0 60000 65536"/>
                  <a:gd name="T23" fmla="*/ 0 60000 65536"/>
                  <a:gd name="T24" fmla="*/ 0 w 126"/>
                  <a:gd name="T25" fmla="*/ 0 h 109"/>
                  <a:gd name="T26" fmla="*/ 126 w 126"/>
                  <a:gd name="T27" fmla="*/ 109 h 10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26" h="109">
                    <a:moveTo>
                      <a:pt x="45" y="0"/>
                    </a:moveTo>
                    <a:lnTo>
                      <a:pt x="9" y="20"/>
                    </a:lnTo>
                    <a:lnTo>
                      <a:pt x="0" y="73"/>
                    </a:lnTo>
                    <a:lnTo>
                      <a:pt x="28" y="109"/>
                    </a:lnTo>
                    <a:lnTo>
                      <a:pt x="98" y="109"/>
                    </a:lnTo>
                    <a:lnTo>
                      <a:pt x="126" y="66"/>
                    </a:lnTo>
                    <a:lnTo>
                      <a:pt x="102" y="14"/>
                    </a:lnTo>
                    <a:lnTo>
                      <a:pt x="45" y="0"/>
                    </a:lnTo>
                    <a:close/>
                  </a:path>
                </a:pathLst>
              </a:custGeom>
              <a:solidFill>
                <a:srgbClr val="FF3300"/>
              </a:solidFill>
              <a:ln w="9525">
                <a:solidFill>
                  <a:srgbClr val="00FFFF"/>
                </a:solidFill>
                <a:round/>
              </a:ln>
            </p:spPr>
            <p:txBody>
              <a:bodyPr/>
              <a:lstStyle/>
              <a:p>
                <a:endParaRPr lang="zh-CN" altLang="en-US"/>
              </a:p>
            </p:txBody>
          </p:sp>
        </p:grpSp>
      </p:grpSp>
      <p:grpSp>
        <p:nvGrpSpPr>
          <p:cNvPr id="22" name="Group 154"/>
          <p:cNvGrpSpPr/>
          <p:nvPr/>
        </p:nvGrpSpPr>
        <p:grpSpPr bwMode="auto">
          <a:xfrm>
            <a:off x="7253535" y="2570014"/>
            <a:ext cx="2667000" cy="1219200"/>
            <a:chOff x="3840" y="1536"/>
            <a:chExt cx="1680" cy="768"/>
          </a:xfrm>
        </p:grpSpPr>
        <p:sp>
          <p:nvSpPr>
            <p:cNvPr id="37922" name="AutoShape 94"/>
            <p:cNvSpPr>
              <a:spLocks noChangeArrowheads="1"/>
            </p:cNvSpPr>
            <p:nvPr/>
          </p:nvSpPr>
          <p:spPr bwMode="auto">
            <a:xfrm>
              <a:off x="3840" y="1536"/>
              <a:ext cx="1680" cy="768"/>
            </a:xfrm>
            <a:prstGeom prst="irregularSeal1">
              <a:avLst/>
            </a:prstGeom>
            <a:gradFill rotWithShape="0">
              <a:gsLst>
                <a:gs pos="0">
                  <a:srgbClr val="761800"/>
                </a:gs>
                <a:gs pos="50000">
                  <a:srgbClr val="FF3300"/>
                </a:gs>
                <a:gs pos="100000">
                  <a:srgbClr val="761800"/>
                </a:gs>
              </a:gsLst>
              <a:lin ang="18900000" scaled="1"/>
            </a:gradFill>
            <a:ln w="82550" cap="sq">
              <a:solidFill>
                <a:srgbClr val="FFFF00"/>
              </a:solidFill>
              <a:miter lim="800000"/>
            </a:ln>
            <a:effectLst>
              <a:outerShdw dist="113592" dir="1593903" algn="ctr" rotWithShape="0">
                <a:srgbClr val="B2B2B2"/>
              </a:outerShdw>
            </a:effectLst>
          </p:spPr>
          <p:txBody>
            <a:bodyPr wrap="none" anchor="ctr"/>
            <a:lstStyle/>
            <a:p>
              <a:endParaRPr lang="zh-CN" altLang="en-US"/>
            </a:p>
          </p:txBody>
        </p:sp>
        <p:sp>
          <p:nvSpPr>
            <p:cNvPr id="37923" name="Rectangle 95"/>
            <p:cNvSpPr>
              <a:spLocks noChangeArrowheads="1"/>
            </p:cNvSpPr>
            <p:nvPr/>
          </p:nvSpPr>
          <p:spPr bwMode="auto">
            <a:xfrm>
              <a:off x="4200" y="1728"/>
              <a:ext cx="802" cy="330"/>
            </a:xfrm>
            <a:prstGeom prst="rect">
              <a:avLst/>
            </a:prstGeom>
            <a:noFill/>
            <a:ln w="12700" cap="sq">
              <a:noFill/>
              <a:miter lim="800000"/>
            </a:ln>
            <a:effectLst>
              <a:outerShdw dist="17961" dir="2700000" algn="ctr" rotWithShape="0">
                <a:srgbClr val="000000"/>
              </a:outerShdw>
            </a:effectLst>
          </p:spPr>
          <p:txBody>
            <a:bodyPr wrap="none">
              <a:spAutoFit/>
            </a:bodyPr>
            <a:lstStyle/>
            <a:p>
              <a:r>
                <a:rPr lang="en-US" altLang="zh-CN" sz="2800">
                  <a:ea typeface="幼圆" pitchFamily="49" charset="-122"/>
                </a:rPr>
                <a:t>p=NULL</a:t>
              </a:r>
              <a:endParaRPr lang="zh-CN" altLang="en-US" sz="2800">
                <a:ea typeface="幼圆" pitchFamily="49" charset="-122"/>
              </a:endParaRPr>
            </a:p>
          </p:txBody>
        </p:sp>
      </p:grpSp>
      <p:grpSp>
        <p:nvGrpSpPr>
          <p:cNvPr id="23" name="Group 106"/>
          <p:cNvGrpSpPr/>
          <p:nvPr/>
        </p:nvGrpSpPr>
        <p:grpSpPr bwMode="auto">
          <a:xfrm>
            <a:off x="8337799" y="5110014"/>
            <a:ext cx="1658937" cy="571500"/>
            <a:chOff x="4427" y="1152"/>
            <a:chExt cx="1045" cy="360"/>
          </a:xfrm>
        </p:grpSpPr>
        <p:sp>
          <p:nvSpPr>
            <p:cNvPr id="37916" name="Rectangle 107"/>
            <p:cNvSpPr>
              <a:spLocks noChangeArrowheads="1"/>
            </p:cNvSpPr>
            <p:nvPr/>
          </p:nvSpPr>
          <p:spPr bwMode="auto">
            <a:xfrm>
              <a:off x="4427" y="1272"/>
              <a:ext cx="192" cy="240"/>
            </a:xfrm>
            <a:prstGeom prst="rect">
              <a:avLst/>
            </a:prstGeom>
            <a:solidFill>
              <a:srgbClr val="FFFFFF"/>
            </a:solidFill>
            <a:ln w="12700" cap="sq">
              <a:noFill/>
              <a:miter lim="800000"/>
            </a:ln>
          </p:spPr>
          <p:txBody>
            <a:bodyPr wrap="none" anchor="ctr"/>
            <a:lstStyle/>
            <a:p>
              <a:endParaRPr lang="zh-CN" altLang="en-US"/>
            </a:p>
          </p:txBody>
        </p:sp>
        <p:sp>
          <p:nvSpPr>
            <p:cNvPr id="37917" name="Rectangle 108"/>
            <p:cNvSpPr>
              <a:spLocks noChangeArrowheads="1"/>
            </p:cNvSpPr>
            <p:nvPr/>
          </p:nvSpPr>
          <p:spPr bwMode="auto">
            <a:xfrm>
              <a:off x="4910" y="1152"/>
              <a:ext cx="327" cy="330"/>
            </a:xfrm>
            <a:prstGeom prst="rect">
              <a:avLst/>
            </a:prstGeom>
            <a:noFill/>
            <a:ln w="12700" cap="sq">
              <a:noFill/>
              <a:miter lim="800000"/>
            </a:ln>
          </p:spPr>
          <p:txBody>
            <a:bodyPr wrap="none">
              <a:spAutoFit/>
            </a:bodyPr>
            <a:lstStyle/>
            <a:p>
              <a:r>
                <a:rPr lang="en-US" altLang="zh-CN" sz="2800">
                  <a:solidFill>
                    <a:srgbClr val="FF3300"/>
                  </a:solidFill>
                  <a:ea typeface="幼圆" pitchFamily="49" charset="-122"/>
                </a:rPr>
                <a:t>p=</a:t>
              </a:r>
              <a:endParaRPr lang="zh-CN" altLang="en-US" sz="2800">
                <a:solidFill>
                  <a:srgbClr val="FF3300"/>
                </a:solidFill>
                <a:ea typeface="幼圆" pitchFamily="49" charset="-122"/>
              </a:endParaRPr>
            </a:p>
          </p:txBody>
        </p:sp>
        <p:grpSp>
          <p:nvGrpSpPr>
            <p:cNvPr id="24" name="Group 109"/>
            <p:cNvGrpSpPr/>
            <p:nvPr/>
          </p:nvGrpSpPr>
          <p:grpSpPr bwMode="auto">
            <a:xfrm>
              <a:off x="5184" y="1200"/>
              <a:ext cx="288" cy="240"/>
              <a:chOff x="2995" y="2106"/>
              <a:chExt cx="989" cy="768"/>
            </a:xfrm>
          </p:grpSpPr>
          <p:sp>
            <p:nvSpPr>
              <p:cNvPr id="37919" name="Freeform 110"/>
              <p:cNvSpPr/>
              <p:nvPr/>
            </p:nvSpPr>
            <p:spPr bwMode="auto">
              <a:xfrm rot="421002">
                <a:off x="2995" y="2106"/>
                <a:ext cx="989" cy="768"/>
              </a:xfrm>
              <a:custGeom>
                <a:avLst/>
                <a:gdLst>
                  <a:gd name="T0" fmla="*/ 99452 w 439"/>
                  <a:gd name="T1" fmla="*/ 473 h 683"/>
                  <a:gd name="T2" fmla="*/ 128665 w 439"/>
                  <a:gd name="T3" fmla="*/ 352 h 683"/>
                  <a:gd name="T4" fmla="*/ 180539 w 439"/>
                  <a:gd name="T5" fmla="*/ 425 h 683"/>
                  <a:gd name="T6" fmla="*/ 175830 w 439"/>
                  <a:gd name="T7" fmla="*/ 621 h 683"/>
                  <a:gd name="T8" fmla="*/ 113343 w 439"/>
                  <a:gd name="T9" fmla="*/ 779 h 683"/>
                  <a:gd name="T10" fmla="*/ 101547 w 439"/>
                  <a:gd name="T11" fmla="*/ 1211 h 683"/>
                  <a:gd name="T12" fmla="*/ 113343 w 439"/>
                  <a:gd name="T13" fmla="*/ 1348 h 683"/>
                  <a:gd name="T14" fmla="*/ 92869 w 439"/>
                  <a:gd name="T15" fmla="*/ 1496 h 683"/>
                  <a:gd name="T16" fmla="*/ 97553 w 439"/>
                  <a:gd name="T17" fmla="*/ 1646 h 683"/>
                  <a:gd name="T18" fmla="*/ 141312 w 439"/>
                  <a:gd name="T19" fmla="*/ 1747 h 683"/>
                  <a:gd name="T20" fmla="*/ 199120 w 439"/>
                  <a:gd name="T21" fmla="*/ 1678 h 683"/>
                  <a:gd name="T22" fmla="*/ 217666 w 439"/>
                  <a:gd name="T23" fmla="*/ 1496 h 683"/>
                  <a:gd name="T24" fmla="*/ 194400 w 439"/>
                  <a:gd name="T25" fmla="*/ 1321 h 683"/>
                  <a:gd name="T26" fmla="*/ 219772 w 439"/>
                  <a:gd name="T27" fmla="*/ 1229 h 683"/>
                  <a:gd name="T28" fmla="*/ 219772 w 439"/>
                  <a:gd name="T29" fmla="*/ 987 h 683"/>
                  <a:gd name="T30" fmla="*/ 284451 w 439"/>
                  <a:gd name="T31" fmla="*/ 785 h 683"/>
                  <a:gd name="T32" fmla="*/ 291257 w 439"/>
                  <a:gd name="T33" fmla="*/ 478 h 683"/>
                  <a:gd name="T34" fmla="*/ 249422 w 439"/>
                  <a:gd name="T35" fmla="*/ 150 h 683"/>
                  <a:gd name="T36" fmla="*/ 166429 w 439"/>
                  <a:gd name="T37" fmla="*/ 0 h 683"/>
                  <a:gd name="T38" fmla="*/ 74288 w 439"/>
                  <a:gd name="T39" fmla="*/ 99 h 683"/>
                  <a:gd name="T40" fmla="*/ 20661 w 439"/>
                  <a:gd name="T41" fmla="*/ 293 h 683"/>
                  <a:gd name="T42" fmla="*/ 0 w 439"/>
                  <a:gd name="T43" fmla="*/ 598 h 683"/>
                  <a:gd name="T44" fmla="*/ 2609 w 439"/>
                  <a:gd name="T45" fmla="*/ 779 h 683"/>
                  <a:gd name="T46" fmla="*/ 97553 w 439"/>
                  <a:gd name="T47" fmla="*/ 756 h 683"/>
                  <a:gd name="T48" fmla="*/ 99452 w 439"/>
                  <a:gd name="T49" fmla="*/ 473 h 68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39"/>
                  <a:gd name="T76" fmla="*/ 0 h 683"/>
                  <a:gd name="T77" fmla="*/ 439 w 439"/>
                  <a:gd name="T78" fmla="*/ 683 h 68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39" h="683">
                    <a:moveTo>
                      <a:pt x="150" y="185"/>
                    </a:moveTo>
                    <a:lnTo>
                      <a:pt x="194" y="138"/>
                    </a:lnTo>
                    <a:lnTo>
                      <a:pt x="272" y="167"/>
                    </a:lnTo>
                    <a:lnTo>
                      <a:pt x="265" y="244"/>
                    </a:lnTo>
                    <a:lnTo>
                      <a:pt x="171" y="304"/>
                    </a:lnTo>
                    <a:lnTo>
                      <a:pt x="153" y="474"/>
                    </a:lnTo>
                    <a:lnTo>
                      <a:pt x="171" y="527"/>
                    </a:lnTo>
                    <a:lnTo>
                      <a:pt x="140" y="585"/>
                    </a:lnTo>
                    <a:lnTo>
                      <a:pt x="147" y="645"/>
                    </a:lnTo>
                    <a:lnTo>
                      <a:pt x="213" y="683"/>
                    </a:lnTo>
                    <a:lnTo>
                      <a:pt x="300" y="656"/>
                    </a:lnTo>
                    <a:lnTo>
                      <a:pt x="328" y="585"/>
                    </a:lnTo>
                    <a:lnTo>
                      <a:pt x="293" y="518"/>
                    </a:lnTo>
                    <a:lnTo>
                      <a:pt x="331" y="480"/>
                    </a:lnTo>
                    <a:lnTo>
                      <a:pt x="331" y="387"/>
                    </a:lnTo>
                    <a:lnTo>
                      <a:pt x="429" y="308"/>
                    </a:lnTo>
                    <a:lnTo>
                      <a:pt x="439" y="188"/>
                    </a:lnTo>
                    <a:lnTo>
                      <a:pt x="376" y="59"/>
                    </a:lnTo>
                    <a:lnTo>
                      <a:pt x="251" y="0"/>
                    </a:lnTo>
                    <a:lnTo>
                      <a:pt x="112" y="38"/>
                    </a:lnTo>
                    <a:lnTo>
                      <a:pt x="31" y="115"/>
                    </a:lnTo>
                    <a:lnTo>
                      <a:pt x="0" y="234"/>
                    </a:lnTo>
                    <a:lnTo>
                      <a:pt x="4" y="304"/>
                    </a:lnTo>
                    <a:lnTo>
                      <a:pt x="147" y="296"/>
                    </a:lnTo>
                    <a:lnTo>
                      <a:pt x="150" y="185"/>
                    </a:lnTo>
                    <a:close/>
                  </a:path>
                </a:pathLst>
              </a:custGeom>
              <a:solidFill>
                <a:srgbClr val="FFFF00"/>
              </a:solidFill>
              <a:ln w="9525">
                <a:solidFill>
                  <a:srgbClr val="00FFFF"/>
                </a:solidFill>
                <a:round/>
              </a:ln>
            </p:spPr>
            <p:txBody>
              <a:bodyPr/>
              <a:lstStyle/>
              <a:p>
                <a:endParaRPr lang="zh-CN" altLang="en-US"/>
              </a:p>
            </p:txBody>
          </p:sp>
          <p:sp>
            <p:nvSpPr>
              <p:cNvPr id="37920" name="Freeform 111"/>
              <p:cNvSpPr/>
              <p:nvPr/>
            </p:nvSpPr>
            <p:spPr bwMode="auto">
              <a:xfrm rot="421002">
                <a:off x="3043" y="2106"/>
                <a:ext cx="881" cy="535"/>
              </a:xfrm>
              <a:custGeom>
                <a:avLst/>
                <a:gdLst>
                  <a:gd name="T0" fmla="*/ 0 w 390"/>
                  <a:gd name="T1" fmla="*/ 602 h 477"/>
                  <a:gd name="T2" fmla="*/ 38640 w 390"/>
                  <a:gd name="T3" fmla="*/ 573 h 477"/>
                  <a:gd name="T4" fmla="*/ 60358 w 390"/>
                  <a:gd name="T5" fmla="*/ 602 h 477"/>
                  <a:gd name="T6" fmla="*/ 59113 w 390"/>
                  <a:gd name="T7" fmla="*/ 439 h 477"/>
                  <a:gd name="T8" fmla="*/ 75355 w 390"/>
                  <a:gd name="T9" fmla="*/ 251 h 477"/>
                  <a:gd name="T10" fmla="*/ 139530 w 390"/>
                  <a:gd name="T11" fmla="*/ 185 h 477"/>
                  <a:gd name="T12" fmla="*/ 170225 w 390"/>
                  <a:gd name="T13" fmla="*/ 262 h 477"/>
                  <a:gd name="T14" fmla="*/ 202644 w 390"/>
                  <a:gd name="T15" fmla="*/ 382 h 477"/>
                  <a:gd name="T16" fmla="*/ 193352 w 390"/>
                  <a:gd name="T17" fmla="*/ 593 h 477"/>
                  <a:gd name="T18" fmla="*/ 132360 w 390"/>
                  <a:gd name="T19" fmla="*/ 692 h 477"/>
                  <a:gd name="T20" fmla="*/ 115874 w 390"/>
                  <a:gd name="T21" fmla="*/ 840 h 477"/>
                  <a:gd name="T22" fmla="*/ 120645 w 390"/>
                  <a:gd name="T23" fmla="*/ 989 h 477"/>
                  <a:gd name="T24" fmla="*/ 112520 w 390"/>
                  <a:gd name="T25" fmla="*/ 1196 h 477"/>
                  <a:gd name="T26" fmla="*/ 173537 w 390"/>
                  <a:gd name="T27" fmla="*/ 1196 h 477"/>
                  <a:gd name="T28" fmla="*/ 181660 w 390"/>
                  <a:gd name="T29" fmla="*/ 1043 h 477"/>
                  <a:gd name="T30" fmla="*/ 177128 w 390"/>
                  <a:gd name="T31" fmla="*/ 863 h 477"/>
                  <a:gd name="T32" fmla="*/ 214365 w 390"/>
                  <a:gd name="T33" fmla="*/ 768 h 477"/>
                  <a:gd name="T34" fmla="*/ 242871 w 390"/>
                  <a:gd name="T35" fmla="*/ 718 h 477"/>
                  <a:gd name="T36" fmla="*/ 264415 w 390"/>
                  <a:gd name="T37" fmla="*/ 492 h 477"/>
                  <a:gd name="T38" fmla="*/ 244647 w 390"/>
                  <a:gd name="T39" fmla="*/ 246 h 477"/>
                  <a:gd name="T40" fmla="*/ 178895 w 390"/>
                  <a:gd name="T41" fmla="*/ 0 h 477"/>
                  <a:gd name="T42" fmla="*/ 99009 w 390"/>
                  <a:gd name="T43" fmla="*/ 19 h 477"/>
                  <a:gd name="T44" fmla="*/ 34526 w 390"/>
                  <a:gd name="T45" fmla="*/ 166 h 477"/>
                  <a:gd name="T46" fmla="*/ 6870 w 390"/>
                  <a:gd name="T47" fmla="*/ 350 h 477"/>
                  <a:gd name="T48" fmla="*/ 0 w 390"/>
                  <a:gd name="T49" fmla="*/ 602 h 47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90"/>
                  <a:gd name="T76" fmla="*/ 0 h 477"/>
                  <a:gd name="T77" fmla="*/ 390 w 390"/>
                  <a:gd name="T78" fmla="*/ 477 h 47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90" h="477">
                    <a:moveTo>
                      <a:pt x="0" y="241"/>
                    </a:moveTo>
                    <a:lnTo>
                      <a:pt x="57" y="230"/>
                    </a:lnTo>
                    <a:lnTo>
                      <a:pt x="89" y="241"/>
                    </a:lnTo>
                    <a:lnTo>
                      <a:pt x="87" y="175"/>
                    </a:lnTo>
                    <a:lnTo>
                      <a:pt x="111" y="101"/>
                    </a:lnTo>
                    <a:lnTo>
                      <a:pt x="206" y="74"/>
                    </a:lnTo>
                    <a:lnTo>
                      <a:pt x="251" y="105"/>
                    </a:lnTo>
                    <a:lnTo>
                      <a:pt x="299" y="153"/>
                    </a:lnTo>
                    <a:lnTo>
                      <a:pt x="285" y="237"/>
                    </a:lnTo>
                    <a:lnTo>
                      <a:pt x="195" y="276"/>
                    </a:lnTo>
                    <a:lnTo>
                      <a:pt x="171" y="335"/>
                    </a:lnTo>
                    <a:lnTo>
                      <a:pt x="178" y="395"/>
                    </a:lnTo>
                    <a:lnTo>
                      <a:pt x="166" y="477"/>
                    </a:lnTo>
                    <a:lnTo>
                      <a:pt x="256" y="477"/>
                    </a:lnTo>
                    <a:lnTo>
                      <a:pt x="268" y="416"/>
                    </a:lnTo>
                    <a:lnTo>
                      <a:pt x="261" y="345"/>
                    </a:lnTo>
                    <a:lnTo>
                      <a:pt x="316" y="307"/>
                    </a:lnTo>
                    <a:lnTo>
                      <a:pt x="358" y="287"/>
                    </a:lnTo>
                    <a:lnTo>
                      <a:pt x="390" y="196"/>
                    </a:lnTo>
                    <a:lnTo>
                      <a:pt x="361" y="98"/>
                    </a:lnTo>
                    <a:lnTo>
                      <a:pt x="264" y="0"/>
                    </a:lnTo>
                    <a:lnTo>
                      <a:pt x="146" y="8"/>
                    </a:lnTo>
                    <a:lnTo>
                      <a:pt x="51" y="67"/>
                    </a:lnTo>
                    <a:lnTo>
                      <a:pt x="10" y="140"/>
                    </a:lnTo>
                    <a:lnTo>
                      <a:pt x="0" y="241"/>
                    </a:lnTo>
                    <a:close/>
                  </a:path>
                </a:pathLst>
              </a:custGeom>
              <a:solidFill>
                <a:srgbClr val="FF3300"/>
              </a:solidFill>
              <a:ln w="9525">
                <a:solidFill>
                  <a:srgbClr val="FFCC00"/>
                </a:solidFill>
                <a:round/>
              </a:ln>
            </p:spPr>
            <p:txBody>
              <a:bodyPr/>
              <a:lstStyle/>
              <a:p>
                <a:endParaRPr lang="zh-CN" altLang="en-US"/>
              </a:p>
            </p:txBody>
          </p:sp>
          <p:sp>
            <p:nvSpPr>
              <p:cNvPr id="37921" name="Freeform 112"/>
              <p:cNvSpPr/>
              <p:nvPr/>
            </p:nvSpPr>
            <p:spPr bwMode="auto">
              <a:xfrm rot="421002">
                <a:off x="3335" y="2712"/>
                <a:ext cx="284" cy="122"/>
              </a:xfrm>
              <a:custGeom>
                <a:avLst/>
                <a:gdLst>
                  <a:gd name="T0" fmla="*/ 29908 w 126"/>
                  <a:gd name="T1" fmla="*/ 0 h 109"/>
                  <a:gd name="T2" fmla="*/ 5887 w 126"/>
                  <a:gd name="T3" fmla="*/ 49 h 109"/>
                  <a:gd name="T4" fmla="*/ 0 w 126"/>
                  <a:gd name="T5" fmla="*/ 180 h 109"/>
                  <a:gd name="T6" fmla="*/ 18609 w 126"/>
                  <a:gd name="T7" fmla="*/ 269 h 109"/>
                  <a:gd name="T8" fmla="*/ 65273 w 126"/>
                  <a:gd name="T9" fmla="*/ 269 h 109"/>
                  <a:gd name="T10" fmla="*/ 83938 w 126"/>
                  <a:gd name="T11" fmla="*/ 163 h 109"/>
                  <a:gd name="T12" fmla="*/ 67959 w 126"/>
                  <a:gd name="T13" fmla="*/ 35 h 109"/>
                  <a:gd name="T14" fmla="*/ 29908 w 126"/>
                  <a:gd name="T15" fmla="*/ 0 h 109"/>
                  <a:gd name="T16" fmla="*/ 0 60000 65536"/>
                  <a:gd name="T17" fmla="*/ 0 60000 65536"/>
                  <a:gd name="T18" fmla="*/ 0 60000 65536"/>
                  <a:gd name="T19" fmla="*/ 0 60000 65536"/>
                  <a:gd name="T20" fmla="*/ 0 60000 65536"/>
                  <a:gd name="T21" fmla="*/ 0 60000 65536"/>
                  <a:gd name="T22" fmla="*/ 0 60000 65536"/>
                  <a:gd name="T23" fmla="*/ 0 60000 65536"/>
                  <a:gd name="T24" fmla="*/ 0 w 126"/>
                  <a:gd name="T25" fmla="*/ 0 h 109"/>
                  <a:gd name="T26" fmla="*/ 126 w 126"/>
                  <a:gd name="T27" fmla="*/ 109 h 10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26" h="109">
                    <a:moveTo>
                      <a:pt x="45" y="0"/>
                    </a:moveTo>
                    <a:lnTo>
                      <a:pt x="9" y="20"/>
                    </a:lnTo>
                    <a:lnTo>
                      <a:pt x="0" y="73"/>
                    </a:lnTo>
                    <a:lnTo>
                      <a:pt x="28" y="109"/>
                    </a:lnTo>
                    <a:lnTo>
                      <a:pt x="98" y="109"/>
                    </a:lnTo>
                    <a:lnTo>
                      <a:pt x="126" y="66"/>
                    </a:lnTo>
                    <a:lnTo>
                      <a:pt x="102" y="14"/>
                    </a:lnTo>
                    <a:lnTo>
                      <a:pt x="45" y="0"/>
                    </a:lnTo>
                    <a:close/>
                  </a:path>
                </a:pathLst>
              </a:custGeom>
              <a:solidFill>
                <a:srgbClr val="FF3300"/>
              </a:solidFill>
              <a:ln w="9525">
                <a:solidFill>
                  <a:srgbClr val="00FFFF"/>
                </a:solidFill>
                <a:round/>
              </a:ln>
            </p:spPr>
            <p:txBody>
              <a:bodyPr/>
              <a:lstStyle/>
              <a:p>
                <a:endParaRPr lang="zh-CN" altLang="en-US"/>
              </a:p>
            </p:txBody>
          </p:sp>
        </p:grpSp>
      </p:grpSp>
      <p:sp>
        <p:nvSpPr>
          <p:cNvPr id="448583" name="Rectangle 71"/>
          <p:cNvSpPr>
            <a:spLocks noChangeArrowheads="1"/>
          </p:cNvSpPr>
          <p:nvPr/>
        </p:nvSpPr>
        <p:spPr bwMode="auto">
          <a:xfrm>
            <a:off x="2698743" y="5143352"/>
            <a:ext cx="348172" cy="523220"/>
          </a:xfrm>
          <a:prstGeom prst="rect">
            <a:avLst/>
          </a:prstGeom>
          <a:noFill/>
          <a:ln w="12700" cap="sq">
            <a:noFill/>
            <a:miter lim="800000"/>
          </a:ln>
        </p:spPr>
        <p:txBody>
          <a:bodyPr wrap="none">
            <a:spAutoFit/>
          </a:bodyPr>
          <a:lstStyle/>
          <a:p>
            <a:pPr algn="ctr"/>
            <a:r>
              <a:rPr lang="en-US" altLang="zh-CN" sz="2800">
                <a:solidFill>
                  <a:srgbClr val="FF3300"/>
                </a:solidFill>
                <a:ea typeface="幼圆" pitchFamily="49" charset="-122"/>
              </a:rPr>
              <a:t>p</a:t>
            </a:r>
            <a:endParaRPr lang="zh-CN" altLang="en-US" sz="2800">
              <a:solidFill>
                <a:srgbClr val="FF3300"/>
              </a:solidFill>
              <a:ea typeface="幼圆" pitchFamily="49" charset="-122"/>
            </a:endParaRPr>
          </a:p>
        </p:txBody>
      </p:sp>
      <p:grpSp>
        <p:nvGrpSpPr>
          <p:cNvPr id="25" name="Group 97"/>
          <p:cNvGrpSpPr/>
          <p:nvPr/>
        </p:nvGrpSpPr>
        <p:grpSpPr bwMode="auto">
          <a:xfrm>
            <a:off x="2681536" y="5129064"/>
            <a:ext cx="1565275" cy="571500"/>
            <a:chOff x="972" y="1140"/>
            <a:chExt cx="986" cy="360"/>
          </a:xfrm>
        </p:grpSpPr>
        <p:sp>
          <p:nvSpPr>
            <p:cNvPr id="37914" name="Rectangle 98"/>
            <p:cNvSpPr>
              <a:spLocks noChangeArrowheads="1"/>
            </p:cNvSpPr>
            <p:nvPr/>
          </p:nvSpPr>
          <p:spPr bwMode="auto">
            <a:xfrm>
              <a:off x="972" y="1260"/>
              <a:ext cx="192" cy="240"/>
            </a:xfrm>
            <a:prstGeom prst="rect">
              <a:avLst/>
            </a:prstGeom>
            <a:solidFill>
              <a:srgbClr val="FFFFFF"/>
            </a:solidFill>
            <a:ln w="12700" cap="sq">
              <a:noFill/>
              <a:miter lim="800000"/>
            </a:ln>
          </p:spPr>
          <p:txBody>
            <a:bodyPr wrap="none" anchor="ctr"/>
            <a:lstStyle/>
            <a:p>
              <a:endParaRPr lang="zh-CN" altLang="en-US"/>
            </a:p>
          </p:txBody>
        </p:sp>
        <p:sp>
          <p:nvSpPr>
            <p:cNvPr id="37915" name="Rectangle 99"/>
            <p:cNvSpPr>
              <a:spLocks noChangeArrowheads="1"/>
            </p:cNvSpPr>
            <p:nvPr/>
          </p:nvSpPr>
          <p:spPr bwMode="auto">
            <a:xfrm>
              <a:off x="1739" y="1140"/>
              <a:ext cx="219" cy="330"/>
            </a:xfrm>
            <a:prstGeom prst="rect">
              <a:avLst/>
            </a:prstGeom>
            <a:noFill/>
            <a:ln w="12700" cap="sq">
              <a:noFill/>
              <a:miter lim="800000"/>
            </a:ln>
          </p:spPr>
          <p:txBody>
            <a:bodyPr wrap="none">
              <a:spAutoFit/>
            </a:bodyPr>
            <a:lstStyle/>
            <a:p>
              <a:pPr algn="ctr"/>
              <a:r>
                <a:rPr lang="en-US" altLang="zh-CN" sz="2800">
                  <a:solidFill>
                    <a:srgbClr val="FF3300"/>
                  </a:solidFill>
                  <a:ea typeface="幼圆" pitchFamily="49" charset="-122"/>
                </a:rPr>
                <a:t>p</a:t>
              </a:r>
              <a:endParaRPr lang="zh-CN" altLang="en-US" sz="2800">
                <a:solidFill>
                  <a:srgbClr val="FF3300"/>
                </a:solidFill>
                <a:ea typeface="幼圆" pitchFamily="49" charset="-122"/>
              </a:endParaRPr>
            </a:p>
          </p:txBody>
        </p:sp>
      </p:grpSp>
      <p:grpSp>
        <p:nvGrpSpPr>
          <p:cNvPr id="26" name="Group 155"/>
          <p:cNvGrpSpPr/>
          <p:nvPr/>
        </p:nvGrpSpPr>
        <p:grpSpPr bwMode="auto">
          <a:xfrm>
            <a:off x="1690935" y="5586264"/>
            <a:ext cx="2667000" cy="1143000"/>
            <a:chOff x="336" y="3408"/>
            <a:chExt cx="1680" cy="720"/>
          </a:xfrm>
        </p:grpSpPr>
        <p:sp>
          <p:nvSpPr>
            <p:cNvPr id="37912" name="AutoShape 114"/>
            <p:cNvSpPr>
              <a:spLocks noChangeArrowheads="1"/>
            </p:cNvSpPr>
            <p:nvPr/>
          </p:nvSpPr>
          <p:spPr bwMode="auto">
            <a:xfrm>
              <a:off x="336" y="3408"/>
              <a:ext cx="1680" cy="720"/>
            </a:xfrm>
            <a:prstGeom prst="irregularSeal1">
              <a:avLst/>
            </a:prstGeom>
            <a:gradFill rotWithShape="0">
              <a:gsLst>
                <a:gs pos="0">
                  <a:srgbClr val="0000FF"/>
                </a:gs>
                <a:gs pos="50000">
                  <a:srgbClr val="000076"/>
                </a:gs>
                <a:gs pos="100000">
                  <a:srgbClr val="0000FF"/>
                </a:gs>
              </a:gsLst>
              <a:lin ang="5400000" scaled="1"/>
            </a:gradFill>
            <a:ln w="79375" cap="sq">
              <a:solidFill>
                <a:srgbClr val="CCFFFF"/>
              </a:solidFill>
              <a:miter lim="800000"/>
            </a:ln>
            <a:effectLst>
              <a:outerShdw dist="125080" dir="1437749" algn="ctr" rotWithShape="0">
                <a:srgbClr val="B2B2B2"/>
              </a:outerShdw>
            </a:effectLst>
          </p:spPr>
          <p:txBody>
            <a:bodyPr wrap="none" anchor="ctr"/>
            <a:lstStyle/>
            <a:p>
              <a:endParaRPr lang="zh-CN" altLang="en-US">
                <a:solidFill>
                  <a:schemeClr val="bg1"/>
                </a:solidFill>
              </a:endParaRPr>
            </a:p>
          </p:txBody>
        </p:sp>
        <p:sp>
          <p:nvSpPr>
            <p:cNvPr id="37913" name="Rectangle 115"/>
            <p:cNvSpPr>
              <a:spLocks noChangeArrowheads="1"/>
            </p:cNvSpPr>
            <p:nvPr/>
          </p:nvSpPr>
          <p:spPr bwMode="auto">
            <a:xfrm>
              <a:off x="845" y="3537"/>
              <a:ext cx="702" cy="378"/>
            </a:xfrm>
            <a:prstGeom prst="rect">
              <a:avLst/>
            </a:prstGeom>
            <a:noFill/>
            <a:ln w="12700" cap="sq">
              <a:noFill/>
              <a:miter lim="800000"/>
            </a:ln>
            <a:effectLst>
              <a:outerShdw dist="17961" dir="2700000" algn="ctr" rotWithShape="0">
                <a:srgbClr val="000000"/>
              </a:outerShdw>
            </a:effectLst>
          </p:spPr>
          <p:txBody>
            <a:bodyPr wrap="none">
              <a:spAutoFit/>
            </a:bodyPr>
            <a:lstStyle/>
            <a:p>
              <a:r>
                <a:rPr lang="en-US" altLang="zh-CN" sz="3300" dirty="0">
                  <a:solidFill>
                    <a:schemeClr val="bg1"/>
                  </a:solidFill>
                  <a:ea typeface="幼圆" pitchFamily="49" charset="-122"/>
                </a:rPr>
                <a:t>p=list</a:t>
              </a:r>
              <a:endParaRPr lang="zh-CN" altLang="en-US" sz="3300" dirty="0">
                <a:solidFill>
                  <a:schemeClr val="bg1"/>
                </a:solidFill>
                <a:ea typeface="幼圆" pitchFamily="49" charset="-122"/>
              </a:endParaRPr>
            </a:p>
          </p:txBody>
        </p:sp>
      </p:grpSp>
      <p:grpSp>
        <p:nvGrpSpPr>
          <p:cNvPr id="27" name="Group 131"/>
          <p:cNvGrpSpPr/>
          <p:nvPr/>
        </p:nvGrpSpPr>
        <p:grpSpPr bwMode="auto">
          <a:xfrm>
            <a:off x="1379785" y="2385864"/>
            <a:ext cx="654050" cy="1276350"/>
            <a:chOff x="140" y="1260"/>
            <a:chExt cx="412" cy="804"/>
          </a:xfrm>
        </p:grpSpPr>
        <p:sp>
          <p:nvSpPr>
            <p:cNvPr id="37910" name="Oval 129"/>
            <p:cNvSpPr>
              <a:spLocks noChangeArrowheads="1"/>
            </p:cNvSpPr>
            <p:nvPr/>
          </p:nvSpPr>
          <p:spPr bwMode="auto">
            <a:xfrm>
              <a:off x="168" y="1260"/>
              <a:ext cx="384" cy="804"/>
            </a:xfrm>
            <a:prstGeom prst="ellipse">
              <a:avLst/>
            </a:prstGeom>
            <a:solidFill>
              <a:srgbClr val="CCFFCC"/>
            </a:solidFill>
            <a:ln w="12700" cap="sq">
              <a:noFill/>
              <a:round/>
            </a:ln>
            <a:effectLst>
              <a:outerShdw dist="63500" dir="2212194" algn="ctr" rotWithShape="0">
                <a:schemeClr val="bg2"/>
              </a:outerShdw>
            </a:effectLst>
          </p:spPr>
          <p:txBody>
            <a:bodyPr wrap="none" anchor="ctr"/>
            <a:lstStyle/>
            <a:p>
              <a:endParaRPr lang="zh-CN" altLang="en-US"/>
            </a:p>
          </p:txBody>
        </p:sp>
        <p:sp>
          <p:nvSpPr>
            <p:cNvPr id="37911" name="Rectangle 130"/>
            <p:cNvSpPr>
              <a:spLocks noChangeArrowheads="1"/>
            </p:cNvSpPr>
            <p:nvPr/>
          </p:nvSpPr>
          <p:spPr bwMode="auto">
            <a:xfrm>
              <a:off x="140" y="1395"/>
              <a:ext cx="310" cy="395"/>
            </a:xfrm>
            <a:prstGeom prst="rect">
              <a:avLst/>
            </a:prstGeom>
            <a:noFill/>
            <a:ln w="12700" cap="sq">
              <a:noFill/>
              <a:miter lim="800000"/>
            </a:ln>
            <a:effectLst>
              <a:outerShdw dist="17961" dir="2700000" algn="ctr" rotWithShape="0">
                <a:srgbClr val="000000"/>
              </a:outerShdw>
            </a:effectLst>
          </p:spPr>
          <p:txBody>
            <a:bodyPr wrap="none">
              <a:spAutoFit/>
            </a:bodyPr>
            <a:lstStyle/>
            <a:p>
              <a:pPr>
                <a:lnSpc>
                  <a:spcPct val="70000"/>
                </a:lnSpc>
                <a:spcBef>
                  <a:spcPct val="0"/>
                </a:spcBef>
              </a:pPr>
              <a:r>
                <a:rPr lang="zh-CN" altLang="en-US" sz="2400" dirty="0">
                  <a:solidFill>
                    <a:srgbClr val="FF3300"/>
                  </a:solidFill>
                  <a:ea typeface="华文新魏" pitchFamily="2" charset="-122"/>
                </a:rPr>
                <a:t>例</a:t>
              </a:r>
              <a:endParaRPr lang="zh-CN" altLang="en-US" sz="2400" dirty="0">
                <a:solidFill>
                  <a:srgbClr val="FF3300"/>
                </a:solidFill>
                <a:ea typeface="华文新魏" pitchFamily="2" charset="-122"/>
              </a:endParaRPr>
            </a:p>
            <a:p>
              <a:pPr>
                <a:lnSpc>
                  <a:spcPct val="70000"/>
                </a:lnSpc>
                <a:spcBef>
                  <a:spcPct val="0"/>
                </a:spcBef>
              </a:pPr>
              <a:r>
                <a:rPr lang="zh-CN" altLang="en-US" sz="2400" dirty="0">
                  <a:solidFill>
                    <a:srgbClr val="FF3300"/>
                  </a:solidFill>
                  <a:ea typeface="华文新魏" pitchFamily="2" charset="-122"/>
                </a:rPr>
                <a:t>如</a:t>
              </a:r>
              <a:endParaRPr lang="zh-CN" altLang="en-US" sz="2400" dirty="0">
                <a:solidFill>
                  <a:srgbClr val="FF3300"/>
                </a:solidFill>
                <a:ea typeface="华文新魏" pitchFamily="2" charset="-122"/>
              </a:endParaRPr>
            </a:p>
          </p:txBody>
        </p:sp>
      </p:grpSp>
      <p:grpSp>
        <p:nvGrpSpPr>
          <p:cNvPr id="28" name="Group 146"/>
          <p:cNvGrpSpPr/>
          <p:nvPr/>
        </p:nvGrpSpPr>
        <p:grpSpPr bwMode="auto">
          <a:xfrm>
            <a:off x="2878385" y="2843065"/>
            <a:ext cx="4222750" cy="650875"/>
            <a:chOff x="1084" y="1680"/>
            <a:chExt cx="2660" cy="410"/>
          </a:xfrm>
        </p:grpSpPr>
        <p:sp>
          <p:nvSpPr>
            <p:cNvPr id="37907" name="Rectangle 65"/>
            <p:cNvSpPr>
              <a:spLocks noChangeArrowheads="1"/>
            </p:cNvSpPr>
            <p:nvPr/>
          </p:nvSpPr>
          <p:spPr bwMode="auto">
            <a:xfrm>
              <a:off x="2256" y="1706"/>
              <a:ext cx="1488" cy="384"/>
            </a:xfrm>
            <a:prstGeom prst="rect">
              <a:avLst/>
            </a:prstGeom>
            <a:noFill/>
            <a:ln w="47625" cap="sq">
              <a:solidFill>
                <a:srgbClr val="33CCCC"/>
              </a:solidFill>
              <a:miter lim="800000"/>
            </a:ln>
          </p:spPr>
          <p:txBody>
            <a:bodyPr wrap="none" anchor="ctr"/>
            <a:lstStyle/>
            <a:p>
              <a:endParaRPr lang="zh-CN" altLang="en-US"/>
            </a:p>
          </p:txBody>
        </p:sp>
        <p:sp>
          <p:nvSpPr>
            <p:cNvPr id="37908" name="Rectangle 66"/>
            <p:cNvSpPr>
              <a:spLocks noChangeArrowheads="1"/>
            </p:cNvSpPr>
            <p:nvPr/>
          </p:nvSpPr>
          <p:spPr bwMode="auto">
            <a:xfrm>
              <a:off x="2353" y="1680"/>
              <a:ext cx="1343" cy="356"/>
            </a:xfrm>
            <a:prstGeom prst="rect">
              <a:avLst/>
            </a:prstGeom>
            <a:noFill/>
            <a:ln w="12700" cap="sq">
              <a:noFill/>
              <a:miter lim="800000"/>
            </a:ln>
            <a:effectLst>
              <a:outerShdw dist="17961" dir="2700000" algn="ctr" rotWithShape="0">
                <a:srgbClr val="000000"/>
              </a:outerShdw>
            </a:effectLst>
          </p:spPr>
          <p:txBody>
            <a:bodyPr>
              <a:spAutoFit/>
            </a:bodyPr>
            <a:lstStyle/>
            <a:p>
              <a:r>
                <a:rPr lang="en-US" altLang="zh-CN" sz="3100">
                  <a:solidFill>
                    <a:srgbClr val="FF3300"/>
                  </a:solidFill>
                </a:rPr>
                <a:t>p=p</a:t>
              </a:r>
              <a:r>
                <a:rPr lang="en-US" altLang="zh-CN" sz="3100">
                  <a:solidFill>
                    <a:srgbClr val="FF3300"/>
                  </a:solidFill>
                  <a:latin typeface="宋体" pitchFamily="2" charset="-122"/>
                  <a:ea typeface="宋体" pitchFamily="2" charset="-122"/>
                </a:rPr>
                <a:t>-</a:t>
              </a:r>
              <a:r>
                <a:rPr lang="en-US" altLang="zh-CN" sz="3100">
                  <a:solidFill>
                    <a:srgbClr val="FF3300"/>
                  </a:solidFill>
                </a:rPr>
                <a:t>&gt;link;</a:t>
              </a:r>
              <a:endParaRPr lang="zh-CN" altLang="en-US" sz="3100">
                <a:solidFill>
                  <a:srgbClr val="FF3300"/>
                </a:solidFill>
              </a:endParaRPr>
            </a:p>
          </p:txBody>
        </p:sp>
        <p:sp>
          <p:nvSpPr>
            <p:cNvPr id="37909" name="Rectangle 142"/>
            <p:cNvSpPr>
              <a:spLocks noChangeArrowheads="1"/>
            </p:cNvSpPr>
            <p:nvPr/>
          </p:nvSpPr>
          <p:spPr bwMode="auto">
            <a:xfrm>
              <a:off x="1084" y="1718"/>
              <a:ext cx="1436" cy="288"/>
            </a:xfrm>
            <a:prstGeom prst="rect">
              <a:avLst/>
            </a:prstGeom>
            <a:noFill/>
            <a:ln w="12700" cap="sq">
              <a:noFill/>
              <a:miter lim="800000"/>
            </a:ln>
          </p:spPr>
          <p:txBody>
            <a:bodyPr>
              <a:spAutoFit/>
            </a:bodyPr>
            <a:lstStyle/>
            <a:p>
              <a:pPr>
                <a:spcBef>
                  <a:spcPct val="0"/>
                </a:spcBef>
              </a:pPr>
              <a:r>
                <a:rPr lang="zh-CN" altLang="en-US" sz="2400">
                  <a:solidFill>
                    <a:srgbClr val="00008C"/>
                  </a:solidFill>
                  <a:latin typeface="幼圆" pitchFamily="49" charset="-122"/>
                  <a:ea typeface="幼圆" pitchFamily="49" charset="-122"/>
                </a:rPr>
                <a:t>有用的语句：</a:t>
              </a:r>
              <a:endParaRPr lang="zh-CN" altLang="en-US" sz="2400">
                <a:solidFill>
                  <a:srgbClr val="00008C"/>
                </a:solidFill>
                <a:latin typeface="幼圆" pitchFamily="49" charset="-122"/>
                <a:ea typeface="幼圆" pitchFamily="49" charset="-122"/>
              </a:endParaRPr>
            </a:p>
          </p:txBody>
        </p:sp>
      </p:grpSp>
      <p:grpSp>
        <p:nvGrpSpPr>
          <p:cNvPr id="29" name="Group 150"/>
          <p:cNvGrpSpPr/>
          <p:nvPr/>
        </p:nvGrpSpPr>
        <p:grpSpPr bwMode="auto">
          <a:xfrm>
            <a:off x="3861049" y="5129064"/>
            <a:ext cx="1565275" cy="571500"/>
            <a:chOff x="972" y="1140"/>
            <a:chExt cx="986" cy="360"/>
          </a:xfrm>
        </p:grpSpPr>
        <p:sp>
          <p:nvSpPr>
            <p:cNvPr id="37905" name="Rectangle 151"/>
            <p:cNvSpPr>
              <a:spLocks noChangeArrowheads="1"/>
            </p:cNvSpPr>
            <p:nvPr/>
          </p:nvSpPr>
          <p:spPr bwMode="auto">
            <a:xfrm>
              <a:off x="972" y="1260"/>
              <a:ext cx="192" cy="240"/>
            </a:xfrm>
            <a:prstGeom prst="rect">
              <a:avLst/>
            </a:prstGeom>
            <a:solidFill>
              <a:srgbClr val="FFFFFF"/>
            </a:solidFill>
            <a:ln w="12700" cap="sq">
              <a:noFill/>
              <a:miter lim="800000"/>
            </a:ln>
          </p:spPr>
          <p:txBody>
            <a:bodyPr wrap="none" anchor="ctr"/>
            <a:lstStyle/>
            <a:p>
              <a:endParaRPr lang="zh-CN" altLang="en-US"/>
            </a:p>
          </p:txBody>
        </p:sp>
        <p:sp>
          <p:nvSpPr>
            <p:cNvPr id="37906" name="Rectangle 152"/>
            <p:cNvSpPr>
              <a:spLocks noChangeArrowheads="1"/>
            </p:cNvSpPr>
            <p:nvPr/>
          </p:nvSpPr>
          <p:spPr bwMode="auto">
            <a:xfrm>
              <a:off x="1739" y="1140"/>
              <a:ext cx="219" cy="330"/>
            </a:xfrm>
            <a:prstGeom prst="rect">
              <a:avLst/>
            </a:prstGeom>
            <a:noFill/>
            <a:ln w="12700" cap="sq">
              <a:noFill/>
              <a:miter lim="800000"/>
            </a:ln>
          </p:spPr>
          <p:txBody>
            <a:bodyPr wrap="none">
              <a:spAutoFit/>
            </a:bodyPr>
            <a:lstStyle/>
            <a:p>
              <a:pPr algn="ctr"/>
              <a:r>
                <a:rPr lang="en-US" altLang="zh-CN" sz="2800">
                  <a:solidFill>
                    <a:srgbClr val="FF3300"/>
                  </a:solidFill>
                  <a:ea typeface="幼圆" pitchFamily="49" charset="-122"/>
                </a:rPr>
                <a:t>p</a:t>
              </a:r>
              <a:endParaRPr lang="zh-CN" altLang="en-US" sz="2800">
                <a:solidFill>
                  <a:srgbClr val="FF3300"/>
                </a:solidFill>
                <a:ea typeface="幼圆" pitchFamily="49"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5"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 calcmode="lin" valueType="num">
                                      <p:cBhvr>
                                        <p:cTn id="12" dur="1000" fill="hold"/>
                                        <p:tgtEl>
                                          <p:spTgt spid="28"/>
                                        </p:tgtEl>
                                        <p:attrNameLst>
                                          <p:attrName>ppt_w</p:attrName>
                                        </p:attrNameLst>
                                      </p:cBhvr>
                                      <p:tavLst>
                                        <p:tav tm="0">
                                          <p:val>
                                            <p:fltVal val="0"/>
                                          </p:val>
                                        </p:tav>
                                        <p:tav tm="100000">
                                          <p:val>
                                            <p:strVal val="#ppt_w"/>
                                          </p:val>
                                        </p:tav>
                                      </p:tavLst>
                                    </p:anim>
                                    <p:anim calcmode="lin" valueType="num">
                                      <p:cBhvr>
                                        <p:cTn id="13" dur="1000" fill="hold"/>
                                        <p:tgtEl>
                                          <p:spTgt spid="28"/>
                                        </p:tgtEl>
                                        <p:attrNameLst>
                                          <p:attrName>ppt_h</p:attrName>
                                        </p:attrNameLst>
                                      </p:cBhvr>
                                      <p:tavLst>
                                        <p:tav tm="0">
                                          <p:val>
                                            <p:fltVal val="0"/>
                                          </p:val>
                                        </p:tav>
                                        <p:tav tm="100000">
                                          <p:val>
                                            <p:strVal val="#ppt_h"/>
                                          </p:val>
                                        </p:tav>
                                      </p:tavLst>
                                    </p:anim>
                                    <p:anim calcmode="lin" valueType="num">
                                      <p:cBhvr>
                                        <p:cTn id="14" dur="1000" fill="hold"/>
                                        <p:tgtEl>
                                          <p:spTgt spid="28"/>
                                        </p:tgtEl>
                                        <p:attrNameLst>
                                          <p:attrName>ppt_x</p:attrName>
                                        </p:attrNameLst>
                                      </p:cBhvr>
                                      <p:tavLst>
                                        <p:tav tm="0" fmla="#ppt_x+(cos(-2*pi*(1-$))*-#ppt_x-sin(-2*pi*(1-$))*(1-#ppt_y))*(1-$)">
                                          <p:val>
                                            <p:fltVal val="0"/>
                                          </p:val>
                                        </p:tav>
                                        <p:tav tm="100000">
                                          <p:val>
                                            <p:fltVal val="1"/>
                                          </p:val>
                                        </p:tav>
                                      </p:tavLst>
                                    </p:anim>
                                    <p:anim calcmode="lin" valueType="num">
                                      <p:cBhvr>
                                        <p:cTn id="15" dur="1000" fill="hold"/>
                                        <p:tgtEl>
                                          <p:spTgt spid="28"/>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6" fill="hold">
                      <p:stCondLst>
                        <p:cond delay="indefinite"/>
                      </p:stCondLst>
                      <p:childTnLst>
                        <p:par>
                          <p:cTn id="17" fill="hold">
                            <p:stCondLst>
                              <p:cond delay="0"/>
                            </p:stCondLst>
                            <p:childTnLst>
                              <p:par>
                                <p:cTn id="18" presetID="15" presetClass="entr" presetSubtype="0" fill="hold" grpId="0" nodeType="clickEffect">
                                  <p:stCondLst>
                                    <p:cond delay="0"/>
                                  </p:stCondLst>
                                  <p:childTnLst>
                                    <p:set>
                                      <p:cBhvr>
                                        <p:cTn id="19" dur="1" fill="hold">
                                          <p:stCondLst>
                                            <p:cond delay="0"/>
                                          </p:stCondLst>
                                        </p:cTn>
                                        <p:tgtEl>
                                          <p:spTgt spid="448574"/>
                                        </p:tgtEl>
                                        <p:attrNameLst>
                                          <p:attrName>style.visibility</p:attrName>
                                        </p:attrNameLst>
                                      </p:cBhvr>
                                      <p:to>
                                        <p:strVal val="visible"/>
                                      </p:to>
                                    </p:set>
                                    <p:anim calcmode="lin" valueType="num">
                                      <p:cBhvr>
                                        <p:cTn id="20" dur="1000" fill="hold"/>
                                        <p:tgtEl>
                                          <p:spTgt spid="448574"/>
                                        </p:tgtEl>
                                        <p:attrNameLst>
                                          <p:attrName>ppt_w</p:attrName>
                                        </p:attrNameLst>
                                      </p:cBhvr>
                                      <p:tavLst>
                                        <p:tav tm="0">
                                          <p:val>
                                            <p:fltVal val="0"/>
                                          </p:val>
                                        </p:tav>
                                        <p:tav tm="100000">
                                          <p:val>
                                            <p:strVal val="#ppt_w"/>
                                          </p:val>
                                        </p:tav>
                                      </p:tavLst>
                                    </p:anim>
                                    <p:anim calcmode="lin" valueType="num">
                                      <p:cBhvr>
                                        <p:cTn id="21" dur="1000" fill="hold"/>
                                        <p:tgtEl>
                                          <p:spTgt spid="448574"/>
                                        </p:tgtEl>
                                        <p:attrNameLst>
                                          <p:attrName>ppt_h</p:attrName>
                                        </p:attrNameLst>
                                      </p:cBhvr>
                                      <p:tavLst>
                                        <p:tav tm="0">
                                          <p:val>
                                            <p:fltVal val="0"/>
                                          </p:val>
                                        </p:tav>
                                        <p:tav tm="100000">
                                          <p:val>
                                            <p:strVal val="#ppt_h"/>
                                          </p:val>
                                        </p:tav>
                                      </p:tavLst>
                                    </p:anim>
                                    <p:anim calcmode="lin" valueType="num">
                                      <p:cBhvr>
                                        <p:cTn id="22" dur="1000" fill="hold"/>
                                        <p:tgtEl>
                                          <p:spTgt spid="448574"/>
                                        </p:tgtEl>
                                        <p:attrNameLst>
                                          <p:attrName>ppt_x</p:attrName>
                                        </p:attrNameLst>
                                      </p:cBhvr>
                                      <p:tavLst>
                                        <p:tav tm="0" fmla="#ppt_x+(cos(-2*pi*(1-$))*-#ppt_x-sin(-2*pi*(1-$))*(1-#ppt_y))*(1-$)">
                                          <p:val>
                                            <p:fltVal val="0"/>
                                          </p:val>
                                        </p:tav>
                                        <p:tav tm="100000">
                                          <p:val>
                                            <p:fltVal val="1"/>
                                          </p:val>
                                        </p:tav>
                                      </p:tavLst>
                                    </p:anim>
                                    <p:anim calcmode="lin" valueType="num">
                                      <p:cBhvr>
                                        <p:cTn id="23" dur="1000" fill="hold"/>
                                        <p:tgtEl>
                                          <p:spTgt spid="44857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wipe(left)">
                                      <p:cBhvr>
                                        <p:cTn id="33" dur="500"/>
                                        <p:tgtEl>
                                          <p:spTgt spid="18"/>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wipe(left)">
                                      <p:cBhvr>
                                        <p:cTn id="38" dur="500"/>
                                        <p:tgtEl>
                                          <p:spTgt spid="19"/>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wipe(left)">
                                      <p:cBhvr>
                                        <p:cTn id="43" dur="500"/>
                                        <p:tgtEl>
                                          <p:spTgt spid="20"/>
                                        </p:tgtEl>
                                      </p:cBhvr>
                                    </p:animEffect>
                                  </p:childTnLst>
                                </p:cTn>
                              </p:par>
                            </p:childTnLst>
                          </p:cTn>
                        </p:par>
                      </p:childTnLst>
                    </p:cTn>
                  </p:par>
                  <p:par>
                    <p:cTn id="44" fill="hold">
                      <p:stCondLst>
                        <p:cond delay="indefinite"/>
                      </p:stCondLst>
                      <p:childTnLst>
                        <p:par>
                          <p:cTn id="45" fill="hold">
                            <p:stCondLst>
                              <p:cond delay="0"/>
                            </p:stCondLst>
                            <p:childTnLst>
                              <p:par>
                                <p:cTn id="46" presetID="23" presetClass="entr" presetSubtype="528" fill="hold" nodeType="clickEffect">
                                  <p:stCondLst>
                                    <p:cond delay="0"/>
                                  </p:stCondLst>
                                  <p:childTnLst>
                                    <p:set>
                                      <p:cBhvr>
                                        <p:cTn id="47" dur="1" fill="hold">
                                          <p:stCondLst>
                                            <p:cond delay="0"/>
                                          </p:stCondLst>
                                        </p:cTn>
                                        <p:tgtEl>
                                          <p:spTgt spid="22"/>
                                        </p:tgtEl>
                                        <p:attrNameLst>
                                          <p:attrName>style.visibility</p:attrName>
                                        </p:attrNameLst>
                                      </p:cBhvr>
                                      <p:to>
                                        <p:strVal val="visible"/>
                                      </p:to>
                                    </p:set>
                                    <p:anim calcmode="lin" valueType="num">
                                      <p:cBhvr>
                                        <p:cTn id="48" dur="500" fill="hold"/>
                                        <p:tgtEl>
                                          <p:spTgt spid="22"/>
                                        </p:tgtEl>
                                        <p:attrNameLst>
                                          <p:attrName>ppt_w</p:attrName>
                                        </p:attrNameLst>
                                      </p:cBhvr>
                                      <p:tavLst>
                                        <p:tav tm="0">
                                          <p:val>
                                            <p:fltVal val="0"/>
                                          </p:val>
                                        </p:tav>
                                        <p:tav tm="100000">
                                          <p:val>
                                            <p:strVal val="#ppt_w"/>
                                          </p:val>
                                        </p:tav>
                                      </p:tavLst>
                                    </p:anim>
                                    <p:anim calcmode="lin" valueType="num">
                                      <p:cBhvr>
                                        <p:cTn id="49" dur="500" fill="hold"/>
                                        <p:tgtEl>
                                          <p:spTgt spid="22"/>
                                        </p:tgtEl>
                                        <p:attrNameLst>
                                          <p:attrName>ppt_h</p:attrName>
                                        </p:attrNameLst>
                                      </p:cBhvr>
                                      <p:tavLst>
                                        <p:tav tm="0">
                                          <p:val>
                                            <p:fltVal val="0"/>
                                          </p:val>
                                        </p:tav>
                                        <p:tav tm="100000">
                                          <p:val>
                                            <p:strVal val="#ppt_h"/>
                                          </p:val>
                                        </p:tav>
                                      </p:tavLst>
                                    </p:anim>
                                    <p:anim calcmode="lin" valueType="num">
                                      <p:cBhvr>
                                        <p:cTn id="50" dur="500" fill="hold"/>
                                        <p:tgtEl>
                                          <p:spTgt spid="22"/>
                                        </p:tgtEl>
                                        <p:attrNameLst>
                                          <p:attrName>ppt_x</p:attrName>
                                        </p:attrNameLst>
                                      </p:cBhvr>
                                      <p:tavLst>
                                        <p:tav tm="0">
                                          <p:val>
                                            <p:fltVal val="0.5"/>
                                          </p:val>
                                        </p:tav>
                                        <p:tav tm="100000">
                                          <p:val>
                                            <p:strVal val="#ppt_x"/>
                                          </p:val>
                                        </p:tav>
                                      </p:tavLst>
                                    </p:anim>
                                    <p:anim calcmode="lin" valueType="num">
                                      <p:cBhvr>
                                        <p:cTn id="51" dur="500" fill="hold"/>
                                        <p:tgtEl>
                                          <p:spTgt spid="22"/>
                                        </p:tgtEl>
                                        <p:attrNameLst>
                                          <p:attrName>ppt_y</p:attrName>
                                        </p:attrNameLst>
                                      </p:cBhvr>
                                      <p:tavLst>
                                        <p:tav tm="0">
                                          <p:val>
                                            <p:fltVal val="0.5"/>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9" presetClass="entr" presetSubtype="0" fill="hold" nodeType="clickEffect">
                                  <p:stCondLst>
                                    <p:cond delay="0"/>
                                  </p:stCondLst>
                                  <p:childTnLst>
                                    <p:set>
                                      <p:cBhvr>
                                        <p:cTn id="55" dur="1" fill="hold">
                                          <p:stCondLst>
                                            <p:cond delay="0"/>
                                          </p:stCondLst>
                                        </p:cTn>
                                        <p:tgtEl>
                                          <p:spTgt spid="9"/>
                                        </p:tgtEl>
                                        <p:attrNameLst>
                                          <p:attrName>style.visibility</p:attrName>
                                        </p:attrNameLst>
                                      </p:cBhvr>
                                      <p:to>
                                        <p:strVal val="visible"/>
                                      </p:to>
                                    </p:set>
                                    <p:animEffect transition="in" filter="dissolve">
                                      <p:cBhvr>
                                        <p:cTn id="56" dur="500"/>
                                        <p:tgtEl>
                                          <p:spTgt spid="9"/>
                                        </p:tgtEl>
                                      </p:cBhvr>
                                    </p:animEffect>
                                  </p:childTnLst>
                                </p:cTn>
                              </p:par>
                            </p:childTnLst>
                          </p:cTn>
                        </p:par>
                      </p:childTnLst>
                    </p:cTn>
                  </p:par>
                  <p:par>
                    <p:cTn id="57" fill="hold">
                      <p:stCondLst>
                        <p:cond delay="indefinite"/>
                      </p:stCondLst>
                      <p:childTnLst>
                        <p:par>
                          <p:cTn id="58" fill="hold">
                            <p:stCondLst>
                              <p:cond delay="0"/>
                            </p:stCondLst>
                            <p:childTnLst>
                              <p:par>
                                <p:cTn id="59" presetID="12" presetClass="entr" presetSubtype="8" fill="hold" grpId="0" nodeType="clickEffect">
                                  <p:stCondLst>
                                    <p:cond delay="0"/>
                                  </p:stCondLst>
                                  <p:childTnLst>
                                    <p:set>
                                      <p:cBhvr>
                                        <p:cTn id="60" dur="1" fill="hold">
                                          <p:stCondLst>
                                            <p:cond delay="0"/>
                                          </p:stCondLst>
                                        </p:cTn>
                                        <p:tgtEl>
                                          <p:spTgt spid="448583"/>
                                        </p:tgtEl>
                                        <p:attrNameLst>
                                          <p:attrName>style.visibility</p:attrName>
                                        </p:attrNameLst>
                                      </p:cBhvr>
                                      <p:to>
                                        <p:strVal val="visible"/>
                                      </p:to>
                                    </p:set>
                                    <p:animEffect transition="in" filter="slide(fromLeft)">
                                      <p:cBhvr>
                                        <p:cTn id="61" dur="500"/>
                                        <p:tgtEl>
                                          <p:spTgt spid="448583"/>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wipe(left)">
                                      <p:cBhvr>
                                        <p:cTn id="66" dur="500"/>
                                        <p:tgtEl>
                                          <p:spTgt spid="25"/>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29"/>
                                        </p:tgtEl>
                                        <p:attrNameLst>
                                          <p:attrName>style.visibility</p:attrName>
                                        </p:attrNameLst>
                                      </p:cBhvr>
                                      <p:to>
                                        <p:strVal val="visible"/>
                                      </p:to>
                                    </p:set>
                                    <p:animEffect transition="in" filter="wipe(left)">
                                      <p:cBhvr>
                                        <p:cTn id="71" dur="500"/>
                                        <p:tgtEl>
                                          <p:spTgt spid="29"/>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23"/>
                                        </p:tgtEl>
                                        <p:attrNameLst>
                                          <p:attrName>style.visibility</p:attrName>
                                        </p:attrNameLst>
                                      </p:cBhvr>
                                      <p:to>
                                        <p:strVal val="visible"/>
                                      </p:to>
                                    </p:set>
                                    <p:animEffect transition="in" filter="wipe(left)">
                                      <p:cBhvr>
                                        <p:cTn id="76" dur="500"/>
                                        <p:tgtEl>
                                          <p:spTgt spid="23"/>
                                        </p:tgtEl>
                                      </p:cBhvr>
                                    </p:animEffect>
                                  </p:childTnLst>
                                </p:cTn>
                              </p:par>
                            </p:childTnLst>
                          </p:cTn>
                        </p:par>
                      </p:childTnLst>
                    </p:cTn>
                  </p:par>
                  <p:par>
                    <p:cTn id="77" fill="hold">
                      <p:stCondLst>
                        <p:cond delay="indefinite"/>
                      </p:stCondLst>
                      <p:childTnLst>
                        <p:par>
                          <p:cTn id="78" fill="hold">
                            <p:stCondLst>
                              <p:cond delay="0"/>
                            </p:stCondLst>
                            <p:childTnLst>
                              <p:par>
                                <p:cTn id="79" presetID="23" presetClass="entr" presetSubtype="528" fill="hold" nodeType="clickEffect">
                                  <p:stCondLst>
                                    <p:cond delay="0"/>
                                  </p:stCondLst>
                                  <p:childTnLst>
                                    <p:set>
                                      <p:cBhvr>
                                        <p:cTn id="80" dur="1" fill="hold">
                                          <p:stCondLst>
                                            <p:cond delay="0"/>
                                          </p:stCondLst>
                                        </p:cTn>
                                        <p:tgtEl>
                                          <p:spTgt spid="26"/>
                                        </p:tgtEl>
                                        <p:attrNameLst>
                                          <p:attrName>style.visibility</p:attrName>
                                        </p:attrNameLst>
                                      </p:cBhvr>
                                      <p:to>
                                        <p:strVal val="visible"/>
                                      </p:to>
                                    </p:set>
                                    <p:anim calcmode="lin" valueType="num">
                                      <p:cBhvr>
                                        <p:cTn id="81" dur="500" fill="hold"/>
                                        <p:tgtEl>
                                          <p:spTgt spid="26"/>
                                        </p:tgtEl>
                                        <p:attrNameLst>
                                          <p:attrName>ppt_w</p:attrName>
                                        </p:attrNameLst>
                                      </p:cBhvr>
                                      <p:tavLst>
                                        <p:tav tm="0">
                                          <p:val>
                                            <p:fltVal val="0"/>
                                          </p:val>
                                        </p:tav>
                                        <p:tav tm="100000">
                                          <p:val>
                                            <p:strVal val="#ppt_w"/>
                                          </p:val>
                                        </p:tav>
                                      </p:tavLst>
                                    </p:anim>
                                    <p:anim calcmode="lin" valueType="num">
                                      <p:cBhvr>
                                        <p:cTn id="82" dur="500" fill="hold"/>
                                        <p:tgtEl>
                                          <p:spTgt spid="26"/>
                                        </p:tgtEl>
                                        <p:attrNameLst>
                                          <p:attrName>ppt_h</p:attrName>
                                        </p:attrNameLst>
                                      </p:cBhvr>
                                      <p:tavLst>
                                        <p:tav tm="0">
                                          <p:val>
                                            <p:fltVal val="0"/>
                                          </p:val>
                                        </p:tav>
                                        <p:tav tm="100000">
                                          <p:val>
                                            <p:strVal val="#ppt_h"/>
                                          </p:val>
                                        </p:tav>
                                      </p:tavLst>
                                    </p:anim>
                                    <p:anim calcmode="lin" valueType="num">
                                      <p:cBhvr>
                                        <p:cTn id="83" dur="500" fill="hold"/>
                                        <p:tgtEl>
                                          <p:spTgt spid="26"/>
                                        </p:tgtEl>
                                        <p:attrNameLst>
                                          <p:attrName>ppt_x</p:attrName>
                                        </p:attrNameLst>
                                      </p:cBhvr>
                                      <p:tavLst>
                                        <p:tav tm="0">
                                          <p:val>
                                            <p:fltVal val="0.5"/>
                                          </p:val>
                                        </p:tav>
                                        <p:tav tm="100000">
                                          <p:val>
                                            <p:strVal val="#ppt_x"/>
                                          </p:val>
                                        </p:tav>
                                      </p:tavLst>
                                    </p:anim>
                                    <p:anim calcmode="lin" valueType="num">
                                      <p:cBhvr>
                                        <p:cTn id="84" dur="500" fill="hold"/>
                                        <p:tgtEl>
                                          <p:spTgt spid="26"/>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8574" grpId="0" autoUpdateAnimBg="0"/>
      <p:bldP spid="448583" grpId="0" autoUpdateAnimBg="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bwMode="auto">
          <a:xfrm>
            <a:off x="1981200" y="838200"/>
            <a:ext cx="8324850" cy="2705100"/>
            <a:chOff x="288" y="528"/>
            <a:chExt cx="5244" cy="1704"/>
          </a:xfrm>
        </p:grpSpPr>
        <p:sp>
          <p:nvSpPr>
            <p:cNvPr id="38922" name="Rectangle 3"/>
            <p:cNvSpPr>
              <a:spLocks noChangeArrowheads="1"/>
            </p:cNvSpPr>
            <p:nvPr/>
          </p:nvSpPr>
          <p:spPr bwMode="auto">
            <a:xfrm>
              <a:off x="288" y="528"/>
              <a:ext cx="4704" cy="1680"/>
            </a:xfrm>
            <a:prstGeom prst="rect">
              <a:avLst/>
            </a:prstGeom>
            <a:solidFill>
              <a:srgbClr val="CCFFFF"/>
            </a:solidFill>
            <a:ln w="9525">
              <a:noFill/>
              <a:miter lim="800000"/>
            </a:ln>
            <a:effectLst>
              <a:outerShdw dist="224686" dir="2837437" algn="ctr" rotWithShape="0">
                <a:srgbClr val="777777"/>
              </a:outerShdw>
            </a:effectLst>
          </p:spPr>
          <p:txBody>
            <a:bodyPr wrap="none" anchor="ctr"/>
            <a:lstStyle/>
            <a:p>
              <a:endParaRPr lang="zh-CN" altLang="en-US"/>
            </a:p>
          </p:txBody>
        </p:sp>
        <p:sp>
          <p:nvSpPr>
            <p:cNvPr id="38923" name="Text Box 4"/>
            <p:cNvSpPr txBox="1">
              <a:spLocks noChangeArrowheads="1"/>
            </p:cNvSpPr>
            <p:nvPr/>
          </p:nvSpPr>
          <p:spPr bwMode="auto">
            <a:xfrm>
              <a:off x="348" y="558"/>
              <a:ext cx="4752" cy="1674"/>
            </a:xfrm>
            <a:prstGeom prst="rect">
              <a:avLst/>
            </a:prstGeom>
            <a:noFill/>
            <a:ln w="9525">
              <a:noFill/>
              <a:miter lim="800000"/>
            </a:ln>
          </p:spPr>
          <p:txBody>
            <a:bodyPr>
              <a:spAutoFit/>
            </a:bodyPr>
            <a:lstStyle/>
            <a:p>
              <a:pPr marL="381000" lvl="2" fontAlgn="base">
                <a:lnSpc>
                  <a:spcPts val="2500"/>
                </a:lnSpc>
                <a:spcBef>
                  <a:spcPct val="0"/>
                </a:spcBef>
              </a:pPr>
              <a:r>
                <a:rPr lang="en-US" altLang="zh-CN" sz="2300" dirty="0">
                  <a:solidFill>
                    <a:srgbClr val="000099"/>
                  </a:solidFill>
                </a:rPr>
                <a:t>int  length( </a:t>
              </a:r>
              <a:r>
                <a:rPr lang="en-US" altLang="zh-CN" sz="2300" dirty="0" err="1">
                  <a:solidFill>
                    <a:srgbClr val="000099"/>
                  </a:solidFill>
                </a:rPr>
                <a:t>NodePtr</a:t>
              </a:r>
              <a:r>
                <a:rPr lang="en-US" altLang="zh-CN" sz="2300" dirty="0">
                  <a:solidFill>
                    <a:srgbClr val="000099"/>
                  </a:solidFill>
                </a:rPr>
                <a:t> list )</a:t>
              </a:r>
              <a:endParaRPr lang="en-US" altLang="zh-CN" sz="2300" dirty="0">
                <a:solidFill>
                  <a:srgbClr val="000099"/>
                </a:solidFill>
              </a:endParaRPr>
            </a:p>
            <a:p>
              <a:pPr marL="381000" lvl="2" fontAlgn="base">
                <a:lnSpc>
                  <a:spcPts val="2500"/>
                </a:lnSpc>
                <a:spcBef>
                  <a:spcPct val="0"/>
                </a:spcBef>
              </a:pPr>
              <a:r>
                <a:rPr lang="en-US" altLang="zh-CN" sz="2300" dirty="0">
                  <a:solidFill>
                    <a:srgbClr val="000099"/>
                  </a:solidFill>
                </a:rPr>
                <a:t>{</a:t>
              </a:r>
              <a:endParaRPr lang="en-US" altLang="zh-CN" sz="2300" dirty="0">
                <a:solidFill>
                  <a:srgbClr val="000099"/>
                </a:solidFill>
              </a:endParaRPr>
            </a:p>
            <a:p>
              <a:pPr marL="381000" lvl="2" fontAlgn="base">
                <a:lnSpc>
                  <a:spcPts val="2500"/>
                </a:lnSpc>
                <a:spcBef>
                  <a:spcPct val="0"/>
                </a:spcBef>
              </a:pPr>
              <a:r>
                <a:rPr lang="en-US" altLang="zh-CN" sz="2300" dirty="0">
                  <a:solidFill>
                    <a:srgbClr val="000099"/>
                  </a:solidFill>
                </a:rPr>
                <a:t>      </a:t>
              </a:r>
              <a:r>
                <a:rPr lang="en-US" altLang="zh-CN" sz="2300" dirty="0" err="1">
                  <a:solidFill>
                    <a:srgbClr val="000099"/>
                  </a:solidFill>
                </a:rPr>
                <a:t>Nodeptr</a:t>
              </a:r>
              <a:r>
                <a:rPr lang="en-US" altLang="zh-CN" sz="2300" dirty="0">
                  <a:solidFill>
                    <a:srgbClr val="000099"/>
                  </a:solidFill>
                </a:rPr>
                <a:t> p;</a:t>
              </a:r>
              <a:endParaRPr lang="en-US" altLang="zh-CN" sz="2300" dirty="0">
                <a:solidFill>
                  <a:srgbClr val="000099"/>
                </a:solidFill>
              </a:endParaRPr>
            </a:p>
            <a:p>
              <a:pPr marL="381000" lvl="2" fontAlgn="base">
                <a:lnSpc>
                  <a:spcPts val="2500"/>
                </a:lnSpc>
                <a:spcBef>
                  <a:spcPct val="0"/>
                </a:spcBef>
              </a:pPr>
              <a:r>
                <a:rPr lang="en-US" altLang="zh-CN" sz="2300" dirty="0">
                  <a:solidFill>
                    <a:srgbClr val="000099"/>
                  </a:solidFill>
                </a:rPr>
                <a:t>      </a:t>
              </a:r>
              <a:r>
                <a:rPr lang="en-US" altLang="zh-CN" sz="2300" dirty="0" err="1">
                  <a:solidFill>
                    <a:srgbClr val="000099"/>
                  </a:solidFill>
                </a:rPr>
                <a:t>int</a:t>
              </a:r>
              <a:r>
                <a:rPr lang="en-US" altLang="zh-CN" sz="2300" dirty="0">
                  <a:solidFill>
                    <a:srgbClr val="000099"/>
                  </a:solidFill>
                </a:rPr>
                <a:t> n;                        </a:t>
              </a:r>
              <a:r>
                <a:rPr lang="en-US" altLang="zh-CN" sz="2100" dirty="0">
                  <a:solidFill>
                    <a:srgbClr val="000099"/>
                  </a:solidFill>
                </a:rPr>
                <a:t>/* </a:t>
              </a:r>
              <a:r>
                <a:rPr lang="zh-CN" altLang="en-US" sz="2100" dirty="0">
                  <a:solidFill>
                    <a:srgbClr val="000099"/>
                  </a:solidFill>
                  <a:latin typeface="幼圆" pitchFamily="49" charset="-122"/>
                  <a:ea typeface="幼圆" pitchFamily="49" charset="-122"/>
                </a:rPr>
                <a:t>链表的长度</a:t>
              </a:r>
              <a:r>
                <a:rPr lang="zh-CN" altLang="zh-CN" sz="2100" dirty="0">
                  <a:solidFill>
                    <a:srgbClr val="000099"/>
                  </a:solidFill>
                  <a:latin typeface="幼圆" pitchFamily="49" charset="-122"/>
                  <a:ea typeface="幼圆" pitchFamily="49" charset="-122"/>
                </a:rPr>
                <a:t>置</a:t>
              </a:r>
              <a:r>
                <a:rPr lang="zh-CN" altLang="en-US" sz="2100" dirty="0">
                  <a:solidFill>
                    <a:srgbClr val="000099"/>
                  </a:solidFill>
                  <a:latin typeface="幼圆" pitchFamily="49" charset="-122"/>
                  <a:ea typeface="幼圆" pitchFamily="49" charset="-122"/>
                </a:rPr>
                <a:t>初值0</a:t>
              </a:r>
              <a:r>
                <a:rPr lang="zh-CN" altLang="en-US" sz="2100" dirty="0">
                  <a:solidFill>
                    <a:srgbClr val="000099"/>
                  </a:solidFill>
                  <a:latin typeface="宋体" pitchFamily="2" charset="-122"/>
                </a:rPr>
                <a:t> </a:t>
              </a:r>
              <a:r>
                <a:rPr lang="zh-CN" altLang="en-US" sz="2100" dirty="0">
                  <a:solidFill>
                    <a:srgbClr val="000099"/>
                  </a:solidFill>
                </a:rPr>
                <a:t>*/</a:t>
              </a:r>
              <a:r>
                <a:rPr lang="zh-CN" altLang="en-US" sz="2300" dirty="0">
                  <a:solidFill>
                    <a:srgbClr val="000099"/>
                  </a:solidFill>
                  <a:latin typeface="宋体" pitchFamily="2" charset="-122"/>
                </a:rPr>
                <a:t> </a:t>
              </a:r>
              <a:endParaRPr lang="zh-CN" altLang="en-US" sz="2300" dirty="0">
                <a:solidFill>
                  <a:srgbClr val="000099"/>
                </a:solidFill>
              </a:endParaRPr>
            </a:p>
            <a:p>
              <a:pPr marL="381000" lvl="2" algn="just" fontAlgn="base">
                <a:lnSpc>
                  <a:spcPts val="2500"/>
                </a:lnSpc>
                <a:spcBef>
                  <a:spcPct val="0"/>
                </a:spcBef>
              </a:pPr>
              <a:r>
                <a:rPr lang="zh-CN" altLang="zh-CN" sz="2300" dirty="0">
                  <a:solidFill>
                    <a:srgbClr val="000099"/>
                  </a:solidFill>
                  <a:latin typeface="宋体" pitchFamily="2" charset="-122"/>
                </a:rPr>
                <a:t>   </a:t>
              </a:r>
              <a:r>
                <a:rPr lang="en-US" altLang="zh-CN" sz="2300" dirty="0">
                  <a:solidFill>
                    <a:srgbClr val="000099"/>
                  </a:solidFill>
                </a:rPr>
                <a:t>for(p=</a:t>
              </a:r>
              <a:r>
                <a:rPr lang="en-US" altLang="zh-CN" sz="2300" dirty="0" err="1">
                  <a:solidFill>
                    <a:srgbClr val="000099"/>
                  </a:solidFill>
                </a:rPr>
                <a:t>list,n</a:t>
              </a:r>
              <a:r>
                <a:rPr lang="en-US" altLang="zh-CN" sz="2300" dirty="0">
                  <a:solidFill>
                    <a:srgbClr val="000099"/>
                  </a:solidFill>
                </a:rPr>
                <a:t>=0; </a:t>
              </a:r>
              <a:r>
                <a:rPr lang="en-US" altLang="zh-CN" sz="2300" dirty="0">
                  <a:solidFill>
                    <a:srgbClr val="FF3300"/>
                  </a:solidFill>
                </a:rPr>
                <a:t>p!=NULL; </a:t>
              </a:r>
              <a:r>
                <a:rPr lang="en-US" altLang="zh-CN" sz="2300" dirty="0">
                  <a:solidFill>
                    <a:srgbClr val="000099"/>
                  </a:solidFill>
                </a:rPr>
                <a:t>p=p</a:t>
              </a:r>
              <a:r>
                <a:rPr lang="en-US" altLang="zh-CN" sz="2300" dirty="0">
                  <a:solidFill>
                    <a:srgbClr val="000099"/>
                  </a:solidFill>
                  <a:latin typeface="宋体" pitchFamily="2" charset="-122"/>
                  <a:ea typeface="宋体" pitchFamily="2" charset="-122"/>
                </a:rPr>
                <a:t>-</a:t>
              </a:r>
              <a:r>
                <a:rPr lang="en-US" altLang="zh-CN" sz="2300" dirty="0">
                  <a:solidFill>
                    <a:srgbClr val="000099"/>
                  </a:solidFill>
                </a:rPr>
                <a:t>&gt;</a:t>
              </a:r>
              <a:r>
                <a:rPr lang="en-US" altLang="zh-CN" sz="2300" dirty="0" err="1">
                  <a:solidFill>
                    <a:srgbClr val="000099"/>
                  </a:solidFill>
                </a:rPr>
                <a:t>link,n</a:t>
              </a:r>
              <a:r>
                <a:rPr lang="en-US" altLang="zh-CN" sz="2300" dirty="0">
                  <a:solidFill>
                    <a:srgbClr val="000099"/>
                  </a:solidFill>
                </a:rPr>
                <a:t>++)</a:t>
              </a:r>
              <a:endParaRPr lang="en-US" altLang="zh-CN" sz="2300" dirty="0">
                <a:solidFill>
                  <a:srgbClr val="000099"/>
                </a:solidFill>
              </a:endParaRPr>
            </a:p>
            <a:p>
              <a:pPr marL="381000" lvl="2" algn="just" fontAlgn="base">
                <a:lnSpc>
                  <a:spcPts val="2500"/>
                </a:lnSpc>
                <a:spcBef>
                  <a:spcPct val="0"/>
                </a:spcBef>
              </a:pPr>
              <a:r>
                <a:rPr lang="en-US" altLang="zh-CN" sz="2300" dirty="0">
                  <a:solidFill>
                    <a:srgbClr val="000099"/>
                  </a:solidFill>
                </a:rPr>
                <a:t>            ;</a:t>
              </a:r>
              <a:endParaRPr lang="en-US" altLang="zh-CN" sz="2300" dirty="0">
                <a:solidFill>
                  <a:srgbClr val="000099"/>
                </a:solidFill>
              </a:endParaRPr>
            </a:p>
            <a:p>
              <a:pPr marL="381000" lvl="2" fontAlgn="base">
                <a:lnSpc>
                  <a:spcPts val="2500"/>
                </a:lnSpc>
                <a:spcBef>
                  <a:spcPct val="0"/>
                </a:spcBef>
              </a:pPr>
              <a:r>
                <a:rPr lang="en-US" altLang="zh-CN" sz="2300" dirty="0">
                  <a:solidFill>
                    <a:srgbClr val="000099"/>
                  </a:solidFill>
                </a:rPr>
                <a:t>      return n;                       </a:t>
              </a:r>
              <a:r>
                <a:rPr lang="en-US" altLang="zh-CN" sz="2100" dirty="0">
                  <a:solidFill>
                    <a:srgbClr val="000099"/>
                  </a:solidFill>
                </a:rPr>
                <a:t>/* </a:t>
              </a:r>
              <a:r>
                <a:rPr lang="zh-CN" altLang="en-US" sz="2100" dirty="0">
                  <a:solidFill>
                    <a:srgbClr val="000099"/>
                  </a:solidFill>
                  <a:latin typeface="宋体" pitchFamily="2" charset="-122"/>
                  <a:ea typeface="幼圆" pitchFamily="49" charset="-122"/>
                </a:rPr>
                <a:t>返回链表的长度</a:t>
              </a:r>
              <a:r>
                <a:rPr lang="en-US" altLang="en-US" sz="2100" dirty="0">
                  <a:solidFill>
                    <a:srgbClr val="000099"/>
                  </a:solidFill>
                  <a:latin typeface="宋体" pitchFamily="2" charset="-122"/>
                </a:rPr>
                <a:t>n </a:t>
              </a:r>
              <a:r>
                <a:rPr lang="en-US" altLang="zh-CN" sz="2100" dirty="0">
                  <a:solidFill>
                    <a:srgbClr val="000099"/>
                  </a:solidFill>
                </a:rPr>
                <a:t>*/</a:t>
              </a:r>
              <a:r>
                <a:rPr lang="en-US" altLang="zh-CN" sz="2300" dirty="0">
                  <a:solidFill>
                    <a:srgbClr val="000099"/>
                  </a:solidFill>
                </a:rPr>
                <a:t> </a:t>
              </a:r>
              <a:endParaRPr lang="en-US" altLang="zh-CN" sz="2300" dirty="0">
                <a:solidFill>
                  <a:srgbClr val="000099"/>
                </a:solidFill>
                <a:latin typeface="宋体" pitchFamily="2" charset="-122"/>
              </a:endParaRPr>
            </a:p>
            <a:p>
              <a:pPr algn="just" fontAlgn="base">
                <a:lnSpc>
                  <a:spcPts val="2500"/>
                </a:lnSpc>
                <a:spcBef>
                  <a:spcPct val="0"/>
                </a:spcBef>
              </a:pPr>
              <a:r>
                <a:rPr lang="zh-CN" altLang="en-US" sz="2300" dirty="0">
                  <a:solidFill>
                    <a:srgbClr val="000099"/>
                  </a:solidFill>
                  <a:latin typeface="宋体" pitchFamily="2" charset="-122"/>
                </a:rPr>
                <a:t>  </a:t>
              </a:r>
              <a:r>
                <a:rPr lang="en-US" altLang="zh-CN" sz="2300" dirty="0">
                  <a:solidFill>
                    <a:srgbClr val="000099"/>
                  </a:solidFill>
                </a:rPr>
                <a:t>}</a:t>
              </a:r>
              <a:endParaRPr lang="zh-CN" altLang="en-US" sz="2300" dirty="0">
                <a:solidFill>
                  <a:srgbClr val="000099"/>
                </a:solidFill>
              </a:endParaRPr>
            </a:p>
          </p:txBody>
        </p:sp>
        <p:sp>
          <p:nvSpPr>
            <p:cNvPr id="38924" name="Rectangle 5"/>
            <p:cNvSpPr>
              <a:spLocks noChangeArrowheads="1"/>
            </p:cNvSpPr>
            <p:nvPr/>
          </p:nvSpPr>
          <p:spPr bwMode="auto">
            <a:xfrm>
              <a:off x="5100" y="900"/>
              <a:ext cx="432" cy="1058"/>
            </a:xfrm>
            <a:prstGeom prst="rect">
              <a:avLst/>
            </a:prstGeom>
            <a:noFill/>
            <a:ln w="12700" cap="sq">
              <a:noFill/>
              <a:miter lim="800000"/>
            </a:ln>
            <a:effectLst>
              <a:outerShdw dist="17961" dir="2700000" algn="ctr" rotWithShape="0">
                <a:srgbClr val="000000"/>
              </a:outerShdw>
            </a:effectLst>
          </p:spPr>
          <p:txBody>
            <a:bodyPr>
              <a:spAutoFit/>
            </a:bodyPr>
            <a:lstStyle/>
            <a:p>
              <a:pPr>
                <a:lnSpc>
                  <a:spcPct val="80000"/>
                </a:lnSpc>
                <a:spcBef>
                  <a:spcPct val="0"/>
                </a:spcBef>
              </a:pPr>
              <a:r>
                <a:rPr lang="zh-CN" altLang="en-US" sz="2600">
                  <a:solidFill>
                    <a:srgbClr val="FF3300"/>
                  </a:solidFill>
                  <a:latin typeface="黑体" panose="02010609060101010101" pitchFamily="2" charset="-122"/>
                  <a:ea typeface="黑体" panose="02010609060101010101" pitchFamily="2" charset="-122"/>
                </a:rPr>
                <a:t>非</a:t>
              </a:r>
              <a:endParaRPr lang="zh-CN" altLang="en-US" sz="2600">
                <a:solidFill>
                  <a:srgbClr val="FF3300"/>
                </a:solidFill>
                <a:latin typeface="黑体" panose="02010609060101010101" pitchFamily="2" charset="-122"/>
                <a:ea typeface="黑体" panose="02010609060101010101" pitchFamily="2" charset="-122"/>
              </a:endParaRPr>
            </a:p>
            <a:p>
              <a:pPr>
                <a:lnSpc>
                  <a:spcPct val="80000"/>
                </a:lnSpc>
                <a:spcBef>
                  <a:spcPct val="0"/>
                </a:spcBef>
              </a:pPr>
              <a:r>
                <a:rPr lang="zh-CN" altLang="en-US" sz="2600">
                  <a:solidFill>
                    <a:srgbClr val="FF3300"/>
                  </a:solidFill>
                  <a:latin typeface="黑体" panose="02010609060101010101" pitchFamily="2" charset="-122"/>
                  <a:ea typeface="黑体" panose="02010609060101010101" pitchFamily="2" charset="-122"/>
                </a:rPr>
                <a:t>循</a:t>
              </a:r>
              <a:endParaRPr lang="zh-CN" altLang="en-US" sz="2600">
                <a:solidFill>
                  <a:srgbClr val="FF3300"/>
                </a:solidFill>
                <a:latin typeface="黑体" panose="02010609060101010101" pitchFamily="2" charset="-122"/>
                <a:ea typeface="黑体" panose="02010609060101010101" pitchFamily="2" charset="-122"/>
              </a:endParaRPr>
            </a:p>
            <a:p>
              <a:pPr>
                <a:lnSpc>
                  <a:spcPct val="80000"/>
                </a:lnSpc>
                <a:spcBef>
                  <a:spcPct val="0"/>
                </a:spcBef>
              </a:pPr>
              <a:r>
                <a:rPr lang="zh-CN" altLang="en-US" sz="2600">
                  <a:solidFill>
                    <a:srgbClr val="FF3300"/>
                  </a:solidFill>
                  <a:latin typeface="黑体" panose="02010609060101010101" pitchFamily="2" charset="-122"/>
                  <a:ea typeface="黑体" panose="02010609060101010101" pitchFamily="2" charset="-122"/>
                </a:rPr>
                <a:t>环</a:t>
              </a:r>
              <a:endParaRPr lang="zh-CN" altLang="en-US" sz="2600">
                <a:solidFill>
                  <a:srgbClr val="FF3300"/>
                </a:solidFill>
                <a:latin typeface="黑体" panose="02010609060101010101" pitchFamily="2" charset="-122"/>
                <a:ea typeface="黑体" panose="02010609060101010101" pitchFamily="2" charset="-122"/>
              </a:endParaRPr>
            </a:p>
            <a:p>
              <a:pPr>
                <a:lnSpc>
                  <a:spcPct val="80000"/>
                </a:lnSpc>
                <a:spcBef>
                  <a:spcPct val="0"/>
                </a:spcBef>
              </a:pPr>
              <a:r>
                <a:rPr lang="zh-CN" altLang="en-US" sz="2600">
                  <a:solidFill>
                    <a:srgbClr val="FF3300"/>
                  </a:solidFill>
                  <a:latin typeface="黑体" panose="02010609060101010101" pitchFamily="2" charset="-122"/>
                  <a:ea typeface="黑体" panose="02010609060101010101" pitchFamily="2" charset="-122"/>
                </a:rPr>
                <a:t>链</a:t>
              </a:r>
              <a:endParaRPr lang="zh-CN" altLang="en-US" sz="2600">
                <a:solidFill>
                  <a:srgbClr val="FF3300"/>
                </a:solidFill>
                <a:latin typeface="黑体" panose="02010609060101010101" pitchFamily="2" charset="-122"/>
                <a:ea typeface="黑体" panose="02010609060101010101" pitchFamily="2" charset="-122"/>
              </a:endParaRPr>
            </a:p>
            <a:p>
              <a:pPr>
                <a:lnSpc>
                  <a:spcPct val="80000"/>
                </a:lnSpc>
                <a:spcBef>
                  <a:spcPct val="0"/>
                </a:spcBef>
              </a:pPr>
              <a:r>
                <a:rPr lang="zh-CN" altLang="en-US" sz="2600">
                  <a:solidFill>
                    <a:srgbClr val="FF3300"/>
                  </a:solidFill>
                  <a:latin typeface="黑体" panose="02010609060101010101" pitchFamily="2" charset="-122"/>
                  <a:ea typeface="黑体" panose="02010609060101010101" pitchFamily="2" charset="-122"/>
                </a:rPr>
                <a:t>表</a:t>
              </a:r>
              <a:endParaRPr lang="zh-CN" altLang="en-US" sz="2600">
                <a:solidFill>
                  <a:srgbClr val="FF3300"/>
                </a:solidFill>
                <a:latin typeface="黑体" panose="02010609060101010101" pitchFamily="2" charset="-122"/>
                <a:ea typeface="黑体" panose="02010609060101010101" pitchFamily="2" charset="-122"/>
              </a:endParaRPr>
            </a:p>
          </p:txBody>
        </p:sp>
      </p:grpSp>
      <p:grpSp>
        <p:nvGrpSpPr>
          <p:cNvPr id="3" name="Group 25"/>
          <p:cNvGrpSpPr/>
          <p:nvPr/>
        </p:nvGrpSpPr>
        <p:grpSpPr bwMode="auto">
          <a:xfrm>
            <a:off x="1426265" y="3789040"/>
            <a:ext cx="8191500" cy="2805113"/>
            <a:chOff x="360" y="2352"/>
            <a:chExt cx="5160" cy="1767"/>
          </a:xfrm>
        </p:grpSpPr>
        <p:sp>
          <p:nvSpPr>
            <p:cNvPr id="38919" name="Rectangle 7"/>
            <p:cNvSpPr>
              <a:spLocks noChangeArrowheads="1"/>
            </p:cNvSpPr>
            <p:nvPr/>
          </p:nvSpPr>
          <p:spPr bwMode="auto">
            <a:xfrm>
              <a:off x="720" y="2352"/>
              <a:ext cx="4704" cy="1680"/>
            </a:xfrm>
            <a:prstGeom prst="rect">
              <a:avLst/>
            </a:prstGeom>
            <a:solidFill>
              <a:srgbClr val="CCFFCC"/>
            </a:solidFill>
            <a:ln w="9525">
              <a:noFill/>
              <a:miter lim="800000"/>
            </a:ln>
            <a:effectLst>
              <a:outerShdw dist="224686" dir="2837437" algn="ctr" rotWithShape="0">
                <a:srgbClr val="777777"/>
              </a:outerShdw>
            </a:effectLst>
          </p:spPr>
          <p:txBody>
            <a:bodyPr wrap="none" anchor="ctr"/>
            <a:lstStyle/>
            <a:p>
              <a:endParaRPr lang="zh-CN" altLang="en-US"/>
            </a:p>
          </p:txBody>
        </p:sp>
        <p:sp>
          <p:nvSpPr>
            <p:cNvPr id="38920" name="Text Box 8"/>
            <p:cNvSpPr txBox="1">
              <a:spLocks noChangeArrowheads="1"/>
            </p:cNvSpPr>
            <p:nvPr/>
          </p:nvSpPr>
          <p:spPr bwMode="auto">
            <a:xfrm>
              <a:off x="768" y="2460"/>
              <a:ext cx="4752" cy="1659"/>
            </a:xfrm>
            <a:prstGeom prst="rect">
              <a:avLst/>
            </a:prstGeom>
            <a:noFill/>
            <a:ln w="9525">
              <a:noFill/>
              <a:miter lim="800000"/>
            </a:ln>
          </p:spPr>
          <p:txBody>
            <a:bodyPr>
              <a:spAutoFit/>
            </a:bodyPr>
            <a:lstStyle/>
            <a:p>
              <a:pPr marL="381000" lvl="2" fontAlgn="base">
                <a:lnSpc>
                  <a:spcPct val="65000"/>
                </a:lnSpc>
                <a:spcBef>
                  <a:spcPct val="0"/>
                </a:spcBef>
              </a:pPr>
              <a:r>
                <a:rPr lang="en-US" altLang="zh-CN" sz="2300" dirty="0" err="1">
                  <a:solidFill>
                    <a:srgbClr val="000000"/>
                  </a:solidFill>
                </a:rPr>
                <a:t>int</a:t>
              </a:r>
              <a:r>
                <a:rPr lang="en-US" altLang="zh-CN" sz="2300" dirty="0">
                  <a:solidFill>
                    <a:srgbClr val="000000"/>
                  </a:solidFill>
                </a:rPr>
                <a:t>  length( </a:t>
              </a:r>
              <a:r>
                <a:rPr lang="en-US" altLang="zh-CN" sz="2300" dirty="0" err="1">
                  <a:solidFill>
                    <a:srgbClr val="000000"/>
                  </a:solidFill>
                </a:rPr>
                <a:t>Nodeptr</a:t>
              </a:r>
              <a:r>
                <a:rPr lang="en-US" altLang="zh-CN" sz="2300" dirty="0">
                  <a:solidFill>
                    <a:srgbClr val="000000"/>
                  </a:solidFill>
                </a:rPr>
                <a:t> list )</a:t>
              </a:r>
              <a:endParaRPr lang="en-US" altLang="zh-CN" sz="2300" dirty="0">
                <a:solidFill>
                  <a:srgbClr val="000000"/>
                </a:solidFill>
              </a:endParaRPr>
            </a:p>
            <a:p>
              <a:pPr marL="381000" lvl="2" fontAlgn="base">
                <a:lnSpc>
                  <a:spcPct val="65000"/>
                </a:lnSpc>
                <a:spcBef>
                  <a:spcPct val="0"/>
                </a:spcBef>
              </a:pPr>
              <a:r>
                <a:rPr lang="en-US" altLang="zh-CN" sz="2300" dirty="0">
                  <a:solidFill>
                    <a:srgbClr val="000000"/>
                  </a:solidFill>
                </a:rPr>
                <a:t>{</a:t>
              </a:r>
              <a:endParaRPr lang="en-US" altLang="zh-CN" sz="2300" dirty="0">
                <a:solidFill>
                  <a:srgbClr val="000000"/>
                </a:solidFill>
              </a:endParaRPr>
            </a:p>
            <a:p>
              <a:pPr marL="381000" lvl="2" fontAlgn="base">
                <a:lnSpc>
                  <a:spcPct val="65000"/>
                </a:lnSpc>
                <a:spcBef>
                  <a:spcPct val="0"/>
                </a:spcBef>
              </a:pPr>
              <a:r>
                <a:rPr lang="en-US" altLang="zh-CN" sz="2300" dirty="0">
                  <a:solidFill>
                    <a:srgbClr val="000000"/>
                  </a:solidFill>
                </a:rPr>
                <a:t>      </a:t>
              </a:r>
              <a:r>
                <a:rPr lang="en-US" altLang="zh-CN" sz="2300" dirty="0" err="1">
                  <a:solidFill>
                    <a:srgbClr val="000000"/>
                  </a:solidFill>
                </a:rPr>
                <a:t>Nodeptr</a:t>
              </a:r>
              <a:r>
                <a:rPr lang="en-US" altLang="zh-CN" sz="2300" dirty="0">
                  <a:solidFill>
                    <a:srgbClr val="000000"/>
                  </a:solidFill>
                </a:rPr>
                <a:t> p=list;</a:t>
              </a:r>
              <a:endParaRPr lang="en-US" altLang="zh-CN" sz="2300" dirty="0">
                <a:solidFill>
                  <a:srgbClr val="000000"/>
                </a:solidFill>
              </a:endParaRPr>
            </a:p>
            <a:p>
              <a:pPr marL="381000" lvl="2" fontAlgn="base">
                <a:lnSpc>
                  <a:spcPct val="65000"/>
                </a:lnSpc>
                <a:spcBef>
                  <a:spcPct val="0"/>
                </a:spcBef>
              </a:pPr>
              <a:r>
                <a:rPr lang="en-US" altLang="zh-CN" sz="2300" dirty="0">
                  <a:solidFill>
                    <a:srgbClr val="000000"/>
                  </a:solidFill>
                </a:rPr>
                <a:t>      </a:t>
              </a:r>
              <a:r>
                <a:rPr lang="en-US" altLang="zh-CN" sz="2300" dirty="0" err="1">
                  <a:solidFill>
                    <a:srgbClr val="000000"/>
                  </a:solidFill>
                </a:rPr>
                <a:t>int</a:t>
              </a:r>
              <a:r>
                <a:rPr lang="en-US" altLang="zh-CN" sz="2300" dirty="0">
                  <a:solidFill>
                    <a:srgbClr val="000000"/>
                  </a:solidFill>
                </a:rPr>
                <a:t> n=0;                        </a:t>
              </a:r>
              <a:r>
                <a:rPr lang="en-US" altLang="zh-CN" sz="2100" dirty="0">
                  <a:solidFill>
                    <a:srgbClr val="000000"/>
                  </a:solidFill>
                </a:rPr>
                <a:t>/* </a:t>
              </a:r>
              <a:r>
                <a:rPr lang="zh-CN" altLang="en-US" sz="2100" dirty="0">
                  <a:solidFill>
                    <a:srgbClr val="000000"/>
                  </a:solidFill>
                  <a:latin typeface="幼圆" pitchFamily="49" charset="-122"/>
                  <a:ea typeface="幼圆" pitchFamily="49" charset="-122"/>
                </a:rPr>
                <a:t>链表的长度</a:t>
              </a:r>
              <a:r>
                <a:rPr lang="zh-CN" altLang="zh-CN" sz="2100" dirty="0">
                  <a:solidFill>
                    <a:srgbClr val="000000"/>
                  </a:solidFill>
                  <a:latin typeface="幼圆" pitchFamily="49" charset="-122"/>
                  <a:ea typeface="幼圆" pitchFamily="49" charset="-122"/>
                </a:rPr>
                <a:t>置</a:t>
              </a:r>
              <a:r>
                <a:rPr lang="zh-CN" altLang="en-US" sz="2100" dirty="0">
                  <a:solidFill>
                    <a:srgbClr val="000000"/>
                  </a:solidFill>
                  <a:latin typeface="幼圆" pitchFamily="49" charset="-122"/>
                  <a:ea typeface="幼圆" pitchFamily="49" charset="-122"/>
                </a:rPr>
                <a:t>初值0</a:t>
              </a:r>
              <a:r>
                <a:rPr lang="zh-CN" altLang="en-US" sz="2100" dirty="0">
                  <a:solidFill>
                    <a:srgbClr val="000000"/>
                  </a:solidFill>
                  <a:latin typeface="宋体" pitchFamily="2" charset="-122"/>
                </a:rPr>
                <a:t> </a:t>
              </a:r>
              <a:r>
                <a:rPr lang="zh-CN" altLang="en-US" sz="2100" dirty="0">
                  <a:solidFill>
                    <a:srgbClr val="000000"/>
                  </a:solidFill>
                </a:rPr>
                <a:t>*/</a:t>
              </a:r>
              <a:endParaRPr lang="en-US" altLang="zh-CN" sz="2100" dirty="0">
                <a:solidFill>
                  <a:srgbClr val="000000"/>
                </a:solidFill>
              </a:endParaRPr>
            </a:p>
            <a:p>
              <a:pPr marL="381000" lvl="2" fontAlgn="base">
                <a:lnSpc>
                  <a:spcPct val="65000"/>
                </a:lnSpc>
                <a:spcBef>
                  <a:spcPct val="0"/>
                </a:spcBef>
              </a:pPr>
              <a:r>
                <a:rPr lang="en-US" altLang="zh-CN" sz="2100" dirty="0">
                  <a:solidFill>
                    <a:srgbClr val="000000"/>
                  </a:solidFill>
                  <a:latin typeface="宋体" pitchFamily="2" charset="-122"/>
                </a:rPr>
                <a:t>   if(list == NULL) return 0;</a:t>
              </a:r>
              <a:r>
                <a:rPr lang="zh-CN" altLang="en-US" sz="2300" dirty="0">
                  <a:solidFill>
                    <a:srgbClr val="000000"/>
                  </a:solidFill>
                  <a:latin typeface="宋体" pitchFamily="2" charset="-122"/>
                </a:rPr>
                <a:t> </a:t>
              </a:r>
              <a:endParaRPr lang="zh-CN" altLang="en-US" sz="2300" dirty="0">
                <a:solidFill>
                  <a:srgbClr val="000000"/>
                </a:solidFill>
              </a:endParaRPr>
            </a:p>
            <a:p>
              <a:pPr marL="381000" lvl="2" algn="just" fontAlgn="base">
                <a:lnSpc>
                  <a:spcPct val="65000"/>
                </a:lnSpc>
                <a:spcBef>
                  <a:spcPct val="0"/>
                </a:spcBef>
              </a:pPr>
              <a:r>
                <a:rPr lang="zh-CN" altLang="zh-CN" sz="2300" dirty="0">
                  <a:solidFill>
                    <a:srgbClr val="000000"/>
                  </a:solidFill>
                  <a:latin typeface="宋体" pitchFamily="2" charset="-122"/>
                </a:rPr>
                <a:t>   </a:t>
              </a:r>
              <a:r>
                <a:rPr lang="zh-CN" altLang="en-US" sz="2300" dirty="0">
                  <a:solidFill>
                    <a:srgbClr val="000000"/>
                  </a:solidFill>
                  <a:latin typeface="宋体" pitchFamily="2" charset="-122"/>
                </a:rPr>
                <a:t>d</a:t>
              </a:r>
              <a:r>
                <a:rPr lang="en-US" altLang="zh-CN" sz="2300" dirty="0">
                  <a:solidFill>
                    <a:srgbClr val="000000"/>
                  </a:solidFill>
                  <a:latin typeface="宋体" pitchFamily="2" charset="-122"/>
                </a:rPr>
                <a:t>o</a:t>
              </a:r>
              <a:r>
                <a:rPr lang="en-US" altLang="zh-CN" sz="2300" dirty="0">
                  <a:solidFill>
                    <a:srgbClr val="000000"/>
                  </a:solidFill>
                </a:rPr>
                <a:t>{</a:t>
              </a:r>
              <a:endParaRPr lang="en-US" altLang="zh-CN" sz="2300" dirty="0">
                <a:solidFill>
                  <a:srgbClr val="000000"/>
                </a:solidFill>
              </a:endParaRPr>
            </a:p>
            <a:p>
              <a:pPr marL="381000" lvl="2" algn="just" fontAlgn="base">
                <a:lnSpc>
                  <a:spcPct val="65000"/>
                </a:lnSpc>
                <a:spcBef>
                  <a:spcPct val="0"/>
                </a:spcBef>
              </a:pPr>
              <a:r>
                <a:rPr lang="en-US" altLang="zh-CN" sz="2300" dirty="0">
                  <a:solidFill>
                    <a:srgbClr val="000000"/>
                  </a:solidFill>
                </a:rPr>
                <a:t>            p=p</a:t>
              </a:r>
              <a:r>
                <a:rPr lang="en-US" altLang="zh-CN" sz="2300" dirty="0">
                  <a:solidFill>
                    <a:srgbClr val="000000"/>
                  </a:solidFill>
                  <a:latin typeface="宋体" pitchFamily="2" charset="-122"/>
                  <a:ea typeface="宋体" pitchFamily="2" charset="-122"/>
                </a:rPr>
                <a:t>-</a:t>
              </a:r>
              <a:r>
                <a:rPr lang="en-US" altLang="zh-CN" sz="2300" dirty="0">
                  <a:solidFill>
                    <a:srgbClr val="000000"/>
                  </a:solidFill>
                </a:rPr>
                <a:t>&gt;link;</a:t>
              </a:r>
              <a:endParaRPr lang="en-US" altLang="zh-CN" sz="2300" dirty="0">
                <a:solidFill>
                  <a:srgbClr val="000000"/>
                </a:solidFill>
              </a:endParaRPr>
            </a:p>
            <a:p>
              <a:pPr marL="381000" lvl="2" fontAlgn="base">
                <a:lnSpc>
                  <a:spcPct val="65000"/>
                </a:lnSpc>
                <a:spcBef>
                  <a:spcPct val="0"/>
                </a:spcBef>
              </a:pPr>
              <a:r>
                <a:rPr lang="en-US" altLang="zh-CN" sz="2300" dirty="0">
                  <a:solidFill>
                    <a:srgbClr val="000000"/>
                  </a:solidFill>
                </a:rPr>
                <a:t>            n++;</a:t>
              </a:r>
              <a:endParaRPr lang="en-US" altLang="zh-CN" sz="2300" dirty="0">
                <a:solidFill>
                  <a:srgbClr val="000000"/>
                </a:solidFill>
              </a:endParaRPr>
            </a:p>
            <a:p>
              <a:pPr marL="381000" lvl="2" algn="just" fontAlgn="base">
                <a:lnSpc>
                  <a:spcPct val="65000"/>
                </a:lnSpc>
                <a:spcBef>
                  <a:spcPct val="0"/>
                </a:spcBef>
              </a:pPr>
              <a:r>
                <a:rPr lang="en-US" altLang="zh-CN" sz="2300" dirty="0">
                  <a:solidFill>
                    <a:srgbClr val="000000"/>
                  </a:solidFill>
                </a:rPr>
                <a:t>      }while(</a:t>
              </a:r>
              <a:r>
                <a:rPr lang="en-US" altLang="zh-CN" sz="2400" dirty="0">
                  <a:solidFill>
                    <a:srgbClr val="FF3300"/>
                  </a:solidFill>
                </a:rPr>
                <a:t>p!=list</a:t>
              </a:r>
              <a:r>
                <a:rPr lang="en-US" altLang="zh-CN" sz="2300" dirty="0">
                  <a:solidFill>
                    <a:srgbClr val="000000"/>
                  </a:solidFill>
                </a:rPr>
                <a:t>);</a:t>
              </a:r>
              <a:endParaRPr lang="en-US" altLang="zh-CN" sz="2300" dirty="0">
                <a:solidFill>
                  <a:srgbClr val="000000"/>
                </a:solidFill>
              </a:endParaRPr>
            </a:p>
            <a:p>
              <a:pPr marL="381000" lvl="2" algn="just" fontAlgn="base">
                <a:lnSpc>
                  <a:spcPct val="65000"/>
                </a:lnSpc>
                <a:spcBef>
                  <a:spcPct val="0"/>
                </a:spcBef>
              </a:pPr>
              <a:r>
                <a:rPr lang="en-US" altLang="zh-CN" sz="2300" dirty="0">
                  <a:solidFill>
                    <a:srgbClr val="000000"/>
                  </a:solidFill>
                </a:rPr>
                <a:t>      return n;                       </a:t>
              </a:r>
              <a:r>
                <a:rPr lang="en-US" altLang="zh-CN" sz="2100" dirty="0">
                  <a:solidFill>
                    <a:srgbClr val="000000"/>
                  </a:solidFill>
                </a:rPr>
                <a:t>/* </a:t>
              </a:r>
              <a:r>
                <a:rPr lang="zh-CN" altLang="en-US" sz="2100" dirty="0">
                  <a:solidFill>
                    <a:srgbClr val="000000"/>
                  </a:solidFill>
                  <a:latin typeface="宋体" pitchFamily="2" charset="-122"/>
                  <a:ea typeface="幼圆" pitchFamily="49" charset="-122"/>
                </a:rPr>
                <a:t>返回链表的长度</a:t>
              </a:r>
              <a:r>
                <a:rPr lang="en-US" altLang="en-US" sz="2100" dirty="0">
                  <a:solidFill>
                    <a:srgbClr val="000000"/>
                  </a:solidFill>
                  <a:latin typeface="宋体" pitchFamily="2" charset="-122"/>
                </a:rPr>
                <a:t>n </a:t>
              </a:r>
              <a:r>
                <a:rPr lang="en-US" altLang="zh-CN" sz="2100" dirty="0">
                  <a:solidFill>
                    <a:srgbClr val="000000"/>
                  </a:solidFill>
                </a:rPr>
                <a:t>*/</a:t>
              </a:r>
              <a:r>
                <a:rPr lang="en-US" altLang="zh-CN" sz="2300" dirty="0">
                  <a:solidFill>
                    <a:srgbClr val="000000"/>
                  </a:solidFill>
                </a:rPr>
                <a:t> </a:t>
              </a:r>
              <a:endParaRPr lang="en-US" altLang="zh-CN" sz="2300" dirty="0">
                <a:solidFill>
                  <a:srgbClr val="000000"/>
                </a:solidFill>
                <a:latin typeface="宋体" pitchFamily="2" charset="-122"/>
              </a:endParaRPr>
            </a:p>
            <a:p>
              <a:pPr algn="just" fontAlgn="base">
                <a:lnSpc>
                  <a:spcPct val="65000"/>
                </a:lnSpc>
                <a:spcBef>
                  <a:spcPct val="0"/>
                </a:spcBef>
              </a:pPr>
              <a:r>
                <a:rPr lang="zh-CN" altLang="en-US" sz="2300" dirty="0">
                  <a:solidFill>
                    <a:srgbClr val="000000"/>
                  </a:solidFill>
                  <a:latin typeface="宋体" pitchFamily="2" charset="-122"/>
                </a:rPr>
                <a:t>  </a:t>
              </a:r>
              <a:r>
                <a:rPr lang="en-US" altLang="zh-CN" sz="2300" dirty="0">
                  <a:solidFill>
                    <a:srgbClr val="000000"/>
                  </a:solidFill>
                </a:rPr>
                <a:t>}</a:t>
              </a:r>
              <a:endParaRPr lang="zh-CN" altLang="en-US" sz="2300" dirty="0">
                <a:solidFill>
                  <a:srgbClr val="000000"/>
                </a:solidFill>
              </a:endParaRPr>
            </a:p>
          </p:txBody>
        </p:sp>
        <p:sp>
          <p:nvSpPr>
            <p:cNvPr id="38921" name="Rectangle 9"/>
            <p:cNvSpPr>
              <a:spLocks noChangeArrowheads="1"/>
            </p:cNvSpPr>
            <p:nvPr/>
          </p:nvSpPr>
          <p:spPr bwMode="auto">
            <a:xfrm>
              <a:off x="360" y="2838"/>
              <a:ext cx="432" cy="858"/>
            </a:xfrm>
            <a:prstGeom prst="rect">
              <a:avLst/>
            </a:prstGeom>
            <a:noFill/>
            <a:ln w="12700" cap="sq">
              <a:noFill/>
              <a:miter lim="800000"/>
            </a:ln>
            <a:effectLst>
              <a:outerShdw dist="17961" dir="2700000" algn="ctr" rotWithShape="0">
                <a:srgbClr val="000000"/>
              </a:outerShdw>
            </a:effectLst>
          </p:spPr>
          <p:txBody>
            <a:bodyPr>
              <a:spAutoFit/>
            </a:bodyPr>
            <a:lstStyle/>
            <a:p>
              <a:pPr>
                <a:lnSpc>
                  <a:spcPct val="80000"/>
                </a:lnSpc>
                <a:spcBef>
                  <a:spcPct val="0"/>
                </a:spcBef>
              </a:pPr>
              <a:r>
                <a:rPr lang="zh-CN" altLang="en-US" sz="2600">
                  <a:solidFill>
                    <a:srgbClr val="FF3300"/>
                  </a:solidFill>
                  <a:latin typeface="黑体" panose="02010609060101010101" pitchFamily="2" charset="-122"/>
                  <a:ea typeface="黑体" panose="02010609060101010101" pitchFamily="2" charset="-122"/>
                </a:rPr>
                <a:t>循</a:t>
              </a:r>
              <a:endParaRPr lang="zh-CN" altLang="en-US" sz="2600">
                <a:solidFill>
                  <a:srgbClr val="FF3300"/>
                </a:solidFill>
                <a:latin typeface="黑体" panose="02010609060101010101" pitchFamily="2" charset="-122"/>
                <a:ea typeface="黑体" panose="02010609060101010101" pitchFamily="2" charset="-122"/>
              </a:endParaRPr>
            </a:p>
            <a:p>
              <a:pPr>
                <a:lnSpc>
                  <a:spcPct val="80000"/>
                </a:lnSpc>
                <a:spcBef>
                  <a:spcPct val="0"/>
                </a:spcBef>
              </a:pPr>
              <a:r>
                <a:rPr lang="zh-CN" altLang="en-US" sz="2600">
                  <a:solidFill>
                    <a:srgbClr val="FF3300"/>
                  </a:solidFill>
                  <a:latin typeface="黑体" panose="02010609060101010101" pitchFamily="2" charset="-122"/>
                  <a:ea typeface="黑体" panose="02010609060101010101" pitchFamily="2" charset="-122"/>
                </a:rPr>
                <a:t>环</a:t>
              </a:r>
              <a:endParaRPr lang="zh-CN" altLang="en-US" sz="2600">
                <a:solidFill>
                  <a:srgbClr val="FF3300"/>
                </a:solidFill>
                <a:latin typeface="黑体" panose="02010609060101010101" pitchFamily="2" charset="-122"/>
                <a:ea typeface="黑体" panose="02010609060101010101" pitchFamily="2" charset="-122"/>
              </a:endParaRPr>
            </a:p>
            <a:p>
              <a:pPr>
                <a:lnSpc>
                  <a:spcPct val="80000"/>
                </a:lnSpc>
                <a:spcBef>
                  <a:spcPct val="0"/>
                </a:spcBef>
              </a:pPr>
              <a:r>
                <a:rPr lang="zh-CN" altLang="en-US" sz="2600">
                  <a:solidFill>
                    <a:srgbClr val="FF3300"/>
                  </a:solidFill>
                  <a:latin typeface="黑体" panose="02010609060101010101" pitchFamily="2" charset="-122"/>
                  <a:ea typeface="黑体" panose="02010609060101010101" pitchFamily="2" charset="-122"/>
                </a:rPr>
                <a:t>链</a:t>
              </a:r>
              <a:endParaRPr lang="zh-CN" altLang="en-US" sz="2600">
                <a:solidFill>
                  <a:srgbClr val="FF3300"/>
                </a:solidFill>
                <a:latin typeface="黑体" panose="02010609060101010101" pitchFamily="2" charset="-122"/>
                <a:ea typeface="黑体" panose="02010609060101010101" pitchFamily="2" charset="-122"/>
              </a:endParaRPr>
            </a:p>
            <a:p>
              <a:pPr>
                <a:lnSpc>
                  <a:spcPct val="80000"/>
                </a:lnSpc>
                <a:spcBef>
                  <a:spcPct val="0"/>
                </a:spcBef>
              </a:pPr>
              <a:r>
                <a:rPr lang="zh-CN" altLang="en-US" sz="2600">
                  <a:solidFill>
                    <a:srgbClr val="FF3300"/>
                  </a:solidFill>
                  <a:latin typeface="黑体" panose="02010609060101010101" pitchFamily="2" charset="-122"/>
                  <a:ea typeface="黑体" panose="02010609060101010101" pitchFamily="2" charset="-122"/>
                </a:rPr>
                <a:t>表</a:t>
              </a:r>
              <a:endParaRPr lang="zh-CN" altLang="en-US" sz="2600">
                <a:solidFill>
                  <a:srgbClr val="FF3300"/>
                </a:solidFill>
                <a:latin typeface="黑体" panose="02010609060101010101" pitchFamily="2" charset="-122"/>
                <a:ea typeface="黑体" panose="02010609060101010101" pitchFamily="2" charset="-122"/>
              </a:endParaRPr>
            </a:p>
          </p:txBody>
        </p:sp>
      </p:grpSp>
      <p:grpSp>
        <p:nvGrpSpPr>
          <p:cNvPr id="4" name="Group 36"/>
          <p:cNvGrpSpPr/>
          <p:nvPr/>
        </p:nvGrpSpPr>
        <p:grpSpPr bwMode="auto">
          <a:xfrm>
            <a:off x="911424" y="125412"/>
            <a:ext cx="5410200" cy="628650"/>
            <a:chOff x="192" y="108"/>
            <a:chExt cx="3408" cy="396"/>
          </a:xfrm>
        </p:grpSpPr>
        <p:sp>
          <p:nvSpPr>
            <p:cNvPr id="38917" name="Oval 11"/>
            <p:cNvSpPr>
              <a:spLocks noChangeArrowheads="1"/>
            </p:cNvSpPr>
            <p:nvPr/>
          </p:nvSpPr>
          <p:spPr bwMode="auto">
            <a:xfrm>
              <a:off x="192" y="120"/>
              <a:ext cx="3408" cy="384"/>
            </a:xfrm>
            <a:prstGeom prst="ellipse">
              <a:avLst/>
            </a:prstGeom>
            <a:solidFill>
              <a:srgbClr val="FFFFC1"/>
            </a:solidFill>
            <a:ln w="12700" cap="sq">
              <a:noFill/>
              <a:round/>
            </a:ln>
            <a:effectLst>
              <a:outerShdw dist="56796" dir="1593903" algn="ctr" rotWithShape="0">
                <a:srgbClr val="B2B2B2"/>
              </a:outerShdw>
            </a:effectLst>
          </p:spPr>
          <p:txBody>
            <a:bodyPr wrap="none" anchor="ctr"/>
            <a:lstStyle/>
            <a:p>
              <a:endParaRPr lang="zh-CN" altLang="en-US"/>
            </a:p>
          </p:txBody>
        </p:sp>
        <p:sp>
          <p:nvSpPr>
            <p:cNvPr id="38918" name="Rectangle 12"/>
            <p:cNvSpPr>
              <a:spLocks noChangeArrowheads="1"/>
            </p:cNvSpPr>
            <p:nvPr/>
          </p:nvSpPr>
          <p:spPr bwMode="auto">
            <a:xfrm>
              <a:off x="420" y="108"/>
              <a:ext cx="3000" cy="394"/>
            </a:xfrm>
            <a:prstGeom prst="rect">
              <a:avLst/>
            </a:prstGeom>
            <a:noFill/>
            <a:ln w="12700" cap="sq">
              <a:noFill/>
              <a:miter lim="800000"/>
            </a:ln>
          </p:spPr>
          <p:txBody>
            <a:bodyPr>
              <a:spAutoFit/>
            </a:bodyPr>
            <a:lstStyle/>
            <a:p>
              <a:r>
                <a:rPr kumimoji="1" lang="zh-CN" altLang="en-US" sz="3500" dirty="0">
                  <a:solidFill>
                    <a:srgbClr val="00008C"/>
                  </a:solidFill>
                  <a:ea typeface="华文新魏" pitchFamily="2" charset="-122"/>
                </a:rPr>
                <a:t>求非空线性链表的长度</a:t>
              </a:r>
              <a:endParaRPr kumimoji="1" lang="zh-CN" altLang="en-US" sz="3500" dirty="0">
                <a:solidFill>
                  <a:srgbClr val="00008C"/>
                </a:solidFill>
                <a:ea typeface="华文新魏"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righ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735"/>
          <p:cNvGrpSpPr/>
          <p:nvPr/>
        </p:nvGrpSpPr>
        <p:grpSpPr bwMode="auto">
          <a:xfrm>
            <a:off x="2209800" y="1066800"/>
            <a:ext cx="5257800" cy="5486400"/>
            <a:chOff x="288" y="672"/>
            <a:chExt cx="3312" cy="3456"/>
          </a:xfrm>
        </p:grpSpPr>
        <p:sp>
          <p:nvSpPr>
            <p:cNvPr id="39961" name="Freeform 31"/>
            <p:cNvSpPr/>
            <p:nvPr/>
          </p:nvSpPr>
          <p:spPr bwMode="auto">
            <a:xfrm>
              <a:off x="336" y="672"/>
              <a:ext cx="3120" cy="3456"/>
            </a:xfrm>
            <a:custGeom>
              <a:avLst/>
              <a:gdLst>
                <a:gd name="T0" fmla="*/ 15 w 5083"/>
                <a:gd name="T1" fmla="*/ 6107 h 1974"/>
                <a:gd name="T2" fmla="*/ 45 w 5083"/>
                <a:gd name="T3" fmla="*/ 5177 h 1974"/>
                <a:gd name="T4" fmla="*/ 147 w 5083"/>
                <a:gd name="T5" fmla="*/ 5480 h 1974"/>
                <a:gd name="T6" fmla="*/ 250 w 5083"/>
                <a:gd name="T7" fmla="*/ 2339 h 1974"/>
                <a:gd name="T8" fmla="*/ 268 w 5083"/>
                <a:gd name="T9" fmla="*/ 5480 h 1974"/>
                <a:gd name="T10" fmla="*/ 268 w 5083"/>
                <a:gd name="T11" fmla="*/ 14608 h 1974"/>
                <a:gd name="T12" fmla="*/ 266 w 5083"/>
                <a:gd name="T13" fmla="*/ 15540 h 1974"/>
                <a:gd name="T14" fmla="*/ 265 w 5083"/>
                <a:gd name="T15" fmla="*/ 16469 h 1974"/>
                <a:gd name="T16" fmla="*/ 266 w 5083"/>
                <a:gd name="T17" fmla="*/ 28107 h 1974"/>
                <a:gd name="T18" fmla="*/ 269 w 5083"/>
                <a:gd name="T19" fmla="*/ 30922 h 1974"/>
                <a:gd name="T20" fmla="*/ 271 w 5083"/>
                <a:gd name="T21" fmla="*/ 34066 h 1974"/>
                <a:gd name="T22" fmla="*/ 269 w 5083"/>
                <a:gd name="T23" fmla="*/ 42237 h 1974"/>
                <a:gd name="T24" fmla="*/ 239 w 5083"/>
                <a:gd name="T25" fmla="*/ 52623 h 1974"/>
                <a:gd name="T26" fmla="*/ 206 w 5083"/>
                <a:gd name="T27" fmla="*/ 52932 h 1974"/>
                <a:gd name="T28" fmla="*/ 160 w 5083"/>
                <a:gd name="T29" fmla="*/ 52295 h 1974"/>
                <a:gd name="T30" fmla="*/ 120 w 5083"/>
                <a:gd name="T31" fmla="*/ 50107 h 1974"/>
                <a:gd name="T32" fmla="*/ 46 w 5083"/>
                <a:gd name="T33" fmla="*/ 51022 h 1974"/>
                <a:gd name="T34" fmla="*/ 2 w 5083"/>
                <a:gd name="T35" fmla="*/ 47255 h 1974"/>
                <a:gd name="T36" fmla="*/ 2 w 5083"/>
                <a:gd name="T37" fmla="*/ 20557 h 1974"/>
                <a:gd name="T38" fmla="*/ 2 w 5083"/>
                <a:gd name="T39" fmla="*/ 21823 h 1974"/>
                <a:gd name="T40" fmla="*/ 4 w 5083"/>
                <a:gd name="T41" fmla="*/ 20874 h 1974"/>
                <a:gd name="T42" fmla="*/ 4 w 5083"/>
                <a:gd name="T43" fmla="*/ 18686 h 1974"/>
                <a:gd name="T44" fmla="*/ 0 w 5083"/>
                <a:gd name="T45" fmla="*/ 12089 h 1974"/>
                <a:gd name="T46" fmla="*/ 1 w 5083"/>
                <a:gd name="T47" fmla="*/ 8934 h 1974"/>
                <a:gd name="T48" fmla="*/ 18 w 5083"/>
                <a:gd name="T49" fmla="*/ 6107 h 197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5083" h="1974">
                  <a:moveTo>
                    <a:pt x="272" y="212"/>
                  </a:moveTo>
                  <a:cubicBezTo>
                    <a:pt x="475" y="206"/>
                    <a:pt x="653" y="194"/>
                    <a:pt x="851" y="180"/>
                  </a:cubicBezTo>
                  <a:cubicBezTo>
                    <a:pt x="1493" y="200"/>
                    <a:pt x="2064" y="195"/>
                    <a:pt x="2738" y="190"/>
                  </a:cubicBezTo>
                  <a:cubicBezTo>
                    <a:pt x="3379" y="131"/>
                    <a:pt x="4026" y="107"/>
                    <a:pt x="4669" y="81"/>
                  </a:cubicBezTo>
                  <a:cubicBezTo>
                    <a:pt x="5083" y="95"/>
                    <a:pt x="4942" y="0"/>
                    <a:pt x="5007" y="190"/>
                  </a:cubicBezTo>
                  <a:cubicBezTo>
                    <a:pt x="5003" y="296"/>
                    <a:pt x="5009" y="402"/>
                    <a:pt x="4996" y="507"/>
                  </a:cubicBezTo>
                  <a:cubicBezTo>
                    <a:pt x="4994" y="522"/>
                    <a:pt x="4972" y="527"/>
                    <a:pt x="4963" y="540"/>
                  </a:cubicBezTo>
                  <a:cubicBezTo>
                    <a:pt x="4957" y="549"/>
                    <a:pt x="4956" y="561"/>
                    <a:pt x="4952" y="572"/>
                  </a:cubicBezTo>
                  <a:cubicBezTo>
                    <a:pt x="4956" y="707"/>
                    <a:pt x="4931" y="848"/>
                    <a:pt x="4974" y="976"/>
                  </a:cubicBezTo>
                  <a:cubicBezTo>
                    <a:pt x="4985" y="1008"/>
                    <a:pt x="5014" y="1043"/>
                    <a:pt x="5029" y="1074"/>
                  </a:cubicBezTo>
                  <a:cubicBezTo>
                    <a:pt x="5046" y="1107"/>
                    <a:pt x="5050" y="1148"/>
                    <a:pt x="5062" y="1183"/>
                  </a:cubicBezTo>
                  <a:cubicBezTo>
                    <a:pt x="5054" y="1289"/>
                    <a:pt x="5043" y="1367"/>
                    <a:pt x="5018" y="1467"/>
                  </a:cubicBezTo>
                  <a:cubicBezTo>
                    <a:pt x="5000" y="1962"/>
                    <a:pt x="5066" y="1815"/>
                    <a:pt x="4462" y="1827"/>
                  </a:cubicBezTo>
                  <a:cubicBezTo>
                    <a:pt x="4258" y="1831"/>
                    <a:pt x="4055" y="1834"/>
                    <a:pt x="3851" y="1838"/>
                  </a:cubicBezTo>
                  <a:cubicBezTo>
                    <a:pt x="3683" y="1835"/>
                    <a:pt x="3203" y="1829"/>
                    <a:pt x="2978" y="1816"/>
                  </a:cubicBezTo>
                  <a:cubicBezTo>
                    <a:pt x="2738" y="1803"/>
                    <a:pt x="2499" y="1756"/>
                    <a:pt x="2258" y="1740"/>
                  </a:cubicBezTo>
                  <a:cubicBezTo>
                    <a:pt x="1792" y="1747"/>
                    <a:pt x="1328" y="1756"/>
                    <a:pt x="862" y="1772"/>
                  </a:cubicBezTo>
                  <a:cubicBezTo>
                    <a:pt x="168" y="1752"/>
                    <a:pt x="165" y="1974"/>
                    <a:pt x="54" y="1641"/>
                  </a:cubicBezTo>
                  <a:cubicBezTo>
                    <a:pt x="27" y="961"/>
                    <a:pt x="27" y="1270"/>
                    <a:pt x="43" y="714"/>
                  </a:cubicBezTo>
                  <a:cubicBezTo>
                    <a:pt x="47" y="729"/>
                    <a:pt x="40" y="751"/>
                    <a:pt x="54" y="758"/>
                  </a:cubicBezTo>
                  <a:cubicBezTo>
                    <a:pt x="64" y="763"/>
                    <a:pt x="62" y="736"/>
                    <a:pt x="65" y="725"/>
                  </a:cubicBezTo>
                  <a:cubicBezTo>
                    <a:pt x="90" y="636"/>
                    <a:pt x="62" y="721"/>
                    <a:pt x="87" y="649"/>
                  </a:cubicBezTo>
                  <a:cubicBezTo>
                    <a:pt x="74" y="415"/>
                    <a:pt x="124" y="481"/>
                    <a:pt x="0" y="420"/>
                  </a:cubicBezTo>
                  <a:cubicBezTo>
                    <a:pt x="4" y="383"/>
                    <a:pt x="5" y="346"/>
                    <a:pt x="11" y="310"/>
                  </a:cubicBezTo>
                  <a:cubicBezTo>
                    <a:pt x="40" y="121"/>
                    <a:pt x="98" y="212"/>
                    <a:pt x="338" y="212"/>
                  </a:cubicBezTo>
                </a:path>
              </a:pathLst>
            </a:custGeom>
            <a:solidFill>
              <a:srgbClr val="FFFFCD"/>
            </a:solidFill>
            <a:ln w="9525" cap="flat" cmpd="sng">
              <a:noFill/>
              <a:prstDash val="solid"/>
              <a:round/>
            </a:ln>
            <a:effectLst>
              <a:outerShdw dist="206741" dir="2849373" algn="ctr" rotWithShape="0">
                <a:srgbClr val="B2B2B2"/>
              </a:outerShdw>
            </a:effectLst>
          </p:spPr>
          <p:txBody>
            <a:bodyPr wrap="none" anchor="ctr"/>
            <a:lstStyle/>
            <a:p>
              <a:endParaRPr lang="zh-CN" altLang="en-US"/>
            </a:p>
          </p:txBody>
        </p:sp>
        <p:sp>
          <p:nvSpPr>
            <p:cNvPr id="39962" name="Text Box 32"/>
            <p:cNvSpPr txBox="1">
              <a:spLocks noChangeArrowheads="1"/>
            </p:cNvSpPr>
            <p:nvPr/>
          </p:nvSpPr>
          <p:spPr bwMode="auto">
            <a:xfrm>
              <a:off x="288" y="1104"/>
              <a:ext cx="3312" cy="2200"/>
            </a:xfrm>
            <a:prstGeom prst="rect">
              <a:avLst/>
            </a:prstGeom>
            <a:noFill/>
            <a:ln w="9525">
              <a:noFill/>
              <a:miter lim="800000"/>
            </a:ln>
          </p:spPr>
          <p:txBody>
            <a:bodyPr>
              <a:spAutoFit/>
            </a:bodyPr>
            <a:lstStyle/>
            <a:p>
              <a:pPr marL="381000" lvl="2" fontAlgn="base">
                <a:lnSpc>
                  <a:spcPct val="95000"/>
                </a:lnSpc>
                <a:spcBef>
                  <a:spcPct val="0"/>
                </a:spcBef>
              </a:pPr>
              <a:r>
                <a:rPr lang="zh-CN" altLang="en-US" sz="2600">
                  <a:solidFill>
                    <a:srgbClr val="00008C"/>
                  </a:solidFill>
                  <a:latin typeface="幼圆" pitchFamily="49" charset="-122"/>
                  <a:ea typeface="幼圆" pitchFamily="49" charset="-122"/>
                </a:rPr>
                <a:t>    已知</a:t>
              </a:r>
              <a:r>
                <a:rPr lang="en-US" altLang="zh-CN" sz="2600">
                  <a:solidFill>
                    <a:srgbClr val="00008C"/>
                  </a:solidFill>
                  <a:ea typeface="幼圆" pitchFamily="49" charset="-122"/>
                </a:rPr>
                <a:t>n</a:t>
              </a:r>
              <a:r>
                <a:rPr lang="zh-CN" altLang="en-US" sz="2600">
                  <a:solidFill>
                    <a:srgbClr val="00008C"/>
                  </a:solidFill>
                  <a:latin typeface="幼圆" pitchFamily="49" charset="-122"/>
                  <a:ea typeface="幼圆" pitchFamily="49" charset="-122"/>
                </a:rPr>
                <a:t>个人</a:t>
              </a:r>
              <a:r>
                <a:rPr lang="zh-CN" altLang="en-US" sz="2600">
                  <a:solidFill>
                    <a:srgbClr val="00008C"/>
                  </a:solidFill>
                  <a:ea typeface="幼圆" pitchFamily="49" charset="-122"/>
                </a:rPr>
                <a:t>(</a:t>
              </a:r>
              <a:r>
                <a:rPr lang="zh-CN" altLang="en-US" sz="2600">
                  <a:solidFill>
                    <a:srgbClr val="00008C"/>
                  </a:solidFill>
                  <a:latin typeface="幼圆" pitchFamily="49" charset="-122"/>
                  <a:ea typeface="幼圆" pitchFamily="49" charset="-122"/>
                </a:rPr>
                <a:t>不妨分别以</a:t>
              </a:r>
              <a:endParaRPr lang="zh-CN" altLang="en-US" sz="2600">
                <a:solidFill>
                  <a:srgbClr val="00008C"/>
                </a:solidFill>
                <a:latin typeface="幼圆" pitchFamily="49" charset="-122"/>
                <a:ea typeface="幼圆" pitchFamily="49" charset="-122"/>
              </a:endParaRPr>
            </a:p>
            <a:p>
              <a:pPr marL="381000" lvl="2" fontAlgn="base">
                <a:lnSpc>
                  <a:spcPct val="95000"/>
                </a:lnSpc>
                <a:spcBef>
                  <a:spcPct val="0"/>
                </a:spcBef>
              </a:pPr>
              <a:r>
                <a:rPr lang="zh-CN" altLang="en-US" sz="2600">
                  <a:solidFill>
                    <a:srgbClr val="00008C"/>
                  </a:solidFill>
                  <a:latin typeface="幼圆" pitchFamily="49" charset="-122"/>
                  <a:ea typeface="幼圆" pitchFamily="49" charset="-122"/>
                </a:rPr>
                <a:t>编号</a:t>
              </a:r>
              <a:r>
                <a:rPr lang="zh-CN" altLang="en-US" sz="2600">
                  <a:solidFill>
                    <a:srgbClr val="00008C"/>
                  </a:solidFill>
                  <a:ea typeface="幼圆" pitchFamily="49" charset="-122"/>
                </a:rPr>
                <a:t>1,2,3,…,</a:t>
              </a:r>
              <a:r>
                <a:rPr lang="en-US" altLang="zh-CN" sz="2600">
                  <a:solidFill>
                    <a:srgbClr val="00008C"/>
                  </a:solidFill>
                  <a:ea typeface="幼圆" pitchFamily="49" charset="-122"/>
                </a:rPr>
                <a:t>n</a:t>
              </a:r>
              <a:r>
                <a:rPr lang="zh-CN" altLang="en-US" sz="2600">
                  <a:solidFill>
                    <a:srgbClr val="00008C"/>
                  </a:solidFill>
                  <a:latin typeface="幼圆" pitchFamily="49" charset="-122"/>
                  <a:ea typeface="幼圆" pitchFamily="49" charset="-122"/>
                </a:rPr>
                <a:t>代表）围坐在</a:t>
              </a:r>
              <a:endParaRPr lang="zh-CN" altLang="en-US" sz="2600">
                <a:solidFill>
                  <a:srgbClr val="00008C"/>
                </a:solidFill>
                <a:latin typeface="幼圆" pitchFamily="49" charset="-122"/>
                <a:ea typeface="幼圆" pitchFamily="49" charset="-122"/>
              </a:endParaRPr>
            </a:p>
            <a:p>
              <a:pPr marL="381000" lvl="2" fontAlgn="base">
                <a:lnSpc>
                  <a:spcPct val="95000"/>
                </a:lnSpc>
                <a:spcBef>
                  <a:spcPct val="0"/>
                </a:spcBef>
              </a:pPr>
              <a:r>
                <a:rPr lang="zh-CN" altLang="en-US" sz="2600">
                  <a:solidFill>
                    <a:srgbClr val="00008C"/>
                  </a:solidFill>
                  <a:latin typeface="幼圆" pitchFamily="49" charset="-122"/>
                  <a:ea typeface="幼圆" pitchFamily="49" charset="-122"/>
                </a:rPr>
                <a:t>一张圆桌周围，编号为</a:t>
              </a:r>
              <a:r>
                <a:rPr lang="en-US" altLang="zh-CN" sz="2600">
                  <a:solidFill>
                    <a:srgbClr val="00008C"/>
                  </a:solidFill>
                  <a:ea typeface="幼圆" pitchFamily="49" charset="-122"/>
                </a:rPr>
                <a:t>k</a:t>
              </a:r>
              <a:r>
                <a:rPr lang="zh-CN" altLang="en-US" sz="2600">
                  <a:solidFill>
                    <a:srgbClr val="00008C"/>
                  </a:solidFill>
                  <a:latin typeface="幼圆" pitchFamily="49" charset="-122"/>
                  <a:ea typeface="幼圆" pitchFamily="49" charset="-122"/>
                </a:rPr>
                <a:t>的</a:t>
              </a:r>
              <a:endParaRPr lang="zh-CN" altLang="en-US" sz="2600">
                <a:solidFill>
                  <a:srgbClr val="00008C"/>
                </a:solidFill>
                <a:latin typeface="幼圆" pitchFamily="49" charset="-122"/>
                <a:ea typeface="幼圆" pitchFamily="49" charset="-122"/>
              </a:endParaRPr>
            </a:p>
            <a:p>
              <a:pPr marL="381000" lvl="2" fontAlgn="base">
                <a:lnSpc>
                  <a:spcPct val="95000"/>
                </a:lnSpc>
                <a:spcBef>
                  <a:spcPct val="0"/>
                </a:spcBef>
              </a:pPr>
              <a:r>
                <a:rPr lang="zh-CN" altLang="en-US" sz="2600">
                  <a:solidFill>
                    <a:srgbClr val="00008C"/>
                  </a:solidFill>
                  <a:latin typeface="幼圆" pitchFamily="49" charset="-122"/>
                  <a:ea typeface="幼圆" pitchFamily="49" charset="-122"/>
                </a:rPr>
                <a:t>人从</a:t>
              </a:r>
              <a:r>
                <a:rPr lang="zh-CN" altLang="en-US" sz="2600">
                  <a:solidFill>
                    <a:srgbClr val="00008C"/>
                  </a:solidFill>
                  <a:ea typeface="幼圆" pitchFamily="49" charset="-122"/>
                </a:rPr>
                <a:t>1</a:t>
              </a:r>
              <a:r>
                <a:rPr lang="zh-CN" altLang="en-US" sz="2600">
                  <a:solidFill>
                    <a:srgbClr val="00008C"/>
                  </a:solidFill>
                  <a:latin typeface="幼圆" pitchFamily="49" charset="-122"/>
                  <a:ea typeface="幼圆" pitchFamily="49" charset="-122"/>
                </a:rPr>
                <a:t>开始报数,数到</a:t>
              </a:r>
              <a:r>
                <a:rPr lang="en-US" altLang="zh-CN" sz="2600">
                  <a:solidFill>
                    <a:srgbClr val="00008C"/>
                  </a:solidFill>
                  <a:ea typeface="幼圆" pitchFamily="49" charset="-122"/>
                </a:rPr>
                <a:t>m</a:t>
              </a:r>
              <a:r>
                <a:rPr lang="zh-CN" altLang="en-US" sz="2600">
                  <a:solidFill>
                    <a:srgbClr val="00008C"/>
                  </a:solidFill>
                  <a:latin typeface="幼圆" pitchFamily="49" charset="-122"/>
                  <a:ea typeface="幼圆" pitchFamily="49" charset="-122"/>
                </a:rPr>
                <a:t>的那</a:t>
              </a:r>
              <a:endParaRPr lang="zh-CN" altLang="en-US" sz="2600">
                <a:solidFill>
                  <a:srgbClr val="00008C"/>
                </a:solidFill>
                <a:latin typeface="幼圆" pitchFamily="49" charset="-122"/>
                <a:ea typeface="幼圆" pitchFamily="49" charset="-122"/>
              </a:endParaRPr>
            </a:p>
            <a:p>
              <a:pPr marL="381000" lvl="2" fontAlgn="base">
                <a:lnSpc>
                  <a:spcPct val="95000"/>
                </a:lnSpc>
                <a:spcBef>
                  <a:spcPct val="0"/>
                </a:spcBef>
              </a:pPr>
              <a:r>
                <a:rPr lang="zh-CN" altLang="en-US" sz="2600">
                  <a:solidFill>
                    <a:srgbClr val="00008C"/>
                  </a:solidFill>
                  <a:latin typeface="幼圆" pitchFamily="49" charset="-122"/>
                  <a:ea typeface="幼圆" pitchFamily="49" charset="-122"/>
                </a:rPr>
                <a:t>个人出列，他的下一个人又</a:t>
              </a:r>
              <a:endParaRPr lang="zh-CN" altLang="en-US" sz="2600">
                <a:solidFill>
                  <a:srgbClr val="00008C"/>
                </a:solidFill>
                <a:latin typeface="幼圆" pitchFamily="49" charset="-122"/>
                <a:ea typeface="幼圆" pitchFamily="49" charset="-122"/>
              </a:endParaRPr>
            </a:p>
            <a:p>
              <a:pPr marL="381000" lvl="2" fontAlgn="base">
                <a:lnSpc>
                  <a:spcPct val="95000"/>
                </a:lnSpc>
                <a:spcBef>
                  <a:spcPct val="0"/>
                </a:spcBef>
              </a:pPr>
              <a:r>
                <a:rPr lang="zh-CN" altLang="en-US" sz="2600">
                  <a:solidFill>
                    <a:srgbClr val="00008C"/>
                  </a:solidFill>
                  <a:latin typeface="幼圆" pitchFamily="49" charset="-122"/>
                  <a:ea typeface="幼圆" pitchFamily="49" charset="-122"/>
                </a:rPr>
                <a:t>从</a:t>
              </a:r>
              <a:r>
                <a:rPr lang="zh-CN" altLang="en-US" sz="2600">
                  <a:solidFill>
                    <a:srgbClr val="00008C"/>
                  </a:solidFill>
                  <a:ea typeface="幼圆" pitchFamily="49" charset="-122"/>
                </a:rPr>
                <a:t>1</a:t>
              </a:r>
              <a:r>
                <a:rPr lang="zh-CN" altLang="en-US" sz="2600">
                  <a:solidFill>
                    <a:srgbClr val="00008C"/>
                  </a:solidFill>
                  <a:latin typeface="幼圆" pitchFamily="49" charset="-122"/>
                  <a:ea typeface="幼圆" pitchFamily="49" charset="-122"/>
                </a:rPr>
                <a:t>开始继续报数,数到</a:t>
              </a:r>
              <a:r>
                <a:rPr lang="en-US" altLang="zh-CN" sz="2600">
                  <a:solidFill>
                    <a:srgbClr val="00008C"/>
                  </a:solidFill>
                  <a:ea typeface="幼圆" pitchFamily="49" charset="-122"/>
                </a:rPr>
                <a:t>m</a:t>
              </a:r>
              <a:r>
                <a:rPr lang="zh-CN" altLang="en-US" sz="2600">
                  <a:solidFill>
                    <a:srgbClr val="00008C"/>
                  </a:solidFill>
                  <a:latin typeface="幼圆" pitchFamily="49" charset="-122"/>
                  <a:ea typeface="幼圆" pitchFamily="49" charset="-122"/>
                </a:rPr>
                <a:t>的</a:t>
              </a:r>
              <a:endParaRPr lang="zh-CN" altLang="en-US" sz="2600">
                <a:solidFill>
                  <a:srgbClr val="00008C"/>
                </a:solidFill>
                <a:latin typeface="幼圆" pitchFamily="49" charset="-122"/>
                <a:ea typeface="幼圆" pitchFamily="49" charset="-122"/>
              </a:endParaRPr>
            </a:p>
            <a:p>
              <a:pPr marL="381000" lvl="2" fontAlgn="base">
                <a:lnSpc>
                  <a:spcPct val="95000"/>
                </a:lnSpc>
                <a:spcBef>
                  <a:spcPct val="0"/>
                </a:spcBef>
              </a:pPr>
              <a:r>
                <a:rPr lang="zh-CN" altLang="en-US" sz="2600">
                  <a:solidFill>
                    <a:srgbClr val="00008C"/>
                  </a:solidFill>
                  <a:latin typeface="幼圆" pitchFamily="49" charset="-122"/>
                  <a:ea typeface="幼圆" pitchFamily="49" charset="-122"/>
                </a:rPr>
                <a:t>那个人出列,</a:t>
              </a:r>
              <a:r>
                <a:rPr lang="zh-CN" altLang="en-US" sz="2600">
                  <a:solidFill>
                    <a:srgbClr val="00008C"/>
                  </a:solidFill>
                  <a:ea typeface="幼圆" pitchFamily="49" charset="-122"/>
                </a:rPr>
                <a:t>…</a:t>
              </a:r>
              <a:r>
                <a:rPr lang="zh-CN" altLang="en-US" sz="2600">
                  <a:solidFill>
                    <a:srgbClr val="00008C"/>
                  </a:solidFill>
                  <a:latin typeface="幼圆" pitchFamily="49" charset="-122"/>
                  <a:ea typeface="幼圆" pitchFamily="49" charset="-122"/>
                </a:rPr>
                <a:t>,依此重复下</a:t>
              </a:r>
              <a:endParaRPr lang="zh-CN" altLang="en-US" sz="2600">
                <a:solidFill>
                  <a:srgbClr val="00008C"/>
                </a:solidFill>
                <a:latin typeface="幼圆" pitchFamily="49" charset="-122"/>
                <a:ea typeface="幼圆" pitchFamily="49" charset="-122"/>
              </a:endParaRPr>
            </a:p>
            <a:p>
              <a:pPr marL="381000" lvl="2" fontAlgn="base">
                <a:lnSpc>
                  <a:spcPct val="95000"/>
                </a:lnSpc>
                <a:spcBef>
                  <a:spcPct val="0"/>
                </a:spcBef>
              </a:pPr>
              <a:r>
                <a:rPr lang="zh-CN" altLang="en-US" sz="2600">
                  <a:solidFill>
                    <a:srgbClr val="00008C"/>
                  </a:solidFill>
                  <a:latin typeface="幼圆" pitchFamily="49" charset="-122"/>
                  <a:ea typeface="幼圆" pitchFamily="49" charset="-122"/>
                </a:rPr>
                <a:t>去，直到圆桌周围的人全部</a:t>
              </a:r>
              <a:endParaRPr lang="zh-CN" altLang="en-US" sz="2600">
                <a:solidFill>
                  <a:srgbClr val="00008C"/>
                </a:solidFill>
                <a:latin typeface="幼圆" pitchFamily="49" charset="-122"/>
                <a:ea typeface="幼圆" pitchFamily="49" charset="-122"/>
              </a:endParaRPr>
            </a:p>
            <a:p>
              <a:pPr marL="381000" lvl="2" fontAlgn="base">
                <a:lnSpc>
                  <a:spcPct val="95000"/>
                </a:lnSpc>
                <a:spcBef>
                  <a:spcPct val="0"/>
                </a:spcBef>
              </a:pPr>
              <a:r>
                <a:rPr lang="zh-CN" altLang="en-US" sz="2600">
                  <a:solidFill>
                    <a:srgbClr val="00008C"/>
                  </a:solidFill>
                  <a:latin typeface="幼圆" pitchFamily="49" charset="-122"/>
                  <a:ea typeface="幼圆" pitchFamily="49" charset="-122"/>
                </a:rPr>
                <a:t>出列。</a:t>
              </a:r>
              <a:endParaRPr kumimoji="1" lang="zh-CN" altLang="en-US" sz="2600">
                <a:solidFill>
                  <a:srgbClr val="00008C"/>
                </a:solidFill>
                <a:latin typeface="幼圆" pitchFamily="49" charset="-122"/>
                <a:ea typeface="幼圆" pitchFamily="49" charset="-122"/>
              </a:endParaRPr>
            </a:p>
          </p:txBody>
        </p:sp>
      </p:grpSp>
      <p:grpSp>
        <p:nvGrpSpPr>
          <p:cNvPr id="3" name="Group 733"/>
          <p:cNvGrpSpPr/>
          <p:nvPr/>
        </p:nvGrpSpPr>
        <p:grpSpPr bwMode="auto">
          <a:xfrm>
            <a:off x="7620000" y="609600"/>
            <a:ext cx="2533650" cy="838200"/>
            <a:chOff x="3732" y="192"/>
            <a:chExt cx="1596" cy="528"/>
          </a:xfrm>
        </p:grpSpPr>
        <p:sp>
          <p:nvSpPr>
            <p:cNvPr id="39959" name="AutoShape 726"/>
            <p:cNvSpPr>
              <a:spLocks noChangeArrowheads="1"/>
            </p:cNvSpPr>
            <p:nvPr/>
          </p:nvSpPr>
          <p:spPr bwMode="auto">
            <a:xfrm>
              <a:off x="3732" y="192"/>
              <a:ext cx="1596" cy="528"/>
            </a:xfrm>
            <a:prstGeom prst="star16">
              <a:avLst>
                <a:gd name="adj" fmla="val 37500"/>
              </a:avLst>
            </a:prstGeom>
            <a:solidFill>
              <a:srgbClr val="FF0000"/>
            </a:solidFill>
            <a:ln w="38100" cap="sq">
              <a:solidFill>
                <a:srgbClr val="FFFF00"/>
              </a:solidFill>
              <a:miter lim="800000"/>
            </a:ln>
            <a:effectLst>
              <a:outerShdw dist="117088" dir="751728" algn="ctr" rotWithShape="0">
                <a:srgbClr val="B2B2B2"/>
              </a:outerShdw>
            </a:effectLst>
          </p:spPr>
          <p:txBody>
            <a:bodyPr wrap="none" anchor="ctr"/>
            <a:lstStyle/>
            <a:p>
              <a:endParaRPr lang="zh-CN" altLang="en-US"/>
            </a:p>
          </p:txBody>
        </p:sp>
        <p:sp>
          <p:nvSpPr>
            <p:cNvPr id="39960" name="Rectangle 727"/>
            <p:cNvSpPr>
              <a:spLocks noChangeArrowheads="1"/>
            </p:cNvSpPr>
            <p:nvPr/>
          </p:nvSpPr>
          <p:spPr bwMode="auto">
            <a:xfrm>
              <a:off x="3972" y="228"/>
              <a:ext cx="1344" cy="368"/>
            </a:xfrm>
            <a:prstGeom prst="rect">
              <a:avLst/>
            </a:prstGeom>
            <a:noFill/>
            <a:ln w="12700" cap="sq">
              <a:noFill/>
              <a:miter lim="800000"/>
            </a:ln>
            <a:effectLst>
              <a:outerShdw dist="35921" dir="2700000" algn="ctr" rotWithShape="0">
                <a:schemeClr val="bg1"/>
              </a:outerShdw>
            </a:effectLst>
          </p:spPr>
          <p:txBody>
            <a:bodyPr>
              <a:spAutoFit/>
            </a:bodyPr>
            <a:lstStyle/>
            <a:p>
              <a:r>
                <a:rPr lang="zh-CN" altLang="en-US" sz="3200" i="1" dirty="0">
                  <a:ea typeface="黑体" panose="02010609060101010101" pitchFamily="2" charset="-122"/>
                </a:rPr>
                <a:t>圆桌问题</a:t>
              </a:r>
              <a:endParaRPr lang="zh-CN" altLang="en-US" sz="3200" i="1" dirty="0">
                <a:ea typeface="黑体" panose="02010609060101010101" pitchFamily="2" charset="-122"/>
              </a:endParaRPr>
            </a:p>
          </p:txBody>
        </p:sp>
      </p:grpSp>
      <p:grpSp>
        <p:nvGrpSpPr>
          <p:cNvPr id="4" name="Group 731"/>
          <p:cNvGrpSpPr/>
          <p:nvPr/>
        </p:nvGrpSpPr>
        <p:grpSpPr bwMode="auto">
          <a:xfrm>
            <a:off x="1055440" y="0"/>
            <a:ext cx="5810250" cy="808038"/>
            <a:chOff x="228" y="230"/>
            <a:chExt cx="3660" cy="509"/>
          </a:xfrm>
        </p:grpSpPr>
        <p:sp>
          <p:nvSpPr>
            <p:cNvPr id="39956" name="Rectangle 401"/>
            <p:cNvSpPr>
              <a:spLocks noChangeArrowheads="1"/>
            </p:cNvSpPr>
            <p:nvPr/>
          </p:nvSpPr>
          <p:spPr bwMode="auto">
            <a:xfrm>
              <a:off x="228" y="276"/>
              <a:ext cx="3408" cy="432"/>
            </a:xfrm>
            <a:prstGeom prst="rect">
              <a:avLst/>
            </a:prstGeom>
            <a:solidFill>
              <a:srgbClr val="CCFFFF"/>
            </a:solidFill>
            <a:ln w="12700" cap="sq">
              <a:noFill/>
              <a:miter lim="800000"/>
            </a:ln>
            <a:effectLst>
              <a:outerShdw dist="107763" dir="2700000" algn="ctr" rotWithShape="0">
                <a:srgbClr val="B2B2B2"/>
              </a:outerShdw>
            </a:effectLst>
          </p:spPr>
          <p:txBody>
            <a:bodyPr wrap="none" anchor="ctr"/>
            <a:lstStyle/>
            <a:p>
              <a:endParaRPr lang="zh-CN" altLang="en-US"/>
            </a:p>
          </p:txBody>
        </p:sp>
        <p:sp>
          <p:nvSpPr>
            <p:cNvPr id="39957" name="Rectangle 403"/>
            <p:cNvSpPr>
              <a:spLocks noChangeArrowheads="1"/>
            </p:cNvSpPr>
            <p:nvPr/>
          </p:nvSpPr>
          <p:spPr bwMode="auto">
            <a:xfrm>
              <a:off x="778" y="329"/>
              <a:ext cx="3110" cy="356"/>
            </a:xfrm>
            <a:prstGeom prst="rect">
              <a:avLst/>
            </a:prstGeom>
            <a:noFill/>
            <a:ln w="12700" cap="sq">
              <a:noFill/>
              <a:miter lim="800000"/>
            </a:ln>
          </p:spPr>
          <p:txBody>
            <a:bodyPr>
              <a:spAutoFit/>
            </a:bodyPr>
            <a:lstStyle/>
            <a:p>
              <a:r>
                <a:rPr kumimoji="1" lang="zh-CN" altLang="en-US" sz="3100" dirty="0">
                  <a:solidFill>
                    <a:srgbClr val="000099"/>
                  </a:solidFill>
                </a:rPr>
                <a:t>约瑟夫(</a:t>
              </a:r>
              <a:r>
                <a:rPr kumimoji="1" lang="en-US" altLang="zh-CN" sz="3100" dirty="0">
                  <a:solidFill>
                    <a:srgbClr val="000099"/>
                  </a:solidFill>
                </a:rPr>
                <a:t>JOSEPHU)</a:t>
              </a:r>
              <a:r>
                <a:rPr kumimoji="1" lang="zh-CN" altLang="en-US" sz="3100" dirty="0">
                  <a:solidFill>
                    <a:srgbClr val="000099"/>
                  </a:solidFill>
                </a:rPr>
                <a:t>问题</a:t>
              </a:r>
              <a:endParaRPr kumimoji="1" lang="zh-CN" altLang="en-US" sz="3100" dirty="0">
                <a:solidFill>
                  <a:srgbClr val="000099"/>
                </a:solidFill>
              </a:endParaRPr>
            </a:p>
          </p:txBody>
        </p:sp>
        <p:sp>
          <p:nvSpPr>
            <p:cNvPr id="39958" name="Rectangle 730"/>
            <p:cNvSpPr>
              <a:spLocks noChangeArrowheads="1"/>
            </p:cNvSpPr>
            <p:nvPr/>
          </p:nvSpPr>
          <p:spPr bwMode="auto">
            <a:xfrm>
              <a:off x="316" y="230"/>
              <a:ext cx="492" cy="509"/>
            </a:xfrm>
            <a:prstGeom prst="rect">
              <a:avLst/>
            </a:prstGeom>
            <a:noFill/>
            <a:ln w="12700" cap="sq">
              <a:noFill/>
              <a:miter lim="800000"/>
            </a:ln>
            <a:effectLst>
              <a:outerShdw dist="28398" dir="3806097" algn="ctr" rotWithShape="0">
                <a:srgbClr val="000000"/>
              </a:outerShdw>
            </a:effectLst>
          </p:spPr>
          <p:txBody>
            <a:bodyPr wrap="none">
              <a:spAutoFit/>
            </a:bodyPr>
            <a:lstStyle/>
            <a:p>
              <a:r>
                <a:rPr kumimoji="1" lang="zh-CN" altLang="en-US" sz="4700">
                  <a:solidFill>
                    <a:srgbClr val="FF3300"/>
                  </a:solidFill>
                  <a:latin typeface="华文新魏" pitchFamily="2" charset="-122"/>
                  <a:ea typeface="华文新魏" pitchFamily="2" charset="-122"/>
                </a:rPr>
                <a:t>例</a:t>
              </a:r>
              <a:endParaRPr kumimoji="1" lang="zh-CN" altLang="en-US" sz="4700">
                <a:solidFill>
                  <a:srgbClr val="FF3300"/>
                </a:solidFill>
                <a:latin typeface="华文新魏" pitchFamily="2" charset="-122"/>
                <a:ea typeface="华文新魏" pitchFamily="2" charset="-122"/>
              </a:endParaRPr>
            </a:p>
          </p:txBody>
        </p:sp>
      </p:grpSp>
      <p:sp>
        <p:nvSpPr>
          <p:cNvPr id="191198" name="Text Box 734"/>
          <p:cNvSpPr txBox="1">
            <a:spLocks noChangeArrowheads="1"/>
          </p:cNvSpPr>
          <p:nvPr/>
        </p:nvSpPr>
        <p:spPr bwMode="auto">
          <a:xfrm>
            <a:off x="2593975" y="5181600"/>
            <a:ext cx="4470400" cy="488950"/>
          </a:xfrm>
          <a:prstGeom prst="rect">
            <a:avLst/>
          </a:prstGeom>
          <a:noFill/>
          <a:ln w="9525">
            <a:noFill/>
            <a:miter lim="800000"/>
          </a:ln>
          <a:effectLst>
            <a:outerShdw dist="12700" dir="5400000" algn="ctr" rotWithShape="0">
              <a:srgbClr val="000000"/>
            </a:outerShdw>
          </a:effectLst>
        </p:spPr>
        <p:txBody>
          <a:bodyPr>
            <a:spAutoFit/>
          </a:bodyPr>
          <a:lstStyle/>
          <a:p>
            <a:r>
              <a:rPr lang="zh-CN" altLang="en-US" sz="2600">
                <a:solidFill>
                  <a:srgbClr val="FF3300"/>
                </a:solidFill>
                <a:ea typeface="幼圆" pitchFamily="49" charset="-122"/>
              </a:rPr>
              <a:t>直到圆桌周围只剩一个人。</a:t>
            </a:r>
            <a:endParaRPr lang="zh-CN" altLang="en-US" sz="2600">
              <a:solidFill>
                <a:srgbClr val="FF3300"/>
              </a:solidFill>
              <a:ea typeface="幼圆" pitchFamily="49" charset="-122"/>
            </a:endParaRPr>
          </a:p>
        </p:txBody>
      </p:sp>
      <p:grpSp>
        <p:nvGrpSpPr>
          <p:cNvPr id="5" name="Group 736"/>
          <p:cNvGrpSpPr/>
          <p:nvPr/>
        </p:nvGrpSpPr>
        <p:grpSpPr bwMode="auto">
          <a:xfrm>
            <a:off x="7353301" y="2187576"/>
            <a:ext cx="2941638" cy="2841625"/>
            <a:chOff x="3672" y="1378"/>
            <a:chExt cx="1853" cy="1790"/>
          </a:xfrm>
        </p:grpSpPr>
        <p:sp>
          <p:nvSpPr>
            <p:cNvPr id="191201" name="Oval 737"/>
            <p:cNvSpPr>
              <a:spLocks noChangeArrowheads="1"/>
            </p:cNvSpPr>
            <p:nvPr/>
          </p:nvSpPr>
          <p:spPr bwMode="auto">
            <a:xfrm>
              <a:off x="3936" y="1632"/>
              <a:ext cx="1344" cy="1296"/>
            </a:xfrm>
            <a:prstGeom prst="ellipse">
              <a:avLst/>
            </a:prstGeom>
            <a:gradFill rotWithShape="0">
              <a:gsLst>
                <a:gs pos="0">
                  <a:schemeClr val="accent1"/>
                </a:gs>
                <a:gs pos="100000">
                  <a:schemeClr val="accent1">
                    <a:gamma/>
                    <a:shade val="46275"/>
                    <a:invGamma/>
                  </a:schemeClr>
                </a:gs>
              </a:gsLst>
              <a:path path="shape">
                <a:fillToRect l="50000" t="50000" r="50000" b="50000"/>
              </a:path>
            </a:gradFill>
            <a:ln w="9525">
              <a:solidFill>
                <a:srgbClr val="FF9900"/>
              </a:solidFill>
              <a:round/>
            </a:ln>
            <a:effectLst/>
          </p:spPr>
          <p:txBody>
            <a:bodyPr wrap="none" anchor="ctr"/>
            <a:lstStyle/>
            <a:p>
              <a:pPr>
                <a:defRPr/>
              </a:pPr>
              <a:endParaRPr lang="zh-CN" altLang="en-US"/>
            </a:p>
          </p:txBody>
        </p:sp>
        <p:sp>
          <p:nvSpPr>
            <p:cNvPr id="39944" name="Text Box 738"/>
            <p:cNvSpPr txBox="1">
              <a:spLocks noChangeArrowheads="1"/>
            </p:cNvSpPr>
            <p:nvPr/>
          </p:nvSpPr>
          <p:spPr bwMode="auto">
            <a:xfrm>
              <a:off x="4512" y="1392"/>
              <a:ext cx="288" cy="250"/>
            </a:xfrm>
            <a:prstGeom prst="rect">
              <a:avLst/>
            </a:prstGeom>
            <a:noFill/>
            <a:ln w="9525">
              <a:noFill/>
              <a:miter lim="800000"/>
            </a:ln>
          </p:spPr>
          <p:txBody>
            <a:bodyPr>
              <a:spAutoFit/>
            </a:bodyPr>
            <a:lstStyle/>
            <a:p>
              <a:pPr eaLnBrk="1" fontAlgn="base" hangingPunct="1"/>
              <a:r>
                <a:rPr kumimoji="1" lang="zh-CN" altLang="en-US" sz="2000">
                  <a:solidFill>
                    <a:schemeClr val="bg2"/>
                  </a:solidFill>
                  <a:ea typeface="宋体" pitchFamily="2" charset="-122"/>
                </a:rPr>
                <a:t>1</a:t>
              </a:r>
              <a:endParaRPr kumimoji="1" lang="zh-CN" altLang="en-US" sz="2000">
                <a:solidFill>
                  <a:schemeClr val="bg2"/>
                </a:solidFill>
                <a:ea typeface="宋体" pitchFamily="2" charset="-122"/>
              </a:endParaRPr>
            </a:p>
          </p:txBody>
        </p:sp>
        <p:sp>
          <p:nvSpPr>
            <p:cNvPr id="39945" name="Text Box 739"/>
            <p:cNvSpPr txBox="1">
              <a:spLocks noChangeArrowheads="1"/>
            </p:cNvSpPr>
            <p:nvPr/>
          </p:nvSpPr>
          <p:spPr bwMode="auto">
            <a:xfrm>
              <a:off x="4800" y="1440"/>
              <a:ext cx="288" cy="250"/>
            </a:xfrm>
            <a:prstGeom prst="rect">
              <a:avLst/>
            </a:prstGeom>
            <a:noFill/>
            <a:ln w="9525">
              <a:noFill/>
              <a:miter lim="800000"/>
            </a:ln>
          </p:spPr>
          <p:txBody>
            <a:bodyPr>
              <a:spAutoFit/>
            </a:bodyPr>
            <a:lstStyle/>
            <a:p>
              <a:pPr eaLnBrk="1" fontAlgn="base" hangingPunct="1"/>
              <a:r>
                <a:rPr kumimoji="1" lang="zh-CN" altLang="en-US" sz="2000">
                  <a:solidFill>
                    <a:schemeClr val="bg2"/>
                  </a:solidFill>
                  <a:ea typeface="宋体" pitchFamily="2" charset="-122"/>
                </a:rPr>
                <a:t>2</a:t>
              </a:r>
              <a:endParaRPr kumimoji="1" lang="zh-CN" altLang="en-US" sz="2000">
                <a:solidFill>
                  <a:schemeClr val="bg2"/>
                </a:solidFill>
                <a:ea typeface="宋体" pitchFamily="2" charset="-122"/>
              </a:endParaRPr>
            </a:p>
          </p:txBody>
        </p:sp>
        <p:sp>
          <p:nvSpPr>
            <p:cNvPr id="39946" name="Text Box 740"/>
            <p:cNvSpPr txBox="1">
              <a:spLocks noChangeArrowheads="1"/>
            </p:cNvSpPr>
            <p:nvPr/>
          </p:nvSpPr>
          <p:spPr bwMode="auto">
            <a:xfrm>
              <a:off x="5040" y="1584"/>
              <a:ext cx="288" cy="250"/>
            </a:xfrm>
            <a:prstGeom prst="rect">
              <a:avLst/>
            </a:prstGeom>
            <a:noFill/>
            <a:ln w="9525">
              <a:noFill/>
              <a:miter lim="800000"/>
            </a:ln>
          </p:spPr>
          <p:txBody>
            <a:bodyPr>
              <a:spAutoFit/>
            </a:bodyPr>
            <a:lstStyle/>
            <a:p>
              <a:pPr eaLnBrk="1" fontAlgn="base" hangingPunct="1"/>
              <a:r>
                <a:rPr kumimoji="1" lang="zh-CN" altLang="en-US" sz="2000">
                  <a:solidFill>
                    <a:schemeClr val="bg2"/>
                  </a:solidFill>
                  <a:ea typeface="宋体" pitchFamily="2" charset="-122"/>
                </a:rPr>
                <a:t>3</a:t>
              </a:r>
              <a:endParaRPr kumimoji="1" lang="zh-CN" altLang="en-US" sz="2000">
                <a:solidFill>
                  <a:schemeClr val="bg2"/>
                </a:solidFill>
                <a:ea typeface="宋体" pitchFamily="2" charset="-122"/>
              </a:endParaRPr>
            </a:p>
          </p:txBody>
        </p:sp>
        <p:sp>
          <p:nvSpPr>
            <p:cNvPr id="39947" name="Text Box 741"/>
            <p:cNvSpPr txBox="1">
              <a:spLocks noChangeArrowheads="1"/>
            </p:cNvSpPr>
            <p:nvPr/>
          </p:nvSpPr>
          <p:spPr bwMode="auto">
            <a:xfrm>
              <a:off x="4176" y="1440"/>
              <a:ext cx="336" cy="250"/>
            </a:xfrm>
            <a:prstGeom prst="rect">
              <a:avLst/>
            </a:prstGeom>
            <a:noFill/>
            <a:ln w="9525">
              <a:noFill/>
              <a:miter lim="800000"/>
            </a:ln>
          </p:spPr>
          <p:txBody>
            <a:bodyPr>
              <a:spAutoFit/>
            </a:bodyPr>
            <a:lstStyle/>
            <a:p>
              <a:pPr eaLnBrk="1" fontAlgn="base" hangingPunct="1"/>
              <a:r>
                <a:rPr kumimoji="1" lang="en-US" altLang="zh-CN" sz="2000">
                  <a:solidFill>
                    <a:schemeClr val="bg2"/>
                  </a:solidFill>
                  <a:ea typeface="宋体" pitchFamily="2" charset="-122"/>
                </a:rPr>
                <a:t>n</a:t>
              </a:r>
              <a:endParaRPr kumimoji="1" lang="en-US" altLang="zh-CN" sz="2000">
                <a:solidFill>
                  <a:schemeClr val="bg2"/>
                </a:solidFill>
                <a:ea typeface="宋体" pitchFamily="2" charset="-122"/>
              </a:endParaRPr>
            </a:p>
          </p:txBody>
        </p:sp>
        <p:sp>
          <p:nvSpPr>
            <p:cNvPr id="39948" name="Text Box 742"/>
            <p:cNvSpPr txBox="1">
              <a:spLocks noChangeArrowheads="1"/>
            </p:cNvSpPr>
            <p:nvPr/>
          </p:nvSpPr>
          <p:spPr bwMode="auto">
            <a:xfrm>
              <a:off x="4464" y="2880"/>
              <a:ext cx="412" cy="288"/>
            </a:xfrm>
            <a:prstGeom prst="rect">
              <a:avLst/>
            </a:prstGeom>
            <a:noFill/>
            <a:ln w="9525">
              <a:noFill/>
              <a:miter lim="800000"/>
            </a:ln>
          </p:spPr>
          <p:txBody>
            <a:bodyPr>
              <a:spAutoFit/>
            </a:bodyPr>
            <a:lstStyle/>
            <a:p>
              <a:pPr eaLnBrk="1" fontAlgn="base" hangingPunct="1"/>
              <a:r>
                <a:rPr kumimoji="1" lang="zh-CN" altLang="en-US" sz="2400">
                  <a:solidFill>
                    <a:srgbClr val="000000"/>
                  </a:solidFill>
                  <a:ea typeface="宋体" pitchFamily="2" charset="-122"/>
                  <a:sym typeface="Symbol" pitchFamily="18" charset="2"/>
                </a:rPr>
                <a:t></a:t>
              </a:r>
              <a:endParaRPr kumimoji="1" lang="zh-CN" altLang="en-US" sz="2400">
                <a:solidFill>
                  <a:srgbClr val="000000"/>
                </a:solidFill>
                <a:ea typeface="宋体" pitchFamily="2" charset="-122"/>
              </a:endParaRPr>
            </a:p>
          </p:txBody>
        </p:sp>
        <p:sp>
          <p:nvSpPr>
            <p:cNvPr id="39949" name="Text Box 743"/>
            <p:cNvSpPr txBox="1">
              <a:spLocks noChangeArrowheads="1"/>
            </p:cNvSpPr>
            <p:nvPr/>
          </p:nvSpPr>
          <p:spPr bwMode="auto">
            <a:xfrm>
              <a:off x="5232" y="1824"/>
              <a:ext cx="196" cy="250"/>
            </a:xfrm>
            <a:prstGeom prst="rect">
              <a:avLst/>
            </a:prstGeom>
            <a:noFill/>
            <a:ln w="9525">
              <a:noFill/>
              <a:miter lim="800000"/>
            </a:ln>
          </p:spPr>
          <p:txBody>
            <a:bodyPr wrap="none">
              <a:spAutoFit/>
            </a:bodyPr>
            <a:lstStyle/>
            <a:p>
              <a:pPr algn="ctr"/>
              <a:r>
                <a:rPr lang="zh-CN" altLang="en-US" sz="2000">
                  <a:solidFill>
                    <a:schemeClr val="bg2"/>
                  </a:solidFill>
                  <a:ea typeface="宋体" pitchFamily="2" charset="-122"/>
                </a:rPr>
                <a:t>4</a:t>
              </a:r>
              <a:endParaRPr lang="zh-CN" altLang="en-US" sz="2000">
                <a:solidFill>
                  <a:schemeClr val="bg2"/>
                </a:solidFill>
                <a:ea typeface="宋体" pitchFamily="2" charset="-122"/>
              </a:endParaRPr>
            </a:p>
          </p:txBody>
        </p:sp>
        <p:sp>
          <p:nvSpPr>
            <p:cNvPr id="39950" name="Text Box 744"/>
            <p:cNvSpPr txBox="1">
              <a:spLocks noChangeArrowheads="1"/>
            </p:cNvSpPr>
            <p:nvPr/>
          </p:nvSpPr>
          <p:spPr bwMode="auto">
            <a:xfrm>
              <a:off x="5316" y="2064"/>
              <a:ext cx="196" cy="250"/>
            </a:xfrm>
            <a:prstGeom prst="rect">
              <a:avLst/>
            </a:prstGeom>
            <a:noFill/>
            <a:ln w="9525">
              <a:noFill/>
              <a:miter lim="800000"/>
            </a:ln>
          </p:spPr>
          <p:txBody>
            <a:bodyPr wrap="none">
              <a:spAutoFit/>
            </a:bodyPr>
            <a:lstStyle/>
            <a:p>
              <a:r>
                <a:rPr lang="zh-CN" altLang="en-US" sz="2000">
                  <a:solidFill>
                    <a:schemeClr val="bg2"/>
                  </a:solidFill>
                  <a:ea typeface="宋体" pitchFamily="2" charset="-122"/>
                </a:rPr>
                <a:t>5</a:t>
              </a:r>
              <a:endParaRPr lang="zh-CN" altLang="en-US" sz="2000">
                <a:solidFill>
                  <a:schemeClr val="bg2"/>
                </a:solidFill>
                <a:ea typeface="宋体" pitchFamily="2" charset="-122"/>
              </a:endParaRPr>
            </a:p>
          </p:txBody>
        </p:sp>
        <p:sp>
          <p:nvSpPr>
            <p:cNvPr id="39951" name="Text Box 745"/>
            <p:cNvSpPr txBox="1">
              <a:spLocks noChangeArrowheads="1"/>
            </p:cNvSpPr>
            <p:nvPr/>
          </p:nvSpPr>
          <p:spPr bwMode="auto">
            <a:xfrm>
              <a:off x="5356" y="2208"/>
              <a:ext cx="169" cy="291"/>
            </a:xfrm>
            <a:prstGeom prst="rect">
              <a:avLst/>
            </a:prstGeom>
            <a:noFill/>
            <a:ln w="9525">
              <a:noFill/>
              <a:miter lim="800000"/>
            </a:ln>
          </p:spPr>
          <p:txBody>
            <a:bodyPr wrap="none">
              <a:spAutoFit/>
            </a:bodyPr>
            <a:lstStyle/>
            <a:p>
              <a:r>
                <a:rPr lang="zh-CN" altLang="en-US" sz="2400">
                  <a:solidFill>
                    <a:schemeClr val="bg2"/>
                  </a:solidFill>
                  <a:ea typeface="宋体" pitchFamily="2" charset="-122"/>
                  <a:cs typeface="Times New Roman" panose="02020503050405090304" pitchFamily="18" charset="0"/>
                </a:rPr>
                <a:t>·</a:t>
              </a:r>
              <a:endParaRPr lang="zh-CN" altLang="en-US" sz="2400">
                <a:solidFill>
                  <a:schemeClr val="bg2"/>
                </a:solidFill>
                <a:ea typeface="宋体" pitchFamily="2" charset="-122"/>
                <a:cs typeface="Times New Roman" panose="02020503050405090304" pitchFamily="18" charset="0"/>
              </a:endParaRPr>
            </a:p>
          </p:txBody>
        </p:sp>
        <p:sp>
          <p:nvSpPr>
            <p:cNvPr id="39952" name="Text Box 746"/>
            <p:cNvSpPr txBox="1">
              <a:spLocks noChangeArrowheads="1"/>
            </p:cNvSpPr>
            <p:nvPr/>
          </p:nvSpPr>
          <p:spPr bwMode="auto">
            <a:xfrm>
              <a:off x="5328" y="2352"/>
              <a:ext cx="169" cy="291"/>
            </a:xfrm>
            <a:prstGeom prst="rect">
              <a:avLst/>
            </a:prstGeom>
            <a:noFill/>
            <a:ln w="9525">
              <a:noFill/>
              <a:miter lim="800000"/>
            </a:ln>
          </p:spPr>
          <p:txBody>
            <a:bodyPr wrap="none">
              <a:spAutoFit/>
            </a:bodyPr>
            <a:lstStyle/>
            <a:p>
              <a:r>
                <a:rPr lang="zh-CN" altLang="en-US" sz="2400">
                  <a:solidFill>
                    <a:schemeClr val="bg2"/>
                  </a:solidFill>
                  <a:ea typeface="宋体" pitchFamily="2" charset="-122"/>
                  <a:cs typeface="Times New Roman" panose="02020503050405090304" pitchFamily="18" charset="0"/>
                </a:rPr>
                <a:t>·</a:t>
              </a:r>
              <a:endParaRPr lang="zh-CN" altLang="en-US" sz="2400">
                <a:solidFill>
                  <a:schemeClr val="bg2"/>
                </a:solidFill>
                <a:ea typeface="宋体" pitchFamily="2" charset="-122"/>
                <a:cs typeface="Times New Roman" panose="02020503050405090304" pitchFamily="18" charset="0"/>
              </a:endParaRPr>
            </a:p>
          </p:txBody>
        </p:sp>
        <p:sp>
          <p:nvSpPr>
            <p:cNvPr id="39953" name="Text Box 747"/>
            <p:cNvSpPr txBox="1">
              <a:spLocks noChangeArrowheads="1"/>
            </p:cNvSpPr>
            <p:nvPr/>
          </p:nvSpPr>
          <p:spPr bwMode="auto">
            <a:xfrm>
              <a:off x="5260" y="2496"/>
              <a:ext cx="169" cy="291"/>
            </a:xfrm>
            <a:prstGeom prst="rect">
              <a:avLst/>
            </a:prstGeom>
            <a:noFill/>
            <a:ln w="9525">
              <a:noFill/>
              <a:miter lim="800000"/>
            </a:ln>
          </p:spPr>
          <p:txBody>
            <a:bodyPr wrap="none">
              <a:spAutoFit/>
            </a:bodyPr>
            <a:lstStyle/>
            <a:p>
              <a:r>
                <a:rPr lang="zh-CN" altLang="en-US" sz="2400">
                  <a:solidFill>
                    <a:schemeClr val="bg2"/>
                  </a:solidFill>
                  <a:ea typeface="宋体" pitchFamily="2" charset="-122"/>
                  <a:cs typeface="Times New Roman" panose="02020503050405090304" pitchFamily="18" charset="0"/>
                </a:rPr>
                <a:t>·</a:t>
              </a:r>
              <a:endParaRPr lang="zh-CN" altLang="en-US" sz="2400">
                <a:solidFill>
                  <a:schemeClr val="bg2"/>
                </a:solidFill>
                <a:ea typeface="宋体" pitchFamily="2" charset="-122"/>
                <a:cs typeface="Times New Roman" panose="02020503050405090304" pitchFamily="18" charset="0"/>
              </a:endParaRPr>
            </a:p>
          </p:txBody>
        </p:sp>
        <p:sp>
          <p:nvSpPr>
            <p:cNvPr id="39954" name="Text Box 748"/>
            <p:cNvSpPr txBox="1">
              <a:spLocks noChangeArrowheads="1"/>
            </p:cNvSpPr>
            <p:nvPr/>
          </p:nvSpPr>
          <p:spPr bwMode="auto">
            <a:xfrm rot="-2975187">
              <a:off x="3794" y="1526"/>
              <a:ext cx="545" cy="250"/>
            </a:xfrm>
            <a:prstGeom prst="rect">
              <a:avLst/>
            </a:prstGeom>
            <a:noFill/>
            <a:ln w="9525">
              <a:noFill/>
              <a:miter lim="800000"/>
            </a:ln>
          </p:spPr>
          <p:txBody>
            <a:bodyPr>
              <a:spAutoFit/>
            </a:bodyPr>
            <a:lstStyle/>
            <a:p>
              <a:pPr eaLnBrk="1" fontAlgn="base" hangingPunct="1"/>
              <a:r>
                <a:rPr kumimoji="1" lang="en-US" altLang="zh-CN" sz="2000">
                  <a:solidFill>
                    <a:schemeClr val="bg2"/>
                  </a:solidFill>
                  <a:ea typeface="宋体" pitchFamily="2" charset="-122"/>
                </a:rPr>
                <a:t>n-1</a:t>
              </a:r>
              <a:endParaRPr kumimoji="1" lang="en-US" altLang="zh-CN" sz="2000">
                <a:solidFill>
                  <a:schemeClr val="bg2"/>
                </a:solidFill>
                <a:ea typeface="宋体" pitchFamily="2" charset="-122"/>
              </a:endParaRPr>
            </a:p>
          </p:txBody>
        </p:sp>
        <p:sp>
          <p:nvSpPr>
            <p:cNvPr id="39955" name="Text Box 749"/>
            <p:cNvSpPr txBox="1">
              <a:spLocks noChangeArrowheads="1"/>
            </p:cNvSpPr>
            <p:nvPr/>
          </p:nvSpPr>
          <p:spPr bwMode="auto">
            <a:xfrm rot="-4266704">
              <a:off x="3610" y="1838"/>
              <a:ext cx="412" cy="288"/>
            </a:xfrm>
            <a:prstGeom prst="rect">
              <a:avLst/>
            </a:prstGeom>
            <a:noFill/>
            <a:ln w="9525">
              <a:noFill/>
              <a:miter lim="800000"/>
            </a:ln>
          </p:spPr>
          <p:txBody>
            <a:bodyPr>
              <a:spAutoFit/>
            </a:bodyPr>
            <a:lstStyle/>
            <a:p>
              <a:pPr eaLnBrk="1" fontAlgn="base" hangingPunct="1"/>
              <a:r>
                <a:rPr kumimoji="1" lang="zh-CN" altLang="en-US" sz="2400">
                  <a:solidFill>
                    <a:srgbClr val="000000"/>
                  </a:solidFill>
                  <a:ea typeface="宋体" pitchFamily="2" charset="-122"/>
                  <a:sym typeface="Symbol" pitchFamily="18" charset="2"/>
                </a:rPr>
                <a:t></a:t>
              </a:r>
              <a:endParaRPr kumimoji="1" lang="zh-CN" altLang="en-US" sz="2400">
                <a:solidFill>
                  <a:srgbClr val="000000"/>
                </a:solidFill>
                <a:ea typeface="宋体"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28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strVal val="4/3*#ppt_w"/>
                                          </p:val>
                                        </p:tav>
                                        <p:tav tm="100000">
                                          <p:val>
                                            <p:strVal val="#ppt_w"/>
                                          </p:val>
                                        </p:tav>
                                      </p:tavLst>
                                    </p:anim>
                                    <p:anim calcmode="lin" valueType="num">
                                      <p:cBhvr>
                                        <p:cTn id="8" dur="500" fill="hold"/>
                                        <p:tgtEl>
                                          <p:spTgt spid="5"/>
                                        </p:tgtEl>
                                        <p:attrNameLst>
                                          <p:attrName>ppt_h</p:attrName>
                                        </p:attrNameLst>
                                      </p:cBhvr>
                                      <p:tavLst>
                                        <p:tav tm="0">
                                          <p:val>
                                            <p:strVal val="4/3*#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up)">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2"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slide(fromRight)">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4" fill="hold" grpId="0" nodeType="clickEffect">
                                  <p:stCondLst>
                                    <p:cond delay="0"/>
                                  </p:stCondLst>
                                  <p:childTnLst>
                                    <p:set>
                                      <p:cBhvr>
                                        <p:cTn id="22" dur="1" fill="hold">
                                          <p:stCondLst>
                                            <p:cond delay="0"/>
                                          </p:stCondLst>
                                        </p:cTn>
                                        <p:tgtEl>
                                          <p:spTgt spid="191198"/>
                                        </p:tgtEl>
                                        <p:attrNameLst>
                                          <p:attrName>style.visibility</p:attrName>
                                        </p:attrNameLst>
                                      </p:cBhvr>
                                      <p:to>
                                        <p:strVal val="visible"/>
                                      </p:to>
                                    </p:set>
                                    <p:animEffect transition="in" filter="slide(fromBottom)">
                                      <p:cBhvr>
                                        <p:cTn id="23" dur="500"/>
                                        <p:tgtEl>
                                          <p:spTgt spid="1911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198" grpId="0" autoUpdateAnimBg="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10"/>
          <p:cNvGrpSpPr/>
          <p:nvPr/>
        </p:nvGrpSpPr>
        <p:grpSpPr bwMode="auto">
          <a:xfrm>
            <a:off x="3200401" y="4267200"/>
            <a:ext cx="3800475" cy="685800"/>
            <a:chOff x="1008" y="2592"/>
            <a:chExt cx="2394" cy="432"/>
          </a:xfrm>
        </p:grpSpPr>
        <p:sp>
          <p:nvSpPr>
            <p:cNvPr id="41016" name="Rectangle 51"/>
            <p:cNvSpPr>
              <a:spLocks noChangeArrowheads="1"/>
            </p:cNvSpPr>
            <p:nvPr/>
          </p:nvSpPr>
          <p:spPr bwMode="auto">
            <a:xfrm>
              <a:off x="1008" y="2592"/>
              <a:ext cx="2208" cy="432"/>
            </a:xfrm>
            <a:prstGeom prst="rect">
              <a:avLst/>
            </a:prstGeom>
            <a:solidFill>
              <a:srgbClr val="FFFFCD"/>
            </a:solidFill>
            <a:ln w="12700" cap="sq">
              <a:noFill/>
              <a:miter lim="800000"/>
            </a:ln>
            <a:effectLst>
              <a:outerShdw dist="125724" dir="2700000" algn="ctr" rotWithShape="0">
                <a:srgbClr val="B2B2B2"/>
              </a:outerShdw>
            </a:effectLst>
          </p:spPr>
          <p:txBody>
            <a:bodyPr wrap="none" anchor="ctr"/>
            <a:lstStyle/>
            <a:p>
              <a:endParaRPr lang="zh-CN" altLang="en-US"/>
            </a:p>
          </p:txBody>
        </p:sp>
        <p:sp>
          <p:nvSpPr>
            <p:cNvPr id="41017" name="Rectangle 52"/>
            <p:cNvSpPr>
              <a:spLocks noChangeArrowheads="1"/>
            </p:cNvSpPr>
            <p:nvPr/>
          </p:nvSpPr>
          <p:spPr bwMode="auto">
            <a:xfrm>
              <a:off x="1056" y="2659"/>
              <a:ext cx="2346" cy="346"/>
            </a:xfrm>
            <a:prstGeom prst="rect">
              <a:avLst/>
            </a:prstGeom>
            <a:noFill/>
            <a:ln w="12700" cap="sq">
              <a:noFill/>
              <a:miter lim="800000"/>
            </a:ln>
          </p:spPr>
          <p:txBody>
            <a:bodyPr>
              <a:spAutoFit/>
            </a:bodyPr>
            <a:lstStyle/>
            <a:p>
              <a:r>
                <a:rPr lang="zh-CN" altLang="en-US" sz="3000">
                  <a:solidFill>
                    <a:srgbClr val="00008C"/>
                  </a:solidFill>
                </a:rPr>
                <a:t> </a:t>
              </a:r>
              <a:r>
                <a:rPr lang="zh-CN" altLang="en-US" sz="3000">
                  <a:solidFill>
                    <a:srgbClr val="00008C"/>
                  </a:solidFill>
                  <a:ea typeface="黑体" panose="02010609060101010101" pitchFamily="2" charset="-122"/>
                </a:rPr>
                <a:t>若假设</a:t>
              </a:r>
              <a:r>
                <a:rPr lang="zh-CN" altLang="en-US" sz="3000">
                  <a:solidFill>
                    <a:srgbClr val="00008C"/>
                  </a:solidFill>
                </a:rPr>
                <a:t> </a:t>
              </a:r>
              <a:r>
                <a:rPr lang="en-US" altLang="zh-CN" sz="3000">
                  <a:solidFill>
                    <a:srgbClr val="00008C"/>
                  </a:solidFill>
                  <a:ea typeface="宋体" pitchFamily="2" charset="-122"/>
                </a:rPr>
                <a:t>k=3,  m=4</a:t>
              </a:r>
              <a:endParaRPr lang="en-US" altLang="zh-CN" sz="3000">
                <a:solidFill>
                  <a:srgbClr val="00008C"/>
                </a:solidFill>
                <a:ea typeface="宋体" pitchFamily="2" charset="-122"/>
              </a:endParaRPr>
            </a:p>
          </p:txBody>
        </p:sp>
      </p:grpSp>
      <p:sp>
        <p:nvSpPr>
          <p:cNvPr id="387125" name="Text Box 53"/>
          <p:cNvSpPr txBox="1">
            <a:spLocks noChangeArrowheads="1"/>
          </p:cNvSpPr>
          <p:nvPr/>
        </p:nvSpPr>
        <p:spPr bwMode="auto">
          <a:xfrm>
            <a:off x="3810000" y="5218114"/>
            <a:ext cx="4495800" cy="1182687"/>
          </a:xfrm>
          <a:prstGeom prst="rect">
            <a:avLst/>
          </a:prstGeom>
          <a:noFill/>
          <a:ln w="9525">
            <a:noFill/>
            <a:miter lim="800000"/>
          </a:ln>
        </p:spPr>
        <p:txBody>
          <a:bodyPr>
            <a:spAutoFit/>
          </a:bodyPr>
          <a:lstStyle/>
          <a:p>
            <a:pPr>
              <a:lnSpc>
                <a:spcPct val="85000"/>
              </a:lnSpc>
              <a:spcBef>
                <a:spcPct val="0"/>
              </a:spcBef>
            </a:pPr>
            <a:r>
              <a:rPr lang="en-US" altLang="zh-CN" sz="2800">
                <a:solidFill>
                  <a:srgbClr val="00008C"/>
                </a:solidFill>
                <a:ea typeface="幼圆" pitchFamily="49" charset="-122"/>
              </a:rPr>
              <a:t>n </a:t>
            </a:r>
            <a:r>
              <a:rPr lang="en-US" altLang="zh-CN" sz="2800">
                <a:solidFill>
                  <a:srgbClr val="00008C"/>
                </a:solidFill>
                <a:latin typeface="幼圆" pitchFamily="49" charset="-122"/>
                <a:ea typeface="幼圆" pitchFamily="49" charset="-122"/>
              </a:rPr>
              <a:t>: </a:t>
            </a:r>
            <a:r>
              <a:rPr lang="zh-CN" altLang="en-US" sz="2800">
                <a:solidFill>
                  <a:srgbClr val="00008C"/>
                </a:solidFill>
                <a:latin typeface="幼圆" pitchFamily="49" charset="-122"/>
                <a:ea typeface="幼圆" pitchFamily="49" charset="-122"/>
              </a:rPr>
              <a:t>链表中链结点的个数；</a:t>
            </a:r>
            <a:endParaRPr lang="zh-CN" altLang="en-US" sz="2800">
              <a:solidFill>
                <a:srgbClr val="00008C"/>
              </a:solidFill>
              <a:latin typeface="幼圆" pitchFamily="49" charset="-122"/>
              <a:ea typeface="幼圆" pitchFamily="49" charset="-122"/>
            </a:endParaRPr>
          </a:p>
          <a:p>
            <a:pPr>
              <a:lnSpc>
                <a:spcPct val="85000"/>
              </a:lnSpc>
              <a:spcBef>
                <a:spcPct val="0"/>
              </a:spcBef>
            </a:pPr>
            <a:r>
              <a:rPr lang="en-US" altLang="zh-CN" sz="2800">
                <a:solidFill>
                  <a:srgbClr val="00008C"/>
                </a:solidFill>
                <a:ea typeface="幼圆" pitchFamily="49" charset="-122"/>
              </a:rPr>
              <a:t>k</a:t>
            </a:r>
            <a:r>
              <a:rPr lang="en-US" altLang="zh-CN" sz="2800">
                <a:solidFill>
                  <a:srgbClr val="00008C"/>
                </a:solidFill>
                <a:latin typeface="幼圆" pitchFamily="49" charset="-122"/>
                <a:ea typeface="幼圆" pitchFamily="49" charset="-122"/>
              </a:rPr>
              <a:t>： </a:t>
            </a:r>
            <a:r>
              <a:rPr lang="zh-CN" altLang="en-US" sz="2800">
                <a:solidFill>
                  <a:srgbClr val="00008C"/>
                </a:solidFill>
                <a:latin typeface="幼圆" pitchFamily="49" charset="-122"/>
                <a:ea typeface="幼圆" pitchFamily="49" charset="-122"/>
              </a:rPr>
              <a:t>第一个出发点；</a:t>
            </a:r>
            <a:endParaRPr lang="zh-CN" altLang="en-US" sz="2800">
              <a:solidFill>
                <a:srgbClr val="00008C"/>
              </a:solidFill>
              <a:latin typeface="幼圆" pitchFamily="49" charset="-122"/>
              <a:ea typeface="幼圆" pitchFamily="49" charset="-122"/>
            </a:endParaRPr>
          </a:p>
          <a:p>
            <a:pPr>
              <a:lnSpc>
                <a:spcPct val="85000"/>
              </a:lnSpc>
              <a:spcBef>
                <a:spcPct val="0"/>
              </a:spcBef>
            </a:pPr>
            <a:r>
              <a:rPr lang="en-US" altLang="zh-CN" sz="2800">
                <a:solidFill>
                  <a:srgbClr val="00008C"/>
                </a:solidFill>
                <a:ea typeface="幼圆" pitchFamily="49" charset="-122"/>
              </a:rPr>
              <a:t>m</a:t>
            </a:r>
            <a:r>
              <a:rPr lang="en-US" altLang="zh-CN" sz="2800">
                <a:solidFill>
                  <a:srgbClr val="00008C"/>
                </a:solidFill>
                <a:latin typeface="幼圆" pitchFamily="49" charset="-122"/>
                <a:ea typeface="幼圆" pitchFamily="49" charset="-122"/>
              </a:rPr>
              <a:t>：</a:t>
            </a:r>
            <a:r>
              <a:rPr lang="zh-CN" altLang="en-US" sz="2800">
                <a:solidFill>
                  <a:srgbClr val="00008C"/>
                </a:solidFill>
                <a:latin typeface="幼圆" pitchFamily="49" charset="-122"/>
                <a:ea typeface="幼圆" pitchFamily="49" charset="-122"/>
              </a:rPr>
              <a:t>报数。</a:t>
            </a:r>
            <a:endParaRPr lang="zh-CN" altLang="en-US" sz="2800">
              <a:solidFill>
                <a:srgbClr val="00008C"/>
              </a:solidFill>
              <a:latin typeface="幼圆" pitchFamily="49" charset="-122"/>
              <a:ea typeface="幼圆" pitchFamily="49" charset="-122"/>
            </a:endParaRPr>
          </a:p>
        </p:txBody>
      </p:sp>
      <p:grpSp>
        <p:nvGrpSpPr>
          <p:cNvPr id="3" name="Group 109"/>
          <p:cNvGrpSpPr/>
          <p:nvPr/>
        </p:nvGrpSpPr>
        <p:grpSpPr bwMode="auto">
          <a:xfrm>
            <a:off x="2781301" y="1150939"/>
            <a:ext cx="5867400" cy="1066800"/>
            <a:chOff x="864" y="288"/>
            <a:chExt cx="3696" cy="672"/>
          </a:xfrm>
        </p:grpSpPr>
        <p:sp>
          <p:nvSpPr>
            <p:cNvPr id="41013" name="Rectangle 77"/>
            <p:cNvSpPr>
              <a:spLocks noChangeArrowheads="1"/>
            </p:cNvSpPr>
            <p:nvPr/>
          </p:nvSpPr>
          <p:spPr bwMode="auto">
            <a:xfrm>
              <a:off x="864" y="336"/>
              <a:ext cx="3696" cy="319"/>
            </a:xfrm>
            <a:prstGeom prst="rect">
              <a:avLst/>
            </a:prstGeom>
            <a:noFill/>
            <a:ln w="31750" cap="sq">
              <a:noFill/>
              <a:miter lim="800000"/>
            </a:ln>
          </p:spPr>
          <p:txBody>
            <a:bodyPr>
              <a:spAutoFit/>
            </a:bodyPr>
            <a:lstStyle/>
            <a:p>
              <a:pPr algn="ctr">
                <a:lnSpc>
                  <a:spcPct val="85000"/>
                </a:lnSpc>
                <a:spcBef>
                  <a:spcPct val="0"/>
                </a:spcBef>
              </a:pPr>
              <a:r>
                <a:rPr lang="zh-CN" altLang="en-US" sz="3200" i="1" dirty="0">
                  <a:solidFill>
                    <a:srgbClr val="00008C"/>
                  </a:solidFill>
                  <a:latin typeface="黑体" panose="02010609060101010101" pitchFamily="2" charset="-122"/>
                  <a:ea typeface="黑体" panose="02010609060101010101" pitchFamily="2" charset="-122"/>
                </a:rPr>
                <a:t>利用一个不带表头结点的</a:t>
              </a:r>
              <a:endParaRPr lang="zh-CN" altLang="en-US" sz="3200" i="1" dirty="0">
                <a:solidFill>
                  <a:srgbClr val="00008C"/>
                </a:solidFill>
                <a:latin typeface="黑体" panose="02010609060101010101" pitchFamily="2" charset="-122"/>
                <a:ea typeface="黑体" panose="02010609060101010101" pitchFamily="2" charset="-122"/>
              </a:endParaRPr>
            </a:p>
          </p:txBody>
        </p:sp>
        <p:sp>
          <p:nvSpPr>
            <p:cNvPr id="41014" name="Rectangle 107"/>
            <p:cNvSpPr>
              <a:spLocks noChangeArrowheads="1"/>
            </p:cNvSpPr>
            <p:nvPr/>
          </p:nvSpPr>
          <p:spPr bwMode="auto">
            <a:xfrm>
              <a:off x="912" y="288"/>
              <a:ext cx="3648" cy="672"/>
            </a:xfrm>
            <a:prstGeom prst="rect">
              <a:avLst/>
            </a:prstGeom>
            <a:noFill/>
            <a:ln w="79375" cap="sq">
              <a:solidFill>
                <a:srgbClr val="00CCFF"/>
              </a:solidFill>
              <a:miter lim="800000"/>
            </a:ln>
            <a:effectLst>
              <a:outerShdw dist="63500" dir="2212194" algn="ctr" rotWithShape="0">
                <a:srgbClr val="B2B2B2"/>
              </a:outerShdw>
            </a:effectLst>
          </p:spPr>
          <p:txBody>
            <a:bodyPr wrap="none" anchor="ctr"/>
            <a:lstStyle/>
            <a:p>
              <a:endParaRPr lang="zh-CN" altLang="en-US"/>
            </a:p>
          </p:txBody>
        </p:sp>
        <p:sp>
          <p:nvSpPr>
            <p:cNvPr id="41015" name="Rectangle 108"/>
            <p:cNvSpPr>
              <a:spLocks noChangeArrowheads="1"/>
            </p:cNvSpPr>
            <p:nvPr/>
          </p:nvSpPr>
          <p:spPr bwMode="auto">
            <a:xfrm>
              <a:off x="2080" y="528"/>
              <a:ext cx="2000" cy="413"/>
            </a:xfrm>
            <a:prstGeom prst="rect">
              <a:avLst/>
            </a:prstGeom>
            <a:noFill/>
            <a:ln w="12700" cap="sq">
              <a:noFill/>
              <a:miter lim="800000"/>
            </a:ln>
            <a:effectLst>
              <a:outerShdw dist="17961" dir="2700000" algn="ctr" rotWithShape="0">
                <a:srgbClr val="000000"/>
              </a:outerShdw>
            </a:effectLst>
          </p:spPr>
          <p:txBody>
            <a:bodyPr>
              <a:spAutoFit/>
            </a:bodyPr>
            <a:lstStyle/>
            <a:p>
              <a:r>
                <a:rPr lang="zh-CN" altLang="en-US" sz="3700" i="1">
                  <a:solidFill>
                    <a:srgbClr val="FF3300"/>
                  </a:solidFill>
                  <a:latin typeface="黑体" panose="02010609060101010101" pitchFamily="2" charset="-122"/>
                  <a:ea typeface="黑体" panose="02010609060101010101" pitchFamily="2" charset="-122"/>
                </a:rPr>
                <a:t>循环链表</a:t>
              </a:r>
              <a:endParaRPr lang="zh-CN" altLang="en-US" sz="3700" i="1">
                <a:solidFill>
                  <a:srgbClr val="FF3300"/>
                </a:solidFill>
                <a:latin typeface="黑体" panose="02010609060101010101" pitchFamily="2" charset="-122"/>
                <a:ea typeface="黑体" panose="02010609060101010101" pitchFamily="2" charset="-122"/>
              </a:endParaRPr>
            </a:p>
          </p:txBody>
        </p:sp>
      </p:grpSp>
      <p:grpSp>
        <p:nvGrpSpPr>
          <p:cNvPr id="4" name="Group 111"/>
          <p:cNvGrpSpPr/>
          <p:nvPr/>
        </p:nvGrpSpPr>
        <p:grpSpPr bwMode="auto">
          <a:xfrm>
            <a:off x="1792288" y="2438401"/>
            <a:ext cx="8535988" cy="1084263"/>
            <a:chOff x="169" y="1536"/>
            <a:chExt cx="5377" cy="683"/>
          </a:xfrm>
        </p:grpSpPr>
        <p:sp>
          <p:nvSpPr>
            <p:cNvPr id="40966" name="Line 112"/>
            <p:cNvSpPr>
              <a:spLocks noChangeShapeType="1"/>
            </p:cNvSpPr>
            <p:nvPr/>
          </p:nvSpPr>
          <p:spPr bwMode="auto">
            <a:xfrm>
              <a:off x="583" y="1728"/>
              <a:ext cx="4944" cy="0"/>
            </a:xfrm>
            <a:prstGeom prst="line">
              <a:avLst/>
            </a:prstGeom>
            <a:noFill/>
            <a:ln w="22225" cap="sq">
              <a:solidFill>
                <a:srgbClr val="333300"/>
              </a:solidFill>
              <a:round/>
            </a:ln>
          </p:spPr>
          <p:txBody>
            <a:bodyPr wrap="none" anchor="ctr"/>
            <a:lstStyle/>
            <a:p>
              <a:endParaRPr lang="zh-CN" altLang="en-US"/>
            </a:p>
          </p:txBody>
        </p:sp>
        <p:grpSp>
          <p:nvGrpSpPr>
            <p:cNvPr id="5" name="Group 113"/>
            <p:cNvGrpSpPr/>
            <p:nvPr/>
          </p:nvGrpSpPr>
          <p:grpSpPr bwMode="auto">
            <a:xfrm>
              <a:off x="432" y="1968"/>
              <a:ext cx="288" cy="240"/>
              <a:chOff x="768" y="2448"/>
              <a:chExt cx="288" cy="240"/>
            </a:xfrm>
          </p:grpSpPr>
          <p:sp>
            <p:nvSpPr>
              <p:cNvPr id="41011" name="Rectangle 114"/>
              <p:cNvSpPr>
                <a:spLocks noChangeArrowheads="1"/>
              </p:cNvSpPr>
              <p:nvPr/>
            </p:nvSpPr>
            <p:spPr bwMode="auto">
              <a:xfrm>
                <a:off x="768" y="2448"/>
                <a:ext cx="192" cy="240"/>
              </a:xfrm>
              <a:prstGeom prst="rect">
                <a:avLst/>
              </a:prstGeom>
              <a:noFill/>
              <a:ln w="25400" cap="sq">
                <a:solidFill>
                  <a:srgbClr val="000000"/>
                </a:solidFill>
                <a:miter lim="800000"/>
              </a:ln>
            </p:spPr>
            <p:txBody>
              <a:bodyPr wrap="none" anchor="ctr"/>
              <a:lstStyle/>
              <a:p>
                <a:endParaRPr lang="zh-CN" altLang="en-US"/>
              </a:p>
            </p:txBody>
          </p:sp>
          <p:sp>
            <p:nvSpPr>
              <p:cNvPr id="41012" name="Rectangle 115"/>
              <p:cNvSpPr>
                <a:spLocks noChangeArrowheads="1"/>
              </p:cNvSpPr>
              <p:nvPr/>
            </p:nvSpPr>
            <p:spPr bwMode="auto">
              <a:xfrm>
                <a:off x="960" y="2448"/>
                <a:ext cx="96" cy="240"/>
              </a:xfrm>
              <a:prstGeom prst="rect">
                <a:avLst/>
              </a:prstGeom>
              <a:noFill/>
              <a:ln w="25400" cap="sq">
                <a:solidFill>
                  <a:srgbClr val="000000"/>
                </a:solidFill>
                <a:miter lim="800000"/>
              </a:ln>
            </p:spPr>
            <p:txBody>
              <a:bodyPr wrap="none" anchor="ctr"/>
              <a:lstStyle/>
              <a:p>
                <a:endParaRPr lang="zh-CN" altLang="en-US"/>
              </a:p>
            </p:txBody>
          </p:sp>
        </p:grpSp>
        <p:grpSp>
          <p:nvGrpSpPr>
            <p:cNvPr id="6" name="Group 116"/>
            <p:cNvGrpSpPr/>
            <p:nvPr/>
          </p:nvGrpSpPr>
          <p:grpSpPr bwMode="auto">
            <a:xfrm>
              <a:off x="912" y="1968"/>
              <a:ext cx="288" cy="240"/>
              <a:chOff x="768" y="2448"/>
              <a:chExt cx="288" cy="240"/>
            </a:xfrm>
          </p:grpSpPr>
          <p:sp>
            <p:nvSpPr>
              <p:cNvPr id="41009" name="Rectangle 117"/>
              <p:cNvSpPr>
                <a:spLocks noChangeArrowheads="1"/>
              </p:cNvSpPr>
              <p:nvPr/>
            </p:nvSpPr>
            <p:spPr bwMode="auto">
              <a:xfrm>
                <a:off x="768" y="2448"/>
                <a:ext cx="192" cy="240"/>
              </a:xfrm>
              <a:prstGeom prst="rect">
                <a:avLst/>
              </a:prstGeom>
              <a:noFill/>
              <a:ln w="25400" cap="sq">
                <a:solidFill>
                  <a:srgbClr val="000000"/>
                </a:solidFill>
                <a:miter lim="800000"/>
              </a:ln>
            </p:spPr>
            <p:txBody>
              <a:bodyPr wrap="none" anchor="ctr"/>
              <a:lstStyle/>
              <a:p>
                <a:endParaRPr lang="zh-CN" altLang="en-US"/>
              </a:p>
            </p:txBody>
          </p:sp>
          <p:sp>
            <p:nvSpPr>
              <p:cNvPr id="41010" name="Rectangle 118"/>
              <p:cNvSpPr>
                <a:spLocks noChangeArrowheads="1"/>
              </p:cNvSpPr>
              <p:nvPr/>
            </p:nvSpPr>
            <p:spPr bwMode="auto">
              <a:xfrm>
                <a:off x="960" y="2448"/>
                <a:ext cx="96" cy="240"/>
              </a:xfrm>
              <a:prstGeom prst="rect">
                <a:avLst/>
              </a:prstGeom>
              <a:noFill/>
              <a:ln w="25400" cap="sq">
                <a:solidFill>
                  <a:srgbClr val="000000"/>
                </a:solidFill>
                <a:miter lim="800000"/>
              </a:ln>
            </p:spPr>
            <p:txBody>
              <a:bodyPr wrap="none" anchor="ctr"/>
              <a:lstStyle/>
              <a:p>
                <a:endParaRPr lang="zh-CN" altLang="en-US"/>
              </a:p>
            </p:txBody>
          </p:sp>
        </p:grpSp>
        <p:grpSp>
          <p:nvGrpSpPr>
            <p:cNvPr id="7" name="Group 119"/>
            <p:cNvGrpSpPr/>
            <p:nvPr/>
          </p:nvGrpSpPr>
          <p:grpSpPr bwMode="auto">
            <a:xfrm>
              <a:off x="1392" y="1979"/>
              <a:ext cx="288" cy="240"/>
              <a:chOff x="768" y="2448"/>
              <a:chExt cx="288" cy="240"/>
            </a:xfrm>
          </p:grpSpPr>
          <p:sp>
            <p:nvSpPr>
              <p:cNvPr id="41007" name="Rectangle 120"/>
              <p:cNvSpPr>
                <a:spLocks noChangeArrowheads="1"/>
              </p:cNvSpPr>
              <p:nvPr/>
            </p:nvSpPr>
            <p:spPr bwMode="auto">
              <a:xfrm>
                <a:off x="768" y="2448"/>
                <a:ext cx="192" cy="240"/>
              </a:xfrm>
              <a:prstGeom prst="rect">
                <a:avLst/>
              </a:prstGeom>
              <a:noFill/>
              <a:ln w="25400" cap="sq">
                <a:solidFill>
                  <a:schemeClr val="accent2"/>
                </a:solidFill>
                <a:miter lim="800000"/>
              </a:ln>
            </p:spPr>
            <p:txBody>
              <a:bodyPr wrap="none" anchor="ctr"/>
              <a:lstStyle/>
              <a:p>
                <a:endParaRPr lang="zh-CN" altLang="en-US"/>
              </a:p>
            </p:txBody>
          </p:sp>
          <p:sp>
            <p:nvSpPr>
              <p:cNvPr id="41008" name="Rectangle 121"/>
              <p:cNvSpPr>
                <a:spLocks noChangeArrowheads="1"/>
              </p:cNvSpPr>
              <p:nvPr/>
            </p:nvSpPr>
            <p:spPr bwMode="auto">
              <a:xfrm>
                <a:off x="960" y="2448"/>
                <a:ext cx="96" cy="240"/>
              </a:xfrm>
              <a:prstGeom prst="rect">
                <a:avLst/>
              </a:prstGeom>
              <a:noFill/>
              <a:ln w="25400" cap="sq">
                <a:solidFill>
                  <a:schemeClr val="accent2"/>
                </a:solidFill>
                <a:miter lim="800000"/>
              </a:ln>
            </p:spPr>
            <p:txBody>
              <a:bodyPr wrap="none" anchor="ctr"/>
              <a:lstStyle/>
              <a:p>
                <a:endParaRPr lang="zh-CN" altLang="en-US"/>
              </a:p>
            </p:txBody>
          </p:sp>
        </p:grpSp>
        <p:grpSp>
          <p:nvGrpSpPr>
            <p:cNvPr id="8" name="Group 122"/>
            <p:cNvGrpSpPr/>
            <p:nvPr/>
          </p:nvGrpSpPr>
          <p:grpSpPr bwMode="auto">
            <a:xfrm>
              <a:off x="1872" y="1979"/>
              <a:ext cx="288" cy="240"/>
              <a:chOff x="768" y="2448"/>
              <a:chExt cx="288" cy="240"/>
            </a:xfrm>
          </p:grpSpPr>
          <p:sp>
            <p:nvSpPr>
              <p:cNvPr id="41005" name="Rectangle 123"/>
              <p:cNvSpPr>
                <a:spLocks noChangeArrowheads="1"/>
              </p:cNvSpPr>
              <p:nvPr/>
            </p:nvSpPr>
            <p:spPr bwMode="auto">
              <a:xfrm>
                <a:off x="768" y="2448"/>
                <a:ext cx="192" cy="240"/>
              </a:xfrm>
              <a:prstGeom prst="rect">
                <a:avLst/>
              </a:prstGeom>
              <a:noFill/>
              <a:ln w="25400" cap="sq">
                <a:solidFill>
                  <a:srgbClr val="000000"/>
                </a:solidFill>
                <a:miter lim="800000"/>
              </a:ln>
            </p:spPr>
            <p:txBody>
              <a:bodyPr wrap="none" anchor="ctr"/>
              <a:lstStyle/>
              <a:p>
                <a:endParaRPr lang="zh-CN" altLang="en-US"/>
              </a:p>
            </p:txBody>
          </p:sp>
          <p:sp>
            <p:nvSpPr>
              <p:cNvPr id="41006" name="Rectangle 124"/>
              <p:cNvSpPr>
                <a:spLocks noChangeArrowheads="1"/>
              </p:cNvSpPr>
              <p:nvPr/>
            </p:nvSpPr>
            <p:spPr bwMode="auto">
              <a:xfrm>
                <a:off x="960" y="2448"/>
                <a:ext cx="96" cy="240"/>
              </a:xfrm>
              <a:prstGeom prst="rect">
                <a:avLst/>
              </a:prstGeom>
              <a:noFill/>
              <a:ln w="25400" cap="sq">
                <a:solidFill>
                  <a:srgbClr val="000000"/>
                </a:solidFill>
                <a:miter lim="800000"/>
              </a:ln>
            </p:spPr>
            <p:txBody>
              <a:bodyPr wrap="none" anchor="ctr"/>
              <a:lstStyle/>
              <a:p>
                <a:endParaRPr lang="zh-CN" altLang="en-US"/>
              </a:p>
            </p:txBody>
          </p:sp>
        </p:grpSp>
        <p:grpSp>
          <p:nvGrpSpPr>
            <p:cNvPr id="9" name="Group 125"/>
            <p:cNvGrpSpPr/>
            <p:nvPr/>
          </p:nvGrpSpPr>
          <p:grpSpPr bwMode="auto">
            <a:xfrm>
              <a:off x="2352" y="1979"/>
              <a:ext cx="288" cy="240"/>
              <a:chOff x="768" y="2448"/>
              <a:chExt cx="288" cy="240"/>
            </a:xfrm>
          </p:grpSpPr>
          <p:sp>
            <p:nvSpPr>
              <p:cNvPr id="41003" name="Rectangle 126"/>
              <p:cNvSpPr>
                <a:spLocks noChangeArrowheads="1"/>
              </p:cNvSpPr>
              <p:nvPr/>
            </p:nvSpPr>
            <p:spPr bwMode="auto">
              <a:xfrm>
                <a:off x="768" y="2448"/>
                <a:ext cx="192" cy="240"/>
              </a:xfrm>
              <a:prstGeom prst="rect">
                <a:avLst/>
              </a:prstGeom>
              <a:noFill/>
              <a:ln w="25400" cap="sq">
                <a:solidFill>
                  <a:srgbClr val="000000"/>
                </a:solidFill>
                <a:miter lim="800000"/>
              </a:ln>
            </p:spPr>
            <p:txBody>
              <a:bodyPr wrap="none" anchor="ctr"/>
              <a:lstStyle/>
              <a:p>
                <a:endParaRPr lang="zh-CN" altLang="en-US"/>
              </a:p>
            </p:txBody>
          </p:sp>
          <p:sp>
            <p:nvSpPr>
              <p:cNvPr id="41004" name="Rectangle 127"/>
              <p:cNvSpPr>
                <a:spLocks noChangeArrowheads="1"/>
              </p:cNvSpPr>
              <p:nvPr/>
            </p:nvSpPr>
            <p:spPr bwMode="auto">
              <a:xfrm>
                <a:off x="960" y="2448"/>
                <a:ext cx="96" cy="240"/>
              </a:xfrm>
              <a:prstGeom prst="rect">
                <a:avLst/>
              </a:prstGeom>
              <a:noFill/>
              <a:ln w="25400" cap="sq">
                <a:solidFill>
                  <a:srgbClr val="000000"/>
                </a:solidFill>
                <a:miter lim="800000"/>
              </a:ln>
            </p:spPr>
            <p:txBody>
              <a:bodyPr wrap="none" anchor="ctr"/>
              <a:lstStyle/>
              <a:p>
                <a:endParaRPr lang="zh-CN" altLang="en-US"/>
              </a:p>
            </p:txBody>
          </p:sp>
        </p:grpSp>
        <p:grpSp>
          <p:nvGrpSpPr>
            <p:cNvPr id="10" name="Group 128"/>
            <p:cNvGrpSpPr/>
            <p:nvPr/>
          </p:nvGrpSpPr>
          <p:grpSpPr bwMode="auto">
            <a:xfrm>
              <a:off x="2832" y="1972"/>
              <a:ext cx="288" cy="240"/>
              <a:chOff x="768" y="2448"/>
              <a:chExt cx="288" cy="240"/>
            </a:xfrm>
          </p:grpSpPr>
          <p:sp>
            <p:nvSpPr>
              <p:cNvPr id="41001" name="Rectangle 129"/>
              <p:cNvSpPr>
                <a:spLocks noChangeArrowheads="1"/>
              </p:cNvSpPr>
              <p:nvPr/>
            </p:nvSpPr>
            <p:spPr bwMode="auto">
              <a:xfrm>
                <a:off x="768" y="2448"/>
                <a:ext cx="192" cy="240"/>
              </a:xfrm>
              <a:prstGeom prst="rect">
                <a:avLst/>
              </a:prstGeom>
              <a:noFill/>
              <a:ln w="25400" cap="sq">
                <a:solidFill>
                  <a:srgbClr val="0000FF"/>
                </a:solidFill>
                <a:miter lim="800000"/>
              </a:ln>
            </p:spPr>
            <p:txBody>
              <a:bodyPr wrap="none" anchor="ctr"/>
              <a:lstStyle/>
              <a:p>
                <a:endParaRPr lang="zh-CN" altLang="en-US"/>
              </a:p>
            </p:txBody>
          </p:sp>
          <p:sp>
            <p:nvSpPr>
              <p:cNvPr id="41002" name="Rectangle 130"/>
              <p:cNvSpPr>
                <a:spLocks noChangeArrowheads="1"/>
              </p:cNvSpPr>
              <p:nvPr/>
            </p:nvSpPr>
            <p:spPr bwMode="auto">
              <a:xfrm>
                <a:off x="960" y="2448"/>
                <a:ext cx="96" cy="240"/>
              </a:xfrm>
              <a:prstGeom prst="rect">
                <a:avLst/>
              </a:prstGeom>
              <a:noFill/>
              <a:ln w="25400" cap="sq">
                <a:solidFill>
                  <a:srgbClr val="0000FF"/>
                </a:solidFill>
                <a:miter lim="800000"/>
              </a:ln>
            </p:spPr>
            <p:txBody>
              <a:bodyPr wrap="none" anchor="ctr"/>
              <a:lstStyle/>
              <a:p>
                <a:endParaRPr lang="zh-CN" altLang="en-US"/>
              </a:p>
            </p:txBody>
          </p:sp>
        </p:grpSp>
        <p:grpSp>
          <p:nvGrpSpPr>
            <p:cNvPr id="11" name="Group 131"/>
            <p:cNvGrpSpPr/>
            <p:nvPr/>
          </p:nvGrpSpPr>
          <p:grpSpPr bwMode="auto">
            <a:xfrm>
              <a:off x="3312" y="1975"/>
              <a:ext cx="288" cy="240"/>
              <a:chOff x="768" y="2448"/>
              <a:chExt cx="288" cy="240"/>
            </a:xfrm>
          </p:grpSpPr>
          <p:sp>
            <p:nvSpPr>
              <p:cNvPr id="40999" name="Rectangle 132"/>
              <p:cNvSpPr>
                <a:spLocks noChangeArrowheads="1"/>
              </p:cNvSpPr>
              <p:nvPr/>
            </p:nvSpPr>
            <p:spPr bwMode="auto">
              <a:xfrm>
                <a:off x="768" y="2448"/>
                <a:ext cx="192" cy="240"/>
              </a:xfrm>
              <a:prstGeom prst="rect">
                <a:avLst/>
              </a:prstGeom>
              <a:noFill/>
              <a:ln w="25400" cap="sq">
                <a:solidFill>
                  <a:srgbClr val="000000"/>
                </a:solidFill>
                <a:miter lim="800000"/>
              </a:ln>
            </p:spPr>
            <p:txBody>
              <a:bodyPr wrap="none" anchor="ctr"/>
              <a:lstStyle/>
              <a:p>
                <a:endParaRPr lang="zh-CN" altLang="en-US"/>
              </a:p>
            </p:txBody>
          </p:sp>
          <p:sp>
            <p:nvSpPr>
              <p:cNvPr id="41000" name="Rectangle 133"/>
              <p:cNvSpPr>
                <a:spLocks noChangeArrowheads="1"/>
              </p:cNvSpPr>
              <p:nvPr/>
            </p:nvSpPr>
            <p:spPr bwMode="auto">
              <a:xfrm>
                <a:off x="960" y="2448"/>
                <a:ext cx="96" cy="240"/>
              </a:xfrm>
              <a:prstGeom prst="rect">
                <a:avLst/>
              </a:prstGeom>
              <a:noFill/>
              <a:ln w="25400" cap="sq">
                <a:solidFill>
                  <a:srgbClr val="000000"/>
                </a:solidFill>
                <a:miter lim="800000"/>
              </a:ln>
            </p:spPr>
            <p:txBody>
              <a:bodyPr wrap="none" anchor="ctr"/>
              <a:lstStyle/>
              <a:p>
                <a:endParaRPr lang="zh-CN" altLang="en-US"/>
              </a:p>
            </p:txBody>
          </p:sp>
        </p:grpSp>
        <p:grpSp>
          <p:nvGrpSpPr>
            <p:cNvPr id="12" name="Group 134"/>
            <p:cNvGrpSpPr/>
            <p:nvPr/>
          </p:nvGrpSpPr>
          <p:grpSpPr bwMode="auto">
            <a:xfrm>
              <a:off x="3792" y="1979"/>
              <a:ext cx="288" cy="240"/>
              <a:chOff x="768" y="2448"/>
              <a:chExt cx="288" cy="240"/>
            </a:xfrm>
          </p:grpSpPr>
          <p:sp>
            <p:nvSpPr>
              <p:cNvPr id="40997" name="Rectangle 135"/>
              <p:cNvSpPr>
                <a:spLocks noChangeArrowheads="1"/>
              </p:cNvSpPr>
              <p:nvPr/>
            </p:nvSpPr>
            <p:spPr bwMode="auto">
              <a:xfrm>
                <a:off x="768" y="2448"/>
                <a:ext cx="192" cy="240"/>
              </a:xfrm>
              <a:prstGeom prst="rect">
                <a:avLst/>
              </a:prstGeom>
              <a:noFill/>
              <a:ln w="25400" cap="sq">
                <a:solidFill>
                  <a:srgbClr val="000000"/>
                </a:solidFill>
                <a:miter lim="800000"/>
              </a:ln>
            </p:spPr>
            <p:txBody>
              <a:bodyPr wrap="none" anchor="ctr"/>
              <a:lstStyle/>
              <a:p>
                <a:endParaRPr lang="zh-CN" altLang="en-US"/>
              </a:p>
            </p:txBody>
          </p:sp>
          <p:sp>
            <p:nvSpPr>
              <p:cNvPr id="40998" name="Rectangle 136"/>
              <p:cNvSpPr>
                <a:spLocks noChangeArrowheads="1"/>
              </p:cNvSpPr>
              <p:nvPr/>
            </p:nvSpPr>
            <p:spPr bwMode="auto">
              <a:xfrm>
                <a:off x="960" y="2448"/>
                <a:ext cx="96" cy="240"/>
              </a:xfrm>
              <a:prstGeom prst="rect">
                <a:avLst/>
              </a:prstGeom>
              <a:noFill/>
              <a:ln w="25400" cap="sq">
                <a:solidFill>
                  <a:srgbClr val="000000"/>
                </a:solidFill>
                <a:miter lim="800000"/>
              </a:ln>
            </p:spPr>
            <p:txBody>
              <a:bodyPr wrap="none" anchor="ctr"/>
              <a:lstStyle/>
              <a:p>
                <a:endParaRPr lang="zh-CN" altLang="en-US"/>
              </a:p>
            </p:txBody>
          </p:sp>
        </p:grpSp>
        <p:grpSp>
          <p:nvGrpSpPr>
            <p:cNvPr id="13" name="Group 137"/>
            <p:cNvGrpSpPr/>
            <p:nvPr/>
          </p:nvGrpSpPr>
          <p:grpSpPr bwMode="auto">
            <a:xfrm>
              <a:off x="4608" y="1968"/>
              <a:ext cx="288" cy="240"/>
              <a:chOff x="768" y="2448"/>
              <a:chExt cx="288" cy="240"/>
            </a:xfrm>
          </p:grpSpPr>
          <p:sp>
            <p:nvSpPr>
              <p:cNvPr id="40995" name="Rectangle 138"/>
              <p:cNvSpPr>
                <a:spLocks noChangeArrowheads="1"/>
              </p:cNvSpPr>
              <p:nvPr/>
            </p:nvSpPr>
            <p:spPr bwMode="auto">
              <a:xfrm>
                <a:off x="768" y="2448"/>
                <a:ext cx="192" cy="240"/>
              </a:xfrm>
              <a:prstGeom prst="rect">
                <a:avLst/>
              </a:prstGeom>
              <a:noFill/>
              <a:ln w="25400" cap="sq">
                <a:solidFill>
                  <a:srgbClr val="000000"/>
                </a:solidFill>
                <a:miter lim="800000"/>
              </a:ln>
            </p:spPr>
            <p:txBody>
              <a:bodyPr wrap="none" anchor="ctr"/>
              <a:lstStyle/>
              <a:p>
                <a:endParaRPr lang="zh-CN" altLang="en-US"/>
              </a:p>
            </p:txBody>
          </p:sp>
          <p:sp>
            <p:nvSpPr>
              <p:cNvPr id="40996" name="Rectangle 139"/>
              <p:cNvSpPr>
                <a:spLocks noChangeArrowheads="1"/>
              </p:cNvSpPr>
              <p:nvPr/>
            </p:nvSpPr>
            <p:spPr bwMode="auto">
              <a:xfrm>
                <a:off x="960" y="2448"/>
                <a:ext cx="96" cy="240"/>
              </a:xfrm>
              <a:prstGeom prst="rect">
                <a:avLst/>
              </a:prstGeom>
              <a:noFill/>
              <a:ln w="25400" cap="sq">
                <a:solidFill>
                  <a:srgbClr val="000000"/>
                </a:solidFill>
                <a:miter lim="800000"/>
              </a:ln>
            </p:spPr>
            <p:txBody>
              <a:bodyPr wrap="none" anchor="ctr"/>
              <a:lstStyle/>
              <a:p>
                <a:endParaRPr lang="zh-CN" altLang="en-US"/>
              </a:p>
            </p:txBody>
          </p:sp>
        </p:grpSp>
        <p:grpSp>
          <p:nvGrpSpPr>
            <p:cNvPr id="14" name="Group 140"/>
            <p:cNvGrpSpPr/>
            <p:nvPr/>
          </p:nvGrpSpPr>
          <p:grpSpPr bwMode="auto">
            <a:xfrm>
              <a:off x="5088" y="1979"/>
              <a:ext cx="288" cy="240"/>
              <a:chOff x="768" y="2448"/>
              <a:chExt cx="288" cy="240"/>
            </a:xfrm>
          </p:grpSpPr>
          <p:sp>
            <p:nvSpPr>
              <p:cNvPr id="40993" name="Rectangle 141"/>
              <p:cNvSpPr>
                <a:spLocks noChangeArrowheads="1"/>
              </p:cNvSpPr>
              <p:nvPr/>
            </p:nvSpPr>
            <p:spPr bwMode="auto">
              <a:xfrm>
                <a:off x="768" y="2448"/>
                <a:ext cx="192" cy="240"/>
              </a:xfrm>
              <a:prstGeom prst="rect">
                <a:avLst/>
              </a:prstGeom>
              <a:noFill/>
              <a:ln w="25400" cap="sq">
                <a:solidFill>
                  <a:srgbClr val="000000"/>
                </a:solidFill>
                <a:miter lim="800000"/>
              </a:ln>
            </p:spPr>
            <p:txBody>
              <a:bodyPr wrap="none" anchor="ctr"/>
              <a:lstStyle/>
              <a:p>
                <a:endParaRPr lang="zh-CN" altLang="en-US"/>
              </a:p>
            </p:txBody>
          </p:sp>
          <p:sp>
            <p:nvSpPr>
              <p:cNvPr id="40994" name="Rectangle 142"/>
              <p:cNvSpPr>
                <a:spLocks noChangeArrowheads="1"/>
              </p:cNvSpPr>
              <p:nvPr/>
            </p:nvSpPr>
            <p:spPr bwMode="auto">
              <a:xfrm>
                <a:off x="960" y="2448"/>
                <a:ext cx="96" cy="240"/>
              </a:xfrm>
              <a:prstGeom prst="rect">
                <a:avLst/>
              </a:prstGeom>
              <a:noFill/>
              <a:ln w="25400" cap="sq">
                <a:solidFill>
                  <a:srgbClr val="000000"/>
                </a:solidFill>
                <a:miter lim="800000"/>
              </a:ln>
            </p:spPr>
            <p:txBody>
              <a:bodyPr wrap="none" anchor="ctr"/>
              <a:lstStyle/>
              <a:p>
                <a:endParaRPr lang="zh-CN" altLang="en-US"/>
              </a:p>
            </p:txBody>
          </p:sp>
        </p:grpSp>
        <p:sp>
          <p:nvSpPr>
            <p:cNvPr id="40977" name="Line 143"/>
            <p:cNvSpPr>
              <a:spLocks noChangeShapeType="1"/>
            </p:cNvSpPr>
            <p:nvPr/>
          </p:nvSpPr>
          <p:spPr bwMode="auto">
            <a:xfrm>
              <a:off x="672" y="2108"/>
              <a:ext cx="240" cy="0"/>
            </a:xfrm>
            <a:prstGeom prst="line">
              <a:avLst/>
            </a:prstGeom>
            <a:noFill/>
            <a:ln w="19050" cap="sq">
              <a:solidFill>
                <a:srgbClr val="003300"/>
              </a:solidFill>
              <a:round/>
              <a:tailEnd type="triangle" w="sm" len="lg"/>
            </a:ln>
          </p:spPr>
          <p:txBody>
            <a:bodyPr wrap="none" anchor="ctr"/>
            <a:lstStyle/>
            <a:p>
              <a:endParaRPr lang="zh-CN" altLang="en-US"/>
            </a:p>
          </p:txBody>
        </p:sp>
        <p:sp>
          <p:nvSpPr>
            <p:cNvPr id="40978" name="Line 144"/>
            <p:cNvSpPr>
              <a:spLocks noChangeShapeType="1"/>
            </p:cNvSpPr>
            <p:nvPr/>
          </p:nvSpPr>
          <p:spPr bwMode="auto">
            <a:xfrm>
              <a:off x="1167" y="2112"/>
              <a:ext cx="240" cy="0"/>
            </a:xfrm>
            <a:prstGeom prst="line">
              <a:avLst/>
            </a:prstGeom>
            <a:noFill/>
            <a:ln w="19050" cap="sq">
              <a:solidFill>
                <a:srgbClr val="003300"/>
              </a:solidFill>
              <a:round/>
              <a:tailEnd type="triangle" w="sm" len="lg"/>
            </a:ln>
          </p:spPr>
          <p:txBody>
            <a:bodyPr wrap="none" anchor="ctr"/>
            <a:lstStyle/>
            <a:p>
              <a:endParaRPr lang="zh-CN" altLang="en-US"/>
            </a:p>
          </p:txBody>
        </p:sp>
        <p:sp>
          <p:nvSpPr>
            <p:cNvPr id="40979" name="Line 145"/>
            <p:cNvSpPr>
              <a:spLocks noChangeShapeType="1"/>
            </p:cNvSpPr>
            <p:nvPr/>
          </p:nvSpPr>
          <p:spPr bwMode="auto">
            <a:xfrm>
              <a:off x="1643" y="2101"/>
              <a:ext cx="240" cy="0"/>
            </a:xfrm>
            <a:prstGeom prst="line">
              <a:avLst/>
            </a:prstGeom>
            <a:noFill/>
            <a:ln w="19050" cap="sq">
              <a:solidFill>
                <a:srgbClr val="003300"/>
              </a:solidFill>
              <a:round/>
              <a:tailEnd type="triangle" w="sm" len="lg"/>
            </a:ln>
          </p:spPr>
          <p:txBody>
            <a:bodyPr wrap="none" anchor="ctr"/>
            <a:lstStyle/>
            <a:p>
              <a:endParaRPr lang="zh-CN" altLang="en-US"/>
            </a:p>
          </p:txBody>
        </p:sp>
        <p:sp>
          <p:nvSpPr>
            <p:cNvPr id="40980" name="Line 146"/>
            <p:cNvSpPr>
              <a:spLocks noChangeShapeType="1"/>
            </p:cNvSpPr>
            <p:nvPr/>
          </p:nvSpPr>
          <p:spPr bwMode="auto">
            <a:xfrm>
              <a:off x="2112" y="2112"/>
              <a:ext cx="240" cy="0"/>
            </a:xfrm>
            <a:prstGeom prst="line">
              <a:avLst/>
            </a:prstGeom>
            <a:noFill/>
            <a:ln w="19050" cap="sq">
              <a:solidFill>
                <a:srgbClr val="003300"/>
              </a:solidFill>
              <a:round/>
              <a:tailEnd type="triangle" w="sm" len="lg"/>
            </a:ln>
          </p:spPr>
          <p:txBody>
            <a:bodyPr wrap="none" anchor="ctr"/>
            <a:lstStyle/>
            <a:p>
              <a:endParaRPr lang="zh-CN" altLang="en-US"/>
            </a:p>
          </p:txBody>
        </p:sp>
        <p:sp>
          <p:nvSpPr>
            <p:cNvPr id="40981" name="Line 147"/>
            <p:cNvSpPr>
              <a:spLocks noChangeShapeType="1"/>
            </p:cNvSpPr>
            <p:nvPr/>
          </p:nvSpPr>
          <p:spPr bwMode="auto">
            <a:xfrm>
              <a:off x="2592" y="2112"/>
              <a:ext cx="240" cy="0"/>
            </a:xfrm>
            <a:prstGeom prst="line">
              <a:avLst/>
            </a:prstGeom>
            <a:noFill/>
            <a:ln w="19050" cap="sq">
              <a:solidFill>
                <a:srgbClr val="003300"/>
              </a:solidFill>
              <a:round/>
              <a:tailEnd type="triangle" w="sm" len="lg"/>
            </a:ln>
          </p:spPr>
          <p:txBody>
            <a:bodyPr wrap="none" anchor="ctr"/>
            <a:lstStyle/>
            <a:p>
              <a:endParaRPr lang="zh-CN" altLang="en-US"/>
            </a:p>
          </p:txBody>
        </p:sp>
        <p:sp>
          <p:nvSpPr>
            <p:cNvPr id="40982" name="Line 148"/>
            <p:cNvSpPr>
              <a:spLocks noChangeShapeType="1"/>
            </p:cNvSpPr>
            <p:nvPr/>
          </p:nvSpPr>
          <p:spPr bwMode="auto">
            <a:xfrm>
              <a:off x="3083" y="2112"/>
              <a:ext cx="240" cy="0"/>
            </a:xfrm>
            <a:prstGeom prst="line">
              <a:avLst/>
            </a:prstGeom>
            <a:noFill/>
            <a:ln w="19050" cap="sq">
              <a:solidFill>
                <a:srgbClr val="003300"/>
              </a:solidFill>
              <a:round/>
              <a:tailEnd type="triangle" w="sm" len="lg"/>
            </a:ln>
          </p:spPr>
          <p:txBody>
            <a:bodyPr wrap="none" anchor="ctr"/>
            <a:lstStyle/>
            <a:p>
              <a:endParaRPr lang="zh-CN" altLang="en-US"/>
            </a:p>
          </p:txBody>
        </p:sp>
        <p:sp>
          <p:nvSpPr>
            <p:cNvPr id="40983" name="Line 149"/>
            <p:cNvSpPr>
              <a:spLocks noChangeShapeType="1"/>
            </p:cNvSpPr>
            <p:nvPr/>
          </p:nvSpPr>
          <p:spPr bwMode="auto">
            <a:xfrm>
              <a:off x="3578" y="2112"/>
              <a:ext cx="240" cy="0"/>
            </a:xfrm>
            <a:prstGeom prst="line">
              <a:avLst/>
            </a:prstGeom>
            <a:noFill/>
            <a:ln w="19050" cap="sq">
              <a:solidFill>
                <a:srgbClr val="003300"/>
              </a:solidFill>
              <a:round/>
              <a:tailEnd type="triangle" w="sm" len="lg"/>
            </a:ln>
          </p:spPr>
          <p:txBody>
            <a:bodyPr wrap="none" anchor="ctr"/>
            <a:lstStyle/>
            <a:p>
              <a:endParaRPr lang="zh-CN" altLang="en-US"/>
            </a:p>
          </p:txBody>
        </p:sp>
        <p:sp>
          <p:nvSpPr>
            <p:cNvPr id="40984" name="Line 150"/>
            <p:cNvSpPr>
              <a:spLocks noChangeShapeType="1"/>
            </p:cNvSpPr>
            <p:nvPr/>
          </p:nvSpPr>
          <p:spPr bwMode="auto">
            <a:xfrm>
              <a:off x="4006" y="2112"/>
              <a:ext cx="240" cy="0"/>
            </a:xfrm>
            <a:prstGeom prst="line">
              <a:avLst/>
            </a:prstGeom>
            <a:noFill/>
            <a:ln w="19050" cap="sq">
              <a:solidFill>
                <a:srgbClr val="003300"/>
              </a:solidFill>
              <a:round/>
              <a:tailEnd type="triangle" w="sm" len="lg"/>
            </a:ln>
          </p:spPr>
          <p:txBody>
            <a:bodyPr wrap="none" anchor="ctr"/>
            <a:lstStyle/>
            <a:p>
              <a:endParaRPr lang="zh-CN" altLang="en-US"/>
            </a:p>
          </p:txBody>
        </p:sp>
        <p:sp>
          <p:nvSpPr>
            <p:cNvPr id="40985" name="Line 151"/>
            <p:cNvSpPr>
              <a:spLocks noChangeShapeType="1"/>
            </p:cNvSpPr>
            <p:nvPr/>
          </p:nvSpPr>
          <p:spPr bwMode="auto">
            <a:xfrm>
              <a:off x="4368" y="2112"/>
              <a:ext cx="240" cy="0"/>
            </a:xfrm>
            <a:prstGeom prst="line">
              <a:avLst/>
            </a:prstGeom>
            <a:noFill/>
            <a:ln w="19050" cap="sq">
              <a:solidFill>
                <a:srgbClr val="003300"/>
              </a:solidFill>
              <a:round/>
              <a:tailEnd type="triangle" w="sm" len="lg"/>
            </a:ln>
          </p:spPr>
          <p:txBody>
            <a:bodyPr wrap="none" anchor="ctr"/>
            <a:lstStyle/>
            <a:p>
              <a:endParaRPr lang="zh-CN" altLang="en-US"/>
            </a:p>
          </p:txBody>
        </p:sp>
        <p:sp>
          <p:nvSpPr>
            <p:cNvPr id="40986" name="Line 152"/>
            <p:cNvSpPr>
              <a:spLocks noChangeShapeType="1"/>
            </p:cNvSpPr>
            <p:nvPr/>
          </p:nvSpPr>
          <p:spPr bwMode="auto">
            <a:xfrm>
              <a:off x="4848" y="2112"/>
              <a:ext cx="240" cy="0"/>
            </a:xfrm>
            <a:prstGeom prst="line">
              <a:avLst/>
            </a:prstGeom>
            <a:noFill/>
            <a:ln w="19050" cap="sq">
              <a:solidFill>
                <a:srgbClr val="003300"/>
              </a:solidFill>
              <a:round/>
              <a:tailEnd type="triangle" w="sm" len="lg"/>
            </a:ln>
          </p:spPr>
          <p:txBody>
            <a:bodyPr wrap="none" anchor="ctr"/>
            <a:lstStyle/>
            <a:p>
              <a:endParaRPr lang="zh-CN" altLang="en-US"/>
            </a:p>
          </p:txBody>
        </p:sp>
        <p:sp>
          <p:nvSpPr>
            <p:cNvPr id="40987" name="Rectangle 153"/>
            <p:cNvSpPr>
              <a:spLocks noChangeArrowheads="1"/>
            </p:cNvSpPr>
            <p:nvPr/>
          </p:nvSpPr>
          <p:spPr bwMode="auto">
            <a:xfrm>
              <a:off x="4205" y="1933"/>
              <a:ext cx="256" cy="262"/>
            </a:xfrm>
            <a:prstGeom prst="rect">
              <a:avLst/>
            </a:prstGeom>
            <a:noFill/>
            <a:ln w="12700" cap="sq">
              <a:noFill/>
              <a:miter lim="800000"/>
            </a:ln>
          </p:spPr>
          <p:txBody>
            <a:bodyPr wrap="none">
              <a:spAutoFit/>
            </a:bodyPr>
            <a:lstStyle/>
            <a:p>
              <a:pPr algn="ctr"/>
              <a:r>
                <a:rPr lang="zh-CN" altLang="en-US" sz="2100">
                  <a:solidFill>
                    <a:schemeClr val="bg1"/>
                  </a:solidFill>
                  <a:ea typeface="宋体" pitchFamily="2" charset="-122"/>
                  <a:cs typeface="Times New Roman" panose="02020503050405090304" pitchFamily="18" charset="0"/>
                </a:rPr>
                <a:t>…</a:t>
              </a:r>
              <a:endParaRPr lang="zh-CN" altLang="en-US" sz="2100">
                <a:solidFill>
                  <a:schemeClr val="bg1"/>
                </a:solidFill>
                <a:ea typeface="宋体" pitchFamily="2" charset="-122"/>
                <a:cs typeface="Times New Roman" panose="02020503050405090304" pitchFamily="18" charset="0"/>
              </a:endParaRPr>
            </a:p>
          </p:txBody>
        </p:sp>
        <p:sp>
          <p:nvSpPr>
            <p:cNvPr id="40988" name="Line 154"/>
            <p:cNvSpPr>
              <a:spLocks noChangeShapeType="1"/>
            </p:cNvSpPr>
            <p:nvPr/>
          </p:nvSpPr>
          <p:spPr bwMode="auto">
            <a:xfrm>
              <a:off x="5328" y="2112"/>
              <a:ext cx="192" cy="0"/>
            </a:xfrm>
            <a:prstGeom prst="line">
              <a:avLst/>
            </a:prstGeom>
            <a:noFill/>
            <a:ln w="22225" cap="sq">
              <a:solidFill>
                <a:schemeClr val="bg2"/>
              </a:solidFill>
              <a:round/>
            </a:ln>
          </p:spPr>
          <p:txBody>
            <a:bodyPr wrap="none" anchor="ctr"/>
            <a:lstStyle/>
            <a:p>
              <a:endParaRPr lang="zh-CN" altLang="en-US"/>
            </a:p>
          </p:txBody>
        </p:sp>
        <p:sp>
          <p:nvSpPr>
            <p:cNvPr id="40989" name="Line 155"/>
            <p:cNvSpPr>
              <a:spLocks noChangeShapeType="1"/>
            </p:cNvSpPr>
            <p:nvPr/>
          </p:nvSpPr>
          <p:spPr bwMode="auto">
            <a:xfrm>
              <a:off x="5546" y="1728"/>
              <a:ext cx="0" cy="384"/>
            </a:xfrm>
            <a:prstGeom prst="line">
              <a:avLst/>
            </a:prstGeom>
            <a:noFill/>
            <a:ln w="22225" cap="sq">
              <a:solidFill>
                <a:schemeClr val="bg2"/>
              </a:solidFill>
              <a:round/>
            </a:ln>
          </p:spPr>
          <p:txBody>
            <a:bodyPr wrap="none" anchor="ctr"/>
            <a:lstStyle/>
            <a:p>
              <a:endParaRPr lang="zh-CN" altLang="en-US"/>
            </a:p>
          </p:txBody>
        </p:sp>
        <p:sp>
          <p:nvSpPr>
            <p:cNvPr id="40990" name="Line 156"/>
            <p:cNvSpPr>
              <a:spLocks noChangeShapeType="1"/>
            </p:cNvSpPr>
            <p:nvPr/>
          </p:nvSpPr>
          <p:spPr bwMode="auto">
            <a:xfrm flipH="1">
              <a:off x="425" y="1739"/>
              <a:ext cx="144" cy="192"/>
            </a:xfrm>
            <a:prstGeom prst="line">
              <a:avLst/>
            </a:prstGeom>
            <a:noFill/>
            <a:ln w="19050" cap="sq">
              <a:solidFill>
                <a:srgbClr val="003300"/>
              </a:solidFill>
              <a:round/>
              <a:tailEnd type="triangle" w="med" len="med"/>
            </a:ln>
          </p:spPr>
          <p:txBody>
            <a:bodyPr wrap="none" anchor="ctr"/>
            <a:lstStyle/>
            <a:p>
              <a:endParaRPr lang="zh-CN" altLang="en-US"/>
            </a:p>
          </p:txBody>
        </p:sp>
        <p:sp>
          <p:nvSpPr>
            <p:cNvPr id="40991" name="Rectangle 157"/>
            <p:cNvSpPr>
              <a:spLocks noChangeArrowheads="1"/>
            </p:cNvSpPr>
            <p:nvPr/>
          </p:nvSpPr>
          <p:spPr bwMode="auto">
            <a:xfrm>
              <a:off x="169" y="1536"/>
              <a:ext cx="311" cy="291"/>
            </a:xfrm>
            <a:prstGeom prst="rect">
              <a:avLst/>
            </a:prstGeom>
            <a:noFill/>
            <a:ln w="12700" cap="sq">
              <a:noFill/>
              <a:miter lim="800000"/>
            </a:ln>
          </p:spPr>
          <p:txBody>
            <a:bodyPr wrap="none">
              <a:spAutoFit/>
            </a:bodyPr>
            <a:lstStyle/>
            <a:p>
              <a:pPr algn="ctr"/>
              <a:r>
                <a:rPr lang="en-US" altLang="zh-CN" sz="2400">
                  <a:solidFill>
                    <a:srgbClr val="FF3300"/>
                  </a:solidFill>
                  <a:ea typeface="宋体" pitchFamily="2" charset="-122"/>
                </a:rPr>
                <a:t>list</a:t>
              </a:r>
              <a:endParaRPr lang="en-US" altLang="zh-CN" sz="2400">
                <a:solidFill>
                  <a:srgbClr val="FF3300"/>
                </a:solidFill>
                <a:ea typeface="宋体" pitchFamily="2" charset="-122"/>
              </a:endParaRPr>
            </a:p>
          </p:txBody>
        </p:sp>
        <p:sp>
          <p:nvSpPr>
            <p:cNvPr id="40992" name="Line 158"/>
            <p:cNvSpPr>
              <a:spLocks noChangeShapeType="1"/>
            </p:cNvSpPr>
            <p:nvPr/>
          </p:nvSpPr>
          <p:spPr bwMode="auto">
            <a:xfrm>
              <a:off x="288" y="1776"/>
              <a:ext cx="144" cy="240"/>
            </a:xfrm>
            <a:prstGeom prst="line">
              <a:avLst/>
            </a:prstGeom>
            <a:noFill/>
            <a:ln w="19050" cap="sq">
              <a:solidFill>
                <a:schemeClr val="accent2"/>
              </a:solidFill>
              <a:round/>
              <a:tailEnd type="triangle" w="med" len="med"/>
            </a:ln>
          </p:spPr>
          <p:txBody>
            <a:bodyPr wrap="none" anchor="ctr"/>
            <a:lstStyle/>
            <a:p>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87125"/>
                                        </p:tgtEl>
                                        <p:attrNameLst>
                                          <p:attrName>style.visibility</p:attrName>
                                        </p:attrNameLst>
                                      </p:cBhvr>
                                      <p:to>
                                        <p:strVal val="visible"/>
                                      </p:to>
                                    </p:set>
                                    <p:animEffect transition="in" filter="dissolve">
                                      <p:cBhvr>
                                        <p:cTn id="12" dur="500"/>
                                        <p:tgtEl>
                                          <p:spTgt spid="38712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right)">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7125" grpId="0" autoUpdateAnimBg="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50"/>
          <p:cNvGrpSpPr/>
          <p:nvPr/>
        </p:nvGrpSpPr>
        <p:grpSpPr bwMode="auto">
          <a:xfrm>
            <a:off x="2252870" y="516553"/>
            <a:ext cx="7924800" cy="3048000"/>
            <a:chOff x="528" y="480"/>
            <a:chExt cx="4992" cy="1920"/>
          </a:xfrm>
        </p:grpSpPr>
        <p:sp>
          <p:nvSpPr>
            <p:cNvPr id="42036" name="Freeform 4"/>
            <p:cNvSpPr/>
            <p:nvPr/>
          </p:nvSpPr>
          <p:spPr bwMode="auto">
            <a:xfrm>
              <a:off x="528" y="480"/>
              <a:ext cx="4992" cy="1920"/>
            </a:xfrm>
            <a:custGeom>
              <a:avLst/>
              <a:gdLst>
                <a:gd name="T0" fmla="*/ 27 w 4949"/>
                <a:gd name="T1" fmla="*/ 302 h 1622"/>
                <a:gd name="T2" fmla="*/ 3680 w 4949"/>
                <a:gd name="T3" fmla="*/ 333 h 1622"/>
                <a:gd name="T4" fmla="*/ 4664 w 4949"/>
                <a:gd name="T5" fmla="*/ 153 h 1622"/>
                <a:gd name="T6" fmla="*/ 4973 w 4949"/>
                <a:gd name="T7" fmla="*/ 214 h 1622"/>
                <a:gd name="T8" fmla="*/ 4905 w 4949"/>
                <a:gd name="T9" fmla="*/ 1439 h 1622"/>
                <a:gd name="T10" fmla="*/ 4893 w 4949"/>
                <a:gd name="T11" fmla="*/ 4429 h 1622"/>
                <a:gd name="T12" fmla="*/ 2421 w 4949"/>
                <a:gd name="T13" fmla="*/ 4369 h 1622"/>
                <a:gd name="T14" fmla="*/ 404 w 4949"/>
                <a:gd name="T15" fmla="*/ 4189 h 1622"/>
                <a:gd name="T16" fmla="*/ 6 w 4949"/>
                <a:gd name="T17" fmla="*/ 3773 h 1622"/>
                <a:gd name="T18" fmla="*/ 192 w 4949"/>
                <a:gd name="T19" fmla="*/ 2215 h 1622"/>
                <a:gd name="T20" fmla="*/ 246 w 4949"/>
                <a:gd name="T21" fmla="*/ 1916 h 1622"/>
                <a:gd name="T22" fmla="*/ 142 w 4949"/>
                <a:gd name="T23" fmla="*/ 932 h 1622"/>
                <a:gd name="T24" fmla="*/ 120 w 4949"/>
                <a:gd name="T25" fmla="*/ 511 h 1622"/>
                <a:gd name="T26" fmla="*/ 77 w 4949"/>
                <a:gd name="T27" fmla="*/ 482 h 1622"/>
                <a:gd name="T28" fmla="*/ 6 w 4949"/>
                <a:gd name="T29" fmla="*/ 275 h 1622"/>
                <a:gd name="T30" fmla="*/ 88 w 4949"/>
                <a:gd name="T31" fmla="*/ 244 h 1622"/>
                <a:gd name="T32" fmla="*/ 419 w 4949"/>
                <a:gd name="T33" fmla="*/ 394 h 1622"/>
                <a:gd name="T34" fmla="*/ 623 w 4949"/>
                <a:gd name="T35" fmla="*/ 363 h 1622"/>
                <a:gd name="T36" fmla="*/ 888 w 4949"/>
                <a:gd name="T37" fmla="*/ 214 h 1622"/>
                <a:gd name="T38" fmla="*/ 2090 w 4949"/>
                <a:gd name="T39" fmla="*/ 302 h 1622"/>
                <a:gd name="T40" fmla="*/ 2330 w 4949"/>
                <a:gd name="T41" fmla="*/ 363 h 162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4949" h="1622">
                  <a:moveTo>
                    <a:pt x="27" y="110"/>
                  </a:moveTo>
                  <a:cubicBezTo>
                    <a:pt x="1180" y="239"/>
                    <a:pt x="2279" y="125"/>
                    <a:pt x="3494" y="121"/>
                  </a:cubicBezTo>
                  <a:cubicBezTo>
                    <a:pt x="3809" y="111"/>
                    <a:pt x="4118" y="109"/>
                    <a:pt x="4429" y="56"/>
                  </a:cubicBezTo>
                  <a:cubicBezTo>
                    <a:pt x="4527" y="63"/>
                    <a:pt x="4663" y="0"/>
                    <a:pt x="4722" y="78"/>
                  </a:cubicBezTo>
                  <a:cubicBezTo>
                    <a:pt x="4755" y="122"/>
                    <a:pt x="4727" y="421"/>
                    <a:pt x="4657" y="523"/>
                  </a:cubicBezTo>
                  <a:cubicBezTo>
                    <a:pt x="4569" y="875"/>
                    <a:pt x="4949" y="1412"/>
                    <a:pt x="4646" y="1610"/>
                  </a:cubicBezTo>
                  <a:cubicBezTo>
                    <a:pt x="4628" y="1622"/>
                    <a:pt x="2683" y="1593"/>
                    <a:pt x="2299" y="1588"/>
                  </a:cubicBezTo>
                  <a:cubicBezTo>
                    <a:pt x="1658" y="1555"/>
                    <a:pt x="1027" y="1533"/>
                    <a:pt x="386" y="1523"/>
                  </a:cubicBezTo>
                  <a:cubicBezTo>
                    <a:pt x="131" y="1505"/>
                    <a:pt x="75" y="1579"/>
                    <a:pt x="6" y="1371"/>
                  </a:cubicBezTo>
                  <a:cubicBezTo>
                    <a:pt x="16" y="1162"/>
                    <a:pt x="23" y="959"/>
                    <a:pt x="180" y="806"/>
                  </a:cubicBezTo>
                  <a:cubicBezTo>
                    <a:pt x="198" y="768"/>
                    <a:pt x="221" y="737"/>
                    <a:pt x="234" y="697"/>
                  </a:cubicBezTo>
                  <a:cubicBezTo>
                    <a:pt x="224" y="555"/>
                    <a:pt x="221" y="449"/>
                    <a:pt x="136" y="339"/>
                  </a:cubicBezTo>
                  <a:cubicBezTo>
                    <a:pt x="120" y="290"/>
                    <a:pt x="134" y="234"/>
                    <a:pt x="114" y="186"/>
                  </a:cubicBezTo>
                  <a:cubicBezTo>
                    <a:pt x="108" y="172"/>
                    <a:pt x="85" y="179"/>
                    <a:pt x="71" y="176"/>
                  </a:cubicBezTo>
                  <a:cubicBezTo>
                    <a:pt x="67" y="172"/>
                    <a:pt x="0" y="108"/>
                    <a:pt x="6" y="100"/>
                  </a:cubicBezTo>
                  <a:cubicBezTo>
                    <a:pt x="22" y="80"/>
                    <a:pt x="57" y="93"/>
                    <a:pt x="82" y="89"/>
                  </a:cubicBezTo>
                  <a:cubicBezTo>
                    <a:pt x="194" y="102"/>
                    <a:pt x="289" y="127"/>
                    <a:pt x="397" y="143"/>
                  </a:cubicBezTo>
                  <a:cubicBezTo>
                    <a:pt x="462" y="139"/>
                    <a:pt x="528" y="140"/>
                    <a:pt x="593" y="132"/>
                  </a:cubicBezTo>
                  <a:cubicBezTo>
                    <a:pt x="677" y="122"/>
                    <a:pt x="758" y="89"/>
                    <a:pt x="843" y="78"/>
                  </a:cubicBezTo>
                  <a:cubicBezTo>
                    <a:pt x="1235" y="83"/>
                    <a:pt x="1600" y="90"/>
                    <a:pt x="1984" y="110"/>
                  </a:cubicBezTo>
                  <a:cubicBezTo>
                    <a:pt x="2061" y="130"/>
                    <a:pt x="2133" y="132"/>
                    <a:pt x="2212" y="132"/>
                  </a:cubicBezTo>
                </a:path>
              </a:pathLst>
            </a:custGeom>
            <a:solidFill>
              <a:srgbClr val="B1D8FF"/>
            </a:solidFill>
            <a:ln w="9525" cap="flat" cmpd="sng">
              <a:noFill/>
              <a:prstDash val="solid"/>
              <a:round/>
            </a:ln>
            <a:effectLst>
              <a:outerShdw dist="208295" dir="2254116" algn="ctr" rotWithShape="0">
                <a:srgbClr val="B2B2B2"/>
              </a:outerShdw>
            </a:effectLst>
          </p:spPr>
          <p:txBody>
            <a:bodyPr wrap="none" anchor="ctr"/>
            <a:lstStyle/>
            <a:p>
              <a:endParaRPr lang="zh-CN" altLang="en-US"/>
            </a:p>
          </p:txBody>
        </p:sp>
        <p:sp>
          <p:nvSpPr>
            <p:cNvPr id="42037" name="Text Box 5"/>
            <p:cNvSpPr txBox="1">
              <a:spLocks noChangeArrowheads="1"/>
            </p:cNvSpPr>
            <p:nvPr/>
          </p:nvSpPr>
          <p:spPr bwMode="auto">
            <a:xfrm>
              <a:off x="901" y="779"/>
              <a:ext cx="2139" cy="404"/>
            </a:xfrm>
            <a:prstGeom prst="rect">
              <a:avLst/>
            </a:prstGeom>
            <a:noFill/>
            <a:ln w="9525">
              <a:noFill/>
              <a:miter lim="800000"/>
            </a:ln>
            <a:effectLst>
              <a:outerShdw dist="17961" dir="2700000" algn="ctr" rotWithShape="0">
                <a:schemeClr val="bg1"/>
              </a:outerShdw>
            </a:effectLst>
          </p:spPr>
          <p:txBody>
            <a:bodyPr wrap="none">
              <a:spAutoFit/>
            </a:bodyPr>
            <a:lstStyle/>
            <a:p>
              <a:r>
                <a:rPr lang="zh-CN" altLang="en-US" sz="3600">
                  <a:solidFill>
                    <a:srgbClr val="FF3300"/>
                  </a:solidFill>
                  <a:ea typeface="黑体" panose="02010609060101010101" pitchFamily="2" charset="-122"/>
                </a:rPr>
                <a:t>需要做的工作：</a:t>
              </a:r>
              <a:endParaRPr lang="zh-CN" altLang="en-US" sz="3600">
                <a:solidFill>
                  <a:srgbClr val="FF3300"/>
                </a:solidFill>
                <a:ea typeface="黑体" panose="02010609060101010101" pitchFamily="2" charset="-122"/>
              </a:endParaRPr>
            </a:p>
          </p:txBody>
        </p:sp>
      </p:grpSp>
      <p:sp>
        <p:nvSpPr>
          <p:cNvPr id="244742" name="Text Box 6"/>
          <p:cNvSpPr txBox="1">
            <a:spLocks noChangeArrowheads="1"/>
          </p:cNvSpPr>
          <p:nvPr/>
        </p:nvSpPr>
        <p:spPr bwMode="auto">
          <a:xfrm>
            <a:off x="3048000" y="1676401"/>
            <a:ext cx="6858000" cy="549275"/>
          </a:xfrm>
          <a:prstGeom prst="rect">
            <a:avLst/>
          </a:prstGeom>
          <a:noFill/>
          <a:ln w="9525">
            <a:noFill/>
            <a:miter lim="800000"/>
          </a:ln>
        </p:spPr>
        <p:txBody>
          <a:bodyPr>
            <a:spAutoFit/>
          </a:bodyPr>
          <a:lstStyle/>
          <a:p>
            <a:r>
              <a:rPr lang="zh-CN" altLang="en-US" sz="3000" dirty="0">
                <a:solidFill>
                  <a:srgbClr val="00008C"/>
                </a:solidFill>
                <a:ea typeface="幼圆" pitchFamily="49" charset="-122"/>
              </a:rPr>
              <a:t>1.</a:t>
            </a:r>
            <a:r>
              <a:rPr lang="zh-CN" altLang="en-US" sz="3000" dirty="0">
                <a:solidFill>
                  <a:srgbClr val="00008C"/>
                </a:solidFill>
                <a:latin typeface="幼圆" pitchFamily="49" charset="-122"/>
                <a:ea typeface="幼圆" pitchFamily="49" charset="-122"/>
              </a:rPr>
              <a:t> 建立一个循环链表；</a:t>
            </a:r>
            <a:endParaRPr lang="zh-CN" altLang="en-US" sz="3000" dirty="0">
              <a:solidFill>
                <a:srgbClr val="00008C"/>
              </a:solidFill>
              <a:latin typeface="幼圆" pitchFamily="49" charset="-122"/>
              <a:ea typeface="幼圆" pitchFamily="49" charset="-122"/>
            </a:endParaRPr>
          </a:p>
        </p:txBody>
      </p:sp>
      <p:grpSp>
        <p:nvGrpSpPr>
          <p:cNvPr id="3" name="Group 102"/>
          <p:cNvGrpSpPr/>
          <p:nvPr/>
        </p:nvGrpSpPr>
        <p:grpSpPr bwMode="auto">
          <a:xfrm>
            <a:off x="1792288" y="4191001"/>
            <a:ext cx="8535988" cy="1084263"/>
            <a:chOff x="169" y="960"/>
            <a:chExt cx="5377" cy="683"/>
          </a:xfrm>
        </p:grpSpPr>
        <p:sp>
          <p:nvSpPr>
            <p:cNvPr id="41989" name="Line 103"/>
            <p:cNvSpPr>
              <a:spLocks noChangeShapeType="1"/>
            </p:cNvSpPr>
            <p:nvPr/>
          </p:nvSpPr>
          <p:spPr bwMode="auto">
            <a:xfrm>
              <a:off x="583" y="1152"/>
              <a:ext cx="4944" cy="0"/>
            </a:xfrm>
            <a:prstGeom prst="line">
              <a:avLst/>
            </a:prstGeom>
            <a:noFill/>
            <a:ln w="22225" cap="sq">
              <a:solidFill>
                <a:srgbClr val="333300"/>
              </a:solidFill>
              <a:round/>
            </a:ln>
          </p:spPr>
          <p:txBody>
            <a:bodyPr wrap="none" anchor="ctr"/>
            <a:lstStyle/>
            <a:p>
              <a:endParaRPr lang="zh-CN" altLang="en-US"/>
            </a:p>
          </p:txBody>
        </p:sp>
        <p:grpSp>
          <p:nvGrpSpPr>
            <p:cNvPr id="4" name="Group 104"/>
            <p:cNvGrpSpPr/>
            <p:nvPr/>
          </p:nvGrpSpPr>
          <p:grpSpPr bwMode="auto">
            <a:xfrm>
              <a:off x="432" y="1392"/>
              <a:ext cx="288" cy="240"/>
              <a:chOff x="768" y="2448"/>
              <a:chExt cx="288" cy="240"/>
            </a:xfrm>
          </p:grpSpPr>
          <p:sp>
            <p:nvSpPr>
              <p:cNvPr id="42034" name="Rectangle 105"/>
              <p:cNvSpPr>
                <a:spLocks noChangeArrowheads="1"/>
              </p:cNvSpPr>
              <p:nvPr/>
            </p:nvSpPr>
            <p:spPr bwMode="auto">
              <a:xfrm>
                <a:off x="768" y="2448"/>
                <a:ext cx="192" cy="240"/>
              </a:xfrm>
              <a:prstGeom prst="rect">
                <a:avLst/>
              </a:prstGeom>
              <a:noFill/>
              <a:ln w="25400" cap="sq">
                <a:solidFill>
                  <a:srgbClr val="000000"/>
                </a:solidFill>
                <a:miter lim="800000"/>
              </a:ln>
            </p:spPr>
            <p:txBody>
              <a:bodyPr wrap="none" anchor="ctr"/>
              <a:lstStyle/>
              <a:p>
                <a:endParaRPr lang="zh-CN" altLang="en-US"/>
              </a:p>
            </p:txBody>
          </p:sp>
          <p:sp>
            <p:nvSpPr>
              <p:cNvPr id="42035" name="Rectangle 106"/>
              <p:cNvSpPr>
                <a:spLocks noChangeArrowheads="1"/>
              </p:cNvSpPr>
              <p:nvPr/>
            </p:nvSpPr>
            <p:spPr bwMode="auto">
              <a:xfrm>
                <a:off x="960" y="2448"/>
                <a:ext cx="96" cy="240"/>
              </a:xfrm>
              <a:prstGeom prst="rect">
                <a:avLst/>
              </a:prstGeom>
              <a:noFill/>
              <a:ln w="25400" cap="sq">
                <a:solidFill>
                  <a:srgbClr val="000000"/>
                </a:solidFill>
                <a:miter lim="800000"/>
              </a:ln>
            </p:spPr>
            <p:txBody>
              <a:bodyPr wrap="none" anchor="ctr"/>
              <a:lstStyle/>
              <a:p>
                <a:endParaRPr lang="zh-CN" altLang="en-US"/>
              </a:p>
            </p:txBody>
          </p:sp>
        </p:grpSp>
        <p:grpSp>
          <p:nvGrpSpPr>
            <p:cNvPr id="5" name="Group 107"/>
            <p:cNvGrpSpPr/>
            <p:nvPr/>
          </p:nvGrpSpPr>
          <p:grpSpPr bwMode="auto">
            <a:xfrm>
              <a:off x="912" y="1392"/>
              <a:ext cx="288" cy="240"/>
              <a:chOff x="768" y="2448"/>
              <a:chExt cx="288" cy="240"/>
            </a:xfrm>
          </p:grpSpPr>
          <p:sp>
            <p:nvSpPr>
              <p:cNvPr id="42032" name="Rectangle 108"/>
              <p:cNvSpPr>
                <a:spLocks noChangeArrowheads="1"/>
              </p:cNvSpPr>
              <p:nvPr/>
            </p:nvSpPr>
            <p:spPr bwMode="auto">
              <a:xfrm>
                <a:off x="768" y="2448"/>
                <a:ext cx="192" cy="240"/>
              </a:xfrm>
              <a:prstGeom prst="rect">
                <a:avLst/>
              </a:prstGeom>
              <a:noFill/>
              <a:ln w="25400" cap="sq">
                <a:solidFill>
                  <a:srgbClr val="000000"/>
                </a:solidFill>
                <a:miter lim="800000"/>
              </a:ln>
            </p:spPr>
            <p:txBody>
              <a:bodyPr wrap="none" anchor="ctr"/>
              <a:lstStyle/>
              <a:p>
                <a:endParaRPr lang="zh-CN" altLang="en-US"/>
              </a:p>
            </p:txBody>
          </p:sp>
          <p:sp>
            <p:nvSpPr>
              <p:cNvPr id="42033" name="Rectangle 109"/>
              <p:cNvSpPr>
                <a:spLocks noChangeArrowheads="1"/>
              </p:cNvSpPr>
              <p:nvPr/>
            </p:nvSpPr>
            <p:spPr bwMode="auto">
              <a:xfrm>
                <a:off x="960" y="2448"/>
                <a:ext cx="96" cy="240"/>
              </a:xfrm>
              <a:prstGeom prst="rect">
                <a:avLst/>
              </a:prstGeom>
              <a:noFill/>
              <a:ln w="25400" cap="sq">
                <a:solidFill>
                  <a:srgbClr val="000000"/>
                </a:solidFill>
                <a:miter lim="800000"/>
              </a:ln>
            </p:spPr>
            <p:txBody>
              <a:bodyPr wrap="none" anchor="ctr"/>
              <a:lstStyle/>
              <a:p>
                <a:endParaRPr lang="zh-CN" altLang="en-US"/>
              </a:p>
            </p:txBody>
          </p:sp>
        </p:grpSp>
        <p:grpSp>
          <p:nvGrpSpPr>
            <p:cNvPr id="6" name="Group 110"/>
            <p:cNvGrpSpPr/>
            <p:nvPr/>
          </p:nvGrpSpPr>
          <p:grpSpPr bwMode="auto">
            <a:xfrm>
              <a:off x="1392" y="1403"/>
              <a:ext cx="288" cy="240"/>
              <a:chOff x="768" y="2448"/>
              <a:chExt cx="288" cy="240"/>
            </a:xfrm>
          </p:grpSpPr>
          <p:sp>
            <p:nvSpPr>
              <p:cNvPr id="42030" name="Rectangle 111"/>
              <p:cNvSpPr>
                <a:spLocks noChangeArrowheads="1"/>
              </p:cNvSpPr>
              <p:nvPr/>
            </p:nvSpPr>
            <p:spPr bwMode="auto">
              <a:xfrm>
                <a:off x="768" y="2448"/>
                <a:ext cx="192" cy="240"/>
              </a:xfrm>
              <a:prstGeom prst="rect">
                <a:avLst/>
              </a:prstGeom>
              <a:noFill/>
              <a:ln w="25400" cap="sq">
                <a:solidFill>
                  <a:schemeClr val="accent2"/>
                </a:solidFill>
                <a:miter lim="800000"/>
              </a:ln>
            </p:spPr>
            <p:txBody>
              <a:bodyPr wrap="none" anchor="ctr"/>
              <a:lstStyle/>
              <a:p>
                <a:endParaRPr lang="zh-CN" altLang="en-US"/>
              </a:p>
            </p:txBody>
          </p:sp>
          <p:sp>
            <p:nvSpPr>
              <p:cNvPr id="42031" name="Rectangle 112"/>
              <p:cNvSpPr>
                <a:spLocks noChangeArrowheads="1"/>
              </p:cNvSpPr>
              <p:nvPr/>
            </p:nvSpPr>
            <p:spPr bwMode="auto">
              <a:xfrm>
                <a:off x="960" y="2448"/>
                <a:ext cx="96" cy="240"/>
              </a:xfrm>
              <a:prstGeom prst="rect">
                <a:avLst/>
              </a:prstGeom>
              <a:noFill/>
              <a:ln w="25400" cap="sq">
                <a:solidFill>
                  <a:schemeClr val="accent2"/>
                </a:solidFill>
                <a:miter lim="800000"/>
              </a:ln>
            </p:spPr>
            <p:txBody>
              <a:bodyPr wrap="none" anchor="ctr"/>
              <a:lstStyle/>
              <a:p>
                <a:endParaRPr lang="zh-CN" altLang="en-US"/>
              </a:p>
            </p:txBody>
          </p:sp>
        </p:grpSp>
        <p:grpSp>
          <p:nvGrpSpPr>
            <p:cNvPr id="7" name="Group 113"/>
            <p:cNvGrpSpPr/>
            <p:nvPr/>
          </p:nvGrpSpPr>
          <p:grpSpPr bwMode="auto">
            <a:xfrm>
              <a:off x="1872" y="1403"/>
              <a:ext cx="288" cy="240"/>
              <a:chOff x="768" y="2448"/>
              <a:chExt cx="288" cy="240"/>
            </a:xfrm>
          </p:grpSpPr>
          <p:sp>
            <p:nvSpPr>
              <p:cNvPr id="42028" name="Rectangle 114"/>
              <p:cNvSpPr>
                <a:spLocks noChangeArrowheads="1"/>
              </p:cNvSpPr>
              <p:nvPr/>
            </p:nvSpPr>
            <p:spPr bwMode="auto">
              <a:xfrm>
                <a:off x="768" y="2448"/>
                <a:ext cx="192" cy="240"/>
              </a:xfrm>
              <a:prstGeom prst="rect">
                <a:avLst/>
              </a:prstGeom>
              <a:noFill/>
              <a:ln w="25400" cap="sq">
                <a:solidFill>
                  <a:srgbClr val="000000"/>
                </a:solidFill>
                <a:miter lim="800000"/>
              </a:ln>
            </p:spPr>
            <p:txBody>
              <a:bodyPr wrap="none" anchor="ctr"/>
              <a:lstStyle/>
              <a:p>
                <a:endParaRPr lang="zh-CN" altLang="en-US"/>
              </a:p>
            </p:txBody>
          </p:sp>
          <p:sp>
            <p:nvSpPr>
              <p:cNvPr id="42029" name="Rectangle 115"/>
              <p:cNvSpPr>
                <a:spLocks noChangeArrowheads="1"/>
              </p:cNvSpPr>
              <p:nvPr/>
            </p:nvSpPr>
            <p:spPr bwMode="auto">
              <a:xfrm>
                <a:off x="960" y="2448"/>
                <a:ext cx="96" cy="240"/>
              </a:xfrm>
              <a:prstGeom prst="rect">
                <a:avLst/>
              </a:prstGeom>
              <a:noFill/>
              <a:ln w="25400" cap="sq">
                <a:solidFill>
                  <a:srgbClr val="000000"/>
                </a:solidFill>
                <a:miter lim="800000"/>
              </a:ln>
            </p:spPr>
            <p:txBody>
              <a:bodyPr wrap="none" anchor="ctr"/>
              <a:lstStyle/>
              <a:p>
                <a:endParaRPr lang="zh-CN" altLang="en-US"/>
              </a:p>
            </p:txBody>
          </p:sp>
        </p:grpSp>
        <p:grpSp>
          <p:nvGrpSpPr>
            <p:cNvPr id="8" name="Group 116"/>
            <p:cNvGrpSpPr/>
            <p:nvPr/>
          </p:nvGrpSpPr>
          <p:grpSpPr bwMode="auto">
            <a:xfrm>
              <a:off x="2352" y="1403"/>
              <a:ext cx="288" cy="240"/>
              <a:chOff x="768" y="2448"/>
              <a:chExt cx="288" cy="240"/>
            </a:xfrm>
          </p:grpSpPr>
          <p:sp>
            <p:nvSpPr>
              <p:cNvPr id="42026" name="Rectangle 117"/>
              <p:cNvSpPr>
                <a:spLocks noChangeArrowheads="1"/>
              </p:cNvSpPr>
              <p:nvPr/>
            </p:nvSpPr>
            <p:spPr bwMode="auto">
              <a:xfrm>
                <a:off x="768" y="2448"/>
                <a:ext cx="192" cy="240"/>
              </a:xfrm>
              <a:prstGeom prst="rect">
                <a:avLst/>
              </a:prstGeom>
              <a:noFill/>
              <a:ln w="25400" cap="sq">
                <a:solidFill>
                  <a:srgbClr val="000000"/>
                </a:solidFill>
                <a:miter lim="800000"/>
              </a:ln>
            </p:spPr>
            <p:txBody>
              <a:bodyPr wrap="none" anchor="ctr"/>
              <a:lstStyle/>
              <a:p>
                <a:endParaRPr lang="zh-CN" altLang="en-US"/>
              </a:p>
            </p:txBody>
          </p:sp>
          <p:sp>
            <p:nvSpPr>
              <p:cNvPr id="42027" name="Rectangle 118"/>
              <p:cNvSpPr>
                <a:spLocks noChangeArrowheads="1"/>
              </p:cNvSpPr>
              <p:nvPr/>
            </p:nvSpPr>
            <p:spPr bwMode="auto">
              <a:xfrm>
                <a:off x="960" y="2448"/>
                <a:ext cx="96" cy="240"/>
              </a:xfrm>
              <a:prstGeom prst="rect">
                <a:avLst/>
              </a:prstGeom>
              <a:noFill/>
              <a:ln w="25400" cap="sq">
                <a:solidFill>
                  <a:srgbClr val="000000"/>
                </a:solidFill>
                <a:miter lim="800000"/>
              </a:ln>
            </p:spPr>
            <p:txBody>
              <a:bodyPr wrap="none" anchor="ctr"/>
              <a:lstStyle/>
              <a:p>
                <a:endParaRPr lang="zh-CN" altLang="en-US"/>
              </a:p>
            </p:txBody>
          </p:sp>
        </p:grpSp>
        <p:grpSp>
          <p:nvGrpSpPr>
            <p:cNvPr id="9" name="Group 119"/>
            <p:cNvGrpSpPr/>
            <p:nvPr/>
          </p:nvGrpSpPr>
          <p:grpSpPr bwMode="auto">
            <a:xfrm>
              <a:off x="2832" y="1396"/>
              <a:ext cx="288" cy="240"/>
              <a:chOff x="768" y="2448"/>
              <a:chExt cx="288" cy="240"/>
            </a:xfrm>
          </p:grpSpPr>
          <p:sp>
            <p:nvSpPr>
              <p:cNvPr id="42024" name="Rectangle 120"/>
              <p:cNvSpPr>
                <a:spLocks noChangeArrowheads="1"/>
              </p:cNvSpPr>
              <p:nvPr/>
            </p:nvSpPr>
            <p:spPr bwMode="auto">
              <a:xfrm>
                <a:off x="768" y="2448"/>
                <a:ext cx="192" cy="240"/>
              </a:xfrm>
              <a:prstGeom prst="rect">
                <a:avLst/>
              </a:prstGeom>
              <a:noFill/>
              <a:ln w="25400" cap="sq">
                <a:solidFill>
                  <a:srgbClr val="0000FF"/>
                </a:solidFill>
                <a:miter lim="800000"/>
              </a:ln>
            </p:spPr>
            <p:txBody>
              <a:bodyPr wrap="none" anchor="ctr"/>
              <a:lstStyle/>
              <a:p>
                <a:endParaRPr lang="zh-CN" altLang="en-US"/>
              </a:p>
            </p:txBody>
          </p:sp>
          <p:sp>
            <p:nvSpPr>
              <p:cNvPr id="42025" name="Rectangle 121"/>
              <p:cNvSpPr>
                <a:spLocks noChangeArrowheads="1"/>
              </p:cNvSpPr>
              <p:nvPr/>
            </p:nvSpPr>
            <p:spPr bwMode="auto">
              <a:xfrm>
                <a:off x="960" y="2448"/>
                <a:ext cx="96" cy="240"/>
              </a:xfrm>
              <a:prstGeom prst="rect">
                <a:avLst/>
              </a:prstGeom>
              <a:noFill/>
              <a:ln w="25400" cap="sq">
                <a:solidFill>
                  <a:srgbClr val="0000FF"/>
                </a:solidFill>
                <a:miter lim="800000"/>
              </a:ln>
            </p:spPr>
            <p:txBody>
              <a:bodyPr wrap="none" anchor="ctr"/>
              <a:lstStyle/>
              <a:p>
                <a:endParaRPr lang="zh-CN" altLang="en-US"/>
              </a:p>
            </p:txBody>
          </p:sp>
        </p:grpSp>
        <p:grpSp>
          <p:nvGrpSpPr>
            <p:cNvPr id="10" name="Group 122"/>
            <p:cNvGrpSpPr/>
            <p:nvPr/>
          </p:nvGrpSpPr>
          <p:grpSpPr bwMode="auto">
            <a:xfrm>
              <a:off x="3312" y="1399"/>
              <a:ext cx="288" cy="240"/>
              <a:chOff x="768" y="2448"/>
              <a:chExt cx="288" cy="240"/>
            </a:xfrm>
          </p:grpSpPr>
          <p:sp>
            <p:nvSpPr>
              <p:cNvPr id="42022" name="Rectangle 123"/>
              <p:cNvSpPr>
                <a:spLocks noChangeArrowheads="1"/>
              </p:cNvSpPr>
              <p:nvPr/>
            </p:nvSpPr>
            <p:spPr bwMode="auto">
              <a:xfrm>
                <a:off x="768" y="2448"/>
                <a:ext cx="192" cy="240"/>
              </a:xfrm>
              <a:prstGeom prst="rect">
                <a:avLst/>
              </a:prstGeom>
              <a:noFill/>
              <a:ln w="25400" cap="sq">
                <a:solidFill>
                  <a:srgbClr val="000000"/>
                </a:solidFill>
                <a:miter lim="800000"/>
              </a:ln>
            </p:spPr>
            <p:txBody>
              <a:bodyPr wrap="none" anchor="ctr"/>
              <a:lstStyle/>
              <a:p>
                <a:endParaRPr lang="zh-CN" altLang="en-US"/>
              </a:p>
            </p:txBody>
          </p:sp>
          <p:sp>
            <p:nvSpPr>
              <p:cNvPr id="42023" name="Rectangle 124"/>
              <p:cNvSpPr>
                <a:spLocks noChangeArrowheads="1"/>
              </p:cNvSpPr>
              <p:nvPr/>
            </p:nvSpPr>
            <p:spPr bwMode="auto">
              <a:xfrm>
                <a:off x="960" y="2448"/>
                <a:ext cx="96" cy="240"/>
              </a:xfrm>
              <a:prstGeom prst="rect">
                <a:avLst/>
              </a:prstGeom>
              <a:noFill/>
              <a:ln w="25400" cap="sq">
                <a:solidFill>
                  <a:srgbClr val="000000"/>
                </a:solidFill>
                <a:miter lim="800000"/>
              </a:ln>
            </p:spPr>
            <p:txBody>
              <a:bodyPr wrap="none" anchor="ctr"/>
              <a:lstStyle/>
              <a:p>
                <a:endParaRPr lang="zh-CN" altLang="en-US"/>
              </a:p>
            </p:txBody>
          </p:sp>
        </p:grpSp>
        <p:grpSp>
          <p:nvGrpSpPr>
            <p:cNvPr id="11" name="Group 125"/>
            <p:cNvGrpSpPr/>
            <p:nvPr/>
          </p:nvGrpSpPr>
          <p:grpSpPr bwMode="auto">
            <a:xfrm>
              <a:off x="3792" y="1403"/>
              <a:ext cx="288" cy="240"/>
              <a:chOff x="768" y="2448"/>
              <a:chExt cx="288" cy="240"/>
            </a:xfrm>
          </p:grpSpPr>
          <p:sp>
            <p:nvSpPr>
              <p:cNvPr id="42020" name="Rectangle 126"/>
              <p:cNvSpPr>
                <a:spLocks noChangeArrowheads="1"/>
              </p:cNvSpPr>
              <p:nvPr/>
            </p:nvSpPr>
            <p:spPr bwMode="auto">
              <a:xfrm>
                <a:off x="768" y="2448"/>
                <a:ext cx="192" cy="240"/>
              </a:xfrm>
              <a:prstGeom prst="rect">
                <a:avLst/>
              </a:prstGeom>
              <a:noFill/>
              <a:ln w="25400" cap="sq">
                <a:solidFill>
                  <a:srgbClr val="000000"/>
                </a:solidFill>
                <a:miter lim="800000"/>
              </a:ln>
            </p:spPr>
            <p:txBody>
              <a:bodyPr wrap="none" anchor="ctr"/>
              <a:lstStyle/>
              <a:p>
                <a:endParaRPr lang="zh-CN" altLang="en-US"/>
              </a:p>
            </p:txBody>
          </p:sp>
          <p:sp>
            <p:nvSpPr>
              <p:cNvPr id="42021" name="Rectangle 127"/>
              <p:cNvSpPr>
                <a:spLocks noChangeArrowheads="1"/>
              </p:cNvSpPr>
              <p:nvPr/>
            </p:nvSpPr>
            <p:spPr bwMode="auto">
              <a:xfrm>
                <a:off x="960" y="2448"/>
                <a:ext cx="96" cy="240"/>
              </a:xfrm>
              <a:prstGeom prst="rect">
                <a:avLst/>
              </a:prstGeom>
              <a:noFill/>
              <a:ln w="25400" cap="sq">
                <a:solidFill>
                  <a:srgbClr val="000000"/>
                </a:solidFill>
                <a:miter lim="800000"/>
              </a:ln>
            </p:spPr>
            <p:txBody>
              <a:bodyPr wrap="none" anchor="ctr"/>
              <a:lstStyle/>
              <a:p>
                <a:endParaRPr lang="zh-CN" altLang="en-US"/>
              </a:p>
            </p:txBody>
          </p:sp>
        </p:grpSp>
        <p:grpSp>
          <p:nvGrpSpPr>
            <p:cNvPr id="12" name="Group 128"/>
            <p:cNvGrpSpPr/>
            <p:nvPr/>
          </p:nvGrpSpPr>
          <p:grpSpPr bwMode="auto">
            <a:xfrm>
              <a:off x="4608" y="1392"/>
              <a:ext cx="288" cy="240"/>
              <a:chOff x="768" y="2448"/>
              <a:chExt cx="288" cy="240"/>
            </a:xfrm>
          </p:grpSpPr>
          <p:sp>
            <p:nvSpPr>
              <p:cNvPr id="42018" name="Rectangle 129"/>
              <p:cNvSpPr>
                <a:spLocks noChangeArrowheads="1"/>
              </p:cNvSpPr>
              <p:nvPr/>
            </p:nvSpPr>
            <p:spPr bwMode="auto">
              <a:xfrm>
                <a:off x="768" y="2448"/>
                <a:ext cx="192" cy="240"/>
              </a:xfrm>
              <a:prstGeom prst="rect">
                <a:avLst/>
              </a:prstGeom>
              <a:noFill/>
              <a:ln w="25400" cap="sq">
                <a:solidFill>
                  <a:srgbClr val="000000"/>
                </a:solidFill>
                <a:miter lim="800000"/>
              </a:ln>
            </p:spPr>
            <p:txBody>
              <a:bodyPr wrap="none" anchor="ctr"/>
              <a:lstStyle/>
              <a:p>
                <a:endParaRPr lang="zh-CN" altLang="en-US"/>
              </a:p>
            </p:txBody>
          </p:sp>
          <p:sp>
            <p:nvSpPr>
              <p:cNvPr id="42019" name="Rectangle 130"/>
              <p:cNvSpPr>
                <a:spLocks noChangeArrowheads="1"/>
              </p:cNvSpPr>
              <p:nvPr/>
            </p:nvSpPr>
            <p:spPr bwMode="auto">
              <a:xfrm>
                <a:off x="960" y="2448"/>
                <a:ext cx="96" cy="240"/>
              </a:xfrm>
              <a:prstGeom prst="rect">
                <a:avLst/>
              </a:prstGeom>
              <a:noFill/>
              <a:ln w="25400" cap="sq">
                <a:solidFill>
                  <a:srgbClr val="000000"/>
                </a:solidFill>
                <a:miter lim="800000"/>
              </a:ln>
            </p:spPr>
            <p:txBody>
              <a:bodyPr wrap="none" anchor="ctr"/>
              <a:lstStyle/>
              <a:p>
                <a:endParaRPr lang="zh-CN" altLang="en-US"/>
              </a:p>
            </p:txBody>
          </p:sp>
        </p:grpSp>
        <p:grpSp>
          <p:nvGrpSpPr>
            <p:cNvPr id="13" name="Group 131"/>
            <p:cNvGrpSpPr/>
            <p:nvPr/>
          </p:nvGrpSpPr>
          <p:grpSpPr bwMode="auto">
            <a:xfrm>
              <a:off x="5088" y="1403"/>
              <a:ext cx="288" cy="240"/>
              <a:chOff x="768" y="2448"/>
              <a:chExt cx="288" cy="240"/>
            </a:xfrm>
          </p:grpSpPr>
          <p:sp>
            <p:nvSpPr>
              <p:cNvPr id="42016" name="Rectangle 132"/>
              <p:cNvSpPr>
                <a:spLocks noChangeArrowheads="1"/>
              </p:cNvSpPr>
              <p:nvPr/>
            </p:nvSpPr>
            <p:spPr bwMode="auto">
              <a:xfrm>
                <a:off x="768" y="2448"/>
                <a:ext cx="192" cy="240"/>
              </a:xfrm>
              <a:prstGeom prst="rect">
                <a:avLst/>
              </a:prstGeom>
              <a:noFill/>
              <a:ln w="25400" cap="sq">
                <a:solidFill>
                  <a:srgbClr val="000000"/>
                </a:solidFill>
                <a:miter lim="800000"/>
              </a:ln>
            </p:spPr>
            <p:txBody>
              <a:bodyPr wrap="none" anchor="ctr"/>
              <a:lstStyle/>
              <a:p>
                <a:endParaRPr lang="zh-CN" altLang="en-US"/>
              </a:p>
            </p:txBody>
          </p:sp>
          <p:sp>
            <p:nvSpPr>
              <p:cNvPr id="42017" name="Rectangle 133"/>
              <p:cNvSpPr>
                <a:spLocks noChangeArrowheads="1"/>
              </p:cNvSpPr>
              <p:nvPr/>
            </p:nvSpPr>
            <p:spPr bwMode="auto">
              <a:xfrm>
                <a:off x="960" y="2448"/>
                <a:ext cx="96" cy="240"/>
              </a:xfrm>
              <a:prstGeom prst="rect">
                <a:avLst/>
              </a:prstGeom>
              <a:noFill/>
              <a:ln w="25400" cap="sq">
                <a:solidFill>
                  <a:srgbClr val="000000"/>
                </a:solidFill>
                <a:miter lim="800000"/>
              </a:ln>
            </p:spPr>
            <p:txBody>
              <a:bodyPr wrap="none" anchor="ctr"/>
              <a:lstStyle/>
              <a:p>
                <a:endParaRPr lang="zh-CN" altLang="en-US"/>
              </a:p>
            </p:txBody>
          </p:sp>
        </p:grpSp>
        <p:sp>
          <p:nvSpPr>
            <p:cNvPr id="42000" name="Line 134"/>
            <p:cNvSpPr>
              <a:spLocks noChangeShapeType="1"/>
            </p:cNvSpPr>
            <p:nvPr/>
          </p:nvSpPr>
          <p:spPr bwMode="auto">
            <a:xfrm>
              <a:off x="672" y="1532"/>
              <a:ext cx="240" cy="0"/>
            </a:xfrm>
            <a:prstGeom prst="line">
              <a:avLst/>
            </a:prstGeom>
            <a:noFill/>
            <a:ln w="19050" cap="sq">
              <a:solidFill>
                <a:srgbClr val="003300"/>
              </a:solidFill>
              <a:round/>
              <a:tailEnd type="triangle" w="sm" len="lg"/>
            </a:ln>
          </p:spPr>
          <p:txBody>
            <a:bodyPr wrap="none" anchor="ctr"/>
            <a:lstStyle/>
            <a:p>
              <a:endParaRPr lang="zh-CN" altLang="en-US"/>
            </a:p>
          </p:txBody>
        </p:sp>
        <p:sp>
          <p:nvSpPr>
            <p:cNvPr id="42001" name="Line 135"/>
            <p:cNvSpPr>
              <a:spLocks noChangeShapeType="1"/>
            </p:cNvSpPr>
            <p:nvPr/>
          </p:nvSpPr>
          <p:spPr bwMode="auto">
            <a:xfrm>
              <a:off x="1167" y="1536"/>
              <a:ext cx="240" cy="0"/>
            </a:xfrm>
            <a:prstGeom prst="line">
              <a:avLst/>
            </a:prstGeom>
            <a:noFill/>
            <a:ln w="19050" cap="sq">
              <a:solidFill>
                <a:srgbClr val="003300"/>
              </a:solidFill>
              <a:round/>
              <a:tailEnd type="triangle" w="sm" len="lg"/>
            </a:ln>
          </p:spPr>
          <p:txBody>
            <a:bodyPr wrap="none" anchor="ctr"/>
            <a:lstStyle/>
            <a:p>
              <a:endParaRPr lang="zh-CN" altLang="en-US"/>
            </a:p>
          </p:txBody>
        </p:sp>
        <p:sp>
          <p:nvSpPr>
            <p:cNvPr id="42002" name="Line 136"/>
            <p:cNvSpPr>
              <a:spLocks noChangeShapeType="1"/>
            </p:cNvSpPr>
            <p:nvPr/>
          </p:nvSpPr>
          <p:spPr bwMode="auto">
            <a:xfrm>
              <a:off x="1643" y="1525"/>
              <a:ext cx="240" cy="0"/>
            </a:xfrm>
            <a:prstGeom prst="line">
              <a:avLst/>
            </a:prstGeom>
            <a:noFill/>
            <a:ln w="19050" cap="sq">
              <a:solidFill>
                <a:srgbClr val="003300"/>
              </a:solidFill>
              <a:round/>
              <a:tailEnd type="triangle" w="sm" len="lg"/>
            </a:ln>
          </p:spPr>
          <p:txBody>
            <a:bodyPr wrap="none" anchor="ctr"/>
            <a:lstStyle/>
            <a:p>
              <a:endParaRPr lang="zh-CN" altLang="en-US"/>
            </a:p>
          </p:txBody>
        </p:sp>
        <p:sp>
          <p:nvSpPr>
            <p:cNvPr id="42003" name="Line 137"/>
            <p:cNvSpPr>
              <a:spLocks noChangeShapeType="1"/>
            </p:cNvSpPr>
            <p:nvPr/>
          </p:nvSpPr>
          <p:spPr bwMode="auto">
            <a:xfrm>
              <a:off x="2112" y="1536"/>
              <a:ext cx="240" cy="0"/>
            </a:xfrm>
            <a:prstGeom prst="line">
              <a:avLst/>
            </a:prstGeom>
            <a:noFill/>
            <a:ln w="19050" cap="sq">
              <a:solidFill>
                <a:srgbClr val="003300"/>
              </a:solidFill>
              <a:round/>
              <a:tailEnd type="triangle" w="sm" len="lg"/>
            </a:ln>
          </p:spPr>
          <p:txBody>
            <a:bodyPr wrap="none" anchor="ctr"/>
            <a:lstStyle/>
            <a:p>
              <a:endParaRPr lang="zh-CN" altLang="en-US"/>
            </a:p>
          </p:txBody>
        </p:sp>
        <p:sp>
          <p:nvSpPr>
            <p:cNvPr id="42004" name="Line 138"/>
            <p:cNvSpPr>
              <a:spLocks noChangeShapeType="1"/>
            </p:cNvSpPr>
            <p:nvPr/>
          </p:nvSpPr>
          <p:spPr bwMode="auto">
            <a:xfrm>
              <a:off x="2592" y="1536"/>
              <a:ext cx="240" cy="0"/>
            </a:xfrm>
            <a:prstGeom prst="line">
              <a:avLst/>
            </a:prstGeom>
            <a:noFill/>
            <a:ln w="19050" cap="sq">
              <a:solidFill>
                <a:srgbClr val="003300"/>
              </a:solidFill>
              <a:round/>
              <a:tailEnd type="triangle" w="sm" len="lg"/>
            </a:ln>
          </p:spPr>
          <p:txBody>
            <a:bodyPr wrap="none" anchor="ctr"/>
            <a:lstStyle/>
            <a:p>
              <a:endParaRPr lang="zh-CN" altLang="en-US"/>
            </a:p>
          </p:txBody>
        </p:sp>
        <p:sp>
          <p:nvSpPr>
            <p:cNvPr id="42005" name="Line 139"/>
            <p:cNvSpPr>
              <a:spLocks noChangeShapeType="1"/>
            </p:cNvSpPr>
            <p:nvPr/>
          </p:nvSpPr>
          <p:spPr bwMode="auto">
            <a:xfrm>
              <a:off x="3083" y="1536"/>
              <a:ext cx="240" cy="0"/>
            </a:xfrm>
            <a:prstGeom prst="line">
              <a:avLst/>
            </a:prstGeom>
            <a:noFill/>
            <a:ln w="19050" cap="sq">
              <a:solidFill>
                <a:srgbClr val="003300"/>
              </a:solidFill>
              <a:round/>
              <a:tailEnd type="triangle" w="sm" len="lg"/>
            </a:ln>
          </p:spPr>
          <p:txBody>
            <a:bodyPr wrap="none" anchor="ctr"/>
            <a:lstStyle/>
            <a:p>
              <a:endParaRPr lang="zh-CN" altLang="en-US"/>
            </a:p>
          </p:txBody>
        </p:sp>
        <p:sp>
          <p:nvSpPr>
            <p:cNvPr id="42006" name="Line 140"/>
            <p:cNvSpPr>
              <a:spLocks noChangeShapeType="1"/>
            </p:cNvSpPr>
            <p:nvPr/>
          </p:nvSpPr>
          <p:spPr bwMode="auto">
            <a:xfrm>
              <a:off x="3578" y="1536"/>
              <a:ext cx="240" cy="0"/>
            </a:xfrm>
            <a:prstGeom prst="line">
              <a:avLst/>
            </a:prstGeom>
            <a:noFill/>
            <a:ln w="19050" cap="sq">
              <a:solidFill>
                <a:srgbClr val="003300"/>
              </a:solidFill>
              <a:round/>
              <a:tailEnd type="triangle" w="sm" len="lg"/>
            </a:ln>
          </p:spPr>
          <p:txBody>
            <a:bodyPr wrap="none" anchor="ctr"/>
            <a:lstStyle/>
            <a:p>
              <a:endParaRPr lang="zh-CN" altLang="en-US"/>
            </a:p>
          </p:txBody>
        </p:sp>
        <p:sp>
          <p:nvSpPr>
            <p:cNvPr id="42007" name="Line 141"/>
            <p:cNvSpPr>
              <a:spLocks noChangeShapeType="1"/>
            </p:cNvSpPr>
            <p:nvPr/>
          </p:nvSpPr>
          <p:spPr bwMode="auto">
            <a:xfrm>
              <a:off x="4006" y="1536"/>
              <a:ext cx="240" cy="0"/>
            </a:xfrm>
            <a:prstGeom prst="line">
              <a:avLst/>
            </a:prstGeom>
            <a:noFill/>
            <a:ln w="19050" cap="sq">
              <a:solidFill>
                <a:srgbClr val="003300"/>
              </a:solidFill>
              <a:round/>
              <a:tailEnd type="triangle" w="sm" len="lg"/>
            </a:ln>
          </p:spPr>
          <p:txBody>
            <a:bodyPr wrap="none" anchor="ctr"/>
            <a:lstStyle/>
            <a:p>
              <a:endParaRPr lang="zh-CN" altLang="en-US"/>
            </a:p>
          </p:txBody>
        </p:sp>
        <p:sp>
          <p:nvSpPr>
            <p:cNvPr id="42008" name="Line 142"/>
            <p:cNvSpPr>
              <a:spLocks noChangeShapeType="1"/>
            </p:cNvSpPr>
            <p:nvPr/>
          </p:nvSpPr>
          <p:spPr bwMode="auto">
            <a:xfrm>
              <a:off x="4368" y="1536"/>
              <a:ext cx="240" cy="0"/>
            </a:xfrm>
            <a:prstGeom prst="line">
              <a:avLst/>
            </a:prstGeom>
            <a:noFill/>
            <a:ln w="19050" cap="sq">
              <a:solidFill>
                <a:srgbClr val="003300"/>
              </a:solidFill>
              <a:round/>
              <a:tailEnd type="triangle" w="sm" len="lg"/>
            </a:ln>
          </p:spPr>
          <p:txBody>
            <a:bodyPr wrap="none" anchor="ctr"/>
            <a:lstStyle/>
            <a:p>
              <a:endParaRPr lang="zh-CN" altLang="en-US"/>
            </a:p>
          </p:txBody>
        </p:sp>
        <p:sp>
          <p:nvSpPr>
            <p:cNvPr id="42009" name="Line 143"/>
            <p:cNvSpPr>
              <a:spLocks noChangeShapeType="1"/>
            </p:cNvSpPr>
            <p:nvPr/>
          </p:nvSpPr>
          <p:spPr bwMode="auto">
            <a:xfrm>
              <a:off x="4848" y="1536"/>
              <a:ext cx="240" cy="0"/>
            </a:xfrm>
            <a:prstGeom prst="line">
              <a:avLst/>
            </a:prstGeom>
            <a:noFill/>
            <a:ln w="19050" cap="sq">
              <a:solidFill>
                <a:srgbClr val="003300"/>
              </a:solidFill>
              <a:round/>
              <a:tailEnd type="triangle" w="sm" len="lg"/>
            </a:ln>
          </p:spPr>
          <p:txBody>
            <a:bodyPr wrap="none" anchor="ctr"/>
            <a:lstStyle/>
            <a:p>
              <a:endParaRPr lang="zh-CN" altLang="en-US"/>
            </a:p>
          </p:txBody>
        </p:sp>
        <p:sp>
          <p:nvSpPr>
            <p:cNvPr id="42010" name="Rectangle 144"/>
            <p:cNvSpPr>
              <a:spLocks noChangeArrowheads="1"/>
            </p:cNvSpPr>
            <p:nvPr/>
          </p:nvSpPr>
          <p:spPr bwMode="auto">
            <a:xfrm>
              <a:off x="4184" y="1344"/>
              <a:ext cx="275" cy="291"/>
            </a:xfrm>
            <a:prstGeom prst="rect">
              <a:avLst/>
            </a:prstGeom>
            <a:noFill/>
            <a:ln w="12700" cap="sq">
              <a:noFill/>
              <a:miter lim="800000"/>
            </a:ln>
          </p:spPr>
          <p:txBody>
            <a:bodyPr wrap="none">
              <a:spAutoFit/>
            </a:bodyPr>
            <a:lstStyle/>
            <a:p>
              <a:pPr algn="ctr"/>
              <a:r>
                <a:rPr lang="zh-CN" altLang="en-US" sz="2400">
                  <a:solidFill>
                    <a:schemeClr val="bg1"/>
                  </a:solidFill>
                  <a:ea typeface="宋体" pitchFamily="2" charset="-122"/>
                  <a:cs typeface="Times New Roman" panose="02020503050405090304" pitchFamily="18" charset="0"/>
                </a:rPr>
                <a:t>…</a:t>
              </a:r>
              <a:endParaRPr lang="zh-CN" altLang="en-US" sz="2400">
                <a:solidFill>
                  <a:schemeClr val="bg1"/>
                </a:solidFill>
                <a:ea typeface="宋体" pitchFamily="2" charset="-122"/>
                <a:cs typeface="Times New Roman" panose="02020503050405090304" pitchFamily="18" charset="0"/>
              </a:endParaRPr>
            </a:p>
          </p:txBody>
        </p:sp>
        <p:sp>
          <p:nvSpPr>
            <p:cNvPr id="42011" name="Line 145"/>
            <p:cNvSpPr>
              <a:spLocks noChangeShapeType="1"/>
            </p:cNvSpPr>
            <p:nvPr/>
          </p:nvSpPr>
          <p:spPr bwMode="auto">
            <a:xfrm>
              <a:off x="5328" y="1536"/>
              <a:ext cx="192" cy="0"/>
            </a:xfrm>
            <a:prstGeom prst="line">
              <a:avLst/>
            </a:prstGeom>
            <a:noFill/>
            <a:ln w="22225" cap="sq">
              <a:solidFill>
                <a:schemeClr val="bg2"/>
              </a:solidFill>
              <a:round/>
            </a:ln>
          </p:spPr>
          <p:txBody>
            <a:bodyPr wrap="none" anchor="ctr"/>
            <a:lstStyle/>
            <a:p>
              <a:endParaRPr lang="zh-CN" altLang="en-US"/>
            </a:p>
          </p:txBody>
        </p:sp>
        <p:sp>
          <p:nvSpPr>
            <p:cNvPr id="42012" name="Line 146"/>
            <p:cNvSpPr>
              <a:spLocks noChangeShapeType="1"/>
            </p:cNvSpPr>
            <p:nvPr/>
          </p:nvSpPr>
          <p:spPr bwMode="auto">
            <a:xfrm>
              <a:off x="5546" y="1152"/>
              <a:ext cx="0" cy="384"/>
            </a:xfrm>
            <a:prstGeom prst="line">
              <a:avLst/>
            </a:prstGeom>
            <a:noFill/>
            <a:ln w="22225" cap="sq">
              <a:solidFill>
                <a:schemeClr val="bg2"/>
              </a:solidFill>
              <a:round/>
            </a:ln>
          </p:spPr>
          <p:txBody>
            <a:bodyPr wrap="none" anchor="ctr"/>
            <a:lstStyle/>
            <a:p>
              <a:endParaRPr lang="zh-CN" altLang="en-US"/>
            </a:p>
          </p:txBody>
        </p:sp>
        <p:sp>
          <p:nvSpPr>
            <p:cNvPr id="42013" name="Line 147"/>
            <p:cNvSpPr>
              <a:spLocks noChangeShapeType="1"/>
            </p:cNvSpPr>
            <p:nvPr/>
          </p:nvSpPr>
          <p:spPr bwMode="auto">
            <a:xfrm flipH="1">
              <a:off x="425" y="1163"/>
              <a:ext cx="144" cy="192"/>
            </a:xfrm>
            <a:prstGeom prst="line">
              <a:avLst/>
            </a:prstGeom>
            <a:noFill/>
            <a:ln w="19050" cap="sq">
              <a:solidFill>
                <a:srgbClr val="003300"/>
              </a:solidFill>
              <a:round/>
              <a:tailEnd type="triangle" w="med" len="med"/>
            </a:ln>
          </p:spPr>
          <p:txBody>
            <a:bodyPr wrap="none" anchor="ctr"/>
            <a:lstStyle/>
            <a:p>
              <a:endParaRPr lang="zh-CN" altLang="en-US"/>
            </a:p>
          </p:txBody>
        </p:sp>
        <p:sp>
          <p:nvSpPr>
            <p:cNvPr id="42014" name="Rectangle 148"/>
            <p:cNvSpPr>
              <a:spLocks noChangeArrowheads="1"/>
            </p:cNvSpPr>
            <p:nvPr/>
          </p:nvSpPr>
          <p:spPr bwMode="auto">
            <a:xfrm>
              <a:off x="169" y="960"/>
              <a:ext cx="311" cy="291"/>
            </a:xfrm>
            <a:prstGeom prst="rect">
              <a:avLst/>
            </a:prstGeom>
            <a:noFill/>
            <a:ln w="12700" cap="sq">
              <a:noFill/>
              <a:miter lim="800000"/>
            </a:ln>
          </p:spPr>
          <p:txBody>
            <a:bodyPr wrap="none">
              <a:spAutoFit/>
            </a:bodyPr>
            <a:lstStyle/>
            <a:p>
              <a:pPr algn="ctr"/>
              <a:r>
                <a:rPr lang="en-US" altLang="zh-CN" sz="2400">
                  <a:solidFill>
                    <a:srgbClr val="FF3300"/>
                  </a:solidFill>
                  <a:ea typeface="宋体" pitchFamily="2" charset="-122"/>
                </a:rPr>
                <a:t>list</a:t>
              </a:r>
              <a:endParaRPr lang="en-US" altLang="zh-CN" sz="2400">
                <a:solidFill>
                  <a:srgbClr val="FF3300"/>
                </a:solidFill>
                <a:ea typeface="宋体" pitchFamily="2" charset="-122"/>
              </a:endParaRPr>
            </a:p>
          </p:txBody>
        </p:sp>
        <p:sp>
          <p:nvSpPr>
            <p:cNvPr id="42015" name="Line 149"/>
            <p:cNvSpPr>
              <a:spLocks noChangeShapeType="1"/>
            </p:cNvSpPr>
            <p:nvPr/>
          </p:nvSpPr>
          <p:spPr bwMode="auto">
            <a:xfrm>
              <a:off x="288" y="1200"/>
              <a:ext cx="144" cy="240"/>
            </a:xfrm>
            <a:prstGeom prst="line">
              <a:avLst/>
            </a:prstGeom>
            <a:noFill/>
            <a:ln w="19050" cap="sq">
              <a:solidFill>
                <a:schemeClr val="accent2"/>
              </a:solidFill>
              <a:round/>
              <a:tailEnd type="triangle" w="med" len="med"/>
            </a:ln>
          </p:spPr>
          <p:txBody>
            <a:bodyPr wrap="none" anchor="ctr"/>
            <a:lstStyle/>
            <a:p>
              <a:endParaRPr lang="zh-CN" altLang="en-US"/>
            </a:p>
          </p:txBody>
        </p:sp>
      </p:grpSp>
    </p:spTree>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5"/>
          <p:cNvGrpSpPr/>
          <p:nvPr/>
        </p:nvGrpSpPr>
        <p:grpSpPr bwMode="auto">
          <a:xfrm>
            <a:off x="1415480" y="620688"/>
            <a:ext cx="8610600" cy="6070602"/>
            <a:chOff x="0" y="620"/>
            <a:chExt cx="5424" cy="3824"/>
          </a:xfrm>
        </p:grpSpPr>
        <p:sp>
          <p:nvSpPr>
            <p:cNvPr id="43019" name="Rectangle 3"/>
            <p:cNvSpPr>
              <a:spLocks noChangeArrowheads="1"/>
            </p:cNvSpPr>
            <p:nvPr/>
          </p:nvSpPr>
          <p:spPr bwMode="auto">
            <a:xfrm>
              <a:off x="336" y="624"/>
              <a:ext cx="5040" cy="3820"/>
            </a:xfrm>
            <a:prstGeom prst="rect">
              <a:avLst/>
            </a:prstGeom>
            <a:solidFill>
              <a:srgbClr val="CCFFFF"/>
            </a:solidFill>
            <a:ln w="9525">
              <a:noFill/>
              <a:miter lim="800000"/>
            </a:ln>
            <a:effectLst>
              <a:outerShdw dist="233487" dir="2700000" algn="ctr" rotWithShape="0">
                <a:srgbClr val="B2B2B2"/>
              </a:outerShdw>
            </a:effectLst>
          </p:spPr>
          <p:txBody>
            <a:bodyPr wrap="none" anchor="ctr"/>
            <a:lstStyle/>
            <a:p>
              <a:endParaRPr lang="zh-CN" altLang="en-US"/>
            </a:p>
          </p:txBody>
        </p:sp>
        <p:sp>
          <p:nvSpPr>
            <p:cNvPr id="43020" name="Text Box 4"/>
            <p:cNvSpPr txBox="1">
              <a:spLocks noChangeArrowheads="1"/>
            </p:cNvSpPr>
            <p:nvPr/>
          </p:nvSpPr>
          <p:spPr bwMode="auto">
            <a:xfrm>
              <a:off x="0" y="620"/>
              <a:ext cx="5424" cy="3824"/>
            </a:xfrm>
            <a:prstGeom prst="rect">
              <a:avLst/>
            </a:prstGeom>
            <a:noFill/>
            <a:ln w="9525">
              <a:noFill/>
              <a:miter lim="800000"/>
            </a:ln>
          </p:spPr>
          <p:txBody>
            <a:bodyPr>
              <a:spAutoFit/>
            </a:bodyPr>
            <a:lstStyle/>
            <a:p>
              <a:pPr lvl="2" indent="-247650" algn="just" fontAlgn="base">
                <a:lnSpc>
                  <a:spcPct val="75000"/>
                </a:lnSpc>
                <a:spcBef>
                  <a:spcPct val="0"/>
                </a:spcBef>
              </a:pPr>
              <a:r>
                <a:rPr lang="en-US" altLang="zh-CN" sz="2600" dirty="0" err="1">
                  <a:solidFill>
                    <a:srgbClr val="00008C"/>
                  </a:solidFill>
                </a:rPr>
                <a:t>Nodeptr</a:t>
              </a:r>
              <a:r>
                <a:rPr lang="en-US" altLang="zh-CN" sz="2600" dirty="0">
                  <a:solidFill>
                    <a:srgbClr val="00008C"/>
                  </a:solidFill>
                </a:rPr>
                <a:t>  </a:t>
              </a:r>
              <a:r>
                <a:rPr lang="en-US" altLang="zh-CN" sz="2600" dirty="0" err="1">
                  <a:solidFill>
                    <a:srgbClr val="00008C"/>
                  </a:solidFill>
                </a:rPr>
                <a:t>createList</a:t>
              </a:r>
              <a:r>
                <a:rPr lang="en-US" altLang="zh-CN" sz="2600" dirty="0">
                  <a:solidFill>
                    <a:srgbClr val="00008C"/>
                  </a:solidFill>
                </a:rPr>
                <a:t>( </a:t>
              </a:r>
              <a:r>
                <a:rPr lang="en-US" altLang="zh-CN" sz="2600" dirty="0" err="1">
                  <a:solidFill>
                    <a:srgbClr val="00008C"/>
                  </a:solidFill>
                </a:rPr>
                <a:t>int</a:t>
              </a:r>
              <a:r>
                <a:rPr lang="en-US" altLang="zh-CN" sz="2600" dirty="0">
                  <a:solidFill>
                    <a:srgbClr val="00008C"/>
                  </a:solidFill>
                </a:rPr>
                <a:t> n)</a:t>
              </a:r>
              <a:endParaRPr lang="en-US" altLang="zh-CN" sz="2600" dirty="0">
                <a:solidFill>
                  <a:srgbClr val="00008C"/>
                </a:solidFill>
              </a:endParaRPr>
            </a:p>
            <a:p>
              <a:pPr lvl="2" indent="-247650" algn="just" fontAlgn="base">
                <a:lnSpc>
                  <a:spcPct val="75000"/>
                </a:lnSpc>
                <a:spcBef>
                  <a:spcPct val="0"/>
                </a:spcBef>
              </a:pPr>
              <a:r>
                <a:rPr lang="en-US" altLang="zh-CN" sz="2600" dirty="0">
                  <a:solidFill>
                    <a:srgbClr val="00008C"/>
                  </a:solidFill>
                </a:rPr>
                <a:t>{</a:t>
              </a:r>
              <a:endParaRPr lang="en-US" altLang="zh-CN" sz="2600" dirty="0">
                <a:solidFill>
                  <a:srgbClr val="00008C"/>
                </a:solidFill>
              </a:endParaRPr>
            </a:p>
            <a:p>
              <a:pPr lvl="2" indent="-247650" algn="just" fontAlgn="base">
                <a:lnSpc>
                  <a:spcPct val="75000"/>
                </a:lnSpc>
                <a:spcBef>
                  <a:spcPct val="0"/>
                </a:spcBef>
              </a:pPr>
              <a:r>
                <a:rPr lang="en-US" altLang="zh-CN" sz="2600" dirty="0">
                  <a:solidFill>
                    <a:srgbClr val="00008C"/>
                  </a:solidFill>
                </a:rPr>
                <a:t>     </a:t>
              </a:r>
              <a:r>
                <a:rPr lang="en-US" altLang="zh-CN" sz="2600" dirty="0" err="1">
                  <a:solidFill>
                    <a:srgbClr val="00008C"/>
                  </a:solidFill>
                </a:rPr>
                <a:t>Nodeptr</a:t>
              </a:r>
              <a:r>
                <a:rPr lang="en-US" altLang="zh-CN" sz="2600" dirty="0">
                  <a:solidFill>
                    <a:srgbClr val="00008C"/>
                  </a:solidFill>
                </a:rPr>
                <a:t> </a:t>
              </a:r>
              <a:r>
                <a:rPr lang="en-US" altLang="zh-CN" sz="2600" dirty="0" err="1">
                  <a:solidFill>
                    <a:srgbClr val="00008C"/>
                  </a:solidFill>
                </a:rPr>
                <a:t>p,r</a:t>
              </a:r>
              <a:r>
                <a:rPr lang="en-US" altLang="zh-CN" sz="2600" dirty="0">
                  <a:solidFill>
                    <a:srgbClr val="00008C"/>
                  </a:solidFill>
                </a:rPr>
                <a:t>, head = NULL;</a:t>
              </a:r>
              <a:endParaRPr lang="en-US" altLang="zh-CN" sz="2600" dirty="0">
                <a:solidFill>
                  <a:srgbClr val="00008C"/>
                </a:solidFill>
              </a:endParaRPr>
            </a:p>
            <a:p>
              <a:pPr lvl="2" indent="-247650" algn="just" fontAlgn="base">
                <a:lnSpc>
                  <a:spcPct val="75000"/>
                </a:lnSpc>
                <a:spcBef>
                  <a:spcPct val="0"/>
                </a:spcBef>
              </a:pPr>
              <a:r>
                <a:rPr lang="en-US" altLang="zh-CN" sz="2600" dirty="0">
                  <a:solidFill>
                    <a:srgbClr val="00008C"/>
                  </a:solidFill>
                </a:rPr>
                <a:t>     </a:t>
              </a:r>
              <a:r>
                <a:rPr lang="en-US" altLang="zh-CN" sz="2800" dirty="0" err="1">
                  <a:solidFill>
                    <a:srgbClr val="00008C"/>
                  </a:solidFill>
                </a:rPr>
                <a:t>Datatype</a:t>
              </a:r>
              <a:r>
                <a:rPr lang="en-US" altLang="zh-CN" sz="2800" dirty="0">
                  <a:solidFill>
                    <a:srgbClr val="00008C"/>
                  </a:solidFill>
                </a:rPr>
                <a:t> a;</a:t>
              </a:r>
              <a:r>
                <a:rPr lang="en-US" altLang="zh-CN" sz="2600" dirty="0">
                  <a:solidFill>
                    <a:srgbClr val="00008C"/>
                  </a:solidFill>
                </a:rPr>
                <a:t>              </a:t>
              </a:r>
              <a:r>
                <a:rPr lang="en-US" altLang="zh-CN" sz="2200" dirty="0">
                  <a:solidFill>
                    <a:srgbClr val="00008C"/>
                  </a:solidFill>
                </a:rPr>
                <a:t>/* </a:t>
              </a:r>
              <a:r>
                <a:rPr lang="zh-CN" altLang="en-US" sz="2200" dirty="0">
                  <a:solidFill>
                    <a:srgbClr val="00008C"/>
                  </a:solidFill>
                  <a:ea typeface="幼圆" pitchFamily="49" charset="-122"/>
                </a:rPr>
                <a:t>创建一个空链表</a:t>
              </a:r>
              <a:r>
                <a:rPr lang="zh-CN" altLang="en-US" sz="2200" dirty="0">
                  <a:solidFill>
                    <a:srgbClr val="00008C"/>
                  </a:solidFill>
                </a:rPr>
                <a:t> */</a:t>
              </a:r>
              <a:endParaRPr lang="zh-CN" altLang="en-US" sz="2200" dirty="0">
                <a:solidFill>
                  <a:srgbClr val="00008C"/>
                </a:solidFill>
              </a:endParaRPr>
            </a:p>
            <a:p>
              <a:pPr lvl="2" indent="-247650" algn="just" fontAlgn="base">
                <a:lnSpc>
                  <a:spcPct val="75000"/>
                </a:lnSpc>
                <a:spcBef>
                  <a:spcPct val="0"/>
                </a:spcBef>
              </a:pPr>
              <a:r>
                <a:rPr lang="zh-CN" altLang="en-US" sz="2200" dirty="0">
                  <a:solidFill>
                    <a:srgbClr val="00008C"/>
                  </a:solidFill>
                </a:rPr>
                <a:t>      </a:t>
              </a:r>
              <a:endParaRPr lang="en-US" altLang="zh-CN" sz="2200" dirty="0">
                <a:solidFill>
                  <a:srgbClr val="00008C"/>
                </a:solidFill>
              </a:endParaRPr>
            </a:p>
            <a:p>
              <a:pPr lvl="2" indent="-247650" algn="just" fontAlgn="base">
                <a:lnSpc>
                  <a:spcPct val="75000"/>
                </a:lnSpc>
                <a:spcBef>
                  <a:spcPct val="0"/>
                </a:spcBef>
              </a:pPr>
              <a:r>
                <a:rPr lang="zh-CN" altLang="en-US" sz="2600" dirty="0">
                  <a:solidFill>
                    <a:srgbClr val="00008C"/>
                  </a:solidFill>
                </a:rPr>
                <a:t>     </a:t>
              </a:r>
              <a:r>
                <a:rPr lang="en-US" altLang="zh-CN" sz="2600" dirty="0">
                  <a:solidFill>
                    <a:srgbClr val="00008C"/>
                  </a:solidFill>
                </a:rPr>
                <a:t>for(</a:t>
              </a:r>
              <a:r>
                <a:rPr lang="en-US" altLang="zh-CN" sz="2600" dirty="0" err="1">
                  <a:solidFill>
                    <a:srgbClr val="00008C"/>
                  </a:solidFill>
                </a:rPr>
                <a:t>i</a:t>
              </a:r>
              <a:r>
                <a:rPr lang="en-US" altLang="zh-CN" sz="2600" dirty="0">
                  <a:solidFill>
                    <a:srgbClr val="00008C"/>
                  </a:solidFill>
                </a:rPr>
                <a:t>=0;i&lt;</a:t>
              </a:r>
              <a:r>
                <a:rPr lang="en-US" altLang="zh-CN" sz="2600" dirty="0" err="1">
                  <a:solidFill>
                    <a:srgbClr val="00008C"/>
                  </a:solidFill>
                </a:rPr>
                <a:t>n;i</a:t>
              </a:r>
              <a:r>
                <a:rPr lang="en-US" altLang="zh-CN" sz="2600" dirty="0">
                  <a:solidFill>
                    <a:srgbClr val="00008C"/>
                  </a:solidFill>
                </a:rPr>
                <a:t>++){</a:t>
              </a:r>
              <a:endParaRPr lang="en-US" altLang="zh-CN" sz="2600" dirty="0">
                <a:solidFill>
                  <a:srgbClr val="00008C"/>
                </a:solidFill>
              </a:endParaRPr>
            </a:p>
            <a:p>
              <a:pPr lvl="2" indent="-247650" algn="just" fontAlgn="base">
                <a:lnSpc>
                  <a:spcPct val="75000"/>
                </a:lnSpc>
                <a:spcBef>
                  <a:spcPct val="0"/>
                </a:spcBef>
              </a:pPr>
              <a:r>
                <a:rPr lang="en-US" altLang="zh-CN" sz="2600" dirty="0">
                  <a:solidFill>
                    <a:srgbClr val="00008C"/>
                  </a:solidFill>
                </a:rPr>
                <a:t>          READ(a);                 </a:t>
              </a:r>
              <a:r>
                <a:rPr lang="en-US" altLang="zh-CN" sz="2200" dirty="0">
                  <a:solidFill>
                    <a:srgbClr val="00008C"/>
                  </a:solidFill>
                </a:rPr>
                <a:t>/* </a:t>
              </a:r>
              <a:r>
                <a:rPr lang="zh-CN" altLang="en-US" sz="2200" dirty="0">
                  <a:solidFill>
                    <a:srgbClr val="00008C"/>
                  </a:solidFill>
                  <a:ea typeface="幼圆" pitchFamily="49" charset="-122"/>
                </a:rPr>
                <a:t>取一个数据元素</a:t>
              </a:r>
              <a:r>
                <a:rPr lang="zh-CN" altLang="en-US" sz="2200" dirty="0">
                  <a:solidFill>
                    <a:srgbClr val="00008C"/>
                  </a:solidFill>
                </a:rPr>
                <a:t> */</a:t>
              </a:r>
              <a:r>
                <a:rPr lang="zh-CN" altLang="en-US" sz="2600" dirty="0">
                  <a:solidFill>
                    <a:srgbClr val="00008C"/>
                  </a:solidFill>
                </a:rPr>
                <a:t> </a:t>
              </a:r>
              <a:endParaRPr lang="zh-CN" altLang="en-US" sz="2600" dirty="0">
                <a:solidFill>
                  <a:srgbClr val="00008C"/>
                </a:solidFill>
              </a:endParaRPr>
            </a:p>
            <a:p>
              <a:pPr lvl="2" indent="-247650" algn="just" fontAlgn="base">
                <a:lnSpc>
                  <a:spcPct val="75000"/>
                </a:lnSpc>
                <a:spcBef>
                  <a:spcPct val="0"/>
                </a:spcBef>
              </a:pPr>
              <a:r>
                <a:rPr lang="zh-CN" altLang="en-US" sz="2600" dirty="0">
                  <a:solidFill>
                    <a:srgbClr val="00008C"/>
                  </a:solidFill>
                </a:rPr>
                <a:t>          </a:t>
              </a:r>
              <a:r>
                <a:rPr lang="en-US" altLang="zh-CN" sz="2600" dirty="0">
                  <a:solidFill>
                    <a:srgbClr val="00008C"/>
                  </a:solidFill>
                </a:rPr>
                <a:t>r=(</a:t>
              </a:r>
              <a:r>
                <a:rPr lang="en-US" altLang="zh-CN" sz="2600" dirty="0" err="1">
                  <a:solidFill>
                    <a:srgbClr val="00008C"/>
                  </a:solidFill>
                </a:rPr>
                <a:t>NodePtr</a:t>
              </a:r>
              <a:r>
                <a:rPr lang="en-US" altLang="zh-CN" sz="2600" dirty="0">
                  <a:solidFill>
                    <a:srgbClr val="00008C"/>
                  </a:solidFill>
                </a:rPr>
                <a:t>)</a:t>
              </a:r>
              <a:r>
                <a:rPr lang="en-US" altLang="zh-CN" sz="2600" dirty="0" err="1">
                  <a:solidFill>
                    <a:srgbClr val="00008C"/>
                  </a:solidFill>
                </a:rPr>
                <a:t>malloc</a:t>
              </a:r>
              <a:r>
                <a:rPr lang="en-US" altLang="zh-CN" sz="2600" dirty="0">
                  <a:solidFill>
                    <a:srgbClr val="00008C"/>
                  </a:solidFill>
                </a:rPr>
                <a:t>(</a:t>
              </a:r>
              <a:r>
                <a:rPr lang="en-US" altLang="zh-CN" sz="2600" dirty="0" err="1">
                  <a:solidFill>
                    <a:srgbClr val="00008C"/>
                  </a:solidFill>
                </a:rPr>
                <a:t>sizeof</a:t>
              </a:r>
              <a:r>
                <a:rPr lang="en-US" altLang="zh-CN" sz="2600" dirty="0">
                  <a:solidFill>
                    <a:srgbClr val="00008C"/>
                  </a:solidFill>
                </a:rPr>
                <a:t>(Node));</a:t>
              </a:r>
              <a:endParaRPr lang="en-US" altLang="zh-CN" sz="2600" dirty="0">
                <a:solidFill>
                  <a:srgbClr val="00008C"/>
                </a:solidFill>
              </a:endParaRPr>
            </a:p>
            <a:p>
              <a:pPr lvl="2" indent="-247650" algn="just" fontAlgn="base">
                <a:lnSpc>
                  <a:spcPct val="75000"/>
                </a:lnSpc>
                <a:spcBef>
                  <a:spcPct val="0"/>
                </a:spcBef>
              </a:pPr>
              <a:r>
                <a:rPr lang="zh-CN" altLang="en-US" sz="2600" dirty="0">
                  <a:solidFill>
                    <a:srgbClr val="00008C"/>
                  </a:solidFill>
                </a:rPr>
                <a:t>         </a:t>
              </a:r>
              <a:r>
                <a:rPr lang="zh-CN" altLang="zh-CN" sz="2600" dirty="0">
                  <a:solidFill>
                    <a:srgbClr val="00008C"/>
                  </a:solidFill>
                </a:rPr>
                <a:t> </a:t>
              </a:r>
              <a:r>
                <a:rPr lang="en-US" altLang="zh-CN" sz="2600" dirty="0">
                  <a:solidFill>
                    <a:srgbClr val="00008C"/>
                  </a:solidFill>
                </a:rPr>
                <a:t>r</a:t>
              </a:r>
              <a:r>
                <a:rPr lang="zh-CN" altLang="en-US" sz="2600" dirty="0">
                  <a:solidFill>
                    <a:srgbClr val="00008C"/>
                  </a:solidFill>
                  <a:latin typeface="宋体" pitchFamily="2" charset="-122"/>
                  <a:ea typeface="宋体" pitchFamily="2" charset="-122"/>
                </a:rPr>
                <a:t>-</a:t>
              </a:r>
              <a:r>
                <a:rPr lang="zh-CN" altLang="en-US" sz="2600" dirty="0">
                  <a:solidFill>
                    <a:srgbClr val="00008C"/>
                  </a:solidFill>
                </a:rPr>
                <a:t>&gt;</a:t>
              </a:r>
              <a:r>
                <a:rPr lang="en-US" altLang="zh-CN" sz="2600" dirty="0">
                  <a:solidFill>
                    <a:srgbClr val="00008C"/>
                  </a:solidFill>
                </a:rPr>
                <a:t>data=a;</a:t>
              </a:r>
              <a:endParaRPr lang="en-US" altLang="zh-CN" sz="2600" dirty="0">
                <a:solidFill>
                  <a:srgbClr val="00008C"/>
                </a:solidFill>
              </a:endParaRPr>
            </a:p>
            <a:p>
              <a:pPr lvl="2" indent="-247650" algn="just" fontAlgn="base">
                <a:lnSpc>
                  <a:spcPct val="75000"/>
                </a:lnSpc>
                <a:spcBef>
                  <a:spcPct val="0"/>
                </a:spcBef>
              </a:pPr>
              <a:r>
                <a:rPr lang="en-US" altLang="zh-CN" sz="2600" dirty="0">
                  <a:solidFill>
                    <a:srgbClr val="00008C"/>
                  </a:solidFill>
                </a:rPr>
                <a:t>          r</a:t>
              </a:r>
              <a:r>
                <a:rPr lang="en-US" altLang="zh-CN" sz="2600" dirty="0">
                  <a:solidFill>
                    <a:srgbClr val="00008C"/>
                  </a:solidFill>
                  <a:latin typeface="宋体" pitchFamily="2" charset="-122"/>
                  <a:ea typeface="宋体" pitchFamily="2" charset="-122"/>
                </a:rPr>
                <a:t>-</a:t>
              </a:r>
              <a:r>
                <a:rPr lang="en-US" altLang="zh-CN" sz="2600" dirty="0">
                  <a:solidFill>
                    <a:srgbClr val="00008C"/>
                  </a:solidFill>
                </a:rPr>
                <a:t>&gt;link=NULL;</a:t>
              </a:r>
              <a:endParaRPr lang="en-US" altLang="zh-CN" sz="2600" dirty="0">
                <a:solidFill>
                  <a:srgbClr val="00008C"/>
                </a:solidFill>
              </a:endParaRPr>
            </a:p>
            <a:p>
              <a:pPr lvl="2" indent="-247650" algn="just" fontAlgn="base">
                <a:lnSpc>
                  <a:spcPct val="75000"/>
                </a:lnSpc>
                <a:spcBef>
                  <a:spcPct val="0"/>
                </a:spcBef>
              </a:pPr>
              <a:r>
                <a:rPr lang="en-US" altLang="zh-CN" sz="2600" dirty="0">
                  <a:solidFill>
                    <a:srgbClr val="00008C"/>
                  </a:solidFill>
                </a:rPr>
                <a:t>          if (head==NULL)</a:t>
              </a:r>
              <a:endParaRPr lang="en-US" altLang="zh-CN" sz="2600" dirty="0">
                <a:solidFill>
                  <a:srgbClr val="00008C"/>
                </a:solidFill>
              </a:endParaRPr>
            </a:p>
            <a:p>
              <a:pPr lvl="2" indent="-247650" algn="just" fontAlgn="base">
                <a:lnSpc>
                  <a:spcPct val="75000"/>
                </a:lnSpc>
                <a:spcBef>
                  <a:spcPct val="0"/>
                </a:spcBef>
              </a:pPr>
              <a:r>
                <a:rPr lang="en-US" altLang="zh-CN" sz="2600" dirty="0">
                  <a:solidFill>
                    <a:srgbClr val="00008C"/>
                  </a:solidFill>
                </a:rPr>
                <a:t>                head = p = r;</a:t>
              </a:r>
              <a:endParaRPr lang="en-US" altLang="zh-CN" sz="2600" dirty="0">
                <a:solidFill>
                  <a:srgbClr val="00008C"/>
                </a:solidFill>
              </a:endParaRPr>
            </a:p>
            <a:p>
              <a:pPr lvl="2" indent="-247650" algn="just" fontAlgn="base">
                <a:lnSpc>
                  <a:spcPct val="75000"/>
                </a:lnSpc>
                <a:spcBef>
                  <a:spcPct val="0"/>
                </a:spcBef>
              </a:pPr>
              <a:r>
                <a:rPr lang="en-US" altLang="zh-CN" sz="2600" dirty="0">
                  <a:solidFill>
                    <a:srgbClr val="00008C"/>
                  </a:solidFill>
                </a:rPr>
                <a:t>          else {</a:t>
              </a:r>
              <a:endParaRPr lang="en-US" altLang="zh-CN" sz="2600" dirty="0">
                <a:solidFill>
                  <a:srgbClr val="00008C"/>
                </a:solidFill>
              </a:endParaRPr>
            </a:p>
            <a:p>
              <a:pPr lvl="2" indent="-247650" algn="just" fontAlgn="base">
                <a:lnSpc>
                  <a:spcPct val="75000"/>
                </a:lnSpc>
                <a:spcBef>
                  <a:spcPct val="0"/>
                </a:spcBef>
              </a:pPr>
              <a:r>
                <a:rPr lang="en-US" altLang="zh-CN" sz="2600" dirty="0">
                  <a:solidFill>
                    <a:srgbClr val="00008C"/>
                  </a:solidFill>
                </a:rPr>
                <a:t>                p</a:t>
              </a:r>
              <a:r>
                <a:rPr lang="en-US" altLang="zh-CN" sz="2600" dirty="0">
                  <a:solidFill>
                    <a:srgbClr val="00008C"/>
                  </a:solidFill>
                  <a:latin typeface="宋体" pitchFamily="2" charset="-122"/>
                  <a:ea typeface="宋体" pitchFamily="2" charset="-122"/>
                </a:rPr>
                <a:t>-</a:t>
              </a:r>
              <a:r>
                <a:rPr lang="en-US" altLang="zh-CN" sz="2600" dirty="0">
                  <a:solidFill>
                    <a:srgbClr val="00008C"/>
                  </a:solidFill>
                </a:rPr>
                <a:t>&gt;link=r;          </a:t>
              </a:r>
              <a:r>
                <a:rPr lang="en-US" altLang="zh-CN" sz="2200" dirty="0">
                  <a:solidFill>
                    <a:srgbClr val="00008C"/>
                  </a:solidFill>
                </a:rPr>
                <a:t>/* </a:t>
              </a:r>
              <a:r>
                <a:rPr lang="zh-CN" altLang="en-US" sz="2200" dirty="0">
                  <a:solidFill>
                    <a:srgbClr val="00008C"/>
                  </a:solidFill>
                  <a:ea typeface="幼圆" pitchFamily="49" charset="-122"/>
                </a:rPr>
                <a:t>将新结点链接在链表尾部</a:t>
              </a:r>
              <a:r>
                <a:rPr lang="zh-CN" altLang="en-US" sz="2200" dirty="0">
                  <a:solidFill>
                    <a:srgbClr val="00008C"/>
                  </a:solidFill>
                </a:rPr>
                <a:t> */</a:t>
              </a:r>
              <a:endParaRPr lang="zh-CN" altLang="en-US" sz="2200" dirty="0">
                <a:solidFill>
                  <a:srgbClr val="00008C"/>
                </a:solidFill>
              </a:endParaRPr>
            </a:p>
            <a:p>
              <a:pPr algn="just" fontAlgn="base">
                <a:lnSpc>
                  <a:spcPct val="75000"/>
                </a:lnSpc>
                <a:spcBef>
                  <a:spcPct val="0"/>
                </a:spcBef>
              </a:pPr>
              <a:r>
                <a:rPr lang="zh-CN" altLang="en-US" sz="2600" dirty="0">
                  <a:solidFill>
                    <a:srgbClr val="00008C"/>
                  </a:solidFill>
                </a:rPr>
                <a:t>                        </a:t>
              </a:r>
              <a:r>
                <a:rPr lang="en-US" altLang="zh-CN" sz="2600" dirty="0">
                  <a:solidFill>
                    <a:srgbClr val="00008C"/>
                  </a:solidFill>
                </a:rPr>
                <a:t>p=p-&gt;link;</a:t>
              </a:r>
              <a:endParaRPr lang="en-US" altLang="zh-CN" sz="2600" dirty="0">
                <a:solidFill>
                  <a:srgbClr val="00008C"/>
                </a:solidFill>
              </a:endParaRPr>
            </a:p>
            <a:p>
              <a:pPr algn="just" fontAlgn="base">
                <a:lnSpc>
                  <a:spcPct val="75000"/>
                </a:lnSpc>
                <a:spcBef>
                  <a:spcPct val="0"/>
                </a:spcBef>
              </a:pPr>
              <a:r>
                <a:rPr lang="en-US" altLang="zh-CN" sz="2600" dirty="0">
                  <a:solidFill>
                    <a:srgbClr val="00008C"/>
                  </a:solidFill>
                </a:rPr>
                <a:t>                   }</a:t>
              </a:r>
              <a:endParaRPr lang="en-US" altLang="zh-CN" sz="2600" dirty="0">
                <a:solidFill>
                  <a:srgbClr val="00008C"/>
                </a:solidFill>
              </a:endParaRPr>
            </a:p>
            <a:p>
              <a:pPr algn="just" fontAlgn="base">
                <a:lnSpc>
                  <a:spcPct val="75000"/>
                </a:lnSpc>
                <a:spcBef>
                  <a:spcPct val="0"/>
                </a:spcBef>
              </a:pPr>
              <a:r>
                <a:rPr lang="en-US" altLang="zh-CN" sz="2600" dirty="0">
                  <a:solidFill>
                    <a:srgbClr val="00008C"/>
                  </a:solidFill>
                </a:rPr>
                <a:t>             }</a:t>
              </a:r>
              <a:endParaRPr lang="en-US" altLang="zh-CN" sz="2600" dirty="0">
                <a:solidFill>
                  <a:srgbClr val="00008C"/>
                </a:solidFill>
              </a:endParaRPr>
            </a:p>
            <a:p>
              <a:pPr algn="just" fontAlgn="base">
                <a:lnSpc>
                  <a:spcPct val="75000"/>
                </a:lnSpc>
                <a:spcBef>
                  <a:spcPct val="0"/>
                </a:spcBef>
              </a:pPr>
              <a:r>
                <a:rPr lang="en-US" altLang="zh-CN" sz="2600" dirty="0">
                  <a:solidFill>
                    <a:srgbClr val="00008C"/>
                  </a:solidFill>
                </a:rPr>
                <a:t>             </a:t>
              </a:r>
              <a:r>
                <a:rPr lang="en-US" altLang="zh-CN" sz="2600" dirty="0">
                  <a:solidFill>
                    <a:srgbClr val="FF3300"/>
                  </a:solidFill>
                </a:rPr>
                <a:t>p</a:t>
              </a:r>
              <a:r>
                <a:rPr lang="en-US" altLang="zh-CN" sz="2600" dirty="0">
                  <a:solidFill>
                    <a:srgbClr val="FF3300"/>
                  </a:solidFill>
                  <a:latin typeface="宋体" pitchFamily="2" charset="-122"/>
                  <a:ea typeface="宋体" pitchFamily="2" charset="-122"/>
                </a:rPr>
                <a:t>-</a:t>
              </a:r>
              <a:r>
                <a:rPr lang="en-US" altLang="zh-CN" sz="2600" dirty="0">
                  <a:solidFill>
                    <a:srgbClr val="FF3300"/>
                  </a:solidFill>
                </a:rPr>
                <a:t>&gt;link=head;</a:t>
              </a:r>
              <a:endParaRPr lang="en-US" altLang="zh-CN" sz="2600" dirty="0">
                <a:solidFill>
                  <a:srgbClr val="FF3300"/>
                </a:solidFill>
              </a:endParaRPr>
            </a:p>
            <a:p>
              <a:pPr algn="just" fontAlgn="base">
                <a:lnSpc>
                  <a:spcPct val="75000"/>
                </a:lnSpc>
                <a:spcBef>
                  <a:spcPct val="0"/>
                </a:spcBef>
              </a:pPr>
              <a:r>
                <a:rPr lang="en-US" altLang="zh-CN" sz="2600" dirty="0">
                  <a:solidFill>
                    <a:srgbClr val="00008C"/>
                  </a:solidFill>
                </a:rPr>
                <a:t>             return head;</a:t>
              </a:r>
              <a:endParaRPr lang="en-US" altLang="zh-CN" sz="2600" dirty="0">
                <a:solidFill>
                  <a:srgbClr val="00008C"/>
                </a:solidFill>
              </a:endParaRPr>
            </a:p>
            <a:p>
              <a:pPr algn="just" fontAlgn="base">
                <a:lnSpc>
                  <a:spcPct val="75000"/>
                </a:lnSpc>
                <a:spcBef>
                  <a:spcPct val="0"/>
                </a:spcBef>
              </a:pPr>
              <a:r>
                <a:rPr lang="zh-CN" altLang="zh-CN" sz="2600" dirty="0">
                  <a:solidFill>
                    <a:srgbClr val="00008C"/>
                  </a:solidFill>
                </a:rPr>
                <a:t>        </a:t>
              </a:r>
              <a:r>
                <a:rPr lang="zh-CN" altLang="en-US" sz="2600" dirty="0">
                  <a:solidFill>
                    <a:srgbClr val="00008C"/>
                  </a:solidFill>
                </a:rPr>
                <a:t>}</a:t>
              </a:r>
              <a:endParaRPr lang="en-US" altLang="zh-CN" sz="2600" dirty="0">
                <a:solidFill>
                  <a:srgbClr val="00008C"/>
                </a:solidFill>
              </a:endParaRPr>
            </a:p>
          </p:txBody>
        </p:sp>
      </p:grpSp>
      <p:sp>
        <p:nvSpPr>
          <p:cNvPr id="498698" name="Rectangle 10"/>
          <p:cNvSpPr>
            <a:spLocks noChangeArrowheads="1"/>
          </p:cNvSpPr>
          <p:nvPr/>
        </p:nvSpPr>
        <p:spPr bwMode="auto">
          <a:xfrm>
            <a:off x="2927648" y="3789040"/>
            <a:ext cx="2438400" cy="432048"/>
          </a:xfrm>
          <a:prstGeom prst="rect">
            <a:avLst/>
          </a:prstGeom>
          <a:noFill/>
          <a:ln w="44450">
            <a:solidFill>
              <a:srgbClr val="FF0000"/>
            </a:solidFill>
            <a:miter lim="800000"/>
          </a:ln>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98698"/>
                                        </p:tgtEl>
                                        <p:attrNameLst>
                                          <p:attrName>style.visibility</p:attrName>
                                        </p:attrNameLst>
                                      </p:cBhvr>
                                      <p:to>
                                        <p:strVal val="visible"/>
                                      </p:to>
                                    </p:set>
                                    <p:animEffect transition="in" filter="dissolve">
                                      <p:cBhvr>
                                        <p:cTn id="12" dur="500"/>
                                        <p:tgtEl>
                                          <p:spTgt spid="4986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8698"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2"/>
          <p:cNvSpPr txBox="1">
            <a:spLocks noChangeArrowheads="1"/>
          </p:cNvSpPr>
          <p:nvPr/>
        </p:nvSpPr>
        <p:spPr bwMode="auto">
          <a:xfrm>
            <a:off x="3048000" y="1547814"/>
            <a:ext cx="6477000" cy="549275"/>
          </a:xfrm>
          <a:prstGeom prst="rect">
            <a:avLst/>
          </a:prstGeom>
          <a:noFill/>
          <a:ln w="9525">
            <a:noFill/>
            <a:miter lim="800000"/>
          </a:ln>
          <a:effectLst>
            <a:outerShdw dist="35921" dir="2700000" algn="ctr" rotWithShape="0">
              <a:schemeClr val="bg1"/>
            </a:outerShdw>
          </a:effectLst>
        </p:spPr>
        <p:txBody>
          <a:bodyPr>
            <a:spAutoFit/>
          </a:bodyPr>
          <a:lstStyle/>
          <a:p>
            <a:r>
              <a:rPr lang="zh-CN" altLang="en-US" sz="3000">
                <a:solidFill>
                  <a:srgbClr val="FFFF00"/>
                </a:solidFill>
                <a:ea typeface="幼圆" pitchFamily="49" charset="-122"/>
              </a:rPr>
              <a:t>1.</a:t>
            </a:r>
            <a:r>
              <a:rPr lang="zh-CN" altLang="en-US" sz="3000">
                <a:solidFill>
                  <a:srgbClr val="FFFF00"/>
                </a:solidFill>
                <a:latin typeface="幼圆" pitchFamily="49" charset="-122"/>
                <a:ea typeface="幼圆" pitchFamily="49" charset="-122"/>
              </a:rPr>
              <a:t> 建立一个不带头结点的循环链表；</a:t>
            </a:r>
            <a:endParaRPr lang="zh-CN" altLang="en-US" sz="3000">
              <a:solidFill>
                <a:srgbClr val="FFFF00"/>
              </a:solidFill>
              <a:latin typeface="幼圆" pitchFamily="49" charset="-122"/>
              <a:ea typeface="幼圆" pitchFamily="49" charset="-122"/>
            </a:endParaRPr>
          </a:p>
        </p:txBody>
      </p:sp>
      <p:grpSp>
        <p:nvGrpSpPr>
          <p:cNvPr id="2" name="Group 3"/>
          <p:cNvGrpSpPr/>
          <p:nvPr/>
        </p:nvGrpSpPr>
        <p:grpSpPr bwMode="auto">
          <a:xfrm>
            <a:off x="1792288" y="3933826"/>
            <a:ext cx="8535988" cy="1084263"/>
            <a:chOff x="169" y="960"/>
            <a:chExt cx="5377" cy="683"/>
          </a:xfrm>
        </p:grpSpPr>
        <p:sp>
          <p:nvSpPr>
            <p:cNvPr id="44054" name="Line 4"/>
            <p:cNvSpPr>
              <a:spLocks noChangeShapeType="1"/>
            </p:cNvSpPr>
            <p:nvPr/>
          </p:nvSpPr>
          <p:spPr bwMode="auto">
            <a:xfrm>
              <a:off x="583" y="1152"/>
              <a:ext cx="4944" cy="0"/>
            </a:xfrm>
            <a:prstGeom prst="line">
              <a:avLst/>
            </a:prstGeom>
            <a:noFill/>
            <a:ln w="22225" cap="sq">
              <a:solidFill>
                <a:srgbClr val="333300"/>
              </a:solidFill>
              <a:round/>
            </a:ln>
          </p:spPr>
          <p:txBody>
            <a:bodyPr wrap="none" anchor="ctr"/>
            <a:lstStyle/>
            <a:p>
              <a:endParaRPr lang="zh-CN" altLang="en-US"/>
            </a:p>
          </p:txBody>
        </p:sp>
        <p:grpSp>
          <p:nvGrpSpPr>
            <p:cNvPr id="3" name="Group 5"/>
            <p:cNvGrpSpPr/>
            <p:nvPr/>
          </p:nvGrpSpPr>
          <p:grpSpPr bwMode="auto">
            <a:xfrm>
              <a:off x="432" y="1392"/>
              <a:ext cx="288" cy="240"/>
              <a:chOff x="768" y="2448"/>
              <a:chExt cx="288" cy="240"/>
            </a:xfrm>
          </p:grpSpPr>
          <p:sp>
            <p:nvSpPr>
              <p:cNvPr id="44099" name="Rectangle 6"/>
              <p:cNvSpPr>
                <a:spLocks noChangeArrowheads="1"/>
              </p:cNvSpPr>
              <p:nvPr/>
            </p:nvSpPr>
            <p:spPr bwMode="auto">
              <a:xfrm>
                <a:off x="768" y="2448"/>
                <a:ext cx="192" cy="240"/>
              </a:xfrm>
              <a:prstGeom prst="rect">
                <a:avLst/>
              </a:prstGeom>
              <a:noFill/>
              <a:ln w="25400" cap="sq">
                <a:solidFill>
                  <a:srgbClr val="000000"/>
                </a:solidFill>
                <a:miter lim="800000"/>
              </a:ln>
            </p:spPr>
            <p:txBody>
              <a:bodyPr wrap="none" anchor="ctr"/>
              <a:lstStyle/>
              <a:p>
                <a:endParaRPr lang="zh-CN" altLang="en-US"/>
              </a:p>
            </p:txBody>
          </p:sp>
          <p:sp>
            <p:nvSpPr>
              <p:cNvPr id="44100" name="Rectangle 7"/>
              <p:cNvSpPr>
                <a:spLocks noChangeArrowheads="1"/>
              </p:cNvSpPr>
              <p:nvPr/>
            </p:nvSpPr>
            <p:spPr bwMode="auto">
              <a:xfrm>
                <a:off x="960" y="2448"/>
                <a:ext cx="96" cy="240"/>
              </a:xfrm>
              <a:prstGeom prst="rect">
                <a:avLst/>
              </a:prstGeom>
              <a:noFill/>
              <a:ln w="25400" cap="sq">
                <a:solidFill>
                  <a:srgbClr val="000000"/>
                </a:solidFill>
                <a:miter lim="800000"/>
              </a:ln>
            </p:spPr>
            <p:txBody>
              <a:bodyPr wrap="none" anchor="ctr"/>
              <a:lstStyle/>
              <a:p>
                <a:endParaRPr lang="zh-CN" altLang="en-US"/>
              </a:p>
            </p:txBody>
          </p:sp>
        </p:grpSp>
        <p:grpSp>
          <p:nvGrpSpPr>
            <p:cNvPr id="4" name="Group 8"/>
            <p:cNvGrpSpPr/>
            <p:nvPr/>
          </p:nvGrpSpPr>
          <p:grpSpPr bwMode="auto">
            <a:xfrm>
              <a:off x="912" y="1392"/>
              <a:ext cx="288" cy="240"/>
              <a:chOff x="768" y="2448"/>
              <a:chExt cx="288" cy="240"/>
            </a:xfrm>
          </p:grpSpPr>
          <p:sp>
            <p:nvSpPr>
              <p:cNvPr id="44097" name="Rectangle 9"/>
              <p:cNvSpPr>
                <a:spLocks noChangeArrowheads="1"/>
              </p:cNvSpPr>
              <p:nvPr/>
            </p:nvSpPr>
            <p:spPr bwMode="auto">
              <a:xfrm>
                <a:off x="768" y="2448"/>
                <a:ext cx="192" cy="240"/>
              </a:xfrm>
              <a:prstGeom prst="rect">
                <a:avLst/>
              </a:prstGeom>
              <a:noFill/>
              <a:ln w="25400" cap="sq">
                <a:solidFill>
                  <a:srgbClr val="000000"/>
                </a:solidFill>
                <a:miter lim="800000"/>
              </a:ln>
            </p:spPr>
            <p:txBody>
              <a:bodyPr wrap="none" anchor="ctr"/>
              <a:lstStyle/>
              <a:p>
                <a:endParaRPr lang="zh-CN" altLang="en-US"/>
              </a:p>
            </p:txBody>
          </p:sp>
          <p:sp>
            <p:nvSpPr>
              <p:cNvPr id="44098" name="Rectangle 10"/>
              <p:cNvSpPr>
                <a:spLocks noChangeArrowheads="1"/>
              </p:cNvSpPr>
              <p:nvPr/>
            </p:nvSpPr>
            <p:spPr bwMode="auto">
              <a:xfrm>
                <a:off x="960" y="2448"/>
                <a:ext cx="96" cy="240"/>
              </a:xfrm>
              <a:prstGeom prst="rect">
                <a:avLst/>
              </a:prstGeom>
              <a:noFill/>
              <a:ln w="25400" cap="sq">
                <a:solidFill>
                  <a:srgbClr val="000000"/>
                </a:solidFill>
                <a:miter lim="800000"/>
              </a:ln>
            </p:spPr>
            <p:txBody>
              <a:bodyPr wrap="none" anchor="ctr"/>
              <a:lstStyle/>
              <a:p>
                <a:endParaRPr lang="zh-CN" altLang="en-US"/>
              </a:p>
            </p:txBody>
          </p:sp>
        </p:grpSp>
        <p:grpSp>
          <p:nvGrpSpPr>
            <p:cNvPr id="5" name="Group 11"/>
            <p:cNvGrpSpPr/>
            <p:nvPr/>
          </p:nvGrpSpPr>
          <p:grpSpPr bwMode="auto">
            <a:xfrm>
              <a:off x="1392" y="1403"/>
              <a:ext cx="288" cy="240"/>
              <a:chOff x="768" y="2448"/>
              <a:chExt cx="288" cy="240"/>
            </a:xfrm>
          </p:grpSpPr>
          <p:sp>
            <p:nvSpPr>
              <p:cNvPr id="44095" name="Rectangle 12"/>
              <p:cNvSpPr>
                <a:spLocks noChangeArrowheads="1"/>
              </p:cNvSpPr>
              <p:nvPr/>
            </p:nvSpPr>
            <p:spPr bwMode="auto">
              <a:xfrm>
                <a:off x="768" y="2448"/>
                <a:ext cx="192" cy="240"/>
              </a:xfrm>
              <a:prstGeom prst="rect">
                <a:avLst/>
              </a:prstGeom>
              <a:noFill/>
              <a:ln w="25400" cap="sq">
                <a:solidFill>
                  <a:schemeClr val="accent2"/>
                </a:solidFill>
                <a:miter lim="800000"/>
              </a:ln>
            </p:spPr>
            <p:txBody>
              <a:bodyPr wrap="none" anchor="ctr"/>
              <a:lstStyle/>
              <a:p>
                <a:endParaRPr lang="zh-CN" altLang="en-US"/>
              </a:p>
            </p:txBody>
          </p:sp>
          <p:sp>
            <p:nvSpPr>
              <p:cNvPr id="44096" name="Rectangle 13"/>
              <p:cNvSpPr>
                <a:spLocks noChangeArrowheads="1"/>
              </p:cNvSpPr>
              <p:nvPr/>
            </p:nvSpPr>
            <p:spPr bwMode="auto">
              <a:xfrm>
                <a:off x="960" y="2448"/>
                <a:ext cx="96" cy="240"/>
              </a:xfrm>
              <a:prstGeom prst="rect">
                <a:avLst/>
              </a:prstGeom>
              <a:noFill/>
              <a:ln w="25400" cap="sq">
                <a:solidFill>
                  <a:schemeClr val="accent2"/>
                </a:solidFill>
                <a:miter lim="800000"/>
              </a:ln>
            </p:spPr>
            <p:txBody>
              <a:bodyPr wrap="none" anchor="ctr"/>
              <a:lstStyle/>
              <a:p>
                <a:endParaRPr lang="zh-CN" altLang="en-US"/>
              </a:p>
            </p:txBody>
          </p:sp>
        </p:grpSp>
        <p:grpSp>
          <p:nvGrpSpPr>
            <p:cNvPr id="6" name="Group 14"/>
            <p:cNvGrpSpPr/>
            <p:nvPr/>
          </p:nvGrpSpPr>
          <p:grpSpPr bwMode="auto">
            <a:xfrm>
              <a:off x="1872" y="1403"/>
              <a:ext cx="288" cy="240"/>
              <a:chOff x="768" y="2448"/>
              <a:chExt cx="288" cy="240"/>
            </a:xfrm>
          </p:grpSpPr>
          <p:sp>
            <p:nvSpPr>
              <p:cNvPr id="44093" name="Rectangle 15"/>
              <p:cNvSpPr>
                <a:spLocks noChangeArrowheads="1"/>
              </p:cNvSpPr>
              <p:nvPr/>
            </p:nvSpPr>
            <p:spPr bwMode="auto">
              <a:xfrm>
                <a:off x="768" y="2448"/>
                <a:ext cx="192" cy="240"/>
              </a:xfrm>
              <a:prstGeom prst="rect">
                <a:avLst/>
              </a:prstGeom>
              <a:noFill/>
              <a:ln w="25400" cap="sq">
                <a:solidFill>
                  <a:srgbClr val="000000"/>
                </a:solidFill>
                <a:miter lim="800000"/>
              </a:ln>
            </p:spPr>
            <p:txBody>
              <a:bodyPr wrap="none" anchor="ctr"/>
              <a:lstStyle/>
              <a:p>
                <a:endParaRPr lang="zh-CN" altLang="en-US"/>
              </a:p>
            </p:txBody>
          </p:sp>
          <p:sp>
            <p:nvSpPr>
              <p:cNvPr id="44094" name="Rectangle 16"/>
              <p:cNvSpPr>
                <a:spLocks noChangeArrowheads="1"/>
              </p:cNvSpPr>
              <p:nvPr/>
            </p:nvSpPr>
            <p:spPr bwMode="auto">
              <a:xfrm>
                <a:off x="960" y="2448"/>
                <a:ext cx="96" cy="240"/>
              </a:xfrm>
              <a:prstGeom prst="rect">
                <a:avLst/>
              </a:prstGeom>
              <a:noFill/>
              <a:ln w="25400" cap="sq">
                <a:solidFill>
                  <a:srgbClr val="000000"/>
                </a:solidFill>
                <a:miter lim="800000"/>
              </a:ln>
            </p:spPr>
            <p:txBody>
              <a:bodyPr wrap="none" anchor="ctr"/>
              <a:lstStyle/>
              <a:p>
                <a:endParaRPr lang="zh-CN" altLang="en-US"/>
              </a:p>
            </p:txBody>
          </p:sp>
        </p:grpSp>
        <p:grpSp>
          <p:nvGrpSpPr>
            <p:cNvPr id="7" name="Group 17"/>
            <p:cNvGrpSpPr/>
            <p:nvPr/>
          </p:nvGrpSpPr>
          <p:grpSpPr bwMode="auto">
            <a:xfrm>
              <a:off x="2352" y="1403"/>
              <a:ext cx="288" cy="240"/>
              <a:chOff x="768" y="2448"/>
              <a:chExt cx="288" cy="240"/>
            </a:xfrm>
          </p:grpSpPr>
          <p:sp>
            <p:nvSpPr>
              <p:cNvPr id="44091" name="Rectangle 18"/>
              <p:cNvSpPr>
                <a:spLocks noChangeArrowheads="1"/>
              </p:cNvSpPr>
              <p:nvPr/>
            </p:nvSpPr>
            <p:spPr bwMode="auto">
              <a:xfrm>
                <a:off x="768" y="2448"/>
                <a:ext cx="192" cy="240"/>
              </a:xfrm>
              <a:prstGeom prst="rect">
                <a:avLst/>
              </a:prstGeom>
              <a:noFill/>
              <a:ln w="25400" cap="sq">
                <a:solidFill>
                  <a:srgbClr val="000000"/>
                </a:solidFill>
                <a:miter lim="800000"/>
              </a:ln>
            </p:spPr>
            <p:txBody>
              <a:bodyPr wrap="none" anchor="ctr"/>
              <a:lstStyle/>
              <a:p>
                <a:endParaRPr lang="zh-CN" altLang="en-US"/>
              </a:p>
            </p:txBody>
          </p:sp>
          <p:sp>
            <p:nvSpPr>
              <p:cNvPr id="44092" name="Rectangle 19"/>
              <p:cNvSpPr>
                <a:spLocks noChangeArrowheads="1"/>
              </p:cNvSpPr>
              <p:nvPr/>
            </p:nvSpPr>
            <p:spPr bwMode="auto">
              <a:xfrm>
                <a:off x="960" y="2448"/>
                <a:ext cx="96" cy="240"/>
              </a:xfrm>
              <a:prstGeom prst="rect">
                <a:avLst/>
              </a:prstGeom>
              <a:noFill/>
              <a:ln w="25400" cap="sq">
                <a:solidFill>
                  <a:srgbClr val="000000"/>
                </a:solidFill>
                <a:miter lim="800000"/>
              </a:ln>
            </p:spPr>
            <p:txBody>
              <a:bodyPr wrap="none" anchor="ctr"/>
              <a:lstStyle/>
              <a:p>
                <a:endParaRPr lang="zh-CN" altLang="en-US"/>
              </a:p>
            </p:txBody>
          </p:sp>
        </p:grpSp>
        <p:grpSp>
          <p:nvGrpSpPr>
            <p:cNvPr id="8" name="Group 20"/>
            <p:cNvGrpSpPr/>
            <p:nvPr/>
          </p:nvGrpSpPr>
          <p:grpSpPr bwMode="auto">
            <a:xfrm>
              <a:off x="2832" y="1396"/>
              <a:ext cx="288" cy="240"/>
              <a:chOff x="768" y="2448"/>
              <a:chExt cx="288" cy="240"/>
            </a:xfrm>
          </p:grpSpPr>
          <p:sp>
            <p:nvSpPr>
              <p:cNvPr id="44089" name="Rectangle 21"/>
              <p:cNvSpPr>
                <a:spLocks noChangeArrowheads="1"/>
              </p:cNvSpPr>
              <p:nvPr/>
            </p:nvSpPr>
            <p:spPr bwMode="auto">
              <a:xfrm>
                <a:off x="768" y="2448"/>
                <a:ext cx="192" cy="240"/>
              </a:xfrm>
              <a:prstGeom prst="rect">
                <a:avLst/>
              </a:prstGeom>
              <a:noFill/>
              <a:ln w="25400" cap="sq">
                <a:solidFill>
                  <a:srgbClr val="0000FF"/>
                </a:solidFill>
                <a:miter lim="800000"/>
              </a:ln>
            </p:spPr>
            <p:txBody>
              <a:bodyPr wrap="none" anchor="ctr"/>
              <a:lstStyle/>
              <a:p>
                <a:endParaRPr lang="zh-CN" altLang="en-US"/>
              </a:p>
            </p:txBody>
          </p:sp>
          <p:sp>
            <p:nvSpPr>
              <p:cNvPr id="44090" name="Rectangle 22"/>
              <p:cNvSpPr>
                <a:spLocks noChangeArrowheads="1"/>
              </p:cNvSpPr>
              <p:nvPr/>
            </p:nvSpPr>
            <p:spPr bwMode="auto">
              <a:xfrm>
                <a:off x="960" y="2448"/>
                <a:ext cx="96" cy="240"/>
              </a:xfrm>
              <a:prstGeom prst="rect">
                <a:avLst/>
              </a:prstGeom>
              <a:noFill/>
              <a:ln w="25400" cap="sq">
                <a:solidFill>
                  <a:srgbClr val="0000FF"/>
                </a:solidFill>
                <a:miter lim="800000"/>
              </a:ln>
            </p:spPr>
            <p:txBody>
              <a:bodyPr wrap="none" anchor="ctr"/>
              <a:lstStyle/>
              <a:p>
                <a:endParaRPr lang="zh-CN" altLang="en-US"/>
              </a:p>
            </p:txBody>
          </p:sp>
        </p:grpSp>
        <p:grpSp>
          <p:nvGrpSpPr>
            <p:cNvPr id="9" name="Group 23"/>
            <p:cNvGrpSpPr/>
            <p:nvPr/>
          </p:nvGrpSpPr>
          <p:grpSpPr bwMode="auto">
            <a:xfrm>
              <a:off x="3312" y="1399"/>
              <a:ext cx="288" cy="240"/>
              <a:chOff x="768" y="2448"/>
              <a:chExt cx="288" cy="240"/>
            </a:xfrm>
          </p:grpSpPr>
          <p:sp>
            <p:nvSpPr>
              <p:cNvPr id="44087" name="Rectangle 24"/>
              <p:cNvSpPr>
                <a:spLocks noChangeArrowheads="1"/>
              </p:cNvSpPr>
              <p:nvPr/>
            </p:nvSpPr>
            <p:spPr bwMode="auto">
              <a:xfrm>
                <a:off x="768" y="2448"/>
                <a:ext cx="192" cy="240"/>
              </a:xfrm>
              <a:prstGeom prst="rect">
                <a:avLst/>
              </a:prstGeom>
              <a:noFill/>
              <a:ln w="25400" cap="sq">
                <a:solidFill>
                  <a:srgbClr val="000000"/>
                </a:solidFill>
                <a:miter lim="800000"/>
              </a:ln>
            </p:spPr>
            <p:txBody>
              <a:bodyPr wrap="none" anchor="ctr"/>
              <a:lstStyle/>
              <a:p>
                <a:endParaRPr lang="zh-CN" altLang="en-US"/>
              </a:p>
            </p:txBody>
          </p:sp>
          <p:sp>
            <p:nvSpPr>
              <p:cNvPr id="44088" name="Rectangle 25"/>
              <p:cNvSpPr>
                <a:spLocks noChangeArrowheads="1"/>
              </p:cNvSpPr>
              <p:nvPr/>
            </p:nvSpPr>
            <p:spPr bwMode="auto">
              <a:xfrm>
                <a:off x="960" y="2448"/>
                <a:ext cx="96" cy="240"/>
              </a:xfrm>
              <a:prstGeom prst="rect">
                <a:avLst/>
              </a:prstGeom>
              <a:noFill/>
              <a:ln w="25400" cap="sq">
                <a:solidFill>
                  <a:srgbClr val="000000"/>
                </a:solidFill>
                <a:miter lim="800000"/>
              </a:ln>
            </p:spPr>
            <p:txBody>
              <a:bodyPr wrap="none" anchor="ctr"/>
              <a:lstStyle/>
              <a:p>
                <a:endParaRPr lang="zh-CN" altLang="en-US"/>
              </a:p>
            </p:txBody>
          </p:sp>
        </p:grpSp>
        <p:grpSp>
          <p:nvGrpSpPr>
            <p:cNvPr id="10" name="Group 26"/>
            <p:cNvGrpSpPr/>
            <p:nvPr/>
          </p:nvGrpSpPr>
          <p:grpSpPr bwMode="auto">
            <a:xfrm>
              <a:off x="3792" y="1403"/>
              <a:ext cx="288" cy="240"/>
              <a:chOff x="768" y="2448"/>
              <a:chExt cx="288" cy="240"/>
            </a:xfrm>
          </p:grpSpPr>
          <p:sp>
            <p:nvSpPr>
              <p:cNvPr id="44085" name="Rectangle 27"/>
              <p:cNvSpPr>
                <a:spLocks noChangeArrowheads="1"/>
              </p:cNvSpPr>
              <p:nvPr/>
            </p:nvSpPr>
            <p:spPr bwMode="auto">
              <a:xfrm>
                <a:off x="768" y="2448"/>
                <a:ext cx="192" cy="240"/>
              </a:xfrm>
              <a:prstGeom prst="rect">
                <a:avLst/>
              </a:prstGeom>
              <a:noFill/>
              <a:ln w="25400" cap="sq">
                <a:solidFill>
                  <a:srgbClr val="000000"/>
                </a:solidFill>
                <a:miter lim="800000"/>
              </a:ln>
            </p:spPr>
            <p:txBody>
              <a:bodyPr wrap="none" anchor="ctr"/>
              <a:lstStyle/>
              <a:p>
                <a:endParaRPr lang="zh-CN" altLang="en-US"/>
              </a:p>
            </p:txBody>
          </p:sp>
          <p:sp>
            <p:nvSpPr>
              <p:cNvPr id="44086" name="Rectangle 28"/>
              <p:cNvSpPr>
                <a:spLocks noChangeArrowheads="1"/>
              </p:cNvSpPr>
              <p:nvPr/>
            </p:nvSpPr>
            <p:spPr bwMode="auto">
              <a:xfrm>
                <a:off x="960" y="2448"/>
                <a:ext cx="96" cy="240"/>
              </a:xfrm>
              <a:prstGeom prst="rect">
                <a:avLst/>
              </a:prstGeom>
              <a:noFill/>
              <a:ln w="25400" cap="sq">
                <a:solidFill>
                  <a:srgbClr val="000000"/>
                </a:solidFill>
                <a:miter lim="800000"/>
              </a:ln>
            </p:spPr>
            <p:txBody>
              <a:bodyPr wrap="none" anchor="ctr"/>
              <a:lstStyle/>
              <a:p>
                <a:endParaRPr lang="zh-CN" altLang="en-US"/>
              </a:p>
            </p:txBody>
          </p:sp>
        </p:grpSp>
        <p:grpSp>
          <p:nvGrpSpPr>
            <p:cNvPr id="11" name="Group 29"/>
            <p:cNvGrpSpPr/>
            <p:nvPr/>
          </p:nvGrpSpPr>
          <p:grpSpPr bwMode="auto">
            <a:xfrm>
              <a:off x="4608" y="1392"/>
              <a:ext cx="288" cy="240"/>
              <a:chOff x="768" y="2448"/>
              <a:chExt cx="288" cy="240"/>
            </a:xfrm>
          </p:grpSpPr>
          <p:sp>
            <p:nvSpPr>
              <p:cNvPr id="44083" name="Rectangle 30"/>
              <p:cNvSpPr>
                <a:spLocks noChangeArrowheads="1"/>
              </p:cNvSpPr>
              <p:nvPr/>
            </p:nvSpPr>
            <p:spPr bwMode="auto">
              <a:xfrm>
                <a:off x="768" y="2448"/>
                <a:ext cx="192" cy="240"/>
              </a:xfrm>
              <a:prstGeom prst="rect">
                <a:avLst/>
              </a:prstGeom>
              <a:noFill/>
              <a:ln w="25400" cap="sq">
                <a:solidFill>
                  <a:srgbClr val="000000"/>
                </a:solidFill>
                <a:miter lim="800000"/>
              </a:ln>
            </p:spPr>
            <p:txBody>
              <a:bodyPr wrap="none" anchor="ctr"/>
              <a:lstStyle/>
              <a:p>
                <a:endParaRPr lang="zh-CN" altLang="en-US"/>
              </a:p>
            </p:txBody>
          </p:sp>
          <p:sp>
            <p:nvSpPr>
              <p:cNvPr id="44084" name="Rectangle 31"/>
              <p:cNvSpPr>
                <a:spLocks noChangeArrowheads="1"/>
              </p:cNvSpPr>
              <p:nvPr/>
            </p:nvSpPr>
            <p:spPr bwMode="auto">
              <a:xfrm>
                <a:off x="960" y="2448"/>
                <a:ext cx="96" cy="240"/>
              </a:xfrm>
              <a:prstGeom prst="rect">
                <a:avLst/>
              </a:prstGeom>
              <a:noFill/>
              <a:ln w="25400" cap="sq">
                <a:solidFill>
                  <a:srgbClr val="000000"/>
                </a:solidFill>
                <a:miter lim="800000"/>
              </a:ln>
            </p:spPr>
            <p:txBody>
              <a:bodyPr wrap="none" anchor="ctr"/>
              <a:lstStyle/>
              <a:p>
                <a:endParaRPr lang="zh-CN" altLang="en-US"/>
              </a:p>
            </p:txBody>
          </p:sp>
        </p:grpSp>
        <p:grpSp>
          <p:nvGrpSpPr>
            <p:cNvPr id="12" name="Group 32"/>
            <p:cNvGrpSpPr/>
            <p:nvPr/>
          </p:nvGrpSpPr>
          <p:grpSpPr bwMode="auto">
            <a:xfrm>
              <a:off x="5088" y="1403"/>
              <a:ext cx="288" cy="240"/>
              <a:chOff x="768" y="2448"/>
              <a:chExt cx="288" cy="240"/>
            </a:xfrm>
          </p:grpSpPr>
          <p:sp>
            <p:nvSpPr>
              <p:cNvPr id="44081" name="Rectangle 33"/>
              <p:cNvSpPr>
                <a:spLocks noChangeArrowheads="1"/>
              </p:cNvSpPr>
              <p:nvPr/>
            </p:nvSpPr>
            <p:spPr bwMode="auto">
              <a:xfrm>
                <a:off x="768" y="2448"/>
                <a:ext cx="192" cy="240"/>
              </a:xfrm>
              <a:prstGeom prst="rect">
                <a:avLst/>
              </a:prstGeom>
              <a:noFill/>
              <a:ln w="25400" cap="sq">
                <a:solidFill>
                  <a:srgbClr val="000000"/>
                </a:solidFill>
                <a:miter lim="800000"/>
              </a:ln>
            </p:spPr>
            <p:txBody>
              <a:bodyPr wrap="none" anchor="ctr"/>
              <a:lstStyle/>
              <a:p>
                <a:endParaRPr lang="zh-CN" altLang="en-US"/>
              </a:p>
            </p:txBody>
          </p:sp>
          <p:sp>
            <p:nvSpPr>
              <p:cNvPr id="44082" name="Rectangle 34"/>
              <p:cNvSpPr>
                <a:spLocks noChangeArrowheads="1"/>
              </p:cNvSpPr>
              <p:nvPr/>
            </p:nvSpPr>
            <p:spPr bwMode="auto">
              <a:xfrm>
                <a:off x="960" y="2448"/>
                <a:ext cx="96" cy="240"/>
              </a:xfrm>
              <a:prstGeom prst="rect">
                <a:avLst/>
              </a:prstGeom>
              <a:noFill/>
              <a:ln w="25400" cap="sq">
                <a:solidFill>
                  <a:srgbClr val="000000"/>
                </a:solidFill>
                <a:miter lim="800000"/>
              </a:ln>
            </p:spPr>
            <p:txBody>
              <a:bodyPr wrap="none" anchor="ctr"/>
              <a:lstStyle/>
              <a:p>
                <a:endParaRPr lang="zh-CN" altLang="en-US"/>
              </a:p>
            </p:txBody>
          </p:sp>
        </p:grpSp>
        <p:sp>
          <p:nvSpPr>
            <p:cNvPr id="44065" name="Line 35"/>
            <p:cNvSpPr>
              <a:spLocks noChangeShapeType="1"/>
            </p:cNvSpPr>
            <p:nvPr/>
          </p:nvSpPr>
          <p:spPr bwMode="auto">
            <a:xfrm>
              <a:off x="672" y="1532"/>
              <a:ext cx="240" cy="0"/>
            </a:xfrm>
            <a:prstGeom prst="line">
              <a:avLst/>
            </a:prstGeom>
            <a:noFill/>
            <a:ln w="19050" cap="sq">
              <a:solidFill>
                <a:srgbClr val="003300"/>
              </a:solidFill>
              <a:round/>
              <a:tailEnd type="triangle" w="sm" len="lg"/>
            </a:ln>
          </p:spPr>
          <p:txBody>
            <a:bodyPr wrap="none" anchor="ctr"/>
            <a:lstStyle/>
            <a:p>
              <a:endParaRPr lang="zh-CN" altLang="en-US"/>
            </a:p>
          </p:txBody>
        </p:sp>
        <p:sp>
          <p:nvSpPr>
            <p:cNvPr id="44066" name="Line 36"/>
            <p:cNvSpPr>
              <a:spLocks noChangeShapeType="1"/>
            </p:cNvSpPr>
            <p:nvPr/>
          </p:nvSpPr>
          <p:spPr bwMode="auto">
            <a:xfrm>
              <a:off x="1167" y="1536"/>
              <a:ext cx="240" cy="0"/>
            </a:xfrm>
            <a:prstGeom prst="line">
              <a:avLst/>
            </a:prstGeom>
            <a:noFill/>
            <a:ln w="19050" cap="sq">
              <a:solidFill>
                <a:srgbClr val="003300"/>
              </a:solidFill>
              <a:round/>
              <a:tailEnd type="triangle" w="sm" len="lg"/>
            </a:ln>
          </p:spPr>
          <p:txBody>
            <a:bodyPr wrap="none" anchor="ctr"/>
            <a:lstStyle/>
            <a:p>
              <a:endParaRPr lang="zh-CN" altLang="en-US"/>
            </a:p>
          </p:txBody>
        </p:sp>
        <p:sp>
          <p:nvSpPr>
            <p:cNvPr id="44067" name="Line 37"/>
            <p:cNvSpPr>
              <a:spLocks noChangeShapeType="1"/>
            </p:cNvSpPr>
            <p:nvPr/>
          </p:nvSpPr>
          <p:spPr bwMode="auto">
            <a:xfrm>
              <a:off x="1643" y="1525"/>
              <a:ext cx="240" cy="0"/>
            </a:xfrm>
            <a:prstGeom prst="line">
              <a:avLst/>
            </a:prstGeom>
            <a:noFill/>
            <a:ln w="19050" cap="sq">
              <a:solidFill>
                <a:srgbClr val="003300"/>
              </a:solidFill>
              <a:round/>
              <a:tailEnd type="triangle" w="sm" len="lg"/>
            </a:ln>
          </p:spPr>
          <p:txBody>
            <a:bodyPr wrap="none" anchor="ctr"/>
            <a:lstStyle/>
            <a:p>
              <a:endParaRPr lang="zh-CN" altLang="en-US"/>
            </a:p>
          </p:txBody>
        </p:sp>
        <p:sp>
          <p:nvSpPr>
            <p:cNvPr id="44068" name="Line 38"/>
            <p:cNvSpPr>
              <a:spLocks noChangeShapeType="1"/>
            </p:cNvSpPr>
            <p:nvPr/>
          </p:nvSpPr>
          <p:spPr bwMode="auto">
            <a:xfrm>
              <a:off x="2112" y="1536"/>
              <a:ext cx="240" cy="0"/>
            </a:xfrm>
            <a:prstGeom prst="line">
              <a:avLst/>
            </a:prstGeom>
            <a:noFill/>
            <a:ln w="19050" cap="sq">
              <a:solidFill>
                <a:srgbClr val="003300"/>
              </a:solidFill>
              <a:round/>
              <a:tailEnd type="triangle" w="sm" len="lg"/>
            </a:ln>
          </p:spPr>
          <p:txBody>
            <a:bodyPr wrap="none" anchor="ctr"/>
            <a:lstStyle/>
            <a:p>
              <a:endParaRPr lang="zh-CN" altLang="en-US"/>
            </a:p>
          </p:txBody>
        </p:sp>
        <p:sp>
          <p:nvSpPr>
            <p:cNvPr id="44069" name="Line 39"/>
            <p:cNvSpPr>
              <a:spLocks noChangeShapeType="1"/>
            </p:cNvSpPr>
            <p:nvPr/>
          </p:nvSpPr>
          <p:spPr bwMode="auto">
            <a:xfrm>
              <a:off x="2592" y="1536"/>
              <a:ext cx="240" cy="0"/>
            </a:xfrm>
            <a:prstGeom prst="line">
              <a:avLst/>
            </a:prstGeom>
            <a:noFill/>
            <a:ln w="19050" cap="sq">
              <a:solidFill>
                <a:srgbClr val="003300"/>
              </a:solidFill>
              <a:round/>
              <a:tailEnd type="triangle" w="sm" len="lg"/>
            </a:ln>
          </p:spPr>
          <p:txBody>
            <a:bodyPr wrap="none" anchor="ctr"/>
            <a:lstStyle/>
            <a:p>
              <a:endParaRPr lang="zh-CN" altLang="en-US"/>
            </a:p>
          </p:txBody>
        </p:sp>
        <p:sp>
          <p:nvSpPr>
            <p:cNvPr id="44070" name="Line 40"/>
            <p:cNvSpPr>
              <a:spLocks noChangeShapeType="1"/>
            </p:cNvSpPr>
            <p:nvPr/>
          </p:nvSpPr>
          <p:spPr bwMode="auto">
            <a:xfrm>
              <a:off x="3083" y="1536"/>
              <a:ext cx="240" cy="0"/>
            </a:xfrm>
            <a:prstGeom prst="line">
              <a:avLst/>
            </a:prstGeom>
            <a:noFill/>
            <a:ln w="19050" cap="sq">
              <a:solidFill>
                <a:srgbClr val="003300"/>
              </a:solidFill>
              <a:round/>
              <a:tailEnd type="triangle" w="sm" len="lg"/>
            </a:ln>
          </p:spPr>
          <p:txBody>
            <a:bodyPr wrap="none" anchor="ctr"/>
            <a:lstStyle/>
            <a:p>
              <a:endParaRPr lang="zh-CN" altLang="en-US"/>
            </a:p>
          </p:txBody>
        </p:sp>
        <p:sp>
          <p:nvSpPr>
            <p:cNvPr id="44071" name="Line 41"/>
            <p:cNvSpPr>
              <a:spLocks noChangeShapeType="1"/>
            </p:cNvSpPr>
            <p:nvPr/>
          </p:nvSpPr>
          <p:spPr bwMode="auto">
            <a:xfrm>
              <a:off x="3578" y="1536"/>
              <a:ext cx="240" cy="0"/>
            </a:xfrm>
            <a:prstGeom prst="line">
              <a:avLst/>
            </a:prstGeom>
            <a:noFill/>
            <a:ln w="19050" cap="sq">
              <a:solidFill>
                <a:srgbClr val="003300"/>
              </a:solidFill>
              <a:round/>
              <a:tailEnd type="triangle" w="sm" len="lg"/>
            </a:ln>
          </p:spPr>
          <p:txBody>
            <a:bodyPr wrap="none" anchor="ctr"/>
            <a:lstStyle/>
            <a:p>
              <a:endParaRPr lang="zh-CN" altLang="en-US"/>
            </a:p>
          </p:txBody>
        </p:sp>
        <p:sp>
          <p:nvSpPr>
            <p:cNvPr id="44072" name="Line 42"/>
            <p:cNvSpPr>
              <a:spLocks noChangeShapeType="1"/>
            </p:cNvSpPr>
            <p:nvPr/>
          </p:nvSpPr>
          <p:spPr bwMode="auto">
            <a:xfrm>
              <a:off x="4006" y="1536"/>
              <a:ext cx="240" cy="0"/>
            </a:xfrm>
            <a:prstGeom prst="line">
              <a:avLst/>
            </a:prstGeom>
            <a:noFill/>
            <a:ln w="19050" cap="sq">
              <a:solidFill>
                <a:srgbClr val="003300"/>
              </a:solidFill>
              <a:round/>
              <a:tailEnd type="triangle" w="sm" len="lg"/>
            </a:ln>
          </p:spPr>
          <p:txBody>
            <a:bodyPr wrap="none" anchor="ctr"/>
            <a:lstStyle/>
            <a:p>
              <a:endParaRPr lang="zh-CN" altLang="en-US"/>
            </a:p>
          </p:txBody>
        </p:sp>
        <p:sp>
          <p:nvSpPr>
            <p:cNvPr id="44073" name="Line 43"/>
            <p:cNvSpPr>
              <a:spLocks noChangeShapeType="1"/>
            </p:cNvSpPr>
            <p:nvPr/>
          </p:nvSpPr>
          <p:spPr bwMode="auto">
            <a:xfrm>
              <a:off x="4368" y="1536"/>
              <a:ext cx="240" cy="0"/>
            </a:xfrm>
            <a:prstGeom prst="line">
              <a:avLst/>
            </a:prstGeom>
            <a:noFill/>
            <a:ln w="19050" cap="sq">
              <a:solidFill>
                <a:srgbClr val="003300"/>
              </a:solidFill>
              <a:round/>
              <a:tailEnd type="triangle" w="sm" len="lg"/>
            </a:ln>
          </p:spPr>
          <p:txBody>
            <a:bodyPr wrap="none" anchor="ctr"/>
            <a:lstStyle/>
            <a:p>
              <a:endParaRPr lang="zh-CN" altLang="en-US"/>
            </a:p>
          </p:txBody>
        </p:sp>
        <p:sp>
          <p:nvSpPr>
            <p:cNvPr id="44074" name="Line 44"/>
            <p:cNvSpPr>
              <a:spLocks noChangeShapeType="1"/>
            </p:cNvSpPr>
            <p:nvPr/>
          </p:nvSpPr>
          <p:spPr bwMode="auto">
            <a:xfrm>
              <a:off x="4848" y="1536"/>
              <a:ext cx="240" cy="0"/>
            </a:xfrm>
            <a:prstGeom prst="line">
              <a:avLst/>
            </a:prstGeom>
            <a:noFill/>
            <a:ln w="19050" cap="sq">
              <a:solidFill>
                <a:srgbClr val="003300"/>
              </a:solidFill>
              <a:round/>
              <a:tailEnd type="triangle" w="sm" len="lg"/>
            </a:ln>
          </p:spPr>
          <p:txBody>
            <a:bodyPr wrap="none" anchor="ctr"/>
            <a:lstStyle/>
            <a:p>
              <a:endParaRPr lang="zh-CN" altLang="en-US"/>
            </a:p>
          </p:txBody>
        </p:sp>
        <p:sp>
          <p:nvSpPr>
            <p:cNvPr id="44075" name="Rectangle 45"/>
            <p:cNvSpPr>
              <a:spLocks noChangeArrowheads="1"/>
            </p:cNvSpPr>
            <p:nvPr/>
          </p:nvSpPr>
          <p:spPr bwMode="auto">
            <a:xfrm>
              <a:off x="4184" y="1344"/>
              <a:ext cx="275" cy="291"/>
            </a:xfrm>
            <a:prstGeom prst="rect">
              <a:avLst/>
            </a:prstGeom>
            <a:noFill/>
            <a:ln w="12700" cap="sq">
              <a:noFill/>
              <a:miter lim="800000"/>
            </a:ln>
          </p:spPr>
          <p:txBody>
            <a:bodyPr wrap="none">
              <a:spAutoFit/>
            </a:bodyPr>
            <a:lstStyle/>
            <a:p>
              <a:pPr algn="ctr"/>
              <a:r>
                <a:rPr lang="zh-CN" altLang="en-US" sz="2400">
                  <a:solidFill>
                    <a:schemeClr val="bg1"/>
                  </a:solidFill>
                  <a:ea typeface="宋体" pitchFamily="2" charset="-122"/>
                  <a:cs typeface="Times New Roman" panose="02020503050405090304" pitchFamily="18" charset="0"/>
                </a:rPr>
                <a:t>…</a:t>
              </a:r>
              <a:endParaRPr lang="zh-CN" altLang="en-US" sz="2400">
                <a:solidFill>
                  <a:schemeClr val="bg1"/>
                </a:solidFill>
                <a:ea typeface="宋体" pitchFamily="2" charset="-122"/>
                <a:cs typeface="Times New Roman" panose="02020503050405090304" pitchFamily="18" charset="0"/>
              </a:endParaRPr>
            </a:p>
          </p:txBody>
        </p:sp>
        <p:sp>
          <p:nvSpPr>
            <p:cNvPr id="44076" name="Line 46"/>
            <p:cNvSpPr>
              <a:spLocks noChangeShapeType="1"/>
            </p:cNvSpPr>
            <p:nvPr/>
          </p:nvSpPr>
          <p:spPr bwMode="auto">
            <a:xfrm>
              <a:off x="5328" y="1536"/>
              <a:ext cx="192" cy="0"/>
            </a:xfrm>
            <a:prstGeom prst="line">
              <a:avLst/>
            </a:prstGeom>
            <a:noFill/>
            <a:ln w="22225" cap="sq">
              <a:solidFill>
                <a:schemeClr val="bg2"/>
              </a:solidFill>
              <a:round/>
            </a:ln>
          </p:spPr>
          <p:txBody>
            <a:bodyPr wrap="none" anchor="ctr"/>
            <a:lstStyle/>
            <a:p>
              <a:endParaRPr lang="zh-CN" altLang="en-US"/>
            </a:p>
          </p:txBody>
        </p:sp>
        <p:sp>
          <p:nvSpPr>
            <p:cNvPr id="44077" name="Line 47"/>
            <p:cNvSpPr>
              <a:spLocks noChangeShapeType="1"/>
            </p:cNvSpPr>
            <p:nvPr/>
          </p:nvSpPr>
          <p:spPr bwMode="auto">
            <a:xfrm>
              <a:off x="5546" y="1152"/>
              <a:ext cx="0" cy="384"/>
            </a:xfrm>
            <a:prstGeom prst="line">
              <a:avLst/>
            </a:prstGeom>
            <a:noFill/>
            <a:ln w="22225" cap="sq">
              <a:solidFill>
                <a:schemeClr val="bg2"/>
              </a:solidFill>
              <a:round/>
            </a:ln>
          </p:spPr>
          <p:txBody>
            <a:bodyPr wrap="none" anchor="ctr"/>
            <a:lstStyle/>
            <a:p>
              <a:endParaRPr lang="zh-CN" altLang="en-US"/>
            </a:p>
          </p:txBody>
        </p:sp>
        <p:sp>
          <p:nvSpPr>
            <p:cNvPr id="44078" name="Line 48"/>
            <p:cNvSpPr>
              <a:spLocks noChangeShapeType="1"/>
            </p:cNvSpPr>
            <p:nvPr/>
          </p:nvSpPr>
          <p:spPr bwMode="auto">
            <a:xfrm flipH="1">
              <a:off x="425" y="1163"/>
              <a:ext cx="144" cy="192"/>
            </a:xfrm>
            <a:prstGeom prst="line">
              <a:avLst/>
            </a:prstGeom>
            <a:noFill/>
            <a:ln w="19050" cap="sq">
              <a:solidFill>
                <a:srgbClr val="003300"/>
              </a:solidFill>
              <a:round/>
              <a:tailEnd type="triangle" w="med" len="med"/>
            </a:ln>
          </p:spPr>
          <p:txBody>
            <a:bodyPr wrap="none" anchor="ctr"/>
            <a:lstStyle/>
            <a:p>
              <a:endParaRPr lang="zh-CN" altLang="en-US"/>
            </a:p>
          </p:txBody>
        </p:sp>
        <p:sp>
          <p:nvSpPr>
            <p:cNvPr id="44079" name="Rectangle 49"/>
            <p:cNvSpPr>
              <a:spLocks noChangeArrowheads="1"/>
            </p:cNvSpPr>
            <p:nvPr/>
          </p:nvSpPr>
          <p:spPr bwMode="auto">
            <a:xfrm>
              <a:off x="169" y="960"/>
              <a:ext cx="311" cy="291"/>
            </a:xfrm>
            <a:prstGeom prst="rect">
              <a:avLst/>
            </a:prstGeom>
            <a:noFill/>
            <a:ln w="12700" cap="sq">
              <a:noFill/>
              <a:miter lim="800000"/>
            </a:ln>
          </p:spPr>
          <p:txBody>
            <a:bodyPr wrap="none">
              <a:spAutoFit/>
            </a:bodyPr>
            <a:lstStyle/>
            <a:p>
              <a:pPr algn="ctr"/>
              <a:r>
                <a:rPr lang="en-US" altLang="zh-CN" sz="2400">
                  <a:solidFill>
                    <a:srgbClr val="FF3300"/>
                  </a:solidFill>
                  <a:ea typeface="宋体" pitchFamily="2" charset="-122"/>
                </a:rPr>
                <a:t>list</a:t>
              </a:r>
              <a:endParaRPr lang="en-US" altLang="zh-CN" sz="2400">
                <a:solidFill>
                  <a:srgbClr val="FF3300"/>
                </a:solidFill>
                <a:ea typeface="宋体" pitchFamily="2" charset="-122"/>
              </a:endParaRPr>
            </a:p>
          </p:txBody>
        </p:sp>
        <p:sp>
          <p:nvSpPr>
            <p:cNvPr id="44080" name="Line 50"/>
            <p:cNvSpPr>
              <a:spLocks noChangeShapeType="1"/>
            </p:cNvSpPr>
            <p:nvPr/>
          </p:nvSpPr>
          <p:spPr bwMode="auto">
            <a:xfrm>
              <a:off x="288" y="1200"/>
              <a:ext cx="144" cy="240"/>
            </a:xfrm>
            <a:prstGeom prst="line">
              <a:avLst/>
            </a:prstGeom>
            <a:noFill/>
            <a:ln w="19050" cap="sq">
              <a:solidFill>
                <a:schemeClr val="accent2"/>
              </a:solidFill>
              <a:round/>
              <a:tailEnd type="triangle" w="med" len="med"/>
            </a:ln>
          </p:spPr>
          <p:txBody>
            <a:bodyPr wrap="none" anchor="ctr"/>
            <a:lstStyle/>
            <a:p>
              <a:endParaRPr lang="zh-CN" altLang="en-US"/>
            </a:p>
          </p:txBody>
        </p:sp>
      </p:grpSp>
      <p:sp>
        <p:nvSpPr>
          <p:cNvPr id="612403" name="Oval 51"/>
          <p:cNvSpPr>
            <a:spLocks noChangeArrowheads="1"/>
          </p:cNvSpPr>
          <p:nvPr/>
        </p:nvSpPr>
        <p:spPr bwMode="auto">
          <a:xfrm>
            <a:off x="3540125" y="4525963"/>
            <a:ext cx="914400" cy="609600"/>
          </a:xfrm>
          <a:prstGeom prst="ellipse">
            <a:avLst/>
          </a:prstGeom>
          <a:noFill/>
          <a:ln w="34925">
            <a:solidFill>
              <a:srgbClr val="CC99FF"/>
            </a:solidFill>
            <a:prstDash val="lgDash"/>
            <a:round/>
          </a:ln>
        </p:spPr>
        <p:txBody>
          <a:bodyPr wrap="none" anchor="ctr"/>
          <a:lstStyle/>
          <a:p>
            <a:endParaRPr lang="zh-CN" altLang="en-US"/>
          </a:p>
        </p:txBody>
      </p:sp>
      <p:sp>
        <p:nvSpPr>
          <p:cNvPr id="612404" name="Oval 52"/>
          <p:cNvSpPr>
            <a:spLocks noChangeArrowheads="1"/>
          </p:cNvSpPr>
          <p:nvPr/>
        </p:nvSpPr>
        <p:spPr bwMode="auto">
          <a:xfrm>
            <a:off x="5795963" y="4560888"/>
            <a:ext cx="914400" cy="476250"/>
          </a:xfrm>
          <a:prstGeom prst="ellipse">
            <a:avLst/>
          </a:prstGeom>
          <a:noFill/>
          <a:ln w="28575">
            <a:solidFill>
              <a:srgbClr val="FF0000"/>
            </a:solidFill>
            <a:prstDash val="dash"/>
            <a:round/>
          </a:ln>
        </p:spPr>
        <p:txBody>
          <a:bodyPr wrap="none" anchor="ctr"/>
          <a:lstStyle/>
          <a:p>
            <a:endParaRPr lang="zh-CN" altLang="en-US"/>
          </a:p>
        </p:txBody>
      </p:sp>
      <p:sp>
        <p:nvSpPr>
          <p:cNvPr id="612405" name="Freeform 53"/>
          <p:cNvSpPr/>
          <p:nvPr/>
        </p:nvSpPr>
        <p:spPr bwMode="auto">
          <a:xfrm rot="-431447">
            <a:off x="5619750" y="4256088"/>
            <a:ext cx="1244600" cy="482600"/>
          </a:xfrm>
          <a:custGeom>
            <a:avLst/>
            <a:gdLst>
              <a:gd name="T0" fmla="*/ 0 w 832"/>
              <a:gd name="T1" fmla="*/ 2147483647 h 208"/>
              <a:gd name="T2" fmla="*/ 2147483647 w 832"/>
              <a:gd name="T3" fmla="*/ 2147483647 h 208"/>
              <a:gd name="T4" fmla="*/ 2147483647 w 832"/>
              <a:gd name="T5" fmla="*/ 2147483647 h 208"/>
              <a:gd name="T6" fmla="*/ 2147483647 w 832"/>
              <a:gd name="T7" fmla="*/ 2147483647 h 208"/>
              <a:gd name="T8" fmla="*/ 2147483647 w 832"/>
              <a:gd name="T9" fmla="*/ 2147483647 h 208"/>
              <a:gd name="T10" fmla="*/ 2147483647 w 832"/>
              <a:gd name="T11" fmla="*/ 2147483647 h 208"/>
              <a:gd name="T12" fmla="*/ 0 60000 65536"/>
              <a:gd name="T13" fmla="*/ 0 60000 65536"/>
              <a:gd name="T14" fmla="*/ 0 60000 65536"/>
              <a:gd name="T15" fmla="*/ 0 60000 65536"/>
              <a:gd name="T16" fmla="*/ 0 60000 65536"/>
              <a:gd name="T17" fmla="*/ 0 60000 65536"/>
              <a:gd name="T18" fmla="*/ 0 w 832"/>
              <a:gd name="T19" fmla="*/ 0 h 208"/>
              <a:gd name="T20" fmla="*/ 832 w 832"/>
              <a:gd name="T21" fmla="*/ 208 h 208"/>
            </a:gdLst>
            <a:ahLst/>
            <a:cxnLst>
              <a:cxn ang="T12">
                <a:pos x="T0" y="T1"/>
              </a:cxn>
              <a:cxn ang="T13">
                <a:pos x="T2" y="T3"/>
              </a:cxn>
              <a:cxn ang="T14">
                <a:pos x="T4" y="T5"/>
              </a:cxn>
              <a:cxn ang="T15">
                <a:pos x="T6" y="T7"/>
              </a:cxn>
              <a:cxn ang="T16">
                <a:pos x="T8" y="T9"/>
              </a:cxn>
              <a:cxn ang="T17">
                <a:pos x="T10" y="T11"/>
              </a:cxn>
            </a:cxnLst>
            <a:rect l="T18" t="T19" r="T20" b="T21"/>
            <a:pathLst>
              <a:path w="832" h="208">
                <a:moveTo>
                  <a:pt x="0" y="160"/>
                </a:moveTo>
                <a:cubicBezTo>
                  <a:pt x="8" y="144"/>
                  <a:pt x="16" y="128"/>
                  <a:pt x="48" y="112"/>
                </a:cubicBezTo>
                <a:cubicBezTo>
                  <a:pt x="80" y="96"/>
                  <a:pt x="128" y="80"/>
                  <a:pt x="192" y="64"/>
                </a:cubicBezTo>
                <a:cubicBezTo>
                  <a:pt x="256" y="48"/>
                  <a:pt x="336" y="0"/>
                  <a:pt x="432" y="16"/>
                </a:cubicBezTo>
                <a:cubicBezTo>
                  <a:pt x="528" y="32"/>
                  <a:pt x="704" y="128"/>
                  <a:pt x="768" y="160"/>
                </a:cubicBezTo>
                <a:cubicBezTo>
                  <a:pt x="832" y="192"/>
                  <a:pt x="808" y="200"/>
                  <a:pt x="816" y="208"/>
                </a:cubicBezTo>
              </a:path>
            </a:pathLst>
          </a:custGeom>
          <a:noFill/>
          <a:ln w="28575" cap="sq" cmpd="sng">
            <a:solidFill>
              <a:srgbClr val="FF0000"/>
            </a:solidFill>
            <a:prstDash val="solid"/>
            <a:round/>
            <a:tailEnd type="triangle" w="med" len="med"/>
          </a:ln>
        </p:spPr>
        <p:txBody>
          <a:bodyPr wrap="none" anchor="ctr"/>
          <a:lstStyle/>
          <a:p>
            <a:endParaRPr lang="zh-CN" altLang="en-US"/>
          </a:p>
        </p:txBody>
      </p:sp>
      <p:sp>
        <p:nvSpPr>
          <p:cNvPr id="612406" name="Rectangle 54"/>
          <p:cNvSpPr>
            <a:spLocks noChangeArrowheads="1"/>
          </p:cNvSpPr>
          <p:nvPr/>
        </p:nvSpPr>
        <p:spPr bwMode="auto">
          <a:xfrm>
            <a:off x="5780088" y="4537075"/>
            <a:ext cx="952500" cy="514350"/>
          </a:xfrm>
          <a:prstGeom prst="rect">
            <a:avLst/>
          </a:prstGeom>
          <a:solidFill>
            <a:srgbClr val="FFFFFF"/>
          </a:solidFill>
          <a:ln w="12700" cap="sq">
            <a:noFill/>
            <a:miter lim="800000"/>
          </a:ln>
        </p:spPr>
        <p:txBody>
          <a:bodyPr wrap="none" anchor="ctr"/>
          <a:lstStyle/>
          <a:p>
            <a:endParaRPr lang="zh-CN" altLang="en-US"/>
          </a:p>
        </p:txBody>
      </p:sp>
      <p:grpSp>
        <p:nvGrpSpPr>
          <p:cNvPr id="13" name="Group 55"/>
          <p:cNvGrpSpPr/>
          <p:nvPr/>
        </p:nvGrpSpPr>
        <p:grpSpPr bwMode="auto">
          <a:xfrm>
            <a:off x="2325759" y="894558"/>
            <a:ext cx="7924800" cy="3048000"/>
            <a:chOff x="528" y="480"/>
            <a:chExt cx="4992" cy="1920"/>
          </a:xfrm>
        </p:grpSpPr>
        <p:sp>
          <p:nvSpPr>
            <p:cNvPr id="44052" name="Freeform 56"/>
            <p:cNvSpPr/>
            <p:nvPr/>
          </p:nvSpPr>
          <p:spPr bwMode="auto">
            <a:xfrm>
              <a:off x="528" y="480"/>
              <a:ext cx="4992" cy="1920"/>
            </a:xfrm>
            <a:custGeom>
              <a:avLst/>
              <a:gdLst>
                <a:gd name="T0" fmla="*/ 27 w 4949"/>
                <a:gd name="T1" fmla="*/ 302 h 1622"/>
                <a:gd name="T2" fmla="*/ 3680 w 4949"/>
                <a:gd name="T3" fmla="*/ 333 h 1622"/>
                <a:gd name="T4" fmla="*/ 4664 w 4949"/>
                <a:gd name="T5" fmla="*/ 153 h 1622"/>
                <a:gd name="T6" fmla="*/ 4973 w 4949"/>
                <a:gd name="T7" fmla="*/ 214 h 1622"/>
                <a:gd name="T8" fmla="*/ 4905 w 4949"/>
                <a:gd name="T9" fmla="*/ 1439 h 1622"/>
                <a:gd name="T10" fmla="*/ 4893 w 4949"/>
                <a:gd name="T11" fmla="*/ 4429 h 1622"/>
                <a:gd name="T12" fmla="*/ 2421 w 4949"/>
                <a:gd name="T13" fmla="*/ 4369 h 1622"/>
                <a:gd name="T14" fmla="*/ 404 w 4949"/>
                <a:gd name="T15" fmla="*/ 4189 h 1622"/>
                <a:gd name="T16" fmla="*/ 6 w 4949"/>
                <a:gd name="T17" fmla="*/ 3773 h 1622"/>
                <a:gd name="T18" fmla="*/ 192 w 4949"/>
                <a:gd name="T19" fmla="*/ 2215 h 1622"/>
                <a:gd name="T20" fmla="*/ 246 w 4949"/>
                <a:gd name="T21" fmla="*/ 1916 h 1622"/>
                <a:gd name="T22" fmla="*/ 142 w 4949"/>
                <a:gd name="T23" fmla="*/ 932 h 1622"/>
                <a:gd name="T24" fmla="*/ 120 w 4949"/>
                <a:gd name="T25" fmla="*/ 511 h 1622"/>
                <a:gd name="T26" fmla="*/ 77 w 4949"/>
                <a:gd name="T27" fmla="*/ 482 h 1622"/>
                <a:gd name="T28" fmla="*/ 6 w 4949"/>
                <a:gd name="T29" fmla="*/ 275 h 1622"/>
                <a:gd name="T30" fmla="*/ 88 w 4949"/>
                <a:gd name="T31" fmla="*/ 244 h 1622"/>
                <a:gd name="T32" fmla="*/ 419 w 4949"/>
                <a:gd name="T33" fmla="*/ 394 h 1622"/>
                <a:gd name="T34" fmla="*/ 623 w 4949"/>
                <a:gd name="T35" fmla="*/ 363 h 1622"/>
                <a:gd name="T36" fmla="*/ 888 w 4949"/>
                <a:gd name="T37" fmla="*/ 214 h 1622"/>
                <a:gd name="T38" fmla="*/ 2090 w 4949"/>
                <a:gd name="T39" fmla="*/ 302 h 1622"/>
                <a:gd name="T40" fmla="*/ 2330 w 4949"/>
                <a:gd name="T41" fmla="*/ 363 h 162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4949" h="1622">
                  <a:moveTo>
                    <a:pt x="27" y="110"/>
                  </a:moveTo>
                  <a:cubicBezTo>
                    <a:pt x="1180" y="239"/>
                    <a:pt x="2279" y="125"/>
                    <a:pt x="3494" y="121"/>
                  </a:cubicBezTo>
                  <a:cubicBezTo>
                    <a:pt x="3809" y="111"/>
                    <a:pt x="4118" y="109"/>
                    <a:pt x="4429" y="56"/>
                  </a:cubicBezTo>
                  <a:cubicBezTo>
                    <a:pt x="4527" y="63"/>
                    <a:pt x="4663" y="0"/>
                    <a:pt x="4722" y="78"/>
                  </a:cubicBezTo>
                  <a:cubicBezTo>
                    <a:pt x="4755" y="122"/>
                    <a:pt x="4727" y="421"/>
                    <a:pt x="4657" y="523"/>
                  </a:cubicBezTo>
                  <a:cubicBezTo>
                    <a:pt x="4569" y="875"/>
                    <a:pt x="4949" y="1412"/>
                    <a:pt x="4646" y="1610"/>
                  </a:cubicBezTo>
                  <a:cubicBezTo>
                    <a:pt x="4628" y="1622"/>
                    <a:pt x="2683" y="1593"/>
                    <a:pt x="2299" y="1588"/>
                  </a:cubicBezTo>
                  <a:cubicBezTo>
                    <a:pt x="1658" y="1555"/>
                    <a:pt x="1027" y="1533"/>
                    <a:pt x="386" y="1523"/>
                  </a:cubicBezTo>
                  <a:cubicBezTo>
                    <a:pt x="131" y="1505"/>
                    <a:pt x="75" y="1579"/>
                    <a:pt x="6" y="1371"/>
                  </a:cubicBezTo>
                  <a:cubicBezTo>
                    <a:pt x="16" y="1162"/>
                    <a:pt x="23" y="959"/>
                    <a:pt x="180" y="806"/>
                  </a:cubicBezTo>
                  <a:cubicBezTo>
                    <a:pt x="198" y="768"/>
                    <a:pt x="221" y="737"/>
                    <a:pt x="234" y="697"/>
                  </a:cubicBezTo>
                  <a:cubicBezTo>
                    <a:pt x="224" y="555"/>
                    <a:pt x="221" y="449"/>
                    <a:pt x="136" y="339"/>
                  </a:cubicBezTo>
                  <a:cubicBezTo>
                    <a:pt x="120" y="290"/>
                    <a:pt x="134" y="234"/>
                    <a:pt x="114" y="186"/>
                  </a:cubicBezTo>
                  <a:cubicBezTo>
                    <a:pt x="108" y="172"/>
                    <a:pt x="85" y="179"/>
                    <a:pt x="71" y="176"/>
                  </a:cubicBezTo>
                  <a:cubicBezTo>
                    <a:pt x="67" y="172"/>
                    <a:pt x="0" y="108"/>
                    <a:pt x="6" y="100"/>
                  </a:cubicBezTo>
                  <a:cubicBezTo>
                    <a:pt x="22" y="80"/>
                    <a:pt x="57" y="93"/>
                    <a:pt x="82" y="89"/>
                  </a:cubicBezTo>
                  <a:cubicBezTo>
                    <a:pt x="194" y="102"/>
                    <a:pt x="289" y="127"/>
                    <a:pt x="397" y="143"/>
                  </a:cubicBezTo>
                  <a:cubicBezTo>
                    <a:pt x="462" y="139"/>
                    <a:pt x="528" y="140"/>
                    <a:pt x="593" y="132"/>
                  </a:cubicBezTo>
                  <a:cubicBezTo>
                    <a:pt x="677" y="122"/>
                    <a:pt x="758" y="89"/>
                    <a:pt x="843" y="78"/>
                  </a:cubicBezTo>
                  <a:cubicBezTo>
                    <a:pt x="1235" y="83"/>
                    <a:pt x="1600" y="90"/>
                    <a:pt x="1984" y="110"/>
                  </a:cubicBezTo>
                  <a:cubicBezTo>
                    <a:pt x="2061" y="130"/>
                    <a:pt x="2133" y="132"/>
                    <a:pt x="2212" y="132"/>
                  </a:cubicBezTo>
                </a:path>
              </a:pathLst>
            </a:custGeom>
            <a:solidFill>
              <a:srgbClr val="B1D8FF"/>
            </a:solidFill>
            <a:ln w="9525" cap="flat" cmpd="sng">
              <a:noFill/>
              <a:prstDash val="solid"/>
              <a:round/>
            </a:ln>
            <a:effectLst>
              <a:outerShdw dist="208295" dir="2254116" algn="ctr" rotWithShape="0">
                <a:srgbClr val="B2B2B2"/>
              </a:outerShdw>
            </a:effectLst>
          </p:spPr>
          <p:txBody>
            <a:bodyPr wrap="none" anchor="ctr"/>
            <a:lstStyle/>
            <a:p>
              <a:endParaRPr lang="zh-CN" altLang="en-US"/>
            </a:p>
          </p:txBody>
        </p:sp>
        <p:sp>
          <p:nvSpPr>
            <p:cNvPr id="44053" name="Text Box 57"/>
            <p:cNvSpPr txBox="1">
              <a:spLocks noChangeArrowheads="1"/>
            </p:cNvSpPr>
            <p:nvPr/>
          </p:nvSpPr>
          <p:spPr bwMode="auto">
            <a:xfrm>
              <a:off x="901" y="779"/>
              <a:ext cx="2139" cy="404"/>
            </a:xfrm>
            <a:prstGeom prst="rect">
              <a:avLst/>
            </a:prstGeom>
            <a:noFill/>
            <a:ln w="9525">
              <a:noFill/>
              <a:miter lim="800000"/>
            </a:ln>
            <a:effectLst>
              <a:outerShdw dist="17961" dir="2700000" algn="ctr" rotWithShape="0">
                <a:schemeClr val="bg1"/>
              </a:outerShdw>
            </a:effectLst>
          </p:spPr>
          <p:txBody>
            <a:bodyPr wrap="none">
              <a:spAutoFit/>
            </a:bodyPr>
            <a:lstStyle/>
            <a:p>
              <a:r>
                <a:rPr lang="zh-CN" altLang="en-US" sz="3600">
                  <a:solidFill>
                    <a:srgbClr val="FF3300"/>
                  </a:solidFill>
                  <a:ea typeface="黑体" panose="02010609060101010101" pitchFamily="2" charset="-122"/>
                </a:rPr>
                <a:t>需要做的工作：</a:t>
              </a:r>
              <a:endParaRPr lang="zh-CN" altLang="en-US" sz="3600">
                <a:solidFill>
                  <a:srgbClr val="FF3300"/>
                </a:solidFill>
                <a:ea typeface="黑体" panose="02010609060101010101" pitchFamily="2" charset="-122"/>
              </a:endParaRPr>
            </a:p>
          </p:txBody>
        </p:sp>
      </p:grpSp>
      <p:sp>
        <p:nvSpPr>
          <p:cNvPr id="612411" name="Text Box 59"/>
          <p:cNvSpPr txBox="1">
            <a:spLocks noChangeArrowheads="1"/>
          </p:cNvSpPr>
          <p:nvPr/>
        </p:nvSpPr>
        <p:spPr bwMode="auto">
          <a:xfrm>
            <a:off x="3067050" y="1928814"/>
            <a:ext cx="4953000" cy="549275"/>
          </a:xfrm>
          <a:prstGeom prst="rect">
            <a:avLst/>
          </a:prstGeom>
          <a:noFill/>
          <a:ln w="9525">
            <a:noFill/>
            <a:miter lim="800000"/>
          </a:ln>
        </p:spPr>
        <p:txBody>
          <a:bodyPr>
            <a:spAutoFit/>
          </a:bodyPr>
          <a:lstStyle/>
          <a:p>
            <a:r>
              <a:rPr lang="en-US" altLang="zh-CN" sz="3000" dirty="0">
                <a:solidFill>
                  <a:srgbClr val="00008C"/>
                </a:solidFill>
                <a:ea typeface="幼圆" pitchFamily="49" charset="-122"/>
              </a:rPr>
              <a:t>1</a:t>
            </a:r>
            <a:r>
              <a:rPr lang="zh-CN" altLang="en-US" sz="3000" dirty="0">
                <a:solidFill>
                  <a:srgbClr val="00008C"/>
                </a:solidFill>
                <a:ea typeface="幼圆" pitchFamily="49" charset="-122"/>
              </a:rPr>
              <a:t>.</a:t>
            </a:r>
            <a:r>
              <a:rPr lang="zh-CN" altLang="en-US" sz="3000" dirty="0">
                <a:solidFill>
                  <a:srgbClr val="00008C"/>
                </a:solidFill>
                <a:latin typeface="幼圆" pitchFamily="49" charset="-122"/>
                <a:ea typeface="幼圆" pitchFamily="49" charset="-122"/>
              </a:rPr>
              <a:t> 找到第一个出发点；</a:t>
            </a:r>
            <a:endParaRPr lang="zh-CN" altLang="en-US" sz="3000" dirty="0">
              <a:solidFill>
                <a:srgbClr val="00008C"/>
              </a:solidFill>
              <a:latin typeface="幼圆" pitchFamily="49" charset="-122"/>
              <a:ea typeface="幼圆" pitchFamily="49" charset="-122"/>
            </a:endParaRPr>
          </a:p>
        </p:txBody>
      </p:sp>
      <p:sp>
        <p:nvSpPr>
          <p:cNvPr id="612412" name="Text Box 60"/>
          <p:cNvSpPr txBox="1">
            <a:spLocks noChangeArrowheads="1"/>
          </p:cNvSpPr>
          <p:nvPr/>
        </p:nvSpPr>
        <p:spPr bwMode="auto">
          <a:xfrm>
            <a:off x="3048001" y="2405064"/>
            <a:ext cx="5711825" cy="549275"/>
          </a:xfrm>
          <a:prstGeom prst="rect">
            <a:avLst/>
          </a:prstGeom>
          <a:noFill/>
          <a:ln w="9525">
            <a:noFill/>
            <a:miter lim="800000"/>
          </a:ln>
        </p:spPr>
        <p:txBody>
          <a:bodyPr>
            <a:spAutoFit/>
          </a:bodyPr>
          <a:lstStyle/>
          <a:p>
            <a:r>
              <a:rPr lang="en-US" altLang="zh-CN" sz="3000" dirty="0">
                <a:solidFill>
                  <a:srgbClr val="00008C"/>
                </a:solidFill>
                <a:ea typeface="幼圆" pitchFamily="49" charset="-122"/>
              </a:rPr>
              <a:t>2</a:t>
            </a:r>
            <a:r>
              <a:rPr lang="zh-CN" altLang="en-US" sz="3000" dirty="0">
                <a:solidFill>
                  <a:srgbClr val="00008C"/>
                </a:solidFill>
                <a:ea typeface="幼圆" pitchFamily="49" charset="-122"/>
              </a:rPr>
              <a:t>.</a:t>
            </a:r>
            <a:r>
              <a:rPr lang="zh-CN" altLang="en-US" sz="3000" dirty="0">
                <a:solidFill>
                  <a:srgbClr val="00008C"/>
                </a:solidFill>
                <a:latin typeface="幼圆" pitchFamily="49" charset="-122"/>
                <a:ea typeface="幼圆" pitchFamily="49" charset="-122"/>
              </a:rPr>
              <a:t> </a:t>
            </a:r>
            <a:r>
              <a:rPr lang="zh-CN" altLang="en-US" sz="3000" dirty="0">
                <a:solidFill>
                  <a:srgbClr val="FF0000"/>
                </a:solidFill>
                <a:latin typeface="黑体" panose="02010609060101010101" pitchFamily="2" charset="-122"/>
                <a:ea typeface="黑体" panose="02010609060101010101" pitchFamily="2" charset="-122"/>
              </a:rPr>
              <a:t>反复</a:t>
            </a:r>
            <a:r>
              <a:rPr lang="zh-CN" altLang="en-US" sz="3000" dirty="0">
                <a:solidFill>
                  <a:srgbClr val="00008C"/>
                </a:solidFill>
                <a:latin typeface="幼圆" pitchFamily="49" charset="-122"/>
                <a:ea typeface="幼圆" pitchFamily="49" charset="-122"/>
              </a:rPr>
              <a:t>删除第</a:t>
            </a:r>
            <a:r>
              <a:rPr lang="en-US" altLang="zh-CN" sz="3000" dirty="0">
                <a:solidFill>
                  <a:srgbClr val="00008C"/>
                </a:solidFill>
                <a:ea typeface="幼圆" pitchFamily="49" charset="-122"/>
              </a:rPr>
              <a:t>m</a:t>
            </a:r>
            <a:r>
              <a:rPr lang="zh-CN" altLang="en-US" sz="3000" dirty="0">
                <a:solidFill>
                  <a:srgbClr val="00008C"/>
                </a:solidFill>
                <a:latin typeface="幼圆" pitchFamily="49" charset="-122"/>
                <a:ea typeface="幼圆" pitchFamily="49" charset="-122"/>
              </a:rPr>
              <a:t>个链结点。</a:t>
            </a:r>
            <a:endParaRPr lang="zh-CN" altLang="en-US" sz="3000" dirty="0">
              <a:solidFill>
                <a:srgbClr val="00008C"/>
              </a:solidFill>
              <a:latin typeface="幼圆" pitchFamily="49" charset="-122"/>
              <a:ea typeface="幼圆" pitchFamily="49" charset="-122"/>
            </a:endParaRPr>
          </a:p>
        </p:txBody>
      </p:sp>
      <p:grpSp>
        <p:nvGrpSpPr>
          <p:cNvPr id="14" name="Group 61"/>
          <p:cNvGrpSpPr/>
          <p:nvPr/>
        </p:nvGrpSpPr>
        <p:grpSpPr bwMode="auto">
          <a:xfrm>
            <a:off x="2800350" y="5502276"/>
            <a:ext cx="3727450" cy="576263"/>
            <a:chOff x="804" y="3535"/>
            <a:chExt cx="2348" cy="363"/>
          </a:xfrm>
        </p:grpSpPr>
        <p:sp>
          <p:nvSpPr>
            <p:cNvPr id="44050" name="Rectangle 62"/>
            <p:cNvSpPr>
              <a:spLocks noChangeArrowheads="1"/>
            </p:cNvSpPr>
            <p:nvPr/>
          </p:nvSpPr>
          <p:spPr bwMode="auto">
            <a:xfrm>
              <a:off x="804" y="3535"/>
              <a:ext cx="1814" cy="363"/>
            </a:xfrm>
            <a:prstGeom prst="rect">
              <a:avLst/>
            </a:prstGeom>
            <a:solidFill>
              <a:srgbClr val="FFFF00"/>
            </a:solidFill>
            <a:ln w="12700" cap="sq">
              <a:noFill/>
              <a:miter lim="800000"/>
            </a:ln>
            <a:effectLst>
              <a:outerShdw dist="89803" dir="2700000" algn="ctr" rotWithShape="0">
                <a:srgbClr val="B2B2B2"/>
              </a:outerShdw>
            </a:effectLst>
          </p:spPr>
          <p:txBody>
            <a:bodyPr wrap="none" anchor="ctr"/>
            <a:lstStyle/>
            <a:p>
              <a:endParaRPr lang="zh-CN" altLang="en-US"/>
            </a:p>
          </p:txBody>
        </p:sp>
        <p:sp>
          <p:nvSpPr>
            <p:cNvPr id="44051" name="Rectangle 63"/>
            <p:cNvSpPr>
              <a:spLocks noChangeArrowheads="1"/>
            </p:cNvSpPr>
            <p:nvPr/>
          </p:nvSpPr>
          <p:spPr bwMode="auto">
            <a:xfrm>
              <a:off x="806" y="3567"/>
              <a:ext cx="2346" cy="308"/>
            </a:xfrm>
            <a:prstGeom prst="rect">
              <a:avLst/>
            </a:prstGeom>
            <a:noFill/>
            <a:ln w="12700" cap="sq">
              <a:noFill/>
              <a:miter lim="800000"/>
            </a:ln>
          </p:spPr>
          <p:txBody>
            <a:bodyPr>
              <a:spAutoFit/>
            </a:bodyPr>
            <a:lstStyle/>
            <a:p>
              <a:r>
                <a:rPr lang="zh-CN" altLang="en-US" sz="2600">
                  <a:solidFill>
                    <a:srgbClr val="00008C"/>
                  </a:solidFill>
                </a:rPr>
                <a:t> </a:t>
              </a:r>
              <a:r>
                <a:rPr lang="zh-CN" altLang="en-US" sz="2600">
                  <a:solidFill>
                    <a:srgbClr val="00008C"/>
                  </a:solidFill>
                  <a:ea typeface="黑体" panose="02010609060101010101" pitchFamily="2" charset="-122"/>
                </a:rPr>
                <a:t>若假设</a:t>
              </a:r>
              <a:r>
                <a:rPr lang="zh-CN" altLang="en-US" sz="2600">
                  <a:solidFill>
                    <a:srgbClr val="00008C"/>
                  </a:solidFill>
                </a:rPr>
                <a:t> </a:t>
              </a:r>
              <a:r>
                <a:rPr lang="en-US" altLang="zh-CN" sz="2600">
                  <a:solidFill>
                    <a:srgbClr val="00008C"/>
                  </a:solidFill>
                  <a:ea typeface="宋体" pitchFamily="2" charset="-122"/>
                </a:rPr>
                <a:t>k=3,  m=4</a:t>
              </a:r>
              <a:endParaRPr lang="en-US" altLang="zh-CN" sz="2600">
                <a:solidFill>
                  <a:srgbClr val="00008C"/>
                </a:solidFill>
                <a:ea typeface="宋体" pitchFamily="2" charset="-122"/>
              </a:endParaRPr>
            </a:p>
          </p:txBody>
        </p:sp>
      </p:grpSp>
      <p:grpSp>
        <p:nvGrpSpPr>
          <p:cNvPr id="15" name="Group 64"/>
          <p:cNvGrpSpPr/>
          <p:nvPr/>
        </p:nvGrpSpPr>
        <p:grpSpPr bwMode="auto">
          <a:xfrm>
            <a:off x="6527800" y="5513388"/>
            <a:ext cx="2286000" cy="576262"/>
            <a:chOff x="3417" y="3521"/>
            <a:chExt cx="1440" cy="363"/>
          </a:xfrm>
        </p:grpSpPr>
        <p:sp>
          <p:nvSpPr>
            <p:cNvPr id="44048" name="Rectangle 65"/>
            <p:cNvSpPr>
              <a:spLocks noChangeArrowheads="1"/>
            </p:cNvSpPr>
            <p:nvPr/>
          </p:nvSpPr>
          <p:spPr bwMode="auto">
            <a:xfrm>
              <a:off x="3417" y="3547"/>
              <a:ext cx="1413" cy="337"/>
            </a:xfrm>
            <a:prstGeom prst="rect">
              <a:avLst/>
            </a:prstGeom>
            <a:noFill/>
            <a:ln w="47625" cap="sq">
              <a:solidFill>
                <a:srgbClr val="33CCCC"/>
              </a:solidFill>
              <a:miter lim="800000"/>
            </a:ln>
          </p:spPr>
          <p:txBody>
            <a:bodyPr wrap="none" anchor="ctr"/>
            <a:lstStyle/>
            <a:p>
              <a:endParaRPr lang="zh-CN" altLang="en-US"/>
            </a:p>
          </p:txBody>
        </p:sp>
        <p:sp>
          <p:nvSpPr>
            <p:cNvPr id="44049" name="Rectangle 66"/>
            <p:cNvSpPr>
              <a:spLocks noChangeArrowheads="1"/>
            </p:cNvSpPr>
            <p:nvPr/>
          </p:nvSpPr>
          <p:spPr bwMode="auto">
            <a:xfrm>
              <a:off x="3514" y="3521"/>
              <a:ext cx="1343" cy="327"/>
            </a:xfrm>
            <a:prstGeom prst="rect">
              <a:avLst/>
            </a:prstGeom>
            <a:noFill/>
            <a:ln w="12700" cap="sq">
              <a:noFill/>
              <a:miter lim="800000"/>
            </a:ln>
            <a:effectLst>
              <a:outerShdw dist="17961" dir="2700000" algn="ctr" rotWithShape="0">
                <a:srgbClr val="000000"/>
              </a:outerShdw>
            </a:effectLst>
          </p:spPr>
          <p:txBody>
            <a:bodyPr>
              <a:spAutoFit/>
            </a:bodyPr>
            <a:lstStyle/>
            <a:p>
              <a:r>
                <a:rPr lang="en-US" altLang="zh-CN" sz="2800">
                  <a:solidFill>
                    <a:srgbClr val="FF3300"/>
                  </a:solidFill>
                </a:rPr>
                <a:t>p=p</a:t>
              </a:r>
              <a:r>
                <a:rPr lang="en-US" altLang="zh-CN" sz="2800">
                  <a:solidFill>
                    <a:srgbClr val="FF3300"/>
                  </a:solidFill>
                  <a:latin typeface="宋体" pitchFamily="2" charset="-122"/>
                  <a:ea typeface="宋体" pitchFamily="2" charset="-122"/>
                </a:rPr>
                <a:t>-</a:t>
              </a:r>
              <a:r>
                <a:rPr lang="en-US" altLang="zh-CN" sz="2800">
                  <a:solidFill>
                    <a:srgbClr val="FF3300"/>
                  </a:solidFill>
                </a:rPr>
                <a:t>&gt;link;</a:t>
              </a:r>
              <a:endParaRPr lang="zh-CN" altLang="en-US" sz="2800">
                <a:solidFill>
                  <a:srgbClr val="FF3300"/>
                </a:solidFill>
              </a:endParaRPr>
            </a:p>
          </p:txBody>
        </p:sp>
      </p:grpSp>
      <p:sp>
        <p:nvSpPr>
          <p:cNvPr id="612419" name="Text Box 67"/>
          <p:cNvSpPr txBox="1">
            <a:spLocks noChangeArrowheads="1"/>
          </p:cNvSpPr>
          <p:nvPr/>
        </p:nvSpPr>
        <p:spPr bwMode="auto">
          <a:xfrm>
            <a:off x="6672263" y="6061075"/>
            <a:ext cx="1389062" cy="427038"/>
          </a:xfrm>
          <a:prstGeom prst="rect">
            <a:avLst/>
          </a:prstGeom>
          <a:noFill/>
          <a:ln w="9525">
            <a:noFill/>
            <a:miter lim="800000"/>
          </a:ln>
        </p:spPr>
        <p:txBody>
          <a:bodyPr>
            <a:spAutoFit/>
          </a:bodyPr>
          <a:lstStyle/>
          <a:p>
            <a:r>
              <a:rPr lang="en-US" altLang="zh-CN" sz="2200">
                <a:solidFill>
                  <a:srgbClr val="000099"/>
                </a:solidFill>
              </a:rPr>
              <a:t>k</a:t>
            </a:r>
            <a:r>
              <a:rPr lang="en-US" altLang="zh-CN" sz="2200">
                <a:solidFill>
                  <a:srgbClr val="000099"/>
                </a:solidFill>
                <a:latin typeface="宋体" pitchFamily="2" charset="-122"/>
                <a:ea typeface="宋体" pitchFamily="2" charset="-122"/>
              </a:rPr>
              <a:t>-</a:t>
            </a:r>
            <a:r>
              <a:rPr lang="en-US" altLang="zh-CN" sz="2200">
                <a:solidFill>
                  <a:srgbClr val="000099"/>
                </a:solidFill>
              </a:rPr>
              <a:t>1</a:t>
            </a:r>
            <a:r>
              <a:rPr lang="zh-CN" altLang="en-US" sz="2200">
                <a:solidFill>
                  <a:srgbClr val="000099"/>
                </a:solidFill>
                <a:ea typeface="幼圆" pitchFamily="49" charset="-122"/>
              </a:rPr>
              <a:t>次</a:t>
            </a:r>
            <a:endParaRPr lang="zh-CN" altLang="en-US" sz="2200">
              <a:solidFill>
                <a:srgbClr val="000099"/>
              </a:solidFill>
              <a:ea typeface="幼圆" pitchFamily="49" charset="-122"/>
            </a:endParaRPr>
          </a:p>
        </p:txBody>
      </p:sp>
      <p:sp>
        <p:nvSpPr>
          <p:cNvPr id="612430" name="Text Box 78"/>
          <p:cNvSpPr txBox="1">
            <a:spLocks noChangeArrowheads="1"/>
          </p:cNvSpPr>
          <p:nvPr/>
        </p:nvSpPr>
        <p:spPr bwMode="auto">
          <a:xfrm>
            <a:off x="7713663" y="6027739"/>
            <a:ext cx="1389062" cy="427037"/>
          </a:xfrm>
          <a:prstGeom prst="rect">
            <a:avLst/>
          </a:prstGeom>
          <a:noFill/>
          <a:ln w="9525">
            <a:noFill/>
            <a:miter lim="800000"/>
          </a:ln>
        </p:spPr>
        <p:txBody>
          <a:bodyPr>
            <a:spAutoFit/>
          </a:bodyPr>
          <a:lstStyle/>
          <a:p>
            <a:r>
              <a:rPr lang="en-US" altLang="zh-CN" sz="2200">
                <a:solidFill>
                  <a:srgbClr val="000099"/>
                </a:solidFill>
              </a:rPr>
              <a:t>m</a:t>
            </a:r>
            <a:r>
              <a:rPr lang="en-US" altLang="zh-CN" sz="2200">
                <a:solidFill>
                  <a:srgbClr val="000099"/>
                </a:solidFill>
                <a:latin typeface="宋体" pitchFamily="2" charset="-122"/>
                <a:ea typeface="宋体" pitchFamily="2" charset="-122"/>
              </a:rPr>
              <a:t>-</a:t>
            </a:r>
            <a:r>
              <a:rPr lang="en-US" altLang="zh-CN" sz="2200">
                <a:solidFill>
                  <a:srgbClr val="000099"/>
                </a:solidFill>
              </a:rPr>
              <a:t>1</a:t>
            </a:r>
            <a:r>
              <a:rPr lang="zh-CN" altLang="en-US" sz="2200">
                <a:solidFill>
                  <a:srgbClr val="000099"/>
                </a:solidFill>
                <a:ea typeface="幼圆" pitchFamily="49" charset="-122"/>
              </a:rPr>
              <a:t>次</a:t>
            </a:r>
            <a:endParaRPr lang="zh-CN" altLang="en-US" sz="2200">
              <a:solidFill>
                <a:srgbClr val="000099"/>
              </a:solidFill>
              <a:ea typeface="幼圆"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2411"/>
                                        </p:tgtEl>
                                        <p:attrNameLst>
                                          <p:attrName>style.visibility</p:attrName>
                                        </p:attrNameLst>
                                      </p:cBhvr>
                                      <p:to>
                                        <p:strVal val="visible"/>
                                      </p:to>
                                    </p:set>
                                    <p:animEffect transition="in" filter="wipe(left)">
                                      <p:cBhvr>
                                        <p:cTn id="7" dur="500"/>
                                        <p:tgtEl>
                                          <p:spTgt spid="6124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right)">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12419"/>
                                        </p:tgtEl>
                                        <p:attrNameLst>
                                          <p:attrName>style.visibility</p:attrName>
                                        </p:attrNameLst>
                                      </p:cBhvr>
                                      <p:to>
                                        <p:strVal val="visible"/>
                                      </p:to>
                                    </p:set>
                                    <p:animEffect transition="in" filter="dissolve">
                                      <p:cBhvr>
                                        <p:cTn id="17" dur="500"/>
                                        <p:tgtEl>
                                          <p:spTgt spid="61241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612403"/>
                                        </p:tgtEl>
                                        <p:attrNameLst>
                                          <p:attrName>style.visibility</p:attrName>
                                        </p:attrNameLst>
                                      </p:cBhvr>
                                      <p:to>
                                        <p:strVal val="visible"/>
                                      </p:to>
                                    </p:set>
                                    <p:animEffect transition="in" filter="dissolve">
                                      <p:cBhvr>
                                        <p:cTn id="27" dur="500"/>
                                        <p:tgtEl>
                                          <p:spTgt spid="61240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grpId="0" nodeType="clickEffect">
                                  <p:stCondLst>
                                    <p:cond delay="0"/>
                                  </p:stCondLst>
                                  <p:childTnLst>
                                    <p:set>
                                      <p:cBhvr>
                                        <p:cTn id="31" dur="1" fill="hold">
                                          <p:stCondLst>
                                            <p:cond delay="0"/>
                                          </p:stCondLst>
                                        </p:cTn>
                                        <p:tgtEl>
                                          <p:spTgt spid="612412"/>
                                        </p:tgtEl>
                                        <p:attrNameLst>
                                          <p:attrName>style.visibility</p:attrName>
                                        </p:attrNameLst>
                                      </p:cBhvr>
                                      <p:to>
                                        <p:strVal val="visible"/>
                                      </p:to>
                                    </p:set>
                                    <p:animEffect transition="in" filter="wipe(right)">
                                      <p:cBhvr>
                                        <p:cTn id="32" dur="500"/>
                                        <p:tgtEl>
                                          <p:spTgt spid="612412"/>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612430"/>
                                        </p:tgtEl>
                                        <p:attrNameLst>
                                          <p:attrName>style.visibility</p:attrName>
                                        </p:attrNameLst>
                                      </p:cBhvr>
                                      <p:to>
                                        <p:strVal val="visible"/>
                                      </p:to>
                                    </p:set>
                                    <p:animEffect transition="in" filter="dissolve">
                                      <p:cBhvr>
                                        <p:cTn id="37" dur="500"/>
                                        <p:tgtEl>
                                          <p:spTgt spid="612430"/>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612404"/>
                                        </p:tgtEl>
                                        <p:attrNameLst>
                                          <p:attrName>style.visibility</p:attrName>
                                        </p:attrNameLst>
                                      </p:cBhvr>
                                      <p:to>
                                        <p:strVal val="visible"/>
                                      </p:to>
                                    </p:set>
                                    <p:animEffect transition="in" filter="dissolve">
                                      <p:cBhvr>
                                        <p:cTn id="42" dur="500"/>
                                        <p:tgtEl>
                                          <p:spTgt spid="61240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612405"/>
                                        </p:tgtEl>
                                        <p:attrNameLst>
                                          <p:attrName>style.visibility</p:attrName>
                                        </p:attrNameLst>
                                      </p:cBhvr>
                                      <p:to>
                                        <p:strVal val="visible"/>
                                      </p:to>
                                    </p:set>
                                    <p:animEffect transition="in" filter="wipe(left)">
                                      <p:cBhvr>
                                        <p:cTn id="47" dur="500"/>
                                        <p:tgtEl>
                                          <p:spTgt spid="612405"/>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612406"/>
                                        </p:tgtEl>
                                        <p:attrNameLst>
                                          <p:attrName>style.visibility</p:attrName>
                                        </p:attrNameLst>
                                      </p:cBhvr>
                                      <p:to>
                                        <p:strVal val="visible"/>
                                      </p:to>
                                    </p:set>
                                    <p:animEffect transition="in" filter="dissolve">
                                      <p:cBhvr>
                                        <p:cTn id="52" dur="500"/>
                                        <p:tgtEl>
                                          <p:spTgt spid="6124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2403" grpId="0" animBg="1"/>
      <p:bldP spid="612404" grpId="0" animBg="1"/>
      <p:bldP spid="612405" grpId="0" animBg="1"/>
      <p:bldP spid="612406" grpId="0" animBg="1"/>
      <p:bldP spid="612411" grpId="0" autoUpdateAnimBg="0"/>
      <p:bldP spid="612412" grpId="0" autoUpdateAnimBg="0"/>
      <p:bldP spid="612419" grpId="0"/>
      <p:bldP spid="612430"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bwMode="auto">
          <a:xfrm rot="348209">
            <a:off x="804672" y="180977"/>
            <a:ext cx="1995488" cy="838200"/>
            <a:chOff x="218" y="127"/>
            <a:chExt cx="1257" cy="528"/>
          </a:xfrm>
        </p:grpSpPr>
        <p:sp>
          <p:nvSpPr>
            <p:cNvPr id="45096" name="AutoShape 3"/>
            <p:cNvSpPr>
              <a:spLocks noChangeArrowheads="1"/>
            </p:cNvSpPr>
            <p:nvPr/>
          </p:nvSpPr>
          <p:spPr bwMode="auto">
            <a:xfrm rot="4195520">
              <a:off x="549" y="-206"/>
              <a:ext cx="528" cy="1190"/>
            </a:xfrm>
            <a:prstGeom prst="irregularSeal2">
              <a:avLst/>
            </a:prstGeom>
            <a:solidFill>
              <a:srgbClr val="FF0000"/>
            </a:solidFill>
            <a:ln w="50800">
              <a:solidFill>
                <a:srgbClr val="FFFF00"/>
              </a:solidFill>
              <a:miter lim="800000"/>
            </a:ln>
            <a:effectLst>
              <a:outerShdw dist="127633" dir="342636" algn="ctr" rotWithShape="0">
                <a:srgbClr val="B2B2B2"/>
              </a:outerShdw>
            </a:effectLst>
          </p:spPr>
          <p:txBody>
            <a:bodyPr wrap="none" anchor="ctr"/>
            <a:lstStyle/>
            <a:p>
              <a:endParaRPr lang="zh-CN" altLang="en-US"/>
            </a:p>
          </p:txBody>
        </p:sp>
        <p:sp>
          <p:nvSpPr>
            <p:cNvPr id="45097" name="Rectangle 4"/>
            <p:cNvSpPr>
              <a:spLocks noChangeArrowheads="1"/>
            </p:cNvSpPr>
            <p:nvPr/>
          </p:nvSpPr>
          <p:spPr bwMode="auto">
            <a:xfrm rot="-754291">
              <a:off x="366" y="134"/>
              <a:ext cx="1108" cy="423"/>
            </a:xfrm>
            <a:prstGeom prst="rect">
              <a:avLst/>
            </a:prstGeom>
            <a:noFill/>
            <a:ln w="9525">
              <a:noFill/>
              <a:miter lim="800000"/>
            </a:ln>
            <a:effectLst>
              <a:outerShdw dist="40161" dir="1106097" algn="ctr" rotWithShape="0">
                <a:schemeClr val="bg1"/>
              </a:outerShdw>
            </a:effectLst>
          </p:spPr>
          <p:txBody>
            <a:bodyPr anchor="ctr">
              <a:spAutoFit/>
            </a:bodyPr>
            <a:lstStyle/>
            <a:p>
              <a:r>
                <a:rPr lang="zh-CN" altLang="en-US" sz="3800" i="1" dirty="0">
                  <a:ea typeface="黑体" panose="02010609060101010101" pitchFamily="2" charset="-122"/>
                </a:rPr>
                <a:t>算法</a:t>
              </a:r>
              <a:endParaRPr lang="zh-CN" altLang="en-US" sz="3800" i="1" dirty="0">
                <a:ea typeface="黑体" panose="02010609060101010101" pitchFamily="2" charset="-122"/>
              </a:endParaRPr>
            </a:p>
          </p:txBody>
        </p:sp>
      </p:grpSp>
      <p:sp>
        <p:nvSpPr>
          <p:cNvPr id="599045" name="Text Box 5"/>
          <p:cNvSpPr txBox="1">
            <a:spLocks noChangeArrowheads="1"/>
          </p:cNvSpPr>
          <p:nvPr/>
        </p:nvSpPr>
        <p:spPr bwMode="auto">
          <a:xfrm>
            <a:off x="1184275" y="1055689"/>
            <a:ext cx="6705600" cy="4247317"/>
          </a:xfrm>
          <a:prstGeom prst="rect">
            <a:avLst/>
          </a:prstGeom>
          <a:noFill/>
          <a:ln w="9525">
            <a:noFill/>
            <a:miter lim="800000"/>
          </a:ln>
        </p:spPr>
        <p:txBody>
          <a:bodyPr>
            <a:spAutoFit/>
          </a:bodyPr>
          <a:lstStyle/>
          <a:p>
            <a:pPr marL="571500" lvl="2" fontAlgn="base">
              <a:lnSpc>
                <a:spcPct val="75000"/>
              </a:lnSpc>
              <a:spcBef>
                <a:spcPct val="0"/>
              </a:spcBef>
            </a:pPr>
            <a:r>
              <a:rPr lang="en-US" altLang="zh-CN" sz="2400" dirty="0"/>
              <a:t>void </a:t>
            </a:r>
            <a:r>
              <a:rPr lang="en-US" altLang="zh-CN" sz="2400" dirty="0" err="1"/>
              <a:t>josephu</a:t>
            </a:r>
            <a:r>
              <a:rPr lang="en-US" altLang="zh-CN" sz="2400" dirty="0"/>
              <a:t>( </a:t>
            </a:r>
            <a:r>
              <a:rPr lang="en-US" altLang="zh-CN" sz="2400" dirty="0" err="1"/>
              <a:t>int</a:t>
            </a:r>
            <a:r>
              <a:rPr lang="en-US" altLang="zh-CN" sz="2400" dirty="0"/>
              <a:t> n, </a:t>
            </a:r>
            <a:r>
              <a:rPr lang="en-US" altLang="zh-CN" sz="2400" dirty="0" err="1"/>
              <a:t>int</a:t>
            </a:r>
            <a:r>
              <a:rPr lang="en-US" altLang="zh-CN" sz="2400" dirty="0"/>
              <a:t> k, </a:t>
            </a:r>
            <a:r>
              <a:rPr lang="en-US" altLang="zh-CN" sz="2400" dirty="0" err="1"/>
              <a:t>int</a:t>
            </a:r>
            <a:r>
              <a:rPr lang="en-US" altLang="zh-CN" sz="2400" dirty="0"/>
              <a:t> m )</a:t>
            </a:r>
            <a:endParaRPr lang="en-US" altLang="zh-CN" sz="2400" dirty="0"/>
          </a:p>
          <a:p>
            <a:pPr marL="571500" lvl="2" fontAlgn="base">
              <a:lnSpc>
                <a:spcPct val="75000"/>
              </a:lnSpc>
              <a:spcBef>
                <a:spcPct val="0"/>
              </a:spcBef>
            </a:pPr>
            <a:r>
              <a:rPr lang="en-US" altLang="zh-CN" sz="2400" dirty="0"/>
              <a:t>{    </a:t>
            </a:r>
            <a:r>
              <a:rPr lang="en-US" altLang="zh-CN" sz="2400" dirty="0" err="1"/>
              <a:t>Nodeptr</a:t>
            </a:r>
            <a:r>
              <a:rPr lang="en-US" altLang="zh-CN" sz="2400" dirty="0"/>
              <a:t> </a:t>
            </a:r>
            <a:r>
              <a:rPr lang="en-US" altLang="zh-CN" sz="2400" dirty="0" err="1"/>
              <a:t>list,p,r</a:t>
            </a:r>
            <a:r>
              <a:rPr lang="en-US" altLang="zh-CN" sz="2400" dirty="0"/>
              <a:t>;</a:t>
            </a:r>
            <a:endParaRPr lang="en-US" altLang="zh-CN" sz="2400" dirty="0"/>
          </a:p>
          <a:p>
            <a:pPr marL="571500" lvl="2" fontAlgn="base">
              <a:lnSpc>
                <a:spcPct val="75000"/>
              </a:lnSpc>
              <a:spcBef>
                <a:spcPct val="0"/>
              </a:spcBef>
            </a:pPr>
            <a:r>
              <a:rPr lang="en-US" altLang="zh-CN" sz="2400" dirty="0"/>
              <a:t>      </a:t>
            </a:r>
            <a:r>
              <a:rPr lang="en-US" altLang="zh-CN" sz="2400" dirty="0" err="1"/>
              <a:t>int</a:t>
            </a:r>
            <a:r>
              <a:rPr lang="en-US" altLang="zh-CN" sz="2400" dirty="0"/>
              <a:t> </a:t>
            </a:r>
            <a:r>
              <a:rPr lang="en-US" altLang="zh-CN" sz="2400" dirty="0" err="1"/>
              <a:t>i</a:t>
            </a:r>
            <a:r>
              <a:rPr lang="en-US" altLang="zh-CN" sz="2400" dirty="0"/>
              <a:t>;</a:t>
            </a:r>
            <a:endParaRPr lang="en-US" altLang="zh-CN" sz="2000" dirty="0"/>
          </a:p>
          <a:p>
            <a:pPr marL="571500" lvl="2" fontAlgn="base">
              <a:lnSpc>
                <a:spcPct val="75000"/>
              </a:lnSpc>
              <a:spcBef>
                <a:spcPct val="0"/>
              </a:spcBef>
            </a:pPr>
            <a:r>
              <a:rPr lang="en-US" altLang="zh-CN" sz="2000" dirty="0">
                <a:solidFill>
                  <a:srgbClr val="008000"/>
                </a:solidFill>
              </a:rPr>
              <a:t>       </a:t>
            </a:r>
            <a:r>
              <a:rPr lang="en-US" altLang="zh-CN" sz="2400" dirty="0">
                <a:solidFill>
                  <a:srgbClr val="008000"/>
                </a:solidFill>
              </a:rPr>
              <a:t>list=NULL;</a:t>
            </a:r>
            <a:endParaRPr lang="en-US" altLang="zh-CN" sz="2400" dirty="0">
              <a:solidFill>
                <a:srgbClr val="008000"/>
              </a:solidFill>
            </a:endParaRPr>
          </a:p>
          <a:p>
            <a:pPr marL="571500" lvl="2" fontAlgn="base">
              <a:lnSpc>
                <a:spcPct val="75000"/>
              </a:lnSpc>
              <a:spcBef>
                <a:spcPct val="0"/>
              </a:spcBef>
            </a:pPr>
            <a:r>
              <a:rPr lang="en-US" altLang="zh-CN" sz="2400" dirty="0">
                <a:solidFill>
                  <a:srgbClr val="008000"/>
                </a:solidFill>
              </a:rPr>
              <a:t>      for(</a:t>
            </a:r>
            <a:r>
              <a:rPr lang="en-US" altLang="zh-CN" sz="2400" dirty="0" err="1">
                <a:solidFill>
                  <a:srgbClr val="008000"/>
                </a:solidFill>
              </a:rPr>
              <a:t>i</a:t>
            </a:r>
            <a:r>
              <a:rPr lang="en-US" altLang="zh-CN" sz="2400" dirty="0">
                <a:solidFill>
                  <a:srgbClr val="008000"/>
                </a:solidFill>
              </a:rPr>
              <a:t>=0;i&lt;</a:t>
            </a:r>
            <a:r>
              <a:rPr lang="en-US" altLang="zh-CN" sz="2400" dirty="0" err="1">
                <a:solidFill>
                  <a:srgbClr val="008000"/>
                </a:solidFill>
              </a:rPr>
              <a:t>n;i</a:t>
            </a:r>
            <a:r>
              <a:rPr lang="en-US" altLang="zh-CN" sz="2400" dirty="0">
                <a:solidFill>
                  <a:srgbClr val="008000"/>
                </a:solidFill>
              </a:rPr>
              <a:t>++) { </a:t>
            </a:r>
            <a:endParaRPr lang="en-US" altLang="zh-CN" sz="2400" dirty="0">
              <a:solidFill>
                <a:srgbClr val="008000"/>
              </a:solidFill>
            </a:endParaRPr>
          </a:p>
          <a:p>
            <a:pPr marL="571500" lvl="2" fontAlgn="base">
              <a:lnSpc>
                <a:spcPct val="75000"/>
              </a:lnSpc>
              <a:spcBef>
                <a:spcPct val="0"/>
              </a:spcBef>
            </a:pPr>
            <a:r>
              <a:rPr lang="en-US" altLang="zh-CN" sz="2400" dirty="0">
                <a:solidFill>
                  <a:srgbClr val="008000"/>
                </a:solidFill>
              </a:rPr>
              <a:t>          r=(</a:t>
            </a:r>
            <a:r>
              <a:rPr lang="en-US" altLang="zh-CN" sz="2400" dirty="0" err="1">
                <a:solidFill>
                  <a:srgbClr val="008000"/>
                </a:solidFill>
              </a:rPr>
              <a:t>Nodeptr</a:t>
            </a:r>
            <a:r>
              <a:rPr lang="en-US" altLang="zh-CN" sz="2400" dirty="0">
                <a:solidFill>
                  <a:srgbClr val="008000"/>
                </a:solidFill>
              </a:rPr>
              <a:t>)</a:t>
            </a:r>
            <a:r>
              <a:rPr lang="en-US" altLang="zh-CN" sz="2400" dirty="0" err="1">
                <a:solidFill>
                  <a:srgbClr val="008000"/>
                </a:solidFill>
              </a:rPr>
              <a:t>malloc</a:t>
            </a:r>
            <a:r>
              <a:rPr lang="en-US" altLang="zh-CN" sz="2400" dirty="0">
                <a:solidFill>
                  <a:srgbClr val="008000"/>
                </a:solidFill>
              </a:rPr>
              <a:t>(</a:t>
            </a:r>
            <a:r>
              <a:rPr lang="en-US" altLang="zh-CN" sz="2400" dirty="0" err="1">
                <a:solidFill>
                  <a:srgbClr val="008000"/>
                </a:solidFill>
              </a:rPr>
              <a:t>sizeof</a:t>
            </a:r>
            <a:r>
              <a:rPr lang="en-US" altLang="zh-CN" sz="2400" dirty="0">
                <a:solidFill>
                  <a:srgbClr val="008000"/>
                </a:solidFill>
              </a:rPr>
              <a:t>(Node));</a:t>
            </a:r>
            <a:endParaRPr lang="en-US" altLang="zh-CN" sz="2400" dirty="0">
              <a:solidFill>
                <a:srgbClr val="008000"/>
              </a:solidFill>
            </a:endParaRPr>
          </a:p>
          <a:p>
            <a:pPr marL="571500" lvl="2" fontAlgn="base">
              <a:lnSpc>
                <a:spcPct val="75000"/>
              </a:lnSpc>
              <a:spcBef>
                <a:spcPct val="0"/>
              </a:spcBef>
            </a:pPr>
            <a:r>
              <a:rPr lang="en-US" altLang="zh-CN" sz="2400" dirty="0">
                <a:solidFill>
                  <a:srgbClr val="008000"/>
                </a:solidFill>
              </a:rPr>
              <a:t>          r-&gt;data=</a:t>
            </a:r>
            <a:r>
              <a:rPr lang="en-US" altLang="zh-CN" sz="2400" dirty="0" err="1">
                <a:solidFill>
                  <a:srgbClr val="008000"/>
                </a:solidFill>
              </a:rPr>
              <a:t>i</a:t>
            </a:r>
            <a:r>
              <a:rPr lang="en-US" altLang="zh-CN" sz="2400" dirty="0">
                <a:solidFill>
                  <a:srgbClr val="008000"/>
                </a:solidFill>
              </a:rPr>
              <a:t>;</a:t>
            </a:r>
            <a:endParaRPr lang="en-US" altLang="zh-CN" sz="2400" dirty="0">
              <a:solidFill>
                <a:srgbClr val="008000"/>
              </a:solidFill>
            </a:endParaRPr>
          </a:p>
          <a:p>
            <a:pPr marL="571500" lvl="2" fontAlgn="base">
              <a:lnSpc>
                <a:spcPct val="75000"/>
              </a:lnSpc>
              <a:spcBef>
                <a:spcPct val="0"/>
              </a:spcBef>
            </a:pPr>
            <a:r>
              <a:rPr lang="en-US" altLang="zh-CN" sz="2400" dirty="0">
                <a:solidFill>
                  <a:srgbClr val="008000"/>
                </a:solidFill>
              </a:rPr>
              <a:t>          if(list==NULL) </a:t>
            </a:r>
            <a:endParaRPr lang="en-US" altLang="zh-CN" sz="2400" dirty="0">
              <a:solidFill>
                <a:srgbClr val="008000"/>
              </a:solidFill>
            </a:endParaRPr>
          </a:p>
          <a:p>
            <a:pPr marL="571500" lvl="2" fontAlgn="base">
              <a:lnSpc>
                <a:spcPct val="75000"/>
              </a:lnSpc>
              <a:spcBef>
                <a:spcPct val="0"/>
              </a:spcBef>
            </a:pPr>
            <a:r>
              <a:rPr lang="en-US" altLang="zh-CN" sz="2400" dirty="0">
                <a:solidFill>
                  <a:srgbClr val="008000"/>
                </a:solidFill>
              </a:rPr>
              <a:t>               list=p=r;</a:t>
            </a:r>
            <a:endParaRPr lang="en-US" altLang="zh-CN" sz="2400" dirty="0">
              <a:solidFill>
                <a:srgbClr val="008000"/>
              </a:solidFill>
            </a:endParaRPr>
          </a:p>
          <a:p>
            <a:pPr marL="571500" lvl="2" fontAlgn="base">
              <a:lnSpc>
                <a:spcPct val="75000"/>
              </a:lnSpc>
              <a:spcBef>
                <a:spcPct val="0"/>
              </a:spcBef>
            </a:pPr>
            <a:r>
              <a:rPr lang="en-US" altLang="zh-CN" sz="2400" dirty="0">
                <a:solidFill>
                  <a:srgbClr val="008000"/>
                </a:solidFill>
              </a:rPr>
              <a:t>          else {</a:t>
            </a:r>
            <a:endParaRPr lang="en-US" altLang="zh-CN" sz="2400" dirty="0">
              <a:solidFill>
                <a:srgbClr val="008000"/>
              </a:solidFill>
            </a:endParaRPr>
          </a:p>
          <a:p>
            <a:pPr marL="571500" lvl="2" fontAlgn="base">
              <a:lnSpc>
                <a:spcPct val="75000"/>
              </a:lnSpc>
              <a:spcBef>
                <a:spcPct val="0"/>
              </a:spcBef>
            </a:pPr>
            <a:r>
              <a:rPr lang="en-US" altLang="zh-CN" sz="2400" dirty="0">
                <a:solidFill>
                  <a:srgbClr val="008000"/>
                </a:solidFill>
              </a:rPr>
              <a:t>               p-&gt;link=r;</a:t>
            </a:r>
            <a:endParaRPr lang="en-US" altLang="zh-CN" sz="2400" dirty="0">
              <a:solidFill>
                <a:srgbClr val="008000"/>
              </a:solidFill>
            </a:endParaRPr>
          </a:p>
          <a:p>
            <a:pPr marL="571500" lvl="2" fontAlgn="base">
              <a:lnSpc>
                <a:spcPct val="75000"/>
              </a:lnSpc>
              <a:spcBef>
                <a:spcPct val="0"/>
              </a:spcBef>
            </a:pPr>
            <a:r>
              <a:rPr lang="en-US" altLang="zh-CN" sz="2400" dirty="0">
                <a:solidFill>
                  <a:srgbClr val="008000"/>
                </a:solidFill>
              </a:rPr>
              <a:t>               p=p-&gt;link;</a:t>
            </a:r>
            <a:endParaRPr lang="en-US" altLang="zh-CN" sz="2400" dirty="0">
              <a:solidFill>
                <a:srgbClr val="008000"/>
              </a:solidFill>
            </a:endParaRPr>
          </a:p>
          <a:p>
            <a:pPr marL="571500" lvl="2" fontAlgn="base">
              <a:lnSpc>
                <a:spcPct val="75000"/>
              </a:lnSpc>
              <a:spcBef>
                <a:spcPct val="0"/>
              </a:spcBef>
            </a:pPr>
            <a:r>
              <a:rPr lang="en-US" altLang="zh-CN" sz="2400" dirty="0">
                <a:solidFill>
                  <a:srgbClr val="008000"/>
                </a:solidFill>
              </a:rPr>
              <a:t>          }</a:t>
            </a:r>
            <a:endParaRPr lang="en-US" altLang="zh-CN" sz="2400" dirty="0">
              <a:solidFill>
                <a:srgbClr val="008000"/>
              </a:solidFill>
            </a:endParaRPr>
          </a:p>
          <a:p>
            <a:pPr marL="571500" lvl="2" fontAlgn="base">
              <a:lnSpc>
                <a:spcPct val="75000"/>
              </a:lnSpc>
              <a:spcBef>
                <a:spcPct val="0"/>
              </a:spcBef>
            </a:pPr>
            <a:r>
              <a:rPr lang="en-US" altLang="zh-CN" sz="2400" dirty="0">
                <a:solidFill>
                  <a:srgbClr val="008000"/>
                </a:solidFill>
              </a:rPr>
              <a:t>      }</a:t>
            </a:r>
            <a:endParaRPr lang="en-US" altLang="zh-CN" sz="2400" dirty="0">
              <a:solidFill>
                <a:srgbClr val="008000"/>
              </a:solidFill>
            </a:endParaRPr>
          </a:p>
          <a:p>
            <a:pPr marL="571500" lvl="2" fontAlgn="base">
              <a:lnSpc>
                <a:spcPct val="75000"/>
              </a:lnSpc>
              <a:spcBef>
                <a:spcPct val="0"/>
              </a:spcBef>
            </a:pPr>
            <a:r>
              <a:rPr lang="en-US" altLang="zh-CN" sz="2400" dirty="0">
                <a:solidFill>
                  <a:schemeClr val="bg1"/>
                </a:solidFill>
              </a:rPr>
              <a:t>    </a:t>
            </a:r>
            <a:endParaRPr lang="zh-CN" altLang="en-US" sz="2400" dirty="0">
              <a:solidFill>
                <a:schemeClr val="bg1"/>
              </a:solidFill>
            </a:endParaRPr>
          </a:p>
        </p:txBody>
      </p:sp>
      <p:sp>
        <p:nvSpPr>
          <p:cNvPr id="599046" name="Rectangle 6"/>
          <p:cNvSpPr>
            <a:spLocks noChangeArrowheads="1"/>
          </p:cNvSpPr>
          <p:nvPr/>
        </p:nvSpPr>
        <p:spPr bwMode="auto">
          <a:xfrm>
            <a:off x="1271464" y="4797153"/>
            <a:ext cx="5943600" cy="800219"/>
          </a:xfrm>
          <a:prstGeom prst="rect">
            <a:avLst/>
          </a:prstGeom>
          <a:noFill/>
          <a:ln w="9525">
            <a:noFill/>
            <a:miter lim="800000"/>
          </a:ln>
        </p:spPr>
        <p:txBody>
          <a:bodyPr>
            <a:spAutoFit/>
          </a:bodyPr>
          <a:lstStyle/>
          <a:p>
            <a:pPr lvl="2" fontAlgn="base"/>
            <a:r>
              <a:rPr lang="en-US" altLang="zh-CN" sz="2400" dirty="0">
                <a:solidFill>
                  <a:srgbClr val="FF3300"/>
                </a:solidFill>
              </a:rPr>
              <a:t>p</a:t>
            </a:r>
            <a:r>
              <a:rPr lang="en-US" altLang="zh-CN" sz="2400" dirty="0">
                <a:solidFill>
                  <a:srgbClr val="FF3300"/>
                </a:solidFill>
                <a:latin typeface="宋体" pitchFamily="2" charset="-122"/>
                <a:ea typeface="宋体" pitchFamily="2" charset="-122"/>
              </a:rPr>
              <a:t>-</a:t>
            </a:r>
            <a:r>
              <a:rPr lang="en-US" altLang="zh-CN" sz="2400" dirty="0">
                <a:solidFill>
                  <a:srgbClr val="FF3300"/>
                </a:solidFill>
              </a:rPr>
              <a:t>&gt;link=list;     </a:t>
            </a:r>
            <a:r>
              <a:rPr lang="en-US" altLang="zh-CN" sz="2200" dirty="0">
                <a:solidFill>
                  <a:srgbClr val="FF3300"/>
                </a:solidFill>
              </a:rPr>
              <a:t>/* </a:t>
            </a:r>
            <a:r>
              <a:rPr lang="zh-CN" altLang="en-US" sz="2000" dirty="0">
                <a:solidFill>
                  <a:srgbClr val="FF3300"/>
                </a:solidFill>
                <a:ea typeface="幼圆" pitchFamily="49" charset="-122"/>
              </a:rPr>
              <a:t>建立循环链表</a:t>
            </a:r>
            <a:r>
              <a:rPr lang="zh-CN" altLang="en-US" sz="2000" dirty="0">
                <a:solidFill>
                  <a:srgbClr val="FF3300"/>
                </a:solidFill>
              </a:rPr>
              <a:t> </a:t>
            </a:r>
            <a:r>
              <a:rPr lang="zh-CN" altLang="en-US" sz="2200" dirty="0">
                <a:solidFill>
                  <a:srgbClr val="FF3300"/>
                </a:solidFill>
              </a:rPr>
              <a:t>*/</a:t>
            </a:r>
            <a:endParaRPr lang="en-US" altLang="zh-CN" sz="2200" dirty="0">
              <a:solidFill>
                <a:srgbClr val="FF3300"/>
              </a:solidFill>
            </a:endParaRPr>
          </a:p>
          <a:p>
            <a:pPr lvl="2" fontAlgn="base"/>
            <a:r>
              <a:rPr lang="en-US" altLang="zh-CN" sz="2200" dirty="0">
                <a:solidFill>
                  <a:srgbClr val="FF3300"/>
                </a:solidFill>
              </a:rPr>
              <a:t>r = p;</a:t>
            </a:r>
            <a:endParaRPr lang="zh-CN" altLang="en-US" sz="2200" dirty="0">
              <a:solidFill>
                <a:srgbClr val="FF3300"/>
              </a:solidFill>
            </a:endParaRPr>
          </a:p>
        </p:txBody>
      </p:sp>
      <p:sp>
        <p:nvSpPr>
          <p:cNvPr id="599047" name="Rectangle 7"/>
          <p:cNvSpPr>
            <a:spLocks noChangeArrowheads="1"/>
          </p:cNvSpPr>
          <p:nvPr/>
        </p:nvSpPr>
        <p:spPr bwMode="auto">
          <a:xfrm>
            <a:off x="1271464" y="5517232"/>
            <a:ext cx="556260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2" fontAlgn="base">
              <a:lnSpc>
                <a:spcPct val="75000"/>
              </a:lnSpc>
              <a:spcBef>
                <a:spcPct val="0"/>
              </a:spcBef>
              <a:defRPr/>
            </a:pPr>
            <a:r>
              <a:rPr lang="en-US" altLang="zh-CN" sz="2400" dirty="0">
                <a:solidFill>
                  <a:srgbClr val="0033CC"/>
                </a:solidFill>
              </a:rPr>
              <a:t>for(p=</a:t>
            </a:r>
            <a:r>
              <a:rPr lang="en-US" altLang="zh-CN" sz="2400" dirty="0" err="1">
                <a:solidFill>
                  <a:srgbClr val="0033CC"/>
                </a:solidFill>
              </a:rPr>
              <a:t>list,i</a:t>
            </a:r>
            <a:r>
              <a:rPr lang="en-US" altLang="zh-CN" sz="2400" dirty="0">
                <a:solidFill>
                  <a:srgbClr val="0033CC"/>
                </a:solidFill>
              </a:rPr>
              <a:t>=0;i&lt;k-1;i++,r=</a:t>
            </a:r>
            <a:r>
              <a:rPr lang="en-US" altLang="zh-CN" sz="2400" dirty="0" err="1">
                <a:solidFill>
                  <a:srgbClr val="0033CC"/>
                </a:solidFill>
              </a:rPr>
              <a:t>p,p</a:t>
            </a:r>
            <a:r>
              <a:rPr lang="en-US" altLang="zh-CN" sz="2400" dirty="0">
                <a:solidFill>
                  <a:srgbClr val="0033CC"/>
                </a:solidFill>
              </a:rPr>
              <a:t>=p-&gt;link)</a:t>
            </a:r>
            <a:endParaRPr lang="en-US" altLang="zh-CN" sz="2400" dirty="0">
              <a:solidFill>
                <a:srgbClr val="0033CC"/>
              </a:solidFill>
            </a:endParaRPr>
          </a:p>
          <a:p>
            <a:pPr lvl="2" fontAlgn="base">
              <a:lnSpc>
                <a:spcPct val="75000"/>
              </a:lnSpc>
              <a:spcBef>
                <a:spcPct val="0"/>
              </a:spcBef>
              <a:defRPr/>
            </a:pPr>
            <a:r>
              <a:rPr lang="en-US" altLang="zh-CN" sz="2400" dirty="0"/>
              <a:t>       ;  </a:t>
            </a:r>
            <a:endParaRPr lang="en-US" altLang="zh-CN" sz="2400" dirty="0"/>
          </a:p>
          <a:p>
            <a:pPr lvl="2" fontAlgn="base">
              <a:lnSpc>
                <a:spcPct val="75000"/>
              </a:lnSpc>
              <a:spcBef>
                <a:spcPct val="0"/>
              </a:spcBef>
              <a:defRPr/>
            </a:pPr>
            <a:r>
              <a:rPr lang="en-US" altLang="zh-CN" sz="2200" dirty="0">
                <a:solidFill>
                  <a:srgbClr val="0033CC"/>
                </a:solidFill>
              </a:rPr>
              <a:t>               /* </a:t>
            </a:r>
            <a:r>
              <a:rPr lang="zh-CN" altLang="en-US" sz="2000" dirty="0">
                <a:solidFill>
                  <a:srgbClr val="0033CC"/>
                </a:solidFill>
                <a:ea typeface="幼圆" pitchFamily="49" charset="-122"/>
              </a:rPr>
              <a:t>找到第一个点</a:t>
            </a:r>
            <a:r>
              <a:rPr lang="zh-CN" altLang="en-US" sz="2200" dirty="0">
                <a:solidFill>
                  <a:srgbClr val="0033CC"/>
                </a:solidFill>
              </a:rPr>
              <a:t> */</a:t>
            </a:r>
            <a:r>
              <a:rPr lang="zh-CN" altLang="en-US" sz="2400" dirty="0">
                <a:solidFill>
                  <a:srgbClr val="0033CC"/>
                </a:solidFill>
              </a:rPr>
              <a:t> </a:t>
            </a:r>
            <a:endParaRPr lang="zh-CN" altLang="en-US" sz="2400" dirty="0">
              <a:solidFill>
                <a:srgbClr val="0033CC"/>
              </a:solidFill>
            </a:endParaRPr>
          </a:p>
        </p:txBody>
      </p:sp>
      <p:sp>
        <p:nvSpPr>
          <p:cNvPr id="599048" name="Line 8"/>
          <p:cNvSpPr>
            <a:spLocks noChangeShapeType="1"/>
          </p:cNvSpPr>
          <p:nvPr/>
        </p:nvSpPr>
        <p:spPr bwMode="auto">
          <a:xfrm>
            <a:off x="6858000" y="144463"/>
            <a:ext cx="0" cy="6553200"/>
          </a:xfrm>
          <a:prstGeom prst="line">
            <a:avLst/>
          </a:prstGeom>
          <a:noFill/>
          <a:ln w="31750">
            <a:solidFill>
              <a:srgbClr val="00FFFF"/>
            </a:solidFill>
            <a:prstDash val="dash"/>
            <a:round/>
          </a:ln>
        </p:spPr>
        <p:txBody>
          <a:bodyPr wrap="none" anchor="ctr"/>
          <a:lstStyle/>
          <a:p>
            <a:endParaRPr lang="zh-CN" altLang="en-US"/>
          </a:p>
        </p:txBody>
      </p:sp>
      <p:grpSp>
        <p:nvGrpSpPr>
          <p:cNvPr id="4" name="Group 9"/>
          <p:cNvGrpSpPr/>
          <p:nvPr/>
        </p:nvGrpSpPr>
        <p:grpSpPr bwMode="auto">
          <a:xfrm>
            <a:off x="5791200" y="1416051"/>
            <a:ext cx="5562600" cy="4913313"/>
            <a:chOff x="2688" y="892"/>
            <a:chExt cx="3504" cy="3095"/>
          </a:xfrm>
        </p:grpSpPr>
        <p:sp>
          <p:nvSpPr>
            <p:cNvPr id="45076" name="Text Box 10"/>
            <p:cNvSpPr txBox="1">
              <a:spLocks noChangeArrowheads="1"/>
            </p:cNvSpPr>
            <p:nvPr/>
          </p:nvSpPr>
          <p:spPr bwMode="auto">
            <a:xfrm>
              <a:off x="2688" y="892"/>
              <a:ext cx="3504" cy="2516"/>
            </a:xfrm>
            <a:prstGeom prst="rect">
              <a:avLst/>
            </a:prstGeom>
            <a:noFill/>
            <a:ln w="9525">
              <a:noFill/>
              <a:miter lim="800000"/>
            </a:ln>
          </p:spPr>
          <p:txBody>
            <a:bodyPr>
              <a:spAutoFit/>
            </a:bodyPr>
            <a:lstStyle/>
            <a:p>
              <a:pPr marL="1047750" lvl="2" indent="-133350" fontAlgn="base">
                <a:lnSpc>
                  <a:spcPct val="80000"/>
                </a:lnSpc>
                <a:spcBef>
                  <a:spcPct val="0"/>
                </a:spcBef>
              </a:pPr>
              <a:r>
                <a:rPr lang="zh-CN" altLang="en-US" sz="2400" dirty="0">
                  <a:solidFill>
                    <a:schemeClr val="accent2"/>
                  </a:solidFill>
                  <a:latin typeface="宋体" pitchFamily="2" charset="-122"/>
                  <a:ea typeface="宋体" pitchFamily="2" charset="-122"/>
                </a:rPr>
                <a:t>  </a:t>
              </a:r>
              <a:r>
                <a:rPr lang="en-US" altLang="zh-CN" sz="2400" dirty="0">
                  <a:solidFill>
                    <a:schemeClr val="accent2"/>
                  </a:solidFill>
                </a:rPr>
                <a:t>while(p-&gt;link!=p){</a:t>
              </a:r>
              <a:endParaRPr lang="en-US" altLang="zh-CN" sz="2400" dirty="0">
                <a:solidFill>
                  <a:schemeClr val="accent2"/>
                </a:solidFill>
              </a:endParaRPr>
            </a:p>
            <a:p>
              <a:pPr marL="1047750" lvl="2" indent="-133350" fontAlgn="base">
                <a:lnSpc>
                  <a:spcPct val="80000"/>
                </a:lnSpc>
                <a:spcBef>
                  <a:spcPct val="0"/>
                </a:spcBef>
              </a:pPr>
              <a:r>
                <a:rPr lang="en-US" altLang="zh-CN" sz="2400" dirty="0">
                  <a:solidFill>
                    <a:schemeClr val="accent2"/>
                  </a:solidFill>
                </a:rPr>
                <a:t>         for(</a:t>
              </a:r>
              <a:r>
                <a:rPr lang="en-US" altLang="zh-CN" sz="2400" dirty="0" err="1">
                  <a:solidFill>
                    <a:schemeClr val="accent2"/>
                  </a:solidFill>
                </a:rPr>
                <a:t>i</a:t>
              </a:r>
              <a:r>
                <a:rPr lang="en-US" altLang="zh-CN" sz="2400" dirty="0">
                  <a:solidFill>
                    <a:schemeClr val="accent2"/>
                  </a:solidFill>
                </a:rPr>
                <a:t>=0;i&lt;m-1;i++){</a:t>
              </a:r>
              <a:endParaRPr lang="en-US" altLang="zh-CN" sz="2400" dirty="0">
                <a:solidFill>
                  <a:schemeClr val="accent2"/>
                </a:solidFill>
              </a:endParaRPr>
            </a:p>
            <a:p>
              <a:pPr marL="1047750" lvl="2" indent="-133350" fontAlgn="base">
                <a:lnSpc>
                  <a:spcPct val="80000"/>
                </a:lnSpc>
                <a:spcBef>
                  <a:spcPct val="0"/>
                </a:spcBef>
              </a:pPr>
              <a:r>
                <a:rPr lang="en-US" altLang="zh-CN" sz="2400" dirty="0">
                  <a:solidFill>
                    <a:schemeClr val="accent2"/>
                  </a:solidFill>
                </a:rPr>
                <a:t>               r=p;</a:t>
              </a:r>
              <a:endParaRPr lang="en-US" altLang="zh-CN" sz="2400" dirty="0">
                <a:solidFill>
                  <a:schemeClr val="accent2"/>
                </a:solidFill>
              </a:endParaRPr>
            </a:p>
            <a:p>
              <a:pPr marL="1047750" lvl="2" indent="-133350" fontAlgn="base">
                <a:lnSpc>
                  <a:spcPct val="80000"/>
                </a:lnSpc>
                <a:spcBef>
                  <a:spcPct val="0"/>
                </a:spcBef>
              </a:pPr>
              <a:r>
                <a:rPr lang="en-US" altLang="zh-CN" sz="2400" dirty="0">
                  <a:solidFill>
                    <a:schemeClr val="accent2"/>
                  </a:solidFill>
                </a:rPr>
                <a:t>               p=p-&gt;link;</a:t>
              </a:r>
              <a:endParaRPr lang="en-US" altLang="zh-CN" sz="2400" dirty="0">
                <a:solidFill>
                  <a:schemeClr val="accent2"/>
                </a:solidFill>
              </a:endParaRPr>
            </a:p>
            <a:p>
              <a:pPr marL="1047750" lvl="2" indent="-133350" fontAlgn="base">
                <a:lnSpc>
                  <a:spcPct val="80000"/>
                </a:lnSpc>
                <a:spcBef>
                  <a:spcPct val="0"/>
                </a:spcBef>
              </a:pPr>
              <a:r>
                <a:rPr lang="en-US" altLang="zh-CN" sz="2400" dirty="0">
                  <a:solidFill>
                    <a:schemeClr val="accent2"/>
                  </a:solidFill>
                </a:rPr>
                <a:t>          }</a:t>
              </a:r>
              <a:endParaRPr lang="en-US" altLang="zh-CN" sz="2400" dirty="0">
                <a:solidFill>
                  <a:schemeClr val="accent2"/>
                </a:solidFill>
              </a:endParaRPr>
            </a:p>
            <a:p>
              <a:pPr marL="1047750" lvl="2" indent="-133350" fontAlgn="base">
                <a:lnSpc>
                  <a:spcPct val="80000"/>
                </a:lnSpc>
                <a:spcBef>
                  <a:spcPct val="0"/>
                </a:spcBef>
              </a:pPr>
              <a:r>
                <a:rPr lang="en-US" altLang="zh-CN" sz="2400" dirty="0">
                  <a:solidFill>
                    <a:schemeClr val="accent2"/>
                  </a:solidFill>
                </a:rPr>
                <a:t>          r-&gt;link=p-&gt;link;</a:t>
              </a:r>
              <a:endParaRPr lang="en-US" altLang="zh-CN" sz="2400" dirty="0">
                <a:solidFill>
                  <a:schemeClr val="accent2"/>
                </a:solidFill>
              </a:endParaRPr>
            </a:p>
            <a:p>
              <a:pPr marL="1047750" lvl="2" indent="-133350" fontAlgn="base">
                <a:lnSpc>
                  <a:spcPct val="80000"/>
                </a:lnSpc>
                <a:spcBef>
                  <a:spcPct val="0"/>
                </a:spcBef>
              </a:pPr>
              <a:r>
                <a:rPr lang="en-US" altLang="zh-CN" sz="2400" dirty="0">
                  <a:solidFill>
                    <a:schemeClr val="accent2"/>
                  </a:solidFill>
                </a:rPr>
                <a:t>          </a:t>
              </a:r>
              <a:r>
                <a:rPr lang="en-US" altLang="zh-CN" sz="2400" dirty="0" err="1">
                  <a:solidFill>
                    <a:schemeClr val="accent2"/>
                  </a:solidFill>
                </a:rPr>
                <a:t>printf</a:t>
              </a:r>
              <a:r>
                <a:rPr lang="en-US" altLang="zh-CN" sz="2400" dirty="0">
                  <a:solidFill>
                    <a:schemeClr val="accent2"/>
                  </a:solidFill>
                </a:rPr>
                <a:t>(“%3d”,p-&gt;data);</a:t>
              </a:r>
              <a:endParaRPr lang="en-US" altLang="zh-CN" sz="2400" dirty="0">
                <a:solidFill>
                  <a:schemeClr val="accent2"/>
                </a:solidFill>
              </a:endParaRPr>
            </a:p>
            <a:p>
              <a:pPr marL="1047750" lvl="2" indent="-133350" fontAlgn="base">
                <a:lnSpc>
                  <a:spcPct val="80000"/>
                </a:lnSpc>
                <a:spcBef>
                  <a:spcPct val="0"/>
                </a:spcBef>
              </a:pPr>
              <a:r>
                <a:rPr lang="en-US" altLang="zh-CN" sz="2400" dirty="0">
                  <a:solidFill>
                    <a:schemeClr val="accent2"/>
                  </a:solidFill>
                </a:rPr>
                <a:t>          free(p);</a:t>
              </a:r>
              <a:endParaRPr lang="en-US" altLang="zh-CN" sz="2400" dirty="0">
                <a:solidFill>
                  <a:schemeClr val="accent2"/>
                </a:solidFill>
              </a:endParaRPr>
            </a:p>
            <a:p>
              <a:pPr marL="1047750" lvl="2" indent="-133350" fontAlgn="base">
                <a:lnSpc>
                  <a:spcPct val="80000"/>
                </a:lnSpc>
                <a:spcBef>
                  <a:spcPct val="0"/>
                </a:spcBef>
              </a:pPr>
              <a:r>
                <a:rPr lang="en-US" altLang="zh-CN" sz="2400" dirty="0">
                  <a:solidFill>
                    <a:schemeClr val="accent2"/>
                  </a:solidFill>
                </a:rPr>
                <a:t>          p=r-&gt;link;</a:t>
              </a:r>
              <a:endParaRPr lang="en-US" altLang="zh-CN" sz="2400" dirty="0">
                <a:solidFill>
                  <a:schemeClr val="accent2"/>
                </a:solidFill>
              </a:endParaRPr>
            </a:p>
            <a:p>
              <a:pPr marL="1047750" lvl="2" indent="-133350" fontAlgn="base">
                <a:lnSpc>
                  <a:spcPct val="80000"/>
                </a:lnSpc>
                <a:spcBef>
                  <a:spcPct val="0"/>
                </a:spcBef>
              </a:pPr>
              <a:r>
                <a:rPr lang="en-US" altLang="zh-CN" sz="2400" dirty="0">
                  <a:solidFill>
                    <a:schemeClr val="accent2"/>
                  </a:solidFill>
                </a:rPr>
                <a:t>      }</a:t>
              </a:r>
              <a:endParaRPr lang="en-US" altLang="zh-CN" sz="2400" dirty="0">
                <a:solidFill>
                  <a:schemeClr val="accent2"/>
                </a:solidFill>
              </a:endParaRPr>
            </a:p>
            <a:p>
              <a:pPr marL="1047750" lvl="2" indent="-133350" fontAlgn="base">
                <a:lnSpc>
                  <a:spcPct val="80000"/>
                </a:lnSpc>
                <a:spcBef>
                  <a:spcPct val="0"/>
                </a:spcBef>
              </a:pPr>
              <a:r>
                <a:rPr lang="en-US" altLang="zh-CN" sz="2400" dirty="0">
                  <a:solidFill>
                    <a:schemeClr val="accent2"/>
                  </a:solidFill>
                </a:rPr>
                <a:t>      </a:t>
              </a:r>
              <a:r>
                <a:rPr lang="en-US" altLang="zh-CN" sz="2400" dirty="0" err="1">
                  <a:solidFill>
                    <a:schemeClr val="accent2"/>
                  </a:solidFill>
                </a:rPr>
                <a:t>printf</a:t>
              </a:r>
              <a:r>
                <a:rPr lang="en-US" altLang="zh-CN" sz="2400" dirty="0">
                  <a:solidFill>
                    <a:schemeClr val="accent2"/>
                  </a:solidFill>
                </a:rPr>
                <a:t>(“%3d”, p-&gt;data);</a:t>
              </a:r>
              <a:endParaRPr lang="en-US" altLang="zh-CN" sz="2400" dirty="0">
                <a:solidFill>
                  <a:schemeClr val="accent2"/>
                </a:solidFill>
              </a:endParaRPr>
            </a:p>
            <a:p>
              <a:pPr fontAlgn="base">
                <a:lnSpc>
                  <a:spcPct val="80000"/>
                </a:lnSpc>
                <a:spcBef>
                  <a:spcPct val="0"/>
                </a:spcBef>
              </a:pPr>
              <a:r>
                <a:rPr lang="en-US" altLang="zh-CN" sz="2400" dirty="0">
                  <a:solidFill>
                    <a:schemeClr val="accent2"/>
                  </a:solidFill>
                </a:rPr>
                <a:t>              }</a:t>
              </a:r>
              <a:endParaRPr lang="en-US" altLang="zh-CN" sz="2000" dirty="0">
                <a:solidFill>
                  <a:schemeClr val="accent2"/>
                </a:solidFill>
              </a:endParaRPr>
            </a:p>
            <a:p>
              <a:pPr eaLnBrk="1" fontAlgn="base" hangingPunct="1">
                <a:lnSpc>
                  <a:spcPct val="80000"/>
                </a:lnSpc>
              </a:pPr>
              <a:endParaRPr kumimoji="1" lang="zh-CN" altLang="en-US" sz="2000" dirty="0">
                <a:solidFill>
                  <a:schemeClr val="accent2"/>
                </a:solidFill>
                <a:ea typeface="宋体" pitchFamily="2" charset="-122"/>
              </a:endParaRPr>
            </a:p>
          </p:txBody>
        </p:sp>
        <p:grpSp>
          <p:nvGrpSpPr>
            <p:cNvPr id="5" name="Group 11"/>
            <p:cNvGrpSpPr/>
            <p:nvPr/>
          </p:nvGrpSpPr>
          <p:grpSpPr bwMode="auto">
            <a:xfrm>
              <a:off x="3569" y="3552"/>
              <a:ext cx="2051" cy="435"/>
              <a:chOff x="3617" y="3600"/>
              <a:chExt cx="2051" cy="435"/>
            </a:xfrm>
          </p:grpSpPr>
          <p:grpSp>
            <p:nvGrpSpPr>
              <p:cNvPr id="6" name="Group 12"/>
              <p:cNvGrpSpPr/>
              <p:nvPr/>
            </p:nvGrpSpPr>
            <p:grpSpPr bwMode="auto">
              <a:xfrm>
                <a:off x="4080" y="3696"/>
                <a:ext cx="288" cy="144"/>
                <a:chOff x="3648" y="3648"/>
                <a:chExt cx="288" cy="144"/>
              </a:xfrm>
            </p:grpSpPr>
            <p:sp>
              <p:nvSpPr>
                <p:cNvPr id="45094" name="Rectangle 13"/>
                <p:cNvSpPr>
                  <a:spLocks noChangeArrowheads="1"/>
                </p:cNvSpPr>
                <p:nvPr/>
              </p:nvSpPr>
              <p:spPr bwMode="auto">
                <a:xfrm>
                  <a:off x="3648" y="3648"/>
                  <a:ext cx="192" cy="144"/>
                </a:xfrm>
                <a:prstGeom prst="rect">
                  <a:avLst/>
                </a:prstGeom>
                <a:noFill/>
                <a:ln w="9525">
                  <a:solidFill>
                    <a:schemeClr val="bg1"/>
                  </a:solidFill>
                  <a:miter lim="800000"/>
                </a:ln>
              </p:spPr>
              <p:txBody>
                <a:bodyPr wrap="none" anchor="ctr"/>
                <a:lstStyle/>
                <a:p>
                  <a:endParaRPr lang="zh-CN" altLang="en-US"/>
                </a:p>
              </p:txBody>
            </p:sp>
            <p:sp>
              <p:nvSpPr>
                <p:cNvPr id="45095" name="Rectangle 14"/>
                <p:cNvSpPr>
                  <a:spLocks noChangeArrowheads="1"/>
                </p:cNvSpPr>
                <p:nvPr/>
              </p:nvSpPr>
              <p:spPr bwMode="auto">
                <a:xfrm>
                  <a:off x="3840" y="3648"/>
                  <a:ext cx="96" cy="144"/>
                </a:xfrm>
                <a:prstGeom prst="rect">
                  <a:avLst/>
                </a:prstGeom>
                <a:noFill/>
                <a:ln w="9525">
                  <a:solidFill>
                    <a:schemeClr val="bg1"/>
                  </a:solidFill>
                  <a:miter lim="800000"/>
                </a:ln>
              </p:spPr>
              <p:txBody>
                <a:bodyPr wrap="none" anchor="ctr"/>
                <a:lstStyle/>
                <a:p>
                  <a:endParaRPr lang="zh-CN" altLang="en-US"/>
                </a:p>
              </p:txBody>
            </p:sp>
          </p:grpSp>
          <p:grpSp>
            <p:nvGrpSpPr>
              <p:cNvPr id="7" name="Group 15"/>
              <p:cNvGrpSpPr/>
              <p:nvPr/>
            </p:nvGrpSpPr>
            <p:grpSpPr bwMode="auto">
              <a:xfrm>
                <a:off x="4512" y="3696"/>
                <a:ext cx="288" cy="144"/>
                <a:chOff x="3648" y="3648"/>
                <a:chExt cx="288" cy="144"/>
              </a:xfrm>
            </p:grpSpPr>
            <p:sp>
              <p:nvSpPr>
                <p:cNvPr id="45092" name="Rectangle 16"/>
                <p:cNvSpPr>
                  <a:spLocks noChangeArrowheads="1"/>
                </p:cNvSpPr>
                <p:nvPr/>
              </p:nvSpPr>
              <p:spPr bwMode="auto">
                <a:xfrm>
                  <a:off x="3648" y="3648"/>
                  <a:ext cx="192" cy="144"/>
                </a:xfrm>
                <a:prstGeom prst="rect">
                  <a:avLst/>
                </a:prstGeom>
                <a:noFill/>
                <a:ln w="9525">
                  <a:solidFill>
                    <a:srgbClr val="FF3300"/>
                  </a:solidFill>
                  <a:miter lim="800000"/>
                </a:ln>
              </p:spPr>
              <p:txBody>
                <a:bodyPr wrap="none" anchor="ctr"/>
                <a:lstStyle/>
                <a:p>
                  <a:endParaRPr lang="zh-CN" altLang="en-US"/>
                </a:p>
              </p:txBody>
            </p:sp>
            <p:sp>
              <p:nvSpPr>
                <p:cNvPr id="45093" name="Rectangle 17"/>
                <p:cNvSpPr>
                  <a:spLocks noChangeArrowheads="1"/>
                </p:cNvSpPr>
                <p:nvPr/>
              </p:nvSpPr>
              <p:spPr bwMode="auto">
                <a:xfrm>
                  <a:off x="3840" y="3648"/>
                  <a:ext cx="96" cy="144"/>
                </a:xfrm>
                <a:prstGeom prst="rect">
                  <a:avLst/>
                </a:prstGeom>
                <a:noFill/>
                <a:ln w="9525">
                  <a:solidFill>
                    <a:srgbClr val="FF3300"/>
                  </a:solidFill>
                  <a:miter lim="800000"/>
                </a:ln>
              </p:spPr>
              <p:txBody>
                <a:bodyPr wrap="none" anchor="ctr"/>
                <a:lstStyle/>
                <a:p>
                  <a:endParaRPr lang="zh-CN" altLang="en-US"/>
                </a:p>
              </p:txBody>
            </p:sp>
          </p:grpSp>
          <p:grpSp>
            <p:nvGrpSpPr>
              <p:cNvPr id="8" name="Group 18"/>
              <p:cNvGrpSpPr/>
              <p:nvPr/>
            </p:nvGrpSpPr>
            <p:grpSpPr bwMode="auto">
              <a:xfrm>
                <a:off x="4944" y="3696"/>
                <a:ext cx="288" cy="144"/>
                <a:chOff x="3648" y="3648"/>
                <a:chExt cx="288" cy="144"/>
              </a:xfrm>
            </p:grpSpPr>
            <p:sp>
              <p:nvSpPr>
                <p:cNvPr id="45090" name="Rectangle 19"/>
                <p:cNvSpPr>
                  <a:spLocks noChangeArrowheads="1"/>
                </p:cNvSpPr>
                <p:nvPr/>
              </p:nvSpPr>
              <p:spPr bwMode="auto">
                <a:xfrm>
                  <a:off x="3648" y="3648"/>
                  <a:ext cx="192" cy="144"/>
                </a:xfrm>
                <a:prstGeom prst="rect">
                  <a:avLst/>
                </a:prstGeom>
                <a:noFill/>
                <a:ln w="9525">
                  <a:solidFill>
                    <a:schemeClr val="bg1"/>
                  </a:solidFill>
                  <a:miter lim="800000"/>
                </a:ln>
              </p:spPr>
              <p:txBody>
                <a:bodyPr wrap="none" anchor="ctr"/>
                <a:lstStyle/>
                <a:p>
                  <a:endParaRPr lang="zh-CN" altLang="en-US"/>
                </a:p>
              </p:txBody>
            </p:sp>
            <p:sp>
              <p:nvSpPr>
                <p:cNvPr id="45091" name="Rectangle 20"/>
                <p:cNvSpPr>
                  <a:spLocks noChangeArrowheads="1"/>
                </p:cNvSpPr>
                <p:nvPr/>
              </p:nvSpPr>
              <p:spPr bwMode="auto">
                <a:xfrm>
                  <a:off x="3840" y="3648"/>
                  <a:ext cx="96" cy="144"/>
                </a:xfrm>
                <a:prstGeom prst="rect">
                  <a:avLst/>
                </a:prstGeom>
                <a:noFill/>
                <a:ln w="9525">
                  <a:solidFill>
                    <a:schemeClr val="bg1"/>
                  </a:solidFill>
                  <a:miter lim="800000"/>
                </a:ln>
              </p:spPr>
              <p:txBody>
                <a:bodyPr wrap="none" anchor="ctr"/>
                <a:lstStyle/>
                <a:p>
                  <a:endParaRPr lang="zh-CN" altLang="en-US"/>
                </a:p>
              </p:txBody>
            </p:sp>
          </p:grpSp>
          <p:sp>
            <p:nvSpPr>
              <p:cNvPr id="45081" name="Line 21"/>
              <p:cNvSpPr>
                <a:spLocks noChangeShapeType="1"/>
              </p:cNvSpPr>
              <p:nvPr/>
            </p:nvSpPr>
            <p:spPr bwMode="auto">
              <a:xfrm>
                <a:off x="4320" y="3792"/>
                <a:ext cx="192" cy="0"/>
              </a:xfrm>
              <a:prstGeom prst="line">
                <a:avLst/>
              </a:prstGeom>
              <a:noFill/>
              <a:ln w="9525">
                <a:solidFill>
                  <a:srgbClr val="000080"/>
                </a:solidFill>
                <a:round/>
                <a:tailEnd type="triangle" w="med" len="med"/>
              </a:ln>
            </p:spPr>
            <p:txBody>
              <a:bodyPr wrap="none" anchor="ctr"/>
              <a:lstStyle/>
              <a:p>
                <a:endParaRPr lang="zh-CN" altLang="en-US"/>
              </a:p>
            </p:txBody>
          </p:sp>
          <p:sp>
            <p:nvSpPr>
              <p:cNvPr id="45082" name="Line 22"/>
              <p:cNvSpPr>
                <a:spLocks noChangeShapeType="1"/>
              </p:cNvSpPr>
              <p:nvPr/>
            </p:nvSpPr>
            <p:spPr bwMode="auto">
              <a:xfrm>
                <a:off x="5184" y="3792"/>
                <a:ext cx="192" cy="0"/>
              </a:xfrm>
              <a:prstGeom prst="line">
                <a:avLst/>
              </a:prstGeom>
              <a:noFill/>
              <a:ln w="9525">
                <a:solidFill>
                  <a:srgbClr val="333399"/>
                </a:solidFill>
                <a:round/>
                <a:tailEnd type="triangle" w="med" len="med"/>
              </a:ln>
            </p:spPr>
            <p:txBody>
              <a:bodyPr wrap="none" anchor="ctr"/>
              <a:lstStyle/>
              <a:p>
                <a:endParaRPr lang="zh-CN" altLang="en-US"/>
              </a:p>
            </p:txBody>
          </p:sp>
          <p:sp>
            <p:nvSpPr>
              <p:cNvPr id="45083" name="Line 23"/>
              <p:cNvSpPr>
                <a:spLocks noChangeShapeType="1"/>
              </p:cNvSpPr>
              <p:nvPr/>
            </p:nvSpPr>
            <p:spPr bwMode="auto">
              <a:xfrm>
                <a:off x="4752" y="3792"/>
                <a:ext cx="192" cy="0"/>
              </a:xfrm>
              <a:prstGeom prst="line">
                <a:avLst/>
              </a:prstGeom>
              <a:noFill/>
              <a:ln w="9525">
                <a:solidFill>
                  <a:srgbClr val="333399"/>
                </a:solidFill>
                <a:round/>
                <a:tailEnd type="triangle" w="med" len="med"/>
              </a:ln>
            </p:spPr>
            <p:txBody>
              <a:bodyPr wrap="none" anchor="ctr"/>
              <a:lstStyle/>
              <a:p>
                <a:endParaRPr lang="zh-CN" altLang="en-US"/>
              </a:p>
            </p:txBody>
          </p:sp>
          <p:sp>
            <p:nvSpPr>
              <p:cNvPr id="45084" name="Line 24"/>
              <p:cNvSpPr>
                <a:spLocks noChangeShapeType="1"/>
              </p:cNvSpPr>
              <p:nvPr/>
            </p:nvSpPr>
            <p:spPr bwMode="auto">
              <a:xfrm>
                <a:off x="3888" y="3792"/>
                <a:ext cx="192" cy="0"/>
              </a:xfrm>
              <a:prstGeom prst="line">
                <a:avLst/>
              </a:prstGeom>
              <a:noFill/>
              <a:ln w="9525">
                <a:solidFill>
                  <a:srgbClr val="333399"/>
                </a:solidFill>
                <a:round/>
                <a:tailEnd type="triangle" w="med" len="med"/>
              </a:ln>
            </p:spPr>
            <p:txBody>
              <a:bodyPr wrap="none" anchor="ctr"/>
              <a:lstStyle/>
              <a:p>
                <a:endParaRPr lang="zh-CN" altLang="en-US"/>
              </a:p>
            </p:txBody>
          </p:sp>
          <p:sp>
            <p:nvSpPr>
              <p:cNvPr id="45085" name="Text Box 25"/>
              <p:cNvSpPr txBox="1">
                <a:spLocks noChangeArrowheads="1"/>
              </p:cNvSpPr>
              <p:nvPr/>
            </p:nvSpPr>
            <p:spPr bwMode="auto">
              <a:xfrm>
                <a:off x="3617" y="3600"/>
                <a:ext cx="275" cy="291"/>
              </a:xfrm>
              <a:prstGeom prst="rect">
                <a:avLst/>
              </a:prstGeom>
              <a:noFill/>
              <a:ln w="9525">
                <a:noFill/>
                <a:miter lim="800000"/>
              </a:ln>
            </p:spPr>
            <p:txBody>
              <a:bodyPr wrap="none">
                <a:spAutoFit/>
              </a:bodyPr>
              <a:lstStyle/>
              <a:p>
                <a:pPr algn="ctr"/>
                <a:r>
                  <a:rPr lang="zh-CN" altLang="en-US" sz="2400">
                    <a:solidFill>
                      <a:schemeClr val="bg1"/>
                    </a:solidFill>
                    <a:ea typeface="宋体" pitchFamily="2" charset="-122"/>
                    <a:cs typeface="Times New Roman" panose="02020503050405090304" pitchFamily="18" charset="0"/>
                  </a:rPr>
                  <a:t>…</a:t>
                </a:r>
                <a:endParaRPr lang="zh-CN" altLang="en-US" sz="2400">
                  <a:solidFill>
                    <a:schemeClr val="bg1"/>
                  </a:solidFill>
                  <a:ea typeface="宋体" pitchFamily="2" charset="-122"/>
                  <a:cs typeface="Times New Roman" panose="02020503050405090304" pitchFamily="18" charset="0"/>
                </a:endParaRPr>
              </a:p>
            </p:txBody>
          </p:sp>
          <p:sp>
            <p:nvSpPr>
              <p:cNvPr id="45086" name="Text Box 26"/>
              <p:cNvSpPr txBox="1">
                <a:spLocks noChangeArrowheads="1"/>
              </p:cNvSpPr>
              <p:nvPr/>
            </p:nvSpPr>
            <p:spPr bwMode="auto">
              <a:xfrm>
                <a:off x="5393" y="3600"/>
                <a:ext cx="275" cy="291"/>
              </a:xfrm>
              <a:prstGeom prst="rect">
                <a:avLst/>
              </a:prstGeom>
              <a:noFill/>
              <a:ln w="9525">
                <a:noFill/>
                <a:miter lim="800000"/>
              </a:ln>
            </p:spPr>
            <p:txBody>
              <a:bodyPr wrap="none">
                <a:spAutoFit/>
              </a:bodyPr>
              <a:lstStyle/>
              <a:p>
                <a:pPr algn="ctr"/>
                <a:r>
                  <a:rPr lang="zh-CN" altLang="en-US" sz="2400">
                    <a:solidFill>
                      <a:schemeClr val="bg1"/>
                    </a:solidFill>
                    <a:ea typeface="宋体" pitchFamily="2" charset="-122"/>
                    <a:cs typeface="Times New Roman" panose="02020503050405090304" pitchFamily="18" charset="0"/>
                  </a:rPr>
                  <a:t>…</a:t>
                </a:r>
                <a:endParaRPr lang="zh-CN" altLang="en-US" sz="2400">
                  <a:solidFill>
                    <a:schemeClr val="bg1"/>
                  </a:solidFill>
                  <a:ea typeface="宋体" pitchFamily="2" charset="-122"/>
                  <a:cs typeface="Times New Roman" panose="02020503050405090304" pitchFamily="18" charset="0"/>
                </a:endParaRPr>
              </a:p>
            </p:txBody>
          </p:sp>
          <p:sp>
            <p:nvSpPr>
              <p:cNvPr id="45087" name="Text Box 27"/>
              <p:cNvSpPr txBox="1">
                <a:spLocks noChangeArrowheads="1"/>
              </p:cNvSpPr>
              <p:nvPr/>
            </p:nvSpPr>
            <p:spPr bwMode="auto">
              <a:xfrm>
                <a:off x="4512" y="3792"/>
                <a:ext cx="288" cy="231"/>
              </a:xfrm>
              <a:prstGeom prst="rect">
                <a:avLst/>
              </a:prstGeom>
              <a:noFill/>
              <a:ln w="9525">
                <a:noFill/>
                <a:miter lim="800000"/>
              </a:ln>
            </p:spPr>
            <p:txBody>
              <a:bodyPr>
                <a:spAutoFit/>
              </a:bodyPr>
              <a:lstStyle/>
              <a:p>
                <a:r>
                  <a:rPr lang="en-US" altLang="zh-CN">
                    <a:solidFill>
                      <a:srgbClr val="FF3300"/>
                    </a:solidFill>
                    <a:ea typeface="宋体" pitchFamily="2" charset="-122"/>
                  </a:rPr>
                  <a:t>p</a:t>
                </a:r>
                <a:endParaRPr lang="en-US" altLang="zh-CN">
                  <a:solidFill>
                    <a:srgbClr val="FF3300"/>
                  </a:solidFill>
                  <a:ea typeface="宋体" pitchFamily="2" charset="-122"/>
                </a:endParaRPr>
              </a:p>
            </p:txBody>
          </p:sp>
          <p:sp>
            <p:nvSpPr>
              <p:cNvPr id="45088" name="Text Box 28"/>
              <p:cNvSpPr txBox="1">
                <a:spLocks noChangeArrowheads="1"/>
              </p:cNvSpPr>
              <p:nvPr/>
            </p:nvSpPr>
            <p:spPr bwMode="auto">
              <a:xfrm>
                <a:off x="4086" y="3744"/>
                <a:ext cx="169" cy="291"/>
              </a:xfrm>
              <a:prstGeom prst="rect">
                <a:avLst/>
              </a:prstGeom>
              <a:noFill/>
              <a:ln w="9525">
                <a:noFill/>
                <a:miter lim="800000"/>
              </a:ln>
            </p:spPr>
            <p:txBody>
              <a:bodyPr wrap="none">
                <a:spAutoFit/>
              </a:bodyPr>
              <a:lstStyle/>
              <a:p>
                <a:pPr algn="ctr"/>
                <a:r>
                  <a:rPr lang="en-US" altLang="zh-CN" sz="2400">
                    <a:solidFill>
                      <a:srgbClr val="008000"/>
                    </a:solidFill>
                    <a:ea typeface="宋体" pitchFamily="2" charset="-122"/>
                  </a:rPr>
                  <a:t>r</a:t>
                </a:r>
                <a:endParaRPr lang="en-US" altLang="zh-CN" sz="2400">
                  <a:solidFill>
                    <a:srgbClr val="008000"/>
                  </a:solidFill>
                  <a:ea typeface="宋体" pitchFamily="2" charset="-122"/>
                </a:endParaRPr>
              </a:p>
            </p:txBody>
          </p:sp>
          <p:cxnSp>
            <p:nvCxnSpPr>
              <p:cNvPr id="45089" name="AutoShape 29"/>
              <p:cNvCxnSpPr>
                <a:cxnSpLocks noChangeShapeType="1"/>
              </p:cNvCxnSpPr>
              <p:nvPr/>
            </p:nvCxnSpPr>
            <p:spPr bwMode="auto">
              <a:xfrm rot="5400000" flipV="1">
                <a:off x="4679" y="3337"/>
                <a:ext cx="1" cy="720"/>
              </a:xfrm>
              <a:prstGeom prst="curvedConnector3">
                <a:avLst>
                  <a:gd name="adj1" fmla="val -14400005"/>
                </a:avLst>
              </a:prstGeom>
              <a:noFill/>
              <a:ln w="9525">
                <a:solidFill>
                  <a:srgbClr val="FF3300"/>
                </a:solidFill>
                <a:round/>
                <a:tailEnd type="triangle" w="med" len="med"/>
              </a:ln>
            </p:spPr>
          </p:cxnSp>
        </p:grpSp>
      </p:grpSp>
      <p:grpSp>
        <p:nvGrpSpPr>
          <p:cNvPr id="9" name="Group 30"/>
          <p:cNvGrpSpPr/>
          <p:nvPr/>
        </p:nvGrpSpPr>
        <p:grpSpPr bwMode="auto">
          <a:xfrm>
            <a:off x="1600200" y="5516563"/>
            <a:ext cx="895350" cy="576262"/>
            <a:chOff x="2995" y="2106"/>
            <a:chExt cx="989" cy="768"/>
          </a:xfrm>
        </p:grpSpPr>
        <p:sp>
          <p:nvSpPr>
            <p:cNvPr id="45073" name="Freeform 31"/>
            <p:cNvSpPr/>
            <p:nvPr/>
          </p:nvSpPr>
          <p:spPr bwMode="auto">
            <a:xfrm rot="421002">
              <a:off x="2995" y="2106"/>
              <a:ext cx="989" cy="768"/>
            </a:xfrm>
            <a:custGeom>
              <a:avLst/>
              <a:gdLst>
                <a:gd name="T0" fmla="*/ 99452 w 439"/>
                <a:gd name="T1" fmla="*/ 473 h 683"/>
                <a:gd name="T2" fmla="*/ 128665 w 439"/>
                <a:gd name="T3" fmla="*/ 352 h 683"/>
                <a:gd name="T4" fmla="*/ 180539 w 439"/>
                <a:gd name="T5" fmla="*/ 425 h 683"/>
                <a:gd name="T6" fmla="*/ 175830 w 439"/>
                <a:gd name="T7" fmla="*/ 621 h 683"/>
                <a:gd name="T8" fmla="*/ 113343 w 439"/>
                <a:gd name="T9" fmla="*/ 779 h 683"/>
                <a:gd name="T10" fmla="*/ 101547 w 439"/>
                <a:gd name="T11" fmla="*/ 1211 h 683"/>
                <a:gd name="T12" fmla="*/ 113343 w 439"/>
                <a:gd name="T13" fmla="*/ 1348 h 683"/>
                <a:gd name="T14" fmla="*/ 92869 w 439"/>
                <a:gd name="T15" fmla="*/ 1496 h 683"/>
                <a:gd name="T16" fmla="*/ 97553 w 439"/>
                <a:gd name="T17" fmla="*/ 1646 h 683"/>
                <a:gd name="T18" fmla="*/ 141312 w 439"/>
                <a:gd name="T19" fmla="*/ 1747 h 683"/>
                <a:gd name="T20" fmla="*/ 199120 w 439"/>
                <a:gd name="T21" fmla="*/ 1678 h 683"/>
                <a:gd name="T22" fmla="*/ 217666 w 439"/>
                <a:gd name="T23" fmla="*/ 1496 h 683"/>
                <a:gd name="T24" fmla="*/ 194400 w 439"/>
                <a:gd name="T25" fmla="*/ 1321 h 683"/>
                <a:gd name="T26" fmla="*/ 219772 w 439"/>
                <a:gd name="T27" fmla="*/ 1229 h 683"/>
                <a:gd name="T28" fmla="*/ 219772 w 439"/>
                <a:gd name="T29" fmla="*/ 987 h 683"/>
                <a:gd name="T30" fmla="*/ 284451 w 439"/>
                <a:gd name="T31" fmla="*/ 785 h 683"/>
                <a:gd name="T32" fmla="*/ 291257 w 439"/>
                <a:gd name="T33" fmla="*/ 478 h 683"/>
                <a:gd name="T34" fmla="*/ 249422 w 439"/>
                <a:gd name="T35" fmla="*/ 150 h 683"/>
                <a:gd name="T36" fmla="*/ 166429 w 439"/>
                <a:gd name="T37" fmla="*/ 0 h 683"/>
                <a:gd name="T38" fmla="*/ 74288 w 439"/>
                <a:gd name="T39" fmla="*/ 99 h 683"/>
                <a:gd name="T40" fmla="*/ 20661 w 439"/>
                <a:gd name="T41" fmla="*/ 293 h 683"/>
                <a:gd name="T42" fmla="*/ 0 w 439"/>
                <a:gd name="T43" fmla="*/ 598 h 683"/>
                <a:gd name="T44" fmla="*/ 2609 w 439"/>
                <a:gd name="T45" fmla="*/ 779 h 683"/>
                <a:gd name="T46" fmla="*/ 97553 w 439"/>
                <a:gd name="T47" fmla="*/ 756 h 683"/>
                <a:gd name="T48" fmla="*/ 99452 w 439"/>
                <a:gd name="T49" fmla="*/ 473 h 68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39"/>
                <a:gd name="T76" fmla="*/ 0 h 683"/>
                <a:gd name="T77" fmla="*/ 439 w 439"/>
                <a:gd name="T78" fmla="*/ 683 h 68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39" h="683">
                  <a:moveTo>
                    <a:pt x="150" y="185"/>
                  </a:moveTo>
                  <a:lnTo>
                    <a:pt x="194" y="138"/>
                  </a:lnTo>
                  <a:lnTo>
                    <a:pt x="272" y="167"/>
                  </a:lnTo>
                  <a:lnTo>
                    <a:pt x="265" y="244"/>
                  </a:lnTo>
                  <a:lnTo>
                    <a:pt x="171" y="304"/>
                  </a:lnTo>
                  <a:lnTo>
                    <a:pt x="153" y="474"/>
                  </a:lnTo>
                  <a:lnTo>
                    <a:pt x="171" y="527"/>
                  </a:lnTo>
                  <a:lnTo>
                    <a:pt x="140" y="585"/>
                  </a:lnTo>
                  <a:lnTo>
                    <a:pt x="147" y="645"/>
                  </a:lnTo>
                  <a:lnTo>
                    <a:pt x="213" y="683"/>
                  </a:lnTo>
                  <a:lnTo>
                    <a:pt x="300" y="656"/>
                  </a:lnTo>
                  <a:lnTo>
                    <a:pt x="328" y="585"/>
                  </a:lnTo>
                  <a:lnTo>
                    <a:pt x="293" y="518"/>
                  </a:lnTo>
                  <a:lnTo>
                    <a:pt x="331" y="480"/>
                  </a:lnTo>
                  <a:lnTo>
                    <a:pt x="331" y="387"/>
                  </a:lnTo>
                  <a:lnTo>
                    <a:pt x="429" y="308"/>
                  </a:lnTo>
                  <a:lnTo>
                    <a:pt x="439" y="188"/>
                  </a:lnTo>
                  <a:lnTo>
                    <a:pt x="376" y="59"/>
                  </a:lnTo>
                  <a:lnTo>
                    <a:pt x="251" y="0"/>
                  </a:lnTo>
                  <a:lnTo>
                    <a:pt x="112" y="38"/>
                  </a:lnTo>
                  <a:lnTo>
                    <a:pt x="31" y="115"/>
                  </a:lnTo>
                  <a:lnTo>
                    <a:pt x="0" y="234"/>
                  </a:lnTo>
                  <a:lnTo>
                    <a:pt x="4" y="304"/>
                  </a:lnTo>
                  <a:lnTo>
                    <a:pt x="147" y="296"/>
                  </a:lnTo>
                  <a:lnTo>
                    <a:pt x="150" y="185"/>
                  </a:lnTo>
                  <a:close/>
                </a:path>
              </a:pathLst>
            </a:custGeom>
            <a:solidFill>
              <a:srgbClr val="FFFF00"/>
            </a:solidFill>
            <a:ln w="9525">
              <a:solidFill>
                <a:srgbClr val="00FFFF"/>
              </a:solidFill>
              <a:round/>
            </a:ln>
          </p:spPr>
          <p:txBody>
            <a:bodyPr/>
            <a:lstStyle/>
            <a:p>
              <a:endParaRPr lang="zh-CN" altLang="en-US"/>
            </a:p>
          </p:txBody>
        </p:sp>
        <p:sp>
          <p:nvSpPr>
            <p:cNvPr id="45074" name="Freeform 32"/>
            <p:cNvSpPr/>
            <p:nvPr/>
          </p:nvSpPr>
          <p:spPr bwMode="auto">
            <a:xfrm rot="421002">
              <a:off x="3043" y="2106"/>
              <a:ext cx="881" cy="535"/>
            </a:xfrm>
            <a:custGeom>
              <a:avLst/>
              <a:gdLst>
                <a:gd name="T0" fmla="*/ 0 w 390"/>
                <a:gd name="T1" fmla="*/ 602 h 477"/>
                <a:gd name="T2" fmla="*/ 38640 w 390"/>
                <a:gd name="T3" fmla="*/ 573 h 477"/>
                <a:gd name="T4" fmla="*/ 60358 w 390"/>
                <a:gd name="T5" fmla="*/ 602 h 477"/>
                <a:gd name="T6" fmla="*/ 59113 w 390"/>
                <a:gd name="T7" fmla="*/ 439 h 477"/>
                <a:gd name="T8" fmla="*/ 75355 w 390"/>
                <a:gd name="T9" fmla="*/ 251 h 477"/>
                <a:gd name="T10" fmla="*/ 139530 w 390"/>
                <a:gd name="T11" fmla="*/ 185 h 477"/>
                <a:gd name="T12" fmla="*/ 170225 w 390"/>
                <a:gd name="T13" fmla="*/ 262 h 477"/>
                <a:gd name="T14" fmla="*/ 202644 w 390"/>
                <a:gd name="T15" fmla="*/ 382 h 477"/>
                <a:gd name="T16" fmla="*/ 193352 w 390"/>
                <a:gd name="T17" fmla="*/ 593 h 477"/>
                <a:gd name="T18" fmla="*/ 132360 w 390"/>
                <a:gd name="T19" fmla="*/ 692 h 477"/>
                <a:gd name="T20" fmla="*/ 115874 w 390"/>
                <a:gd name="T21" fmla="*/ 840 h 477"/>
                <a:gd name="T22" fmla="*/ 120645 w 390"/>
                <a:gd name="T23" fmla="*/ 989 h 477"/>
                <a:gd name="T24" fmla="*/ 112520 w 390"/>
                <a:gd name="T25" fmla="*/ 1196 h 477"/>
                <a:gd name="T26" fmla="*/ 173537 w 390"/>
                <a:gd name="T27" fmla="*/ 1196 h 477"/>
                <a:gd name="T28" fmla="*/ 181660 w 390"/>
                <a:gd name="T29" fmla="*/ 1043 h 477"/>
                <a:gd name="T30" fmla="*/ 177128 w 390"/>
                <a:gd name="T31" fmla="*/ 863 h 477"/>
                <a:gd name="T32" fmla="*/ 214365 w 390"/>
                <a:gd name="T33" fmla="*/ 768 h 477"/>
                <a:gd name="T34" fmla="*/ 242871 w 390"/>
                <a:gd name="T35" fmla="*/ 718 h 477"/>
                <a:gd name="T36" fmla="*/ 264415 w 390"/>
                <a:gd name="T37" fmla="*/ 492 h 477"/>
                <a:gd name="T38" fmla="*/ 244647 w 390"/>
                <a:gd name="T39" fmla="*/ 246 h 477"/>
                <a:gd name="T40" fmla="*/ 178895 w 390"/>
                <a:gd name="T41" fmla="*/ 0 h 477"/>
                <a:gd name="T42" fmla="*/ 99009 w 390"/>
                <a:gd name="T43" fmla="*/ 19 h 477"/>
                <a:gd name="T44" fmla="*/ 34526 w 390"/>
                <a:gd name="T45" fmla="*/ 166 h 477"/>
                <a:gd name="T46" fmla="*/ 6870 w 390"/>
                <a:gd name="T47" fmla="*/ 350 h 477"/>
                <a:gd name="T48" fmla="*/ 0 w 390"/>
                <a:gd name="T49" fmla="*/ 602 h 47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90"/>
                <a:gd name="T76" fmla="*/ 0 h 477"/>
                <a:gd name="T77" fmla="*/ 390 w 390"/>
                <a:gd name="T78" fmla="*/ 477 h 47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90" h="477">
                  <a:moveTo>
                    <a:pt x="0" y="241"/>
                  </a:moveTo>
                  <a:lnTo>
                    <a:pt x="57" y="230"/>
                  </a:lnTo>
                  <a:lnTo>
                    <a:pt x="89" y="241"/>
                  </a:lnTo>
                  <a:lnTo>
                    <a:pt x="87" y="175"/>
                  </a:lnTo>
                  <a:lnTo>
                    <a:pt x="111" y="101"/>
                  </a:lnTo>
                  <a:lnTo>
                    <a:pt x="206" y="74"/>
                  </a:lnTo>
                  <a:lnTo>
                    <a:pt x="251" y="105"/>
                  </a:lnTo>
                  <a:lnTo>
                    <a:pt x="299" y="153"/>
                  </a:lnTo>
                  <a:lnTo>
                    <a:pt x="285" y="237"/>
                  </a:lnTo>
                  <a:lnTo>
                    <a:pt x="195" y="276"/>
                  </a:lnTo>
                  <a:lnTo>
                    <a:pt x="171" y="335"/>
                  </a:lnTo>
                  <a:lnTo>
                    <a:pt x="178" y="395"/>
                  </a:lnTo>
                  <a:lnTo>
                    <a:pt x="166" y="477"/>
                  </a:lnTo>
                  <a:lnTo>
                    <a:pt x="256" y="477"/>
                  </a:lnTo>
                  <a:lnTo>
                    <a:pt x="268" y="416"/>
                  </a:lnTo>
                  <a:lnTo>
                    <a:pt x="261" y="345"/>
                  </a:lnTo>
                  <a:lnTo>
                    <a:pt x="316" y="307"/>
                  </a:lnTo>
                  <a:lnTo>
                    <a:pt x="358" y="287"/>
                  </a:lnTo>
                  <a:lnTo>
                    <a:pt x="390" y="196"/>
                  </a:lnTo>
                  <a:lnTo>
                    <a:pt x="361" y="98"/>
                  </a:lnTo>
                  <a:lnTo>
                    <a:pt x="264" y="0"/>
                  </a:lnTo>
                  <a:lnTo>
                    <a:pt x="146" y="8"/>
                  </a:lnTo>
                  <a:lnTo>
                    <a:pt x="51" y="67"/>
                  </a:lnTo>
                  <a:lnTo>
                    <a:pt x="10" y="140"/>
                  </a:lnTo>
                  <a:lnTo>
                    <a:pt x="0" y="241"/>
                  </a:lnTo>
                  <a:close/>
                </a:path>
              </a:pathLst>
            </a:custGeom>
            <a:solidFill>
              <a:srgbClr val="FF3300"/>
            </a:solidFill>
            <a:ln w="9525">
              <a:solidFill>
                <a:srgbClr val="FFCC00"/>
              </a:solidFill>
              <a:round/>
            </a:ln>
          </p:spPr>
          <p:txBody>
            <a:bodyPr/>
            <a:lstStyle/>
            <a:p>
              <a:endParaRPr lang="zh-CN" altLang="en-US"/>
            </a:p>
          </p:txBody>
        </p:sp>
        <p:sp>
          <p:nvSpPr>
            <p:cNvPr id="45075" name="Freeform 33"/>
            <p:cNvSpPr/>
            <p:nvPr/>
          </p:nvSpPr>
          <p:spPr bwMode="auto">
            <a:xfrm rot="421002">
              <a:off x="3335" y="2712"/>
              <a:ext cx="284" cy="122"/>
            </a:xfrm>
            <a:custGeom>
              <a:avLst/>
              <a:gdLst>
                <a:gd name="T0" fmla="*/ 29908 w 126"/>
                <a:gd name="T1" fmla="*/ 0 h 109"/>
                <a:gd name="T2" fmla="*/ 5887 w 126"/>
                <a:gd name="T3" fmla="*/ 49 h 109"/>
                <a:gd name="T4" fmla="*/ 0 w 126"/>
                <a:gd name="T5" fmla="*/ 180 h 109"/>
                <a:gd name="T6" fmla="*/ 18609 w 126"/>
                <a:gd name="T7" fmla="*/ 269 h 109"/>
                <a:gd name="T8" fmla="*/ 65273 w 126"/>
                <a:gd name="T9" fmla="*/ 269 h 109"/>
                <a:gd name="T10" fmla="*/ 83938 w 126"/>
                <a:gd name="T11" fmla="*/ 163 h 109"/>
                <a:gd name="T12" fmla="*/ 67959 w 126"/>
                <a:gd name="T13" fmla="*/ 35 h 109"/>
                <a:gd name="T14" fmla="*/ 29908 w 126"/>
                <a:gd name="T15" fmla="*/ 0 h 109"/>
                <a:gd name="T16" fmla="*/ 0 60000 65536"/>
                <a:gd name="T17" fmla="*/ 0 60000 65536"/>
                <a:gd name="T18" fmla="*/ 0 60000 65536"/>
                <a:gd name="T19" fmla="*/ 0 60000 65536"/>
                <a:gd name="T20" fmla="*/ 0 60000 65536"/>
                <a:gd name="T21" fmla="*/ 0 60000 65536"/>
                <a:gd name="T22" fmla="*/ 0 60000 65536"/>
                <a:gd name="T23" fmla="*/ 0 60000 65536"/>
                <a:gd name="T24" fmla="*/ 0 w 126"/>
                <a:gd name="T25" fmla="*/ 0 h 109"/>
                <a:gd name="T26" fmla="*/ 126 w 126"/>
                <a:gd name="T27" fmla="*/ 109 h 10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26" h="109">
                  <a:moveTo>
                    <a:pt x="45" y="0"/>
                  </a:moveTo>
                  <a:lnTo>
                    <a:pt x="9" y="20"/>
                  </a:lnTo>
                  <a:lnTo>
                    <a:pt x="0" y="73"/>
                  </a:lnTo>
                  <a:lnTo>
                    <a:pt x="28" y="109"/>
                  </a:lnTo>
                  <a:lnTo>
                    <a:pt x="98" y="109"/>
                  </a:lnTo>
                  <a:lnTo>
                    <a:pt x="126" y="66"/>
                  </a:lnTo>
                  <a:lnTo>
                    <a:pt x="102" y="14"/>
                  </a:lnTo>
                  <a:lnTo>
                    <a:pt x="45" y="0"/>
                  </a:lnTo>
                  <a:close/>
                </a:path>
              </a:pathLst>
            </a:custGeom>
            <a:solidFill>
              <a:srgbClr val="FF3300"/>
            </a:solidFill>
            <a:ln w="9525">
              <a:solidFill>
                <a:srgbClr val="00FFFF"/>
              </a:solidFill>
              <a:round/>
            </a:ln>
          </p:spPr>
          <p:txBody>
            <a:bodyPr/>
            <a:lstStyle/>
            <a:p>
              <a:endParaRPr lang="zh-CN" altLang="en-US"/>
            </a:p>
          </p:txBody>
        </p:sp>
      </p:grpSp>
      <p:grpSp>
        <p:nvGrpSpPr>
          <p:cNvPr id="10" name="Group 34"/>
          <p:cNvGrpSpPr/>
          <p:nvPr/>
        </p:nvGrpSpPr>
        <p:grpSpPr bwMode="auto">
          <a:xfrm>
            <a:off x="5561718" y="6230632"/>
            <a:ext cx="2206625" cy="466725"/>
            <a:chOff x="1944" y="3485"/>
            <a:chExt cx="1390" cy="294"/>
          </a:xfrm>
        </p:grpSpPr>
        <p:sp>
          <p:nvSpPr>
            <p:cNvPr id="45071" name="AutoShape 35"/>
            <p:cNvSpPr>
              <a:spLocks noChangeArrowheads="1"/>
            </p:cNvSpPr>
            <p:nvPr/>
          </p:nvSpPr>
          <p:spPr bwMode="auto">
            <a:xfrm>
              <a:off x="1944" y="3485"/>
              <a:ext cx="1344" cy="263"/>
            </a:xfrm>
            <a:prstGeom prst="wedgeRectCallout">
              <a:avLst>
                <a:gd name="adj1" fmla="val -71751"/>
                <a:gd name="adj2" fmla="val -109532"/>
              </a:avLst>
            </a:prstGeom>
            <a:noFill/>
            <a:ln w="50800" cap="sq">
              <a:solidFill>
                <a:srgbClr val="2EB9B6"/>
              </a:solidFill>
              <a:miter lim="800000"/>
            </a:ln>
          </p:spPr>
          <p:txBody>
            <a:bodyPr anchor="ctr"/>
            <a:lstStyle/>
            <a:p>
              <a:pPr algn="ctr"/>
              <a:endParaRPr lang="zh-CN" altLang="en-US" sz="2600"/>
            </a:p>
          </p:txBody>
        </p:sp>
        <p:sp>
          <p:nvSpPr>
            <p:cNvPr id="45072" name="Text Box 36"/>
            <p:cNvSpPr txBox="1">
              <a:spLocks noChangeArrowheads="1"/>
            </p:cNvSpPr>
            <p:nvPr/>
          </p:nvSpPr>
          <p:spPr bwMode="auto">
            <a:xfrm>
              <a:off x="1990" y="3500"/>
              <a:ext cx="1344" cy="279"/>
            </a:xfrm>
            <a:prstGeom prst="rect">
              <a:avLst/>
            </a:prstGeom>
            <a:noFill/>
            <a:ln w="12700" cap="sq">
              <a:noFill/>
              <a:miter lim="800000"/>
            </a:ln>
          </p:spPr>
          <p:txBody>
            <a:bodyPr>
              <a:spAutoFit/>
            </a:bodyPr>
            <a:lstStyle/>
            <a:p>
              <a:r>
                <a:rPr lang="zh-CN" altLang="en-US" sz="2300" dirty="0">
                  <a:solidFill>
                    <a:schemeClr val="accent2"/>
                  </a:solidFill>
                  <a:ea typeface="黑体" panose="02010609060101010101" pitchFamily="2" charset="-122"/>
                </a:rPr>
                <a:t>当 </a:t>
              </a:r>
              <a:r>
                <a:rPr lang="en-US" altLang="zh-CN" sz="2300" dirty="0">
                  <a:solidFill>
                    <a:schemeClr val="accent2"/>
                  </a:solidFill>
                  <a:ea typeface="黑体" panose="02010609060101010101" pitchFamily="2" charset="-122"/>
                </a:rPr>
                <a:t>k</a:t>
              </a:r>
              <a:r>
                <a:rPr lang="en-US" altLang="zh-CN" sz="2300" dirty="0">
                  <a:solidFill>
                    <a:schemeClr val="accent2"/>
                  </a:solidFill>
                  <a:ea typeface="黑体" panose="02010609060101010101" pitchFamily="2" charset="-122"/>
                  <a:sym typeface="Symbol" pitchFamily="18" charset="2"/>
                </a:rPr>
                <a:t>1,m=1</a:t>
              </a:r>
              <a:r>
                <a:rPr lang="zh-CN" altLang="en-US" sz="2300" dirty="0">
                  <a:solidFill>
                    <a:schemeClr val="accent2"/>
                  </a:solidFill>
                  <a:ea typeface="黑体" panose="02010609060101010101" pitchFamily="2" charset="-122"/>
                  <a:sym typeface="Symbol" pitchFamily="18" charset="2"/>
                </a:rPr>
                <a:t>时</a:t>
              </a:r>
              <a:endParaRPr lang="zh-CN" altLang="en-US" sz="2300" dirty="0">
                <a:solidFill>
                  <a:schemeClr val="accent2"/>
                </a:solidFill>
                <a:ea typeface="黑体" panose="02010609060101010101" pitchFamily="2" charset="-122"/>
              </a:endParaRPr>
            </a:p>
          </p:txBody>
        </p:sp>
      </p:grpSp>
      <p:grpSp>
        <p:nvGrpSpPr>
          <p:cNvPr id="11" name="Group 37"/>
          <p:cNvGrpSpPr/>
          <p:nvPr/>
        </p:nvGrpSpPr>
        <p:grpSpPr bwMode="auto">
          <a:xfrm>
            <a:off x="7100888" y="457200"/>
            <a:ext cx="3459162" cy="533400"/>
            <a:chOff x="3513" y="288"/>
            <a:chExt cx="2179" cy="336"/>
          </a:xfrm>
        </p:grpSpPr>
        <p:sp>
          <p:nvSpPr>
            <p:cNvPr id="45069" name="AutoShape 38"/>
            <p:cNvSpPr>
              <a:spLocks noChangeArrowheads="1"/>
            </p:cNvSpPr>
            <p:nvPr/>
          </p:nvSpPr>
          <p:spPr bwMode="auto">
            <a:xfrm>
              <a:off x="3513" y="288"/>
              <a:ext cx="1862" cy="336"/>
            </a:xfrm>
            <a:prstGeom prst="wedgeRoundRectCallout">
              <a:avLst>
                <a:gd name="adj1" fmla="val -8593"/>
                <a:gd name="adj2" fmla="val 122620"/>
                <a:gd name="adj3" fmla="val 16667"/>
              </a:avLst>
            </a:prstGeom>
            <a:noFill/>
            <a:ln w="50800" cap="sq">
              <a:solidFill>
                <a:srgbClr val="2EB9B6"/>
              </a:solidFill>
              <a:miter lim="800000"/>
            </a:ln>
          </p:spPr>
          <p:txBody>
            <a:bodyPr anchor="ctr"/>
            <a:lstStyle/>
            <a:p>
              <a:pPr algn="ctr"/>
              <a:endParaRPr lang="zh-CN" altLang="en-US" sz="2600"/>
            </a:p>
          </p:txBody>
        </p:sp>
        <p:sp>
          <p:nvSpPr>
            <p:cNvPr id="45070" name="Rectangle 39"/>
            <p:cNvSpPr>
              <a:spLocks noChangeArrowheads="1"/>
            </p:cNvSpPr>
            <p:nvPr/>
          </p:nvSpPr>
          <p:spPr bwMode="auto">
            <a:xfrm>
              <a:off x="3551" y="315"/>
              <a:ext cx="2141" cy="279"/>
            </a:xfrm>
            <a:prstGeom prst="rect">
              <a:avLst/>
            </a:prstGeom>
            <a:noFill/>
            <a:ln w="12700" cap="sq">
              <a:noFill/>
              <a:miter lim="800000"/>
            </a:ln>
          </p:spPr>
          <p:txBody>
            <a:bodyPr>
              <a:spAutoFit/>
            </a:bodyPr>
            <a:lstStyle/>
            <a:p>
              <a:r>
                <a:rPr lang="zh-CN" altLang="en-US" sz="2300">
                  <a:solidFill>
                    <a:srgbClr val="000096"/>
                  </a:solidFill>
                  <a:ea typeface="黑体" panose="02010609060101010101" pitchFamily="2" charset="-122"/>
                </a:rPr>
                <a:t>反复寻找并删除结点</a:t>
              </a:r>
              <a:endParaRPr lang="zh-CN" altLang="en-US" sz="2300">
                <a:solidFill>
                  <a:srgbClr val="000096"/>
                </a:solidFill>
                <a:ea typeface="黑体" panose="0201060906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99045"/>
                                        </p:tgtEl>
                                        <p:attrNameLst>
                                          <p:attrName>style.visibility</p:attrName>
                                        </p:attrNameLst>
                                      </p:cBhvr>
                                      <p:to>
                                        <p:strVal val="visible"/>
                                      </p:to>
                                    </p:set>
                                    <p:anim calcmode="lin" valueType="num">
                                      <p:cBhvr additive="base">
                                        <p:cTn id="7" dur="500" fill="hold"/>
                                        <p:tgtEl>
                                          <p:spTgt spid="599045"/>
                                        </p:tgtEl>
                                        <p:attrNameLst>
                                          <p:attrName>ppt_x</p:attrName>
                                        </p:attrNameLst>
                                      </p:cBhvr>
                                      <p:tavLst>
                                        <p:tav tm="0">
                                          <p:val>
                                            <p:strVal val="0-#ppt_w/2"/>
                                          </p:val>
                                        </p:tav>
                                        <p:tav tm="100000">
                                          <p:val>
                                            <p:strVal val="#ppt_x"/>
                                          </p:val>
                                        </p:tav>
                                      </p:tavLst>
                                    </p:anim>
                                    <p:anim calcmode="lin" valueType="num">
                                      <p:cBhvr additive="base">
                                        <p:cTn id="8" dur="500" fill="hold"/>
                                        <p:tgtEl>
                                          <p:spTgt spid="59904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2" fill="hold" grpId="0" nodeType="clickEffect">
                                  <p:stCondLst>
                                    <p:cond delay="0"/>
                                  </p:stCondLst>
                                  <p:childTnLst>
                                    <p:set>
                                      <p:cBhvr>
                                        <p:cTn id="12" dur="1" fill="hold">
                                          <p:stCondLst>
                                            <p:cond delay="0"/>
                                          </p:stCondLst>
                                        </p:cTn>
                                        <p:tgtEl>
                                          <p:spTgt spid="599046"/>
                                        </p:tgtEl>
                                        <p:attrNameLst>
                                          <p:attrName>style.visibility</p:attrName>
                                        </p:attrNameLst>
                                      </p:cBhvr>
                                      <p:to>
                                        <p:strVal val="visible"/>
                                      </p:to>
                                    </p:set>
                                    <p:animEffect transition="in" filter="wipe(right)">
                                      <p:cBhvr>
                                        <p:cTn id="13" dur="500"/>
                                        <p:tgtEl>
                                          <p:spTgt spid="599046"/>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599047"/>
                                        </p:tgtEl>
                                        <p:attrNameLst>
                                          <p:attrName>style.visibility</p:attrName>
                                        </p:attrNameLst>
                                      </p:cBhvr>
                                      <p:to>
                                        <p:strVal val="visible"/>
                                      </p:to>
                                    </p:set>
                                    <p:animEffect transition="in" filter="wipe(up)">
                                      <p:cBhvr>
                                        <p:cTn id="18" dur="500"/>
                                        <p:tgtEl>
                                          <p:spTgt spid="599047"/>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42" fill="hold" grpId="0" nodeType="clickEffect">
                                  <p:stCondLst>
                                    <p:cond delay="0"/>
                                  </p:stCondLst>
                                  <p:childTnLst>
                                    <p:set>
                                      <p:cBhvr>
                                        <p:cTn id="22" dur="1" fill="hold">
                                          <p:stCondLst>
                                            <p:cond delay="0"/>
                                          </p:stCondLst>
                                        </p:cTn>
                                        <p:tgtEl>
                                          <p:spTgt spid="599048"/>
                                        </p:tgtEl>
                                        <p:attrNameLst>
                                          <p:attrName>style.visibility</p:attrName>
                                        </p:attrNameLst>
                                      </p:cBhvr>
                                      <p:to>
                                        <p:strVal val="visible"/>
                                      </p:to>
                                    </p:set>
                                    <p:animEffect transition="in" filter="barn(outHorizontal)">
                                      <p:cBhvr>
                                        <p:cTn id="23" dur="500"/>
                                        <p:tgtEl>
                                          <p:spTgt spid="599048"/>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2"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 calcmode="lin" valueType="num">
                                      <p:cBhvr additive="base">
                                        <p:cTn id="28" dur="500" fill="hold"/>
                                        <p:tgtEl>
                                          <p:spTgt spid="4"/>
                                        </p:tgtEl>
                                        <p:attrNameLst>
                                          <p:attrName>ppt_x</p:attrName>
                                        </p:attrNameLst>
                                      </p:cBhvr>
                                      <p:tavLst>
                                        <p:tav tm="0">
                                          <p:val>
                                            <p:strVal val="1+#ppt_w/2"/>
                                          </p:val>
                                        </p:tav>
                                        <p:tav tm="100000">
                                          <p:val>
                                            <p:strVal val="#ppt_x"/>
                                          </p:val>
                                        </p:tav>
                                      </p:tavLst>
                                    </p:anim>
                                    <p:anim calcmode="lin" valueType="num">
                                      <p:cBhvr additive="base">
                                        <p:cTn id="29"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nodeType="click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wipe(up)">
                                      <p:cBhvr>
                                        <p:cTn id="34" dur="500"/>
                                        <p:tgtEl>
                                          <p:spTgt spid="11"/>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nodeType="clickEffect">
                                  <p:stCondLst>
                                    <p:cond delay="0"/>
                                  </p:stCondLst>
                                  <p:childTnLst>
                                    <p:set>
                                      <p:cBhvr>
                                        <p:cTn id="38" dur="1" fill="hold">
                                          <p:stCondLst>
                                            <p:cond delay="0"/>
                                          </p:stCondLst>
                                        </p:cTn>
                                        <p:tgtEl>
                                          <p:spTgt spid="9"/>
                                        </p:tgtEl>
                                        <p:attrNameLst>
                                          <p:attrName>style.visibility</p:attrName>
                                        </p:attrNameLst>
                                      </p:cBhvr>
                                      <p:to>
                                        <p:strVal val="visible"/>
                                      </p:to>
                                    </p:set>
                                    <p:anim calcmode="lin" valueType="num">
                                      <p:cBhvr additive="base">
                                        <p:cTn id="39" dur="500" fill="hold"/>
                                        <p:tgtEl>
                                          <p:spTgt spid="9"/>
                                        </p:tgtEl>
                                        <p:attrNameLst>
                                          <p:attrName>ppt_x</p:attrName>
                                        </p:attrNameLst>
                                      </p:cBhvr>
                                      <p:tavLst>
                                        <p:tav tm="0">
                                          <p:val>
                                            <p:strVal val="0-#ppt_w/2"/>
                                          </p:val>
                                        </p:tav>
                                        <p:tav tm="100000">
                                          <p:val>
                                            <p:strVal val="#ppt_x"/>
                                          </p:val>
                                        </p:tav>
                                      </p:tavLst>
                                    </p:anim>
                                    <p:anim calcmode="lin" valueType="num">
                                      <p:cBhvr additive="base">
                                        <p:cTn id="40"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2" presetClass="entr" presetSubtype="2" fill="hold" nodeType="click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wipe(right)">
                                      <p:cBhvr>
                                        <p:cTn id="4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9045" grpId="0" autoUpdateAnimBg="0"/>
      <p:bldP spid="599046" grpId="0" autoUpdateAnimBg="0"/>
      <p:bldP spid="599047" grpId="0" autoUpdateAnimBg="0"/>
      <p:bldP spid="599048" grpId="0" animBg="1"/>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7"/>
          <p:cNvGrpSpPr/>
          <p:nvPr/>
        </p:nvGrpSpPr>
        <p:grpSpPr bwMode="auto">
          <a:xfrm>
            <a:off x="2057400" y="914400"/>
            <a:ext cx="8077200" cy="4649788"/>
            <a:chOff x="336" y="672"/>
            <a:chExt cx="5088" cy="2929"/>
          </a:xfrm>
        </p:grpSpPr>
        <p:sp>
          <p:nvSpPr>
            <p:cNvPr id="46089" name="Oval 4"/>
            <p:cNvSpPr>
              <a:spLocks noChangeArrowheads="1"/>
            </p:cNvSpPr>
            <p:nvPr/>
          </p:nvSpPr>
          <p:spPr bwMode="auto">
            <a:xfrm>
              <a:off x="336" y="726"/>
              <a:ext cx="5088" cy="2778"/>
            </a:xfrm>
            <a:prstGeom prst="ellipse">
              <a:avLst/>
            </a:prstGeom>
            <a:solidFill>
              <a:srgbClr val="FFFFCD"/>
            </a:solidFill>
            <a:ln w="9525">
              <a:noFill/>
              <a:round/>
            </a:ln>
            <a:effectLst>
              <a:outerShdw dist="188799" dir="2863579" algn="ctr" rotWithShape="0">
                <a:srgbClr val="C0C0C0"/>
              </a:outerShdw>
            </a:effectLst>
          </p:spPr>
          <p:txBody>
            <a:bodyPr wrap="none" anchor="ctr"/>
            <a:lstStyle/>
            <a:p>
              <a:endParaRPr lang="zh-CN" altLang="en-US"/>
            </a:p>
          </p:txBody>
        </p:sp>
        <p:sp>
          <p:nvSpPr>
            <p:cNvPr id="46090" name="Text Box 5"/>
            <p:cNvSpPr txBox="1">
              <a:spLocks noChangeArrowheads="1"/>
            </p:cNvSpPr>
            <p:nvPr/>
          </p:nvSpPr>
          <p:spPr bwMode="auto">
            <a:xfrm>
              <a:off x="720" y="960"/>
              <a:ext cx="4464" cy="2641"/>
            </a:xfrm>
            <a:prstGeom prst="rect">
              <a:avLst/>
            </a:prstGeom>
            <a:noFill/>
            <a:ln w="9525">
              <a:noFill/>
              <a:miter lim="800000"/>
            </a:ln>
          </p:spPr>
          <p:txBody>
            <a:bodyPr>
              <a:spAutoFit/>
            </a:bodyPr>
            <a:lstStyle/>
            <a:p>
              <a:pPr>
                <a:lnSpc>
                  <a:spcPct val="90000"/>
                </a:lnSpc>
                <a:spcBef>
                  <a:spcPct val="0"/>
                </a:spcBef>
              </a:pPr>
              <a:endParaRPr lang="zh-CN" altLang="en-US" sz="2600" dirty="0">
                <a:solidFill>
                  <a:srgbClr val="000096"/>
                </a:solidFill>
              </a:endParaRPr>
            </a:p>
            <a:p>
              <a:pPr>
                <a:lnSpc>
                  <a:spcPct val="90000"/>
                </a:lnSpc>
                <a:spcBef>
                  <a:spcPct val="0"/>
                </a:spcBef>
              </a:pPr>
              <a:r>
                <a:rPr lang="zh-CN" altLang="en-US" sz="2600" dirty="0">
                  <a:solidFill>
                    <a:srgbClr val="000096"/>
                  </a:solidFill>
                </a:rPr>
                <a:t>       </a:t>
              </a:r>
              <a:r>
                <a:rPr lang="zh-CN" altLang="en-US" sz="2700" dirty="0">
                  <a:solidFill>
                    <a:srgbClr val="000096"/>
                  </a:solidFill>
                </a:rPr>
                <a:t>#</a:t>
              </a:r>
              <a:r>
                <a:rPr lang="en-US" altLang="zh-CN" sz="2700" dirty="0">
                  <a:solidFill>
                    <a:srgbClr val="000096"/>
                  </a:solidFill>
                </a:rPr>
                <a:t>include   &lt;</a:t>
              </a:r>
              <a:r>
                <a:rPr lang="en-US" altLang="zh-CN" sz="2700" dirty="0" err="1">
                  <a:solidFill>
                    <a:srgbClr val="000096"/>
                  </a:solidFill>
                </a:rPr>
                <a:t>stdlib.h</a:t>
              </a:r>
              <a:r>
                <a:rPr lang="en-US" altLang="zh-CN" sz="2700" dirty="0">
                  <a:solidFill>
                    <a:srgbClr val="000096"/>
                  </a:solidFill>
                </a:rPr>
                <a:t>&gt;</a:t>
              </a:r>
              <a:endParaRPr lang="en-US" altLang="zh-CN" sz="2700" dirty="0">
                <a:solidFill>
                  <a:srgbClr val="000096"/>
                </a:solidFill>
              </a:endParaRPr>
            </a:p>
            <a:p>
              <a:pPr>
                <a:lnSpc>
                  <a:spcPct val="90000"/>
                </a:lnSpc>
                <a:spcBef>
                  <a:spcPct val="0"/>
                </a:spcBef>
              </a:pPr>
              <a:r>
                <a:rPr lang="en-US" altLang="zh-CN" sz="2700" dirty="0">
                  <a:solidFill>
                    <a:srgbClr val="000096"/>
                  </a:solidFill>
                </a:rPr>
                <a:t>      void </a:t>
              </a:r>
              <a:r>
                <a:rPr lang="en-US" altLang="zh-CN" sz="2700" dirty="0" err="1">
                  <a:solidFill>
                    <a:srgbClr val="000096"/>
                  </a:solidFill>
                </a:rPr>
                <a:t>josephu</a:t>
              </a:r>
              <a:r>
                <a:rPr lang="en-US" altLang="zh-CN" sz="2700" dirty="0">
                  <a:solidFill>
                    <a:srgbClr val="000096"/>
                  </a:solidFill>
                </a:rPr>
                <a:t>(</a:t>
              </a:r>
              <a:r>
                <a:rPr lang="en-US" altLang="zh-CN" sz="2700" dirty="0" err="1">
                  <a:solidFill>
                    <a:srgbClr val="000096"/>
                  </a:solidFill>
                </a:rPr>
                <a:t>int</a:t>
              </a:r>
              <a:r>
                <a:rPr lang="en-US" altLang="zh-CN" sz="2700" dirty="0">
                  <a:solidFill>
                    <a:srgbClr val="000096"/>
                  </a:solidFill>
                </a:rPr>
                <a:t> n, </a:t>
              </a:r>
              <a:r>
                <a:rPr lang="en-US" altLang="zh-CN" sz="2700" dirty="0" err="1">
                  <a:solidFill>
                    <a:srgbClr val="000096"/>
                  </a:solidFill>
                </a:rPr>
                <a:t>int</a:t>
              </a:r>
              <a:r>
                <a:rPr lang="en-US" altLang="zh-CN" sz="2700" dirty="0">
                  <a:solidFill>
                    <a:srgbClr val="000096"/>
                  </a:solidFill>
                </a:rPr>
                <a:t> k, </a:t>
              </a:r>
              <a:r>
                <a:rPr lang="en-US" altLang="zh-CN" sz="2700" dirty="0" err="1">
                  <a:solidFill>
                    <a:srgbClr val="000096"/>
                  </a:solidFill>
                </a:rPr>
                <a:t>int</a:t>
              </a:r>
              <a:r>
                <a:rPr lang="en-US" altLang="zh-CN" sz="2700" dirty="0">
                  <a:solidFill>
                    <a:srgbClr val="000096"/>
                  </a:solidFill>
                </a:rPr>
                <a:t> m);</a:t>
              </a:r>
              <a:endParaRPr lang="en-US" altLang="zh-CN" sz="2700" dirty="0">
                <a:solidFill>
                  <a:srgbClr val="000096"/>
                </a:solidFill>
              </a:endParaRPr>
            </a:p>
            <a:p>
              <a:pPr>
                <a:lnSpc>
                  <a:spcPct val="90000"/>
                </a:lnSpc>
                <a:spcBef>
                  <a:spcPct val="0"/>
                </a:spcBef>
              </a:pPr>
              <a:r>
                <a:rPr lang="zh-CN" altLang="en-US" sz="2700" dirty="0">
                  <a:solidFill>
                    <a:srgbClr val="000096"/>
                  </a:solidFill>
                </a:rPr>
                <a:t>       </a:t>
              </a:r>
              <a:r>
                <a:rPr lang="en-US" altLang="zh-CN" sz="2700" dirty="0" err="1">
                  <a:solidFill>
                    <a:srgbClr val="000096"/>
                  </a:solidFill>
                </a:rPr>
                <a:t>int</a:t>
              </a:r>
              <a:r>
                <a:rPr lang="en-US" altLang="zh-CN" sz="2700" dirty="0">
                  <a:solidFill>
                    <a:srgbClr val="000096"/>
                  </a:solidFill>
                </a:rPr>
                <a:t> main( )</a:t>
              </a:r>
              <a:endParaRPr lang="en-US" altLang="zh-CN" sz="2700" dirty="0">
                <a:solidFill>
                  <a:srgbClr val="000096"/>
                </a:solidFill>
              </a:endParaRPr>
            </a:p>
            <a:p>
              <a:pPr>
                <a:lnSpc>
                  <a:spcPct val="90000"/>
                </a:lnSpc>
                <a:spcBef>
                  <a:spcPct val="0"/>
                </a:spcBef>
              </a:pPr>
              <a:r>
                <a:rPr lang="en-US" altLang="zh-CN" sz="2700" dirty="0">
                  <a:solidFill>
                    <a:srgbClr val="000096"/>
                  </a:solidFill>
                </a:rPr>
                <a:t>       {</a:t>
              </a:r>
              <a:endParaRPr lang="en-US" altLang="zh-CN" sz="2700" dirty="0">
                <a:solidFill>
                  <a:srgbClr val="000096"/>
                </a:solidFill>
              </a:endParaRPr>
            </a:p>
            <a:p>
              <a:pPr>
                <a:lnSpc>
                  <a:spcPct val="90000"/>
                </a:lnSpc>
                <a:spcBef>
                  <a:spcPct val="0"/>
                </a:spcBef>
              </a:pPr>
              <a:r>
                <a:rPr lang="en-US" altLang="zh-CN" sz="2700" dirty="0">
                  <a:solidFill>
                    <a:srgbClr val="000096"/>
                  </a:solidFill>
                </a:rPr>
                <a:t>              </a:t>
              </a:r>
              <a:r>
                <a:rPr lang="en-US" altLang="zh-CN" sz="2700" dirty="0" err="1">
                  <a:solidFill>
                    <a:srgbClr val="000096"/>
                  </a:solidFill>
                </a:rPr>
                <a:t>int</a:t>
              </a:r>
              <a:r>
                <a:rPr lang="en-US" altLang="zh-CN" sz="2700" dirty="0">
                  <a:solidFill>
                    <a:srgbClr val="000096"/>
                  </a:solidFill>
                </a:rPr>
                <a:t>  n, k, m;</a:t>
              </a:r>
              <a:endParaRPr lang="en-US" altLang="zh-CN" sz="2700" dirty="0">
                <a:solidFill>
                  <a:srgbClr val="000096"/>
                </a:solidFill>
              </a:endParaRPr>
            </a:p>
            <a:p>
              <a:pPr>
                <a:lnSpc>
                  <a:spcPct val="90000"/>
                </a:lnSpc>
                <a:spcBef>
                  <a:spcPct val="0"/>
                </a:spcBef>
              </a:pPr>
              <a:r>
                <a:rPr lang="en-US" altLang="zh-CN" sz="2700" dirty="0">
                  <a:solidFill>
                    <a:srgbClr val="000096"/>
                  </a:solidFill>
                </a:rPr>
                <a:t>              </a:t>
              </a:r>
              <a:r>
                <a:rPr lang="en-US" altLang="zh-CN" sz="2700" dirty="0" err="1">
                  <a:solidFill>
                    <a:srgbClr val="000096"/>
                  </a:solidFill>
                </a:rPr>
                <a:t>printf</a:t>
              </a:r>
              <a:r>
                <a:rPr lang="en-US" altLang="zh-CN" sz="2700" dirty="0">
                  <a:solidFill>
                    <a:srgbClr val="000096"/>
                  </a:solidFill>
                </a:rPr>
                <a:t>(“\</a:t>
              </a:r>
              <a:r>
                <a:rPr lang="en-US" altLang="zh-CN" sz="2700" dirty="0" err="1">
                  <a:solidFill>
                    <a:srgbClr val="000096"/>
                  </a:solidFill>
                </a:rPr>
                <a:t>nInput</a:t>
              </a:r>
              <a:r>
                <a:rPr lang="en-US" altLang="zh-CN" sz="2700" dirty="0">
                  <a:solidFill>
                    <a:srgbClr val="000096"/>
                  </a:solidFill>
                </a:rPr>
                <a:t> n, k, m: ”);</a:t>
              </a:r>
              <a:endParaRPr lang="en-US" altLang="zh-CN" sz="2700" dirty="0">
                <a:solidFill>
                  <a:srgbClr val="000096"/>
                </a:solidFill>
              </a:endParaRPr>
            </a:p>
            <a:p>
              <a:pPr>
                <a:lnSpc>
                  <a:spcPct val="90000"/>
                </a:lnSpc>
                <a:spcBef>
                  <a:spcPct val="0"/>
                </a:spcBef>
              </a:pPr>
              <a:r>
                <a:rPr lang="en-US" altLang="zh-CN" sz="2700" dirty="0">
                  <a:solidFill>
                    <a:srgbClr val="000096"/>
                  </a:solidFill>
                </a:rPr>
                <a:t>              </a:t>
              </a:r>
              <a:r>
                <a:rPr lang="en-US" altLang="zh-CN" sz="2700" dirty="0" err="1">
                  <a:solidFill>
                    <a:srgbClr val="000096"/>
                  </a:solidFill>
                </a:rPr>
                <a:t>scanf</a:t>
              </a:r>
              <a:r>
                <a:rPr lang="en-US" altLang="zh-CN" sz="2700" dirty="0">
                  <a:solidFill>
                    <a:srgbClr val="000096"/>
                  </a:solidFill>
                </a:rPr>
                <a:t>(“%d %d %</a:t>
              </a:r>
              <a:r>
                <a:rPr lang="en-US" altLang="zh-CN" sz="2700" dirty="0" err="1">
                  <a:solidFill>
                    <a:srgbClr val="000096"/>
                  </a:solidFill>
                </a:rPr>
                <a:t>d”,&amp;n</a:t>
              </a:r>
              <a:r>
                <a:rPr lang="en-US" altLang="zh-CN" sz="2700" dirty="0">
                  <a:solidFill>
                    <a:srgbClr val="000096"/>
                  </a:solidFill>
                </a:rPr>
                <a:t>, &amp;</a:t>
              </a:r>
              <a:r>
                <a:rPr lang="en-US" altLang="zh-CN" sz="2700" dirty="0" err="1">
                  <a:solidFill>
                    <a:srgbClr val="000096"/>
                  </a:solidFill>
                </a:rPr>
                <a:t>k,&amp;m</a:t>
              </a:r>
              <a:r>
                <a:rPr lang="en-US" altLang="zh-CN" sz="2700" dirty="0">
                  <a:solidFill>
                    <a:srgbClr val="000096"/>
                  </a:solidFill>
                </a:rPr>
                <a:t>);</a:t>
              </a:r>
              <a:endParaRPr lang="en-US" altLang="zh-CN" sz="2700" dirty="0">
                <a:solidFill>
                  <a:srgbClr val="000096"/>
                </a:solidFill>
              </a:endParaRPr>
            </a:p>
            <a:p>
              <a:pPr>
                <a:lnSpc>
                  <a:spcPct val="90000"/>
                </a:lnSpc>
                <a:spcBef>
                  <a:spcPct val="0"/>
                </a:spcBef>
              </a:pPr>
              <a:r>
                <a:rPr lang="en-US" altLang="zh-CN" sz="2700" dirty="0">
                  <a:solidFill>
                    <a:srgbClr val="000096"/>
                  </a:solidFill>
                </a:rPr>
                <a:t>              </a:t>
              </a:r>
              <a:r>
                <a:rPr lang="en-US" altLang="zh-CN" sz="2700" dirty="0" err="1">
                  <a:solidFill>
                    <a:srgbClr val="FF3300"/>
                  </a:solidFill>
                </a:rPr>
                <a:t>josephu</a:t>
              </a:r>
              <a:r>
                <a:rPr lang="en-US" altLang="zh-CN" sz="2700" dirty="0">
                  <a:solidFill>
                    <a:srgbClr val="FF3300"/>
                  </a:solidFill>
                </a:rPr>
                <a:t>(</a:t>
              </a:r>
              <a:r>
                <a:rPr lang="en-US" altLang="zh-CN" sz="2700" dirty="0" err="1">
                  <a:solidFill>
                    <a:srgbClr val="FF3300"/>
                  </a:solidFill>
                </a:rPr>
                <a:t>n,k,m</a:t>
              </a:r>
              <a:r>
                <a:rPr lang="en-US" altLang="zh-CN" sz="2700" dirty="0">
                  <a:solidFill>
                    <a:srgbClr val="FF3300"/>
                  </a:solidFill>
                </a:rPr>
                <a:t>);</a:t>
              </a:r>
              <a:endParaRPr lang="en-US" altLang="zh-CN" sz="2700" dirty="0">
                <a:solidFill>
                  <a:srgbClr val="FF3300"/>
                </a:solidFill>
              </a:endParaRPr>
            </a:p>
            <a:p>
              <a:pPr>
                <a:lnSpc>
                  <a:spcPct val="90000"/>
                </a:lnSpc>
                <a:spcBef>
                  <a:spcPct val="0"/>
                </a:spcBef>
              </a:pPr>
              <a:r>
                <a:rPr lang="en-US" altLang="zh-CN" sz="2700" dirty="0">
                  <a:solidFill>
                    <a:srgbClr val="7030A0"/>
                  </a:solidFill>
                </a:rPr>
                <a:t>              return 0;</a:t>
              </a:r>
              <a:endParaRPr lang="en-US" altLang="zh-CN" sz="2700" dirty="0">
                <a:solidFill>
                  <a:srgbClr val="7030A0"/>
                </a:solidFill>
              </a:endParaRPr>
            </a:p>
            <a:p>
              <a:pPr>
                <a:lnSpc>
                  <a:spcPct val="90000"/>
                </a:lnSpc>
                <a:spcBef>
                  <a:spcPct val="0"/>
                </a:spcBef>
              </a:pPr>
              <a:r>
                <a:rPr lang="en-US" altLang="zh-CN" sz="2700" dirty="0">
                  <a:solidFill>
                    <a:srgbClr val="000096"/>
                  </a:solidFill>
                </a:rPr>
                <a:t>        }</a:t>
              </a:r>
              <a:endParaRPr lang="en-US" altLang="zh-CN" sz="2700" dirty="0">
                <a:solidFill>
                  <a:srgbClr val="000096"/>
                </a:solidFill>
              </a:endParaRPr>
            </a:p>
          </p:txBody>
        </p:sp>
        <p:sp>
          <p:nvSpPr>
            <p:cNvPr id="46091" name="Rectangle 6"/>
            <p:cNvSpPr>
              <a:spLocks noChangeArrowheads="1"/>
            </p:cNvSpPr>
            <p:nvPr/>
          </p:nvSpPr>
          <p:spPr bwMode="auto">
            <a:xfrm>
              <a:off x="744" y="672"/>
              <a:ext cx="1368" cy="500"/>
            </a:xfrm>
            <a:prstGeom prst="rect">
              <a:avLst/>
            </a:prstGeom>
            <a:noFill/>
            <a:ln w="12700" cap="sq">
              <a:noFill/>
              <a:miter lim="800000"/>
            </a:ln>
            <a:effectLst>
              <a:outerShdw dist="25400" dir="5400000" algn="ctr" rotWithShape="0">
                <a:srgbClr val="000000"/>
              </a:outerShdw>
            </a:effectLst>
          </p:spPr>
          <p:txBody>
            <a:bodyPr>
              <a:spAutoFit/>
            </a:bodyPr>
            <a:lstStyle/>
            <a:p>
              <a:r>
                <a:rPr lang="zh-CN" altLang="en-US" sz="4600" i="1">
                  <a:solidFill>
                    <a:srgbClr val="FF6600"/>
                  </a:solidFill>
                  <a:ea typeface="黑体" panose="02010609060101010101" pitchFamily="2" charset="-122"/>
                </a:rPr>
                <a:t>主函数</a:t>
              </a:r>
              <a:endParaRPr lang="zh-CN" altLang="en-US" sz="4600" i="1">
                <a:solidFill>
                  <a:srgbClr val="FF6600"/>
                </a:solidFill>
                <a:ea typeface="黑体" panose="02010609060101010101" pitchFamily="2" charset="-122"/>
              </a:endParaRPr>
            </a:p>
          </p:txBody>
        </p:sp>
      </p:grpSp>
      <p:grpSp>
        <p:nvGrpSpPr>
          <p:cNvPr id="3" name="Group 11"/>
          <p:cNvGrpSpPr/>
          <p:nvPr/>
        </p:nvGrpSpPr>
        <p:grpSpPr bwMode="auto">
          <a:xfrm>
            <a:off x="7086600" y="1371600"/>
            <a:ext cx="2857500" cy="1066800"/>
            <a:chOff x="3504" y="955"/>
            <a:chExt cx="1800" cy="672"/>
          </a:xfrm>
        </p:grpSpPr>
        <p:sp>
          <p:nvSpPr>
            <p:cNvPr id="46087" name="AutoShape 9"/>
            <p:cNvSpPr>
              <a:spLocks noChangeArrowheads="1"/>
            </p:cNvSpPr>
            <p:nvPr/>
          </p:nvSpPr>
          <p:spPr bwMode="auto">
            <a:xfrm>
              <a:off x="3504" y="955"/>
              <a:ext cx="1776" cy="672"/>
            </a:xfrm>
            <a:prstGeom prst="wedgeRectCallout">
              <a:avLst>
                <a:gd name="adj1" fmla="val -46000"/>
                <a:gd name="adj2" fmla="val 125000"/>
              </a:avLst>
            </a:prstGeom>
            <a:noFill/>
            <a:ln w="60325" cap="sq">
              <a:solidFill>
                <a:srgbClr val="2EB9B6"/>
              </a:solidFill>
              <a:miter lim="800000"/>
            </a:ln>
          </p:spPr>
          <p:txBody>
            <a:bodyPr anchor="ctr"/>
            <a:lstStyle/>
            <a:p>
              <a:pPr algn="ctr"/>
              <a:endParaRPr lang="zh-CN" altLang="en-US" sz="2600"/>
            </a:p>
          </p:txBody>
        </p:sp>
        <p:sp>
          <p:nvSpPr>
            <p:cNvPr id="46088" name="Rectangle 10"/>
            <p:cNvSpPr>
              <a:spLocks noChangeArrowheads="1"/>
            </p:cNvSpPr>
            <p:nvPr/>
          </p:nvSpPr>
          <p:spPr bwMode="auto">
            <a:xfrm>
              <a:off x="3624" y="989"/>
              <a:ext cx="1680" cy="622"/>
            </a:xfrm>
            <a:prstGeom prst="rect">
              <a:avLst/>
            </a:prstGeom>
            <a:noFill/>
            <a:ln w="12700" cap="sq">
              <a:noFill/>
              <a:miter lim="800000"/>
            </a:ln>
          </p:spPr>
          <p:txBody>
            <a:bodyPr>
              <a:spAutoFit/>
            </a:bodyPr>
            <a:lstStyle/>
            <a:p>
              <a:pPr>
                <a:lnSpc>
                  <a:spcPct val="85000"/>
                </a:lnSpc>
                <a:spcBef>
                  <a:spcPct val="0"/>
                </a:spcBef>
              </a:pPr>
              <a:r>
                <a:rPr lang="zh-CN" altLang="en-US" sz="2300">
                  <a:solidFill>
                    <a:schemeClr val="accent2"/>
                  </a:solidFill>
                  <a:latin typeface="黑体" panose="02010609060101010101" pitchFamily="2" charset="-122"/>
                  <a:ea typeface="黑体" panose="02010609060101010101" pitchFamily="2" charset="-122"/>
                </a:rPr>
                <a:t> 输入链结点总数</a:t>
              </a:r>
              <a:endParaRPr lang="zh-CN" altLang="en-US" sz="2300">
                <a:solidFill>
                  <a:schemeClr val="accent2"/>
                </a:solidFill>
                <a:latin typeface="黑体" panose="02010609060101010101" pitchFamily="2" charset="-122"/>
                <a:ea typeface="黑体" panose="02010609060101010101" pitchFamily="2" charset="-122"/>
              </a:endParaRPr>
            </a:p>
            <a:p>
              <a:pPr>
                <a:lnSpc>
                  <a:spcPct val="85000"/>
                </a:lnSpc>
                <a:spcBef>
                  <a:spcPct val="0"/>
                </a:spcBef>
              </a:pPr>
              <a:r>
                <a:rPr lang="en-US" altLang="zh-CN" sz="2300">
                  <a:solidFill>
                    <a:schemeClr val="accent2"/>
                  </a:solidFill>
                  <a:ea typeface="黑体" panose="02010609060101010101" pitchFamily="2" charset="-122"/>
                </a:rPr>
                <a:t>n</a:t>
              </a:r>
              <a:r>
                <a:rPr lang="en-US" altLang="zh-CN" sz="2300">
                  <a:solidFill>
                    <a:schemeClr val="accent2"/>
                  </a:solidFill>
                  <a:latin typeface="黑体" panose="02010609060101010101" pitchFamily="2" charset="-122"/>
                  <a:ea typeface="黑体" panose="02010609060101010101" pitchFamily="2" charset="-122"/>
                </a:rPr>
                <a:t>、</a:t>
              </a:r>
              <a:r>
                <a:rPr lang="zh-CN" altLang="en-US" sz="2300">
                  <a:solidFill>
                    <a:schemeClr val="accent2"/>
                  </a:solidFill>
                  <a:latin typeface="黑体" panose="02010609060101010101" pitchFamily="2" charset="-122"/>
                  <a:ea typeface="黑体" panose="02010609060101010101" pitchFamily="2" charset="-122"/>
                </a:rPr>
                <a:t>报数的起始位</a:t>
              </a:r>
              <a:endParaRPr lang="zh-CN" altLang="en-US" sz="2300">
                <a:solidFill>
                  <a:schemeClr val="accent2"/>
                </a:solidFill>
                <a:latin typeface="黑体" panose="02010609060101010101" pitchFamily="2" charset="-122"/>
                <a:ea typeface="黑体" panose="02010609060101010101" pitchFamily="2" charset="-122"/>
              </a:endParaRPr>
            </a:p>
            <a:p>
              <a:pPr>
                <a:lnSpc>
                  <a:spcPct val="85000"/>
                </a:lnSpc>
                <a:spcBef>
                  <a:spcPct val="0"/>
                </a:spcBef>
              </a:pPr>
              <a:r>
                <a:rPr lang="zh-CN" altLang="en-US" sz="2300">
                  <a:solidFill>
                    <a:schemeClr val="accent2"/>
                  </a:solidFill>
                  <a:latin typeface="黑体" panose="02010609060101010101" pitchFamily="2" charset="-122"/>
                  <a:ea typeface="黑体" panose="02010609060101010101" pitchFamily="2" charset="-122"/>
                </a:rPr>
                <a:t>置</a:t>
              </a:r>
              <a:r>
                <a:rPr lang="en-US" altLang="zh-CN" sz="2300">
                  <a:solidFill>
                    <a:schemeClr val="accent2"/>
                  </a:solidFill>
                  <a:ea typeface="黑体" panose="02010609060101010101" pitchFamily="2" charset="-122"/>
                </a:rPr>
                <a:t>k</a:t>
              </a:r>
              <a:r>
                <a:rPr lang="zh-CN" altLang="en-US" sz="2300">
                  <a:solidFill>
                    <a:schemeClr val="accent2"/>
                  </a:solidFill>
                  <a:latin typeface="黑体" panose="02010609060101010101" pitchFamily="2" charset="-122"/>
                  <a:ea typeface="黑体" panose="02010609060101010101" pitchFamily="2" charset="-122"/>
                </a:rPr>
                <a:t>与报数</a:t>
              </a:r>
              <a:r>
                <a:rPr lang="en-US" altLang="zh-CN" sz="2300">
                  <a:solidFill>
                    <a:schemeClr val="accent2"/>
                  </a:solidFill>
                  <a:ea typeface="黑体" panose="02010609060101010101" pitchFamily="2" charset="-122"/>
                </a:rPr>
                <a:t>m</a:t>
              </a:r>
              <a:r>
                <a:rPr lang="en-US" altLang="zh-CN" sz="2300">
                  <a:solidFill>
                    <a:schemeClr val="accent2"/>
                  </a:solidFill>
                  <a:latin typeface="黑体" panose="02010609060101010101" pitchFamily="2" charset="-122"/>
                  <a:ea typeface="黑体" panose="02010609060101010101" pitchFamily="2" charset="-122"/>
                </a:rPr>
                <a:t>。</a:t>
              </a:r>
              <a:endParaRPr lang="en-US" altLang="zh-CN" sz="2300">
                <a:solidFill>
                  <a:schemeClr val="accent2"/>
                </a:solidFill>
                <a:latin typeface="黑体" panose="02010609060101010101" pitchFamily="2" charset="-122"/>
                <a:ea typeface="黑体" panose="02010609060101010101" pitchFamily="2" charset="-122"/>
              </a:endParaRPr>
            </a:p>
          </p:txBody>
        </p:sp>
      </p:grpSp>
      <p:grpSp>
        <p:nvGrpSpPr>
          <p:cNvPr id="4" name="Group 26"/>
          <p:cNvGrpSpPr/>
          <p:nvPr/>
        </p:nvGrpSpPr>
        <p:grpSpPr bwMode="auto">
          <a:xfrm>
            <a:off x="3503712" y="6021288"/>
            <a:ext cx="2950840" cy="533400"/>
            <a:chOff x="1248" y="3504"/>
            <a:chExt cx="1824" cy="336"/>
          </a:xfrm>
        </p:grpSpPr>
        <p:sp>
          <p:nvSpPr>
            <p:cNvPr id="46085" name="AutoShape 13"/>
            <p:cNvSpPr>
              <a:spLocks noChangeArrowheads="1"/>
            </p:cNvSpPr>
            <p:nvPr/>
          </p:nvSpPr>
          <p:spPr bwMode="auto">
            <a:xfrm>
              <a:off x="1248" y="3504"/>
              <a:ext cx="1824" cy="336"/>
            </a:xfrm>
            <a:prstGeom prst="wedgeRectCallout">
              <a:avLst>
                <a:gd name="adj1" fmla="val 2630"/>
                <a:gd name="adj2" fmla="val -266963"/>
              </a:avLst>
            </a:prstGeom>
            <a:noFill/>
            <a:ln w="57150" cap="sq">
              <a:solidFill>
                <a:srgbClr val="2EB9B6"/>
              </a:solidFill>
              <a:miter lim="800000"/>
            </a:ln>
          </p:spPr>
          <p:txBody>
            <a:bodyPr anchor="ctr"/>
            <a:lstStyle/>
            <a:p>
              <a:pPr algn="ctr"/>
              <a:endParaRPr lang="zh-CN" altLang="en-US" sz="2600"/>
            </a:p>
          </p:txBody>
        </p:sp>
        <p:sp>
          <p:nvSpPr>
            <p:cNvPr id="46086" name="Rectangle 14"/>
            <p:cNvSpPr>
              <a:spLocks noChangeArrowheads="1"/>
            </p:cNvSpPr>
            <p:nvPr/>
          </p:nvSpPr>
          <p:spPr bwMode="auto">
            <a:xfrm>
              <a:off x="1284" y="3504"/>
              <a:ext cx="1738" cy="327"/>
            </a:xfrm>
            <a:prstGeom prst="rect">
              <a:avLst/>
            </a:prstGeom>
            <a:noFill/>
            <a:ln w="12700" cap="sq">
              <a:noFill/>
              <a:miter lim="800000"/>
            </a:ln>
          </p:spPr>
          <p:txBody>
            <a:bodyPr>
              <a:spAutoFit/>
            </a:bodyPr>
            <a:lstStyle/>
            <a:p>
              <a:pPr algn="ctr"/>
              <a:r>
                <a:rPr lang="zh-CN" altLang="en-US" sz="2800" dirty="0">
                  <a:solidFill>
                    <a:schemeClr val="accent2"/>
                  </a:solidFill>
                  <a:latin typeface="黑体" panose="02010609060101010101" pitchFamily="2" charset="-122"/>
                  <a:ea typeface="黑体" panose="02010609060101010101" pitchFamily="2" charset="-122"/>
                </a:rPr>
                <a:t>调用约瑟夫函数</a:t>
              </a:r>
              <a:endParaRPr lang="zh-CN" altLang="en-US" sz="2800" dirty="0">
                <a:solidFill>
                  <a:schemeClr val="accent2"/>
                </a:solidFill>
                <a:latin typeface="黑体" panose="02010609060101010101" pitchFamily="2" charset="-122"/>
                <a:ea typeface="黑体" panose="0201060906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2" name="Rectangle 2"/>
          <p:cNvSpPr>
            <a:spLocks noGrp="1" noChangeArrowheads="1"/>
          </p:cNvSpPr>
          <p:nvPr>
            <p:ph type="title"/>
          </p:nvPr>
        </p:nvSpPr>
        <p:spPr/>
        <p:txBody>
          <a:bodyPr/>
          <a:lstStyle/>
          <a:p>
            <a:r>
              <a:rPr lang="zh-CN" altLang="en-US" dirty="0">
                <a:ea typeface="宋体" pitchFamily="2" charset="-122"/>
              </a:rPr>
              <a:t>问题</a:t>
            </a:r>
            <a:r>
              <a:rPr lang="en-US" altLang="zh-CN" dirty="0">
                <a:ea typeface="宋体" pitchFamily="2" charset="-122"/>
              </a:rPr>
              <a:t>2.3</a:t>
            </a:r>
            <a:r>
              <a:rPr lang="zh-CN" altLang="en-US" dirty="0">
                <a:ea typeface="宋体" pitchFamily="2" charset="-122"/>
              </a:rPr>
              <a:t>：显示文件最后</a:t>
            </a:r>
            <a:r>
              <a:rPr lang="en-US" altLang="zh-CN" dirty="0">
                <a:ea typeface="宋体" pitchFamily="2" charset="-122"/>
              </a:rPr>
              <a:t>n</a:t>
            </a:r>
            <a:r>
              <a:rPr lang="zh-CN" altLang="en-US" dirty="0">
                <a:ea typeface="宋体" pitchFamily="2" charset="-122"/>
              </a:rPr>
              <a:t>行</a:t>
            </a:r>
            <a:endParaRPr lang="en-US" altLang="zh-CN" dirty="0">
              <a:ea typeface="宋体" pitchFamily="2" charset="-122"/>
            </a:endParaRPr>
          </a:p>
        </p:txBody>
      </p:sp>
      <p:sp>
        <p:nvSpPr>
          <p:cNvPr id="114693" name="Rectangle 3"/>
          <p:cNvSpPr>
            <a:spLocks noGrp="1" noChangeArrowheads="1"/>
          </p:cNvSpPr>
          <p:nvPr>
            <p:ph idx="1"/>
          </p:nvPr>
        </p:nvSpPr>
        <p:spPr/>
        <p:txBody>
          <a:bodyPr/>
          <a:lstStyle/>
          <a:p>
            <a:r>
              <a:rPr lang="zh-CN" altLang="en-US">
                <a:ea typeface="宋体" pitchFamily="2" charset="-122"/>
              </a:rPr>
              <a:t>问题：命令</a:t>
            </a:r>
            <a:r>
              <a:rPr lang="en-US" altLang="zh-CN">
                <a:ea typeface="宋体" pitchFamily="2" charset="-122"/>
              </a:rPr>
              <a:t>tail</a:t>
            </a:r>
            <a:r>
              <a:rPr lang="zh-CN" altLang="en-US">
                <a:ea typeface="宋体" pitchFamily="2" charset="-122"/>
              </a:rPr>
              <a:t>用来显示一个文件的最后</a:t>
            </a:r>
            <a:r>
              <a:rPr lang="en-US" altLang="zh-CN">
                <a:ea typeface="宋体" pitchFamily="2" charset="-122"/>
              </a:rPr>
              <a:t>n</a:t>
            </a:r>
            <a:r>
              <a:rPr lang="zh-CN" altLang="en-US">
                <a:ea typeface="宋体" pitchFamily="2" charset="-122"/>
              </a:rPr>
              <a:t>行。其格式为：</a:t>
            </a:r>
            <a:endParaRPr lang="zh-CN" altLang="en-US">
              <a:ea typeface="宋体" pitchFamily="2" charset="-122"/>
            </a:endParaRPr>
          </a:p>
          <a:p>
            <a:pPr marL="459105" lvl="1" indent="-65405">
              <a:buNone/>
            </a:pPr>
            <a:r>
              <a:rPr lang="en-US" altLang="zh-CN">
                <a:ea typeface="宋体" pitchFamily="2" charset="-122"/>
              </a:rPr>
              <a:t>tail [-n] filename</a:t>
            </a:r>
            <a:endParaRPr lang="en-US" altLang="zh-CN">
              <a:ea typeface="宋体" pitchFamily="2" charset="-122"/>
            </a:endParaRPr>
          </a:p>
          <a:p>
            <a:pPr marL="459105" lvl="1" indent="-65405">
              <a:buNone/>
            </a:pPr>
            <a:r>
              <a:rPr lang="zh-CN" altLang="en-US">
                <a:ea typeface="宋体" pitchFamily="2" charset="-122"/>
              </a:rPr>
              <a:t>其中：</a:t>
            </a:r>
            <a:endParaRPr lang="zh-CN" altLang="en-US">
              <a:ea typeface="宋体" pitchFamily="2" charset="-122"/>
            </a:endParaRPr>
          </a:p>
          <a:p>
            <a:pPr marL="459105" lvl="1" indent="-65405">
              <a:buNone/>
            </a:pPr>
            <a:r>
              <a:rPr lang="en-US" altLang="zh-CN">
                <a:ea typeface="宋体" pitchFamily="2" charset="-122"/>
              </a:rPr>
              <a:t>-n </a:t>
            </a:r>
            <a:r>
              <a:rPr lang="zh-CN" altLang="en-US">
                <a:ea typeface="宋体" pitchFamily="2" charset="-122"/>
              </a:rPr>
              <a:t>：</a:t>
            </a:r>
            <a:r>
              <a:rPr lang="en-US" altLang="zh-CN">
                <a:ea typeface="宋体" pitchFamily="2" charset="-122"/>
              </a:rPr>
              <a:t>n</a:t>
            </a:r>
            <a:r>
              <a:rPr lang="zh-CN" altLang="en-US">
                <a:ea typeface="宋体" pitchFamily="2" charset="-122"/>
              </a:rPr>
              <a:t>表示需要显示的行数，省略时</a:t>
            </a:r>
            <a:r>
              <a:rPr lang="en-US" altLang="zh-CN">
                <a:ea typeface="宋体" pitchFamily="2" charset="-122"/>
              </a:rPr>
              <a:t>n</a:t>
            </a:r>
            <a:r>
              <a:rPr lang="zh-CN" altLang="en-US">
                <a:ea typeface="宋体" pitchFamily="2" charset="-122"/>
              </a:rPr>
              <a:t>的值为</a:t>
            </a:r>
            <a:r>
              <a:rPr lang="en-US" altLang="zh-CN">
                <a:ea typeface="宋体" pitchFamily="2" charset="-122"/>
              </a:rPr>
              <a:t>10</a:t>
            </a:r>
            <a:r>
              <a:rPr lang="zh-CN" altLang="en-US">
                <a:ea typeface="宋体" pitchFamily="2" charset="-122"/>
              </a:rPr>
              <a:t>。</a:t>
            </a:r>
            <a:endParaRPr lang="zh-CN" altLang="en-US">
              <a:ea typeface="宋体" pitchFamily="2" charset="-122"/>
            </a:endParaRPr>
          </a:p>
          <a:p>
            <a:pPr marL="459105" lvl="1" indent="-65405">
              <a:buNone/>
            </a:pPr>
            <a:r>
              <a:rPr lang="en-US" altLang="zh-CN">
                <a:ea typeface="宋体" pitchFamily="2" charset="-122"/>
              </a:rPr>
              <a:t>filename </a:t>
            </a:r>
            <a:r>
              <a:rPr lang="zh-CN" altLang="en-US">
                <a:ea typeface="宋体" pitchFamily="2" charset="-122"/>
              </a:rPr>
              <a:t>：给定文件名。</a:t>
            </a:r>
            <a:endParaRPr lang="zh-CN" altLang="en-US">
              <a:ea typeface="宋体" pitchFamily="2" charset="-122"/>
            </a:endParaRPr>
          </a:p>
          <a:p>
            <a:pPr marL="459105" lvl="1" indent="-65405">
              <a:lnSpc>
                <a:spcPct val="80000"/>
              </a:lnSpc>
              <a:buNone/>
            </a:pPr>
            <a:r>
              <a:rPr lang="zh-CN" altLang="en-US">
                <a:ea typeface="宋体" pitchFamily="2" charset="-122"/>
              </a:rPr>
              <a:t>如，命令</a:t>
            </a:r>
            <a:r>
              <a:rPr lang="en-US" altLang="zh-CN">
                <a:ea typeface="宋体" pitchFamily="2" charset="-122"/>
              </a:rPr>
              <a:t>tail –20 example.txt </a:t>
            </a:r>
            <a:r>
              <a:rPr lang="zh-CN" altLang="en-US">
                <a:ea typeface="宋体" pitchFamily="2" charset="-122"/>
              </a:rPr>
              <a:t>表示显示文件</a:t>
            </a:r>
            <a:r>
              <a:rPr lang="en-US" altLang="zh-CN">
                <a:ea typeface="宋体" pitchFamily="2" charset="-122"/>
              </a:rPr>
              <a:t>example.txt</a:t>
            </a:r>
            <a:r>
              <a:rPr lang="zh-CN" altLang="en-US">
                <a:ea typeface="宋体" pitchFamily="2" charset="-122"/>
              </a:rPr>
              <a:t>的最后</a:t>
            </a:r>
            <a:r>
              <a:rPr lang="en-US" altLang="zh-CN">
                <a:ea typeface="宋体" pitchFamily="2" charset="-122"/>
              </a:rPr>
              <a:t>20</a:t>
            </a:r>
            <a:r>
              <a:rPr lang="zh-CN" altLang="en-US">
                <a:ea typeface="宋体" pitchFamily="2" charset="-122"/>
              </a:rPr>
              <a:t>行。实现该程序，该程序应具有一定的错误处理能力，如能处理非法命令参数和非法文件名。</a:t>
            </a:r>
            <a:endParaRPr lang="zh-CN" altLang="en-US">
              <a:ea typeface="宋体" pitchFamily="2" charset="-122"/>
            </a:endParaRPr>
          </a:p>
        </p:txBody>
      </p:sp>
      <p:sp>
        <p:nvSpPr>
          <p:cNvPr id="114691" name="灯片编号占位符 4"/>
          <p:cNvSpPr>
            <a:spLocks noGrp="1"/>
          </p:cNvSpPr>
          <p:nvPr>
            <p:ph type="sldNum" sz="quarter" idx="12"/>
          </p:nvPr>
        </p:nvSpPr>
        <p:spPr>
          <a:noFill/>
        </p:spPr>
        <p:txBody>
          <a:bodyPr/>
          <a:lstStyle/>
          <a:p>
            <a:fld id="{F9006A6A-1EAA-4A54-8A55-1E37DF35400F}" type="slidenum">
              <a:rPr lang="en-US" altLang="zh-CN" smtClean="0"/>
            </a:fld>
            <a:endParaRPr lang="en-US" altLang="zh-CN"/>
          </a:p>
        </p:txBody>
      </p:sp>
    </p:spTree>
  </p:cSld>
  <p:clrMapOvr>
    <a:masterClrMapping/>
  </p:clrMapOvr>
  <p:transition>
    <p:fade/>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6" name="Rectangle 2"/>
          <p:cNvSpPr>
            <a:spLocks noGrp="1" noChangeArrowheads="1"/>
          </p:cNvSpPr>
          <p:nvPr>
            <p:ph type="title"/>
          </p:nvPr>
        </p:nvSpPr>
        <p:spPr/>
        <p:txBody>
          <a:bodyPr/>
          <a:lstStyle/>
          <a:p>
            <a:r>
              <a:rPr lang="zh-CN" altLang="en-US" dirty="0">
                <a:ea typeface="宋体" pitchFamily="2" charset="-122"/>
              </a:rPr>
              <a:t>问题</a:t>
            </a:r>
            <a:r>
              <a:rPr lang="en-US" altLang="zh-CN" dirty="0">
                <a:ea typeface="宋体" pitchFamily="2" charset="-122"/>
              </a:rPr>
              <a:t>2.3</a:t>
            </a:r>
            <a:r>
              <a:rPr lang="zh-CN" altLang="en-US" dirty="0">
                <a:ea typeface="宋体" pitchFamily="2" charset="-122"/>
              </a:rPr>
              <a:t>：问题分析</a:t>
            </a:r>
            <a:endParaRPr lang="zh-CN" altLang="en-US" dirty="0">
              <a:ea typeface="宋体" pitchFamily="2" charset="-122"/>
            </a:endParaRPr>
          </a:p>
        </p:txBody>
      </p:sp>
      <p:sp>
        <p:nvSpPr>
          <p:cNvPr id="188419" name="Rectangle 3"/>
          <p:cNvSpPr>
            <a:spLocks noGrp="1" noChangeArrowheads="1"/>
          </p:cNvSpPr>
          <p:nvPr>
            <p:ph idx="1"/>
          </p:nvPr>
        </p:nvSpPr>
        <p:spPr>
          <a:xfrm>
            <a:off x="1055440" y="2780928"/>
            <a:ext cx="7105650" cy="3295650"/>
          </a:xfrm>
        </p:spPr>
        <p:txBody>
          <a:bodyPr/>
          <a:lstStyle/>
          <a:p>
            <a:r>
              <a:rPr lang="zh-CN" altLang="en-US" dirty="0">
                <a:ea typeface="宋体" pitchFamily="2" charset="-122"/>
              </a:rPr>
              <a:t>如何得到需要显示的行数和文件名？</a:t>
            </a:r>
            <a:endParaRPr lang="zh-CN" altLang="en-US" dirty="0">
              <a:ea typeface="宋体" pitchFamily="2" charset="-122"/>
            </a:endParaRPr>
          </a:p>
          <a:p>
            <a:pPr lvl="1"/>
            <a:r>
              <a:rPr lang="zh-CN" altLang="en-US" dirty="0">
                <a:ea typeface="宋体" pitchFamily="2" charset="-122"/>
              </a:rPr>
              <a:t>使用命令行参数</a:t>
            </a:r>
            <a:endParaRPr lang="zh-CN" altLang="en-US" dirty="0">
              <a:ea typeface="宋体" pitchFamily="2" charset="-122"/>
            </a:endParaRPr>
          </a:p>
          <a:p>
            <a:pPr lvl="2">
              <a:buNone/>
            </a:pPr>
            <a:r>
              <a:rPr lang="en-US" altLang="zh-CN" dirty="0">
                <a:ea typeface="宋体" pitchFamily="2" charset="-122"/>
              </a:rPr>
              <a:t>int main(int </a:t>
            </a:r>
            <a:r>
              <a:rPr lang="en-US" altLang="zh-CN" dirty="0" err="1">
                <a:ea typeface="宋体" pitchFamily="2" charset="-122"/>
              </a:rPr>
              <a:t>argc</a:t>
            </a:r>
            <a:r>
              <a:rPr lang="en-US" altLang="zh-CN" dirty="0">
                <a:ea typeface="宋体" pitchFamily="2" charset="-122"/>
              </a:rPr>
              <a:t>, char *</a:t>
            </a:r>
            <a:r>
              <a:rPr lang="en-US" altLang="zh-CN" dirty="0" err="1">
                <a:ea typeface="宋体" pitchFamily="2" charset="-122"/>
              </a:rPr>
              <a:t>argv</a:t>
            </a:r>
            <a:r>
              <a:rPr lang="en-US" altLang="zh-CN" dirty="0">
                <a:ea typeface="宋体" pitchFamily="2" charset="-122"/>
              </a:rPr>
              <a:t>[])</a:t>
            </a:r>
            <a:endParaRPr lang="en-US" altLang="zh-CN" dirty="0">
              <a:ea typeface="宋体" pitchFamily="2" charset="-122"/>
            </a:endParaRPr>
          </a:p>
          <a:p>
            <a:pPr lvl="1"/>
            <a:r>
              <a:rPr lang="zh-CN" altLang="en-US" dirty="0">
                <a:ea typeface="宋体" pitchFamily="2" charset="-122"/>
              </a:rPr>
              <a:t>行数 </a:t>
            </a:r>
            <a:r>
              <a:rPr lang="en-US" altLang="zh-CN" dirty="0">
                <a:ea typeface="宋体" pitchFamily="2" charset="-122"/>
              </a:rPr>
              <a:t>n = </a:t>
            </a:r>
            <a:r>
              <a:rPr lang="en-US" altLang="zh-CN" dirty="0" err="1">
                <a:ea typeface="宋体" pitchFamily="2" charset="-122"/>
              </a:rPr>
              <a:t>atoi</a:t>
            </a:r>
            <a:r>
              <a:rPr lang="en-US" altLang="zh-CN" dirty="0">
                <a:ea typeface="宋体" pitchFamily="2" charset="-122"/>
              </a:rPr>
              <a:t>(</a:t>
            </a:r>
            <a:r>
              <a:rPr lang="en-US" altLang="zh-CN" dirty="0" err="1">
                <a:ea typeface="宋体" pitchFamily="2" charset="-122"/>
              </a:rPr>
              <a:t>argv</a:t>
            </a:r>
            <a:r>
              <a:rPr lang="en-US" altLang="zh-CN" dirty="0">
                <a:ea typeface="宋体" pitchFamily="2" charset="-122"/>
              </a:rPr>
              <a:t>[1]+1)</a:t>
            </a:r>
            <a:endParaRPr lang="en-US" altLang="zh-CN" dirty="0">
              <a:ea typeface="宋体" pitchFamily="2" charset="-122"/>
            </a:endParaRPr>
          </a:p>
          <a:p>
            <a:pPr lvl="1"/>
            <a:r>
              <a:rPr lang="zh-CN" altLang="en-US" dirty="0">
                <a:ea typeface="宋体" pitchFamily="2" charset="-122"/>
              </a:rPr>
              <a:t>文件名 </a:t>
            </a:r>
            <a:r>
              <a:rPr lang="en-US" altLang="zh-CN" dirty="0">
                <a:ea typeface="宋体" pitchFamily="2" charset="-122"/>
              </a:rPr>
              <a:t>filename = </a:t>
            </a:r>
            <a:r>
              <a:rPr lang="en-US" altLang="zh-CN" dirty="0" err="1">
                <a:ea typeface="宋体" pitchFamily="2" charset="-122"/>
              </a:rPr>
              <a:t>argv</a:t>
            </a:r>
            <a:r>
              <a:rPr lang="en-US" altLang="zh-CN" dirty="0">
                <a:ea typeface="宋体" pitchFamily="2" charset="-122"/>
              </a:rPr>
              <a:t>[2]</a:t>
            </a:r>
            <a:endParaRPr lang="en-US" altLang="zh-CN" dirty="0">
              <a:ea typeface="宋体" pitchFamily="2" charset="-122"/>
            </a:endParaRPr>
          </a:p>
          <a:p>
            <a:r>
              <a:rPr lang="zh-CN" altLang="en-US" dirty="0">
                <a:ea typeface="宋体" pitchFamily="2" charset="-122"/>
              </a:rPr>
              <a:t>如何得到最后</a:t>
            </a:r>
            <a:r>
              <a:rPr lang="en-US" altLang="zh-CN" dirty="0">
                <a:ea typeface="宋体" pitchFamily="2" charset="-122"/>
              </a:rPr>
              <a:t>n</a:t>
            </a:r>
            <a:r>
              <a:rPr lang="zh-CN" altLang="en-US" dirty="0">
                <a:ea typeface="宋体" pitchFamily="2" charset="-122"/>
              </a:rPr>
              <a:t>行？</a:t>
            </a:r>
            <a:endParaRPr lang="zh-CN" altLang="en-US" dirty="0">
              <a:ea typeface="宋体" pitchFamily="2" charset="-122"/>
            </a:endParaRPr>
          </a:p>
        </p:txBody>
      </p:sp>
      <p:sp>
        <p:nvSpPr>
          <p:cNvPr id="115715" name="灯片编号占位符 4"/>
          <p:cNvSpPr>
            <a:spLocks noGrp="1"/>
          </p:cNvSpPr>
          <p:nvPr>
            <p:ph type="sldNum" sz="quarter" idx="12"/>
          </p:nvPr>
        </p:nvSpPr>
        <p:spPr>
          <a:noFill/>
        </p:spPr>
        <p:txBody>
          <a:bodyPr/>
          <a:lstStyle/>
          <a:p>
            <a:fld id="{12ADE16E-E39F-45A2-946D-D0F4591FD25B}" type="slidenum">
              <a:rPr lang="en-US" altLang="zh-CN" smtClean="0"/>
            </a:fld>
            <a:endParaRPr lang="en-US" altLang="zh-CN"/>
          </a:p>
        </p:txBody>
      </p:sp>
      <p:grpSp>
        <p:nvGrpSpPr>
          <p:cNvPr id="2" name="Group 4"/>
          <p:cNvGrpSpPr/>
          <p:nvPr/>
        </p:nvGrpSpPr>
        <p:grpSpPr bwMode="auto">
          <a:xfrm>
            <a:off x="6600056" y="4149080"/>
            <a:ext cx="3851920" cy="1143000"/>
            <a:chOff x="2520" y="6480"/>
            <a:chExt cx="4200" cy="1320"/>
          </a:xfrm>
        </p:grpSpPr>
        <p:sp>
          <p:nvSpPr>
            <p:cNvPr id="115720" name="Rectangle 5"/>
            <p:cNvSpPr>
              <a:spLocks noChangeArrowheads="1"/>
            </p:cNvSpPr>
            <p:nvPr/>
          </p:nvSpPr>
          <p:spPr bwMode="auto">
            <a:xfrm>
              <a:off x="4440" y="6480"/>
              <a:ext cx="720" cy="1320"/>
            </a:xfrm>
            <a:prstGeom prst="rect">
              <a:avLst/>
            </a:prstGeom>
            <a:solidFill>
              <a:srgbClr val="FFFFFF"/>
            </a:solidFill>
            <a:ln w="9525">
              <a:solidFill>
                <a:srgbClr val="000000"/>
              </a:solidFill>
              <a:miter lim="800000"/>
            </a:ln>
          </p:spPr>
          <p:txBody>
            <a:bodyPr/>
            <a:lstStyle/>
            <a:p>
              <a:endParaRPr lang="zh-CN" altLang="en-US"/>
            </a:p>
          </p:txBody>
        </p:sp>
        <p:sp>
          <p:nvSpPr>
            <p:cNvPr id="115721" name="Line 6"/>
            <p:cNvSpPr>
              <a:spLocks noChangeShapeType="1"/>
            </p:cNvSpPr>
            <p:nvPr/>
          </p:nvSpPr>
          <p:spPr bwMode="auto">
            <a:xfrm>
              <a:off x="4440" y="6840"/>
              <a:ext cx="720" cy="0"/>
            </a:xfrm>
            <a:prstGeom prst="line">
              <a:avLst/>
            </a:prstGeom>
            <a:noFill/>
            <a:ln w="9525">
              <a:solidFill>
                <a:srgbClr val="000000"/>
              </a:solidFill>
              <a:round/>
            </a:ln>
          </p:spPr>
          <p:txBody>
            <a:bodyPr/>
            <a:lstStyle/>
            <a:p>
              <a:endParaRPr lang="zh-CN" altLang="en-US"/>
            </a:p>
          </p:txBody>
        </p:sp>
        <p:sp>
          <p:nvSpPr>
            <p:cNvPr id="115722" name="Line 7"/>
            <p:cNvSpPr>
              <a:spLocks noChangeShapeType="1"/>
            </p:cNvSpPr>
            <p:nvPr/>
          </p:nvSpPr>
          <p:spPr bwMode="auto">
            <a:xfrm>
              <a:off x="4440" y="7320"/>
              <a:ext cx="720" cy="0"/>
            </a:xfrm>
            <a:prstGeom prst="line">
              <a:avLst/>
            </a:prstGeom>
            <a:noFill/>
            <a:ln w="9525">
              <a:solidFill>
                <a:srgbClr val="000000"/>
              </a:solidFill>
              <a:round/>
            </a:ln>
          </p:spPr>
          <p:txBody>
            <a:bodyPr/>
            <a:lstStyle/>
            <a:p>
              <a:endParaRPr lang="zh-CN" altLang="en-US"/>
            </a:p>
          </p:txBody>
        </p:sp>
        <p:sp>
          <p:nvSpPr>
            <p:cNvPr id="115723" name="Line 8"/>
            <p:cNvSpPr>
              <a:spLocks noChangeShapeType="1"/>
            </p:cNvSpPr>
            <p:nvPr/>
          </p:nvSpPr>
          <p:spPr bwMode="auto">
            <a:xfrm>
              <a:off x="4920" y="6720"/>
              <a:ext cx="720" cy="0"/>
            </a:xfrm>
            <a:prstGeom prst="line">
              <a:avLst/>
            </a:prstGeom>
            <a:noFill/>
            <a:ln w="9525">
              <a:solidFill>
                <a:srgbClr val="000000"/>
              </a:solidFill>
              <a:round/>
              <a:tailEnd type="triangle" w="med" len="med"/>
            </a:ln>
          </p:spPr>
          <p:txBody>
            <a:bodyPr/>
            <a:lstStyle/>
            <a:p>
              <a:endParaRPr lang="zh-CN" altLang="en-US"/>
            </a:p>
          </p:txBody>
        </p:sp>
        <p:sp>
          <p:nvSpPr>
            <p:cNvPr id="115724" name="Line 9"/>
            <p:cNvSpPr>
              <a:spLocks noChangeShapeType="1"/>
            </p:cNvSpPr>
            <p:nvPr/>
          </p:nvSpPr>
          <p:spPr bwMode="auto">
            <a:xfrm>
              <a:off x="4920" y="7080"/>
              <a:ext cx="720" cy="0"/>
            </a:xfrm>
            <a:prstGeom prst="line">
              <a:avLst/>
            </a:prstGeom>
            <a:noFill/>
            <a:ln w="9525">
              <a:solidFill>
                <a:srgbClr val="000000"/>
              </a:solidFill>
              <a:round/>
              <a:tailEnd type="triangle" w="med" len="med"/>
            </a:ln>
          </p:spPr>
          <p:txBody>
            <a:bodyPr/>
            <a:lstStyle/>
            <a:p>
              <a:endParaRPr lang="zh-CN" altLang="en-US"/>
            </a:p>
          </p:txBody>
        </p:sp>
        <p:sp>
          <p:nvSpPr>
            <p:cNvPr id="115725" name="Line 10"/>
            <p:cNvSpPr>
              <a:spLocks noChangeShapeType="1"/>
            </p:cNvSpPr>
            <p:nvPr/>
          </p:nvSpPr>
          <p:spPr bwMode="auto">
            <a:xfrm>
              <a:off x="4920" y="7560"/>
              <a:ext cx="720" cy="0"/>
            </a:xfrm>
            <a:prstGeom prst="line">
              <a:avLst/>
            </a:prstGeom>
            <a:noFill/>
            <a:ln w="9525">
              <a:solidFill>
                <a:srgbClr val="000000"/>
              </a:solidFill>
              <a:round/>
              <a:tailEnd type="triangle" w="med" len="med"/>
            </a:ln>
          </p:spPr>
          <p:txBody>
            <a:bodyPr/>
            <a:lstStyle/>
            <a:p>
              <a:endParaRPr lang="zh-CN" altLang="en-US"/>
            </a:p>
          </p:txBody>
        </p:sp>
        <p:sp>
          <p:nvSpPr>
            <p:cNvPr id="115726" name="Text Box 11"/>
            <p:cNvSpPr txBox="1">
              <a:spLocks noChangeArrowheads="1"/>
            </p:cNvSpPr>
            <p:nvPr/>
          </p:nvSpPr>
          <p:spPr bwMode="auto">
            <a:xfrm>
              <a:off x="5760" y="6483"/>
              <a:ext cx="960" cy="360"/>
            </a:xfrm>
            <a:prstGeom prst="rect">
              <a:avLst/>
            </a:prstGeom>
            <a:solidFill>
              <a:srgbClr val="FFFFFF"/>
            </a:solidFill>
            <a:ln w="9525">
              <a:noFill/>
              <a:miter lim="800000"/>
            </a:ln>
          </p:spPr>
          <p:txBody>
            <a:bodyPr/>
            <a:lstStyle/>
            <a:p>
              <a:pPr algn="just"/>
              <a:r>
                <a:rPr lang="en-US" altLang="zh-CN" sz="1600" dirty="0">
                  <a:latin typeface="Times New Roman" panose="02020503050405090304" pitchFamily="18" charset="0"/>
                </a:rPr>
                <a:t>“tail”</a:t>
              </a:r>
              <a:endParaRPr lang="en-US" altLang="zh-CN" sz="1600" dirty="0">
                <a:latin typeface="Times New Roman" panose="02020503050405090304" pitchFamily="18" charset="0"/>
              </a:endParaRPr>
            </a:p>
          </p:txBody>
        </p:sp>
        <p:sp>
          <p:nvSpPr>
            <p:cNvPr id="115727" name="Text Box 12"/>
            <p:cNvSpPr txBox="1">
              <a:spLocks noChangeArrowheads="1"/>
            </p:cNvSpPr>
            <p:nvPr/>
          </p:nvSpPr>
          <p:spPr bwMode="auto">
            <a:xfrm>
              <a:off x="5760" y="7320"/>
              <a:ext cx="960" cy="360"/>
            </a:xfrm>
            <a:prstGeom prst="rect">
              <a:avLst/>
            </a:prstGeom>
            <a:solidFill>
              <a:srgbClr val="FFFFFF"/>
            </a:solidFill>
            <a:ln w="9525">
              <a:noFill/>
              <a:miter lim="800000"/>
            </a:ln>
          </p:spPr>
          <p:txBody>
            <a:bodyPr/>
            <a:lstStyle/>
            <a:p>
              <a:pPr algn="just"/>
              <a:r>
                <a:rPr lang="en-US" altLang="zh-CN" sz="1600">
                  <a:latin typeface="Times New Roman" panose="02020503050405090304" pitchFamily="18" charset="0"/>
                </a:rPr>
                <a:t>“test.txt”</a:t>
              </a:r>
              <a:endParaRPr lang="en-US" altLang="zh-CN" sz="1600">
                <a:latin typeface="Times New Roman" panose="02020503050405090304" pitchFamily="18" charset="0"/>
              </a:endParaRPr>
            </a:p>
          </p:txBody>
        </p:sp>
        <p:sp>
          <p:nvSpPr>
            <p:cNvPr id="115728" name="Text Box 13"/>
            <p:cNvSpPr txBox="1">
              <a:spLocks noChangeArrowheads="1"/>
            </p:cNvSpPr>
            <p:nvPr/>
          </p:nvSpPr>
          <p:spPr bwMode="auto">
            <a:xfrm>
              <a:off x="5760" y="6901"/>
              <a:ext cx="960" cy="360"/>
            </a:xfrm>
            <a:prstGeom prst="rect">
              <a:avLst/>
            </a:prstGeom>
            <a:solidFill>
              <a:srgbClr val="FFFFFF"/>
            </a:solidFill>
            <a:ln w="9525">
              <a:noFill/>
              <a:miter lim="800000"/>
            </a:ln>
          </p:spPr>
          <p:txBody>
            <a:bodyPr/>
            <a:lstStyle/>
            <a:p>
              <a:pPr algn="just"/>
              <a:r>
                <a:rPr lang="en-US" altLang="zh-CN" sz="1600">
                  <a:latin typeface="Times New Roman" panose="02020503050405090304" pitchFamily="18" charset="0"/>
                </a:rPr>
                <a:t>“-20”</a:t>
              </a:r>
              <a:endParaRPr lang="en-US" altLang="zh-CN" sz="1600">
                <a:latin typeface="Times New Roman" panose="02020503050405090304" pitchFamily="18" charset="0"/>
              </a:endParaRPr>
            </a:p>
          </p:txBody>
        </p:sp>
        <p:sp>
          <p:nvSpPr>
            <p:cNvPr id="115729" name="Text Box 14"/>
            <p:cNvSpPr txBox="1">
              <a:spLocks noChangeArrowheads="1"/>
            </p:cNvSpPr>
            <p:nvPr/>
          </p:nvSpPr>
          <p:spPr bwMode="auto">
            <a:xfrm>
              <a:off x="2520" y="6480"/>
              <a:ext cx="960" cy="360"/>
            </a:xfrm>
            <a:prstGeom prst="rect">
              <a:avLst/>
            </a:prstGeom>
            <a:solidFill>
              <a:srgbClr val="FFFFFF"/>
            </a:solidFill>
            <a:ln w="9525">
              <a:noFill/>
              <a:miter lim="800000"/>
            </a:ln>
          </p:spPr>
          <p:txBody>
            <a:bodyPr/>
            <a:lstStyle/>
            <a:p>
              <a:pPr algn="just"/>
              <a:r>
                <a:rPr lang="en-US" altLang="zh-CN">
                  <a:latin typeface="Times New Roman" panose="02020503050405090304" pitchFamily="18" charset="0"/>
                </a:rPr>
                <a:t>argv</a:t>
              </a:r>
              <a:endParaRPr lang="en-US" altLang="zh-CN">
                <a:latin typeface="Times New Roman" panose="02020503050405090304" pitchFamily="18" charset="0"/>
              </a:endParaRPr>
            </a:p>
          </p:txBody>
        </p:sp>
        <p:sp>
          <p:nvSpPr>
            <p:cNvPr id="115730" name="Line 15"/>
            <p:cNvSpPr>
              <a:spLocks noChangeShapeType="1"/>
            </p:cNvSpPr>
            <p:nvPr/>
          </p:nvSpPr>
          <p:spPr bwMode="auto">
            <a:xfrm>
              <a:off x="3360" y="6720"/>
              <a:ext cx="960" cy="0"/>
            </a:xfrm>
            <a:prstGeom prst="line">
              <a:avLst/>
            </a:prstGeom>
            <a:noFill/>
            <a:ln w="9525">
              <a:solidFill>
                <a:srgbClr val="000000"/>
              </a:solidFill>
              <a:round/>
              <a:tailEnd type="triangle" w="med" len="med"/>
            </a:ln>
          </p:spPr>
          <p:txBody>
            <a:bodyPr/>
            <a:lstStyle/>
            <a:p>
              <a:endParaRPr lang="zh-CN" altLang="en-US"/>
            </a:p>
          </p:txBody>
        </p:sp>
      </p:grpSp>
      <p:sp>
        <p:nvSpPr>
          <p:cNvPr id="188432" name="Text Box 16"/>
          <p:cNvSpPr txBox="1">
            <a:spLocks noChangeArrowheads="1"/>
          </p:cNvSpPr>
          <p:nvPr/>
        </p:nvSpPr>
        <p:spPr bwMode="auto">
          <a:xfrm>
            <a:off x="1415802" y="1366467"/>
            <a:ext cx="3960614" cy="1200329"/>
          </a:xfrm>
          <a:prstGeom prst="rect">
            <a:avLst/>
          </a:prstGeom>
          <a:noFill/>
          <a:ln w="9525">
            <a:noFill/>
            <a:miter lim="800000"/>
          </a:ln>
        </p:spPr>
        <p:txBody>
          <a:bodyPr wrap="square">
            <a:spAutoFit/>
          </a:bodyPr>
          <a:lstStyle/>
          <a:p>
            <a:r>
              <a:rPr lang="zh-CN" altLang="en-US" sz="2400" dirty="0"/>
              <a:t>若从命令行输入</a:t>
            </a:r>
            <a:r>
              <a:rPr lang="en-US" altLang="zh-CN" sz="2400" dirty="0"/>
              <a:t>:</a:t>
            </a:r>
            <a:endParaRPr lang="en-US" altLang="zh-CN" sz="2400" dirty="0"/>
          </a:p>
          <a:p>
            <a:r>
              <a:rPr lang="en-US" altLang="zh-CN" sz="2400" dirty="0"/>
              <a:t>	tail -20 test.txt</a:t>
            </a:r>
            <a:endParaRPr lang="en-US" altLang="zh-CN" sz="2400" dirty="0"/>
          </a:p>
          <a:p>
            <a:r>
              <a:rPr lang="zh-CN" altLang="en-US" sz="2400" dirty="0"/>
              <a:t>以显示文件</a:t>
            </a:r>
            <a:r>
              <a:rPr lang="en-US" altLang="zh-CN" sz="2400" dirty="0"/>
              <a:t>test.txt</a:t>
            </a:r>
            <a:r>
              <a:rPr lang="zh-CN" altLang="en-US" sz="2400" dirty="0"/>
              <a:t>的最后</a:t>
            </a:r>
            <a:r>
              <a:rPr lang="en-US" altLang="zh-CN" sz="2400" dirty="0"/>
              <a:t>20</a:t>
            </a:r>
            <a:r>
              <a:rPr lang="zh-CN" altLang="en-US" sz="2400" dirty="0"/>
              <a:t>行。</a:t>
            </a:r>
            <a:endParaRPr lang="zh-CN" altLang="en-US" sz="24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88419">
                                            <p:txEl>
                                              <p:pRg st="0" end="0"/>
                                            </p:txEl>
                                          </p:spTgt>
                                        </p:tgtEl>
                                        <p:attrNameLst>
                                          <p:attrName>style.visibility</p:attrName>
                                        </p:attrNameLst>
                                      </p:cBhvr>
                                      <p:to>
                                        <p:strVal val="visible"/>
                                      </p:to>
                                    </p:set>
                                    <p:animEffect transition="in" filter="blinds(horizontal)">
                                      <p:cBhvr>
                                        <p:cTn id="7" dur="500"/>
                                        <p:tgtEl>
                                          <p:spTgt spid="1884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88419">
                                            <p:txEl>
                                              <p:pRg st="1" end="1"/>
                                            </p:txEl>
                                          </p:spTgt>
                                        </p:tgtEl>
                                        <p:attrNameLst>
                                          <p:attrName>style.visibility</p:attrName>
                                        </p:attrNameLst>
                                      </p:cBhvr>
                                      <p:to>
                                        <p:strVal val="visible"/>
                                      </p:to>
                                    </p:set>
                                    <p:animEffect transition="in" filter="blinds(horizontal)">
                                      <p:cBhvr>
                                        <p:cTn id="12" dur="500"/>
                                        <p:tgtEl>
                                          <p:spTgt spid="188419">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188419">
                                            <p:txEl>
                                              <p:pRg st="2" end="2"/>
                                            </p:txEl>
                                          </p:spTgt>
                                        </p:tgtEl>
                                        <p:attrNameLst>
                                          <p:attrName>style.visibility</p:attrName>
                                        </p:attrNameLst>
                                      </p:cBhvr>
                                      <p:to>
                                        <p:strVal val="visible"/>
                                      </p:to>
                                    </p:set>
                                    <p:animEffect transition="in" filter="blinds(horizontal)">
                                      <p:cBhvr>
                                        <p:cTn id="15" dur="500"/>
                                        <p:tgtEl>
                                          <p:spTgt spid="188419">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blinds(horizontal)">
                                      <p:cBhvr>
                                        <p:cTn id="20" dur="500"/>
                                        <p:tgtEl>
                                          <p:spTgt spid="2"/>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188419">
                                            <p:txEl>
                                              <p:pRg st="3" end="3"/>
                                            </p:txEl>
                                          </p:spTgt>
                                        </p:tgtEl>
                                        <p:attrNameLst>
                                          <p:attrName>style.visibility</p:attrName>
                                        </p:attrNameLst>
                                      </p:cBhvr>
                                      <p:to>
                                        <p:strVal val="visible"/>
                                      </p:to>
                                    </p:set>
                                    <p:animEffect transition="in" filter="blinds(horizontal)">
                                      <p:cBhvr>
                                        <p:cTn id="25" dur="500"/>
                                        <p:tgtEl>
                                          <p:spTgt spid="188419">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188419">
                                            <p:txEl>
                                              <p:pRg st="4" end="4"/>
                                            </p:txEl>
                                          </p:spTgt>
                                        </p:tgtEl>
                                        <p:attrNameLst>
                                          <p:attrName>style.visibility</p:attrName>
                                        </p:attrNameLst>
                                      </p:cBhvr>
                                      <p:to>
                                        <p:strVal val="visible"/>
                                      </p:to>
                                    </p:set>
                                    <p:animEffect transition="in" filter="blinds(horizontal)">
                                      <p:cBhvr>
                                        <p:cTn id="30" dur="500"/>
                                        <p:tgtEl>
                                          <p:spTgt spid="188419">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188419">
                                            <p:txEl>
                                              <p:pRg st="5" end="5"/>
                                            </p:txEl>
                                          </p:spTgt>
                                        </p:tgtEl>
                                        <p:attrNameLst>
                                          <p:attrName>style.visibility</p:attrName>
                                        </p:attrNameLst>
                                      </p:cBhvr>
                                      <p:to>
                                        <p:strVal val="visible"/>
                                      </p:to>
                                    </p:set>
                                    <p:animEffect transition="in" filter="blinds(horizontal)">
                                      <p:cBhvr>
                                        <p:cTn id="35" dur="500"/>
                                        <p:tgtEl>
                                          <p:spTgt spid="1884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40" name="Rectangle 2"/>
          <p:cNvSpPr>
            <a:spLocks noGrp="1" noChangeArrowheads="1"/>
          </p:cNvSpPr>
          <p:nvPr>
            <p:ph type="title"/>
          </p:nvPr>
        </p:nvSpPr>
        <p:spPr/>
        <p:txBody>
          <a:bodyPr/>
          <a:lstStyle/>
          <a:p>
            <a:r>
              <a:rPr lang="zh-CN" altLang="en-US" dirty="0">
                <a:ea typeface="宋体" pitchFamily="2" charset="-122"/>
              </a:rPr>
              <a:t>问题</a:t>
            </a:r>
            <a:r>
              <a:rPr lang="en-US" altLang="zh-CN" dirty="0">
                <a:ea typeface="宋体" pitchFamily="2" charset="-122"/>
              </a:rPr>
              <a:t>2.3</a:t>
            </a:r>
            <a:r>
              <a:rPr lang="zh-CN" altLang="en-US" dirty="0">
                <a:ea typeface="宋体" pitchFamily="2" charset="-122"/>
              </a:rPr>
              <a:t>：算法设计</a:t>
            </a:r>
            <a:endParaRPr lang="zh-CN" altLang="en-US" dirty="0">
              <a:ea typeface="宋体" pitchFamily="2" charset="-122"/>
            </a:endParaRPr>
          </a:p>
        </p:txBody>
      </p:sp>
      <p:sp>
        <p:nvSpPr>
          <p:cNvPr id="116741" name="Rectangle 3"/>
          <p:cNvSpPr>
            <a:spLocks noGrp="1" noChangeArrowheads="1"/>
          </p:cNvSpPr>
          <p:nvPr>
            <p:ph idx="1"/>
          </p:nvPr>
        </p:nvSpPr>
        <p:spPr/>
        <p:txBody>
          <a:bodyPr/>
          <a:lstStyle/>
          <a:p>
            <a:pPr marL="457200" indent="-457200"/>
            <a:r>
              <a:rPr lang="zh-CN" altLang="en-US" dirty="0">
                <a:ea typeface="宋体" pitchFamily="2" charset="-122"/>
              </a:rPr>
              <a:t>方法之一：使用</a:t>
            </a:r>
            <a:r>
              <a:rPr lang="en-US" altLang="zh-CN" dirty="0">
                <a:ea typeface="宋体" pitchFamily="2" charset="-122"/>
              </a:rPr>
              <a:t>n</a:t>
            </a:r>
            <a:r>
              <a:rPr lang="zh-CN" altLang="en-US" dirty="0">
                <a:ea typeface="宋体" pitchFamily="2" charset="-122"/>
              </a:rPr>
              <a:t>个节点的循环链表。链表中始终存放最近读入的</a:t>
            </a:r>
            <a:r>
              <a:rPr lang="en-US" altLang="zh-CN" dirty="0">
                <a:ea typeface="宋体" pitchFamily="2" charset="-122"/>
              </a:rPr>
              <a:t>n</a:t>
            </a:r>
            <a:r>
              <a:rPr lang="zh-CN" altLang="en-US" dirty="0">
                <a:ea typeface="宋体" pitchFamily="2" charset="-122"/>
              </a:rPr>
              <a:t>行。</a:t>
            </a:r>
            <a:endParaRPr lang="zh-CN" altLang="en-US" dirty="0">
              <a:ea typeface="宋体" pitchFamily="2" charset="-122"/>
            </a:endParaRPr>
          </a:p>
          <a:p>
            <a:pPr marL="850900" lvl="1" indent="-457200">
              <a:buFont typeface="Wingdings" panose="05000000000000000000" pitchFamily="2" charset="2"/>
              <a:buAutoNum type="arabicPeriod"/>
            </a:pPr>
            <a:r>
              <a:rPr lang="zh-CN" altLang="en-US" dirty="0">
                <a:ea typeface="宋体" pitchFamily="2" charset="-122"/>
              </a:rPr>
              <a:t>首先创建一个空的循环链表；</a:t>
            </a:r>
            <a:endParaRPr lang="zh-CN" altLang="en-US" dirty="0">
              <a:ea typeface="宋体" pitchFamily="2" charset="-122"/>
            </a:endParaRPr>
          </a:p>
          <a:p>
            <a:pPr marL="850900" lvl="1" indent="-457200">
              <a:buFont typeface="Wingdings" panose="05000000000000000000" pitchFamily="2" charset="2"/>
              <a:buAutoNum type="arabicPeriod"/>
            </a:pPr>
            <a:r>
              <a:rPr lang="zh-CN" altLang="en-US" dirty="0">
                <a:ea typeface="宋体" pitchFamily="2" charset="-122"/>
              </a:rPr>
              <a:t>然后再依次读入文件的每一行挂在链表上，最后链表上即为最后</a:t>
            </a:r>
            <a:r>
              <a:rPr lang="en-US" altLang="zh-CN" dirty="0">
                <a:ea typeface="宋体" pitchFamily="2" charset="-122"/>
              </a:rPr>
              <a:t>n</a:t>
            </a:r>
            <a:r>
              <a:rPr lang="zh-CN" altLang="en-US" dirty="0">
                <a:ea typeface="宋体" pitchFamily="2" charset="-122"/>
              </a:rPr>
              <a:t>行。</a:t>
            </a:r>
            <a:endParaRPr lang="zh-CN" altLang="en-US" dirty="0">
              <a:ea typeface="宋体" pitchFamily="2" charset="-122"/>
            </a:endParaRPr>
          </a:p>
        </p:txBody>
      </p:sp>
      <p:sp>
        <p:nvSpPr>
          <p:cNvPr id="116739" name="灯片编号占位符 4"/>
          <p:cNvSpPr>
            <a:spLocks noGrp="1"/>
          </p:cNvSpPr>
          <p:nvPr>
            <p:ph type="sldNum" sz="quarter" idx="12"/>
          </p:nvPr>
        </p:nvSpPr>
        <p:spPr>
          <a:noFill/>
        </p:spPr>
        <p:txBody>
          <a:bodyPr/>
          <a:lstStyle/>
          <a:p>
            <a:fld id="{E56D2D95-2588-4C73-B42C-5D751E9540CB}" type="slidenum">
              <a:rPr lang="en-US" altLang="zh-CN" smtClean="0"/>
            </a:fld>
            <a:endParaRPr lang="en-US" altLang="zh-CN"/>
          </a:p>
        </p:txBody>
      </p:sp>
      <p:grpSp>
        <p:nvGrpSpPr>
          <p:cNvPr id="2" name="Group 4"/>
          <p:cNvGrpSpPr/>
          <p:nvPr/>
        </p:nvGrpSpPr>
        <p:grpSpPr bwMode="auto">
          <a:xfrm>
            <a:off x="4727575" y="3925889"/>
            <a:ext cx="1844675" cy="1958975"/>
            <a:chOff x="2018" y="2473"/>
            <a:chExt cx="1162" cy="1234"/>
          </a:xfrm>
        </p:grpSpPr>
        <p:sp>
          <p:nvSpPr>
            <p:cNvPr id="116750" name="Oval 5"/>
            <p:cNvSpPr>
              <a:spLocks noChangeArrowheads="1"/>
            </p:cNvSpPr>
            <p:nvPr/>
          </p:nvSpPr>
          <p:spPr bwMode="auto">
            <a:xfrm>
              <a:off x="2517" y="2473"/>
              <a:ext cx="164" cy="327"/>
            </a:xfrm>
            <a:prstGeom prst="ellipse">
              <a:avLst/>
            </a:prstGeom>
            <a:solidFill>
              <a:schemeClr val="accent1"/>
            </a:solidFill>
            <a:ln w="9525">
              <a:solidFill>
                <a:schemeClr val="tx1"/>
              </a:solidFill>
              <a:round/>
            </a:ln>
          </p:spPr>
          <p:txBody>
            <a:bodyPr wrap="none" anchor="ctr">
              <a:spAutoFit/>
            </a:bodyPr>
            <a:lstStyle/>
            <a:p>
              <a:endParaRPr lang="zh-CN" altLang="en-US"/>
            </a:p>
          </p:txBody>
        </p:sp>
        <p:sp>
          <p:nvSpPr>
            <p:cNvPr id="116751" name="Oval 6"/>
            <p:cNvSpPr>
              <a:spLocks noChangeArrowheads="1"/>
            </p:cNvSpPr>
            <p:nvPr/>
          </p:nvSpPr>
          <p:spPr bwMode="auto">
            <a:xfrm>
              <a:off x="3016" y="2836"/>
              <a:ext cx="164" cy="327"/>
            </a:xfrm>
            <a:prstGeom prst="ellipse">
              <a:avLst/>
            </a:prstGeom>
            <a:solidFill>
              <a:schemeClr val="accent1"/>
            </a:solidFill>
            <a:ln w="9525">
              <a:solidFill>
                <a:schemeClr val="tx1"/>
              </a:solidFill>
              <a:round/>
            </a:ln>
          </p:spPr>
          <p:txBody>
            <a:bodyPr wrap="none" anchor="ctr">
              <a:spAutoFit/>
            </a:bodyPr>
            <a:lstStyle/>
            <a:p>
              <a:endParaRPr lang="zh-CN" altLang="en-US"/>
            </a:p>
          </p:txBody>
        </p:sp>
        <p:sp>
          <p:nvSpPr>
            <p:cNvPr id="116752" name="Oval 7"/>
            <p:cNvSpPr>
              <a:spLocks noChangeArrowheads="1"/>
            </p:cNvSpPr>
            <p:nvPr/>
          </p:nvSpPr>
          <p:spPr bwMode="auto">
            <a:xfrm>
              <a:off x="2880" y="3380"/>
              <a:ext cx="164" cy="327"/>
            </a:xfrm>
            <a:prstGeom prst="ellipse">
              <a:avLst/>
            </a:prstGeom>
            <a:solidFill>
              <a:schemeClr val="accent1"/>
            </a:solidFill>
            <a:ln w="9525">
              <a:solidFill>
                <a:schemeClr val="tx1"/>
              </a:solidFill>
              <a:round/>
            </a:ln>
          </p:spPr>
          <p:txBody>
            <a:bodyPr wrap="none" anchor="ctr">
              <a:spAutoFit/>
            </a:bodyPr>
            <a:lstStyle/>
            <a:p>
              <a:endParaRPr lang="zh-CN" altLang="en-US"/>
            </a:p>
          </p:txBody>
        </p:sp>
        <p:sp>
          <p:nvSpPr>
            <p:cNvPr id="116753" name="Oval 8"/>
            <p:cNvSpPr>
              <a:spLocks noChangeArrowheads="1"/>
            </p:cNvSpPr>
            <p:nvPr/>
          </p:nvSpPr>
          <p:spPr bwMode="auto">
            <a:xfrm>
              <a:off x="2154" y="3380"/>
              <a:ext cx="164" cy="327"/>
            </a:xfrm>
            <a:prstGeom prst="ellipse">
              <a:avLst/>
            </a:prstGeom>
            <a:solidFill>
              <a:schemeClr val="accent1"/>
            </a:solidFill>
            <a:ln w="9525">
              <a:solidFill>
                <a:schemeClr val="tx1"/>
              </a:solidFill>
              <a:round/>
            </a:ln>
          </p:spPr>
          <p:txBody>
            <a:bodyPr wrap="none" anchor="ctr">
              <a:spAutoFit/>
            </a:bodyPr>
            <a:lstStyle/>
            <a:p>
              <a:endParaRPr lang="zh-CN" altLang="en-US"/>
            </a:p>
          </p:txBody>
        </p:sp>
        <p:sp>
          <p:nvSpPr>
            <p:cNvPr id="116754" name="Oval 9"/>
            <p:cNvSpPr>
              <a:spLocks noChangeArrowheads="1"/>
            </p:cNvSpPr>
            <p:nvPr/>
          </p:nvSpPr>
          <p:spPr bwMode="auto">
            <a:xfrm>
              <a:off x="2018" y="2836"/>
              <a:ext cx="164" cy="327"/>
            </a:xfrm>
            <a:prstGeom prst="ellipse">
              <a:avLst/>
            </a:prstGeom>
            <a:solidFill>
              <a:schemeClr val="accent1"/>
            </a:solidFill>
            <a:ln w="9525">
              <a:solidFill>
                <a:schemeClr val="tx1"/>
              </a:solidFill>
              <a:round/>
            </a:ln>
          </p:spPr>
          <p:txBody>
            <a:bodyPr wrap="none" anchor="ctr">
              <a:spAutoFit/>
            </a:bodyPr>
            <a:lstStyle/>
            <a:p>
              <a:endParaRPr lang="zh-CN" altLang="en-US"/>
            </a:p>
          </p:txBody>
        </p:sp>
        <p:sp>
          <p:nvSpPr>
            <p:cNvPr id="116755" name="Line 10"/>
            <p:cNvSpPr>
              <a:spLocks noChangeShapeType="1"/>
            </p:cNvSpPr>
            <p:nvPr/>
          </p:nvSpPr>
          <p:spPr bwMode="auto">
            <a:xfrm>
              <a:off x="2744" y="2704"/>
              <a:ext cx="272" cy="182"/>
            </a:xfrm>
            <a:prstGeom prst="line">
              <a:avLst/>
            </a:prstGeom>
            <a:noFill/>
            <a:ln w="9525">
              <a:solidFill>
                <a:schemeClr val="tx1"/>
              </a:solidFill>
              <a:round/>
              <a:tailEnd type="triangle" w="med" len="med"/>
            </a:ln>
          </p:spPr>
          <p:txBody>
            <a:bodyPr wrap="none">
              <a:spAutoFit/>
            </a:bodyPr>
            <a:lstStyle/>
            <a:p>
              <a:endParaRPr lang="zh-CN" altLang="en-US"/>
            </a:p>
          </p:txBody>
        </p:sp>
        <p:sp>
          <p:nvSpPr>
            <p:cNvPr id="116756" name="Line 11"/>
            <p:cNvSpPr>
              <a:spLocks noChangeShapeType="1"/>
            </p:cNvSpPr>
            <p:nvPr/>
          </p:nvSpPr>
          <p:spPr bwMode="auto">
            <a:xfrm flipH="1">
              <a:off x="3061" y="3113"/>
              <a:ext cx="91" cy="317"/>
            </a:xfrm>
            <a:prstGeom prst="line">
              <a:avLst/>
            </a:prstGeom>
            <a:noFill/>
            <a:ln w="9525">
              <a:solidFill>
                <a:schemeClr val="tx1"/>
              </a:solidFill>
              <a:round/>
              <a:tailEnd type="triangle" w="med" len="med"/>
            </a:ln>
          </p:spPr>
          <p:txBody>
            <a:bodyPr wrap="none">
              <a:spAutoFit/>
            </a:bodyPr>
            <a:lstStyle/>
            <a:p>
              <a:endParaRPr lang="zh-CN" altLang="en-US"/>
            </a:p>
          </p:txBody>
        </p:sp>
        <p:sp>
          <p:nvSpPr>
            <p:cNvPr id="116757" name="Line 12"/>
            <p:cNvSpPr>
              <a:spLocks noChangeShapeType="1"/>
            </p:cNvSpPr>
            <p:nvPr/>
          </p:nvSpPr>
          <p:spPr bwMode="auto">
            <a:xfrm flipH="1">
              <a:off x="2381" y="3566"/>
              <a:ext cx="499" cy="0"/>
            </a:xfrm>
            <a:prstGeom prst="line">
              <a:avLst/>
            </a:prstGeom>
            <a:noFill/>
            <a:ln w="9525">
              <a:solidFill>
                <a:schemeClr val="tx1"/>
              </a:solidFill>
              <a:round/>
              <a:tailEnd type="triangle" w="med" len="med"/>
            </a:ln>
          </p:spPr>
          <p:txBody>
            <a:bodyPr wrap="none">
              <a:spAutoFit/>
            </a:bodyPr>
            <a:lstStyle/>
            <a:p>
              <a:endParaRPr lang="zh-CN" altLang="en-US"/>
            </a:p>
          </p:txBody>
        </p:sp>
        <p:sp>
          <p:nvSpPr>
            <p:cNvPr id="116758" name="Line 13"/>
            <p:cNvSpPr>
              <a:spLocks noChangeShapeType="1"/>
            </p:cNvSpPr>
            <p:nvPr/>
          </p:nvSpPr>
          <p:spPr bwMode="auto">
            <a:xfrm flipH="1" flipV="1">
              <a:off x="2109" y="3113"/>
              <a:ext cx="91" cy="317"/>
            </a:xfrm>
            <a:prstGeom prst="line">
              <a:avLst/>
            </a:prstGeom>
            <a:noFill/>
            <a:ln w="9525">
              <a:solidFill>
                <a:schemeClr val="tx1"/>
              </a:solidFill>
              <a:round/>
              <a:tailEnd type="triangle" w="med" len="med"/>
            </a:ln>
          </p:spPr>
          <p:txBody>
            <a:bodyPr wrap="none">
              <a:spAutoFit/>
            </a:bodyPr>
            <a:lstStyle/>
            <a:p>
              <a:endParaRPr lang="zh-CN" altLang="en-US"/>
            </a:p>
          </p:txBody>
        </p:sp>
        <p:sp>
          <p:nvSpPr>
            <p:cNvPr id="116759" name="Line 14"/>
            <p:cNvSpPr>
              <a:spLocks noChangeShapeType="1"/>
            </p:cNvSpPr>
            <p:nvPr/>
          </p:nvSpPr>
          <p:spPr bwMode="auto">
            <a:xfrm flipV="1">
              <a:off x="2245" y="2704"/>
              <a:ext cx="272" cy="182"/>
            </a:xfrm>
            <a:prstGeom prst="line">
              <a:avLst/>
            </a:prstGeom>
            <a:noFill/>
            <a:ln w="9525">
              <a:solidFill>
                <a:schemeClr val="tx1"/>
              </a:solidFill>
              <a:prstDash val="dash"/>
              <a:round/>
              <a:tailEnd type="triangle" w="med" len="med"/>
            </a:ln>
          </p:spPr>
          <p:txBody>
            <a:bodyPr wrap="none">
              <a:spAutoFit/>
            </a:bodyPr>
            <a:lstStyle/>
            <a:p>
              <a:endParaRPr lang="zh-CN" altLang="en-US"/>
            </a:p>
          </p:txBody>
        </p:sp>
      </p:grpSp>
      <p:sp>
        <p:nvSpPr>
          <p:cNvPr id="189455" name="Line 15"/>
          <p:cNvSpPr>
            <a:spLocks noChangeShapeType="1"/>
          </p:cNvSpPr>
          <p:nvPr/>
        </p:nvSpPr>
        <p:spPr bwMode="auto">
          <a:xfrm>
            <a:off x="5735638" y="3644901"/>
            <a:ext cx="0" cy="360363"/>
          </a:xfrm>
          <a:prstGeom prst="line">
            <a:avLst/>
          </a:prstGeom>
          <a:noFill/>
          <a:ln w="19050">
            <a:solidFill>
              <a:schemeClr val="tx1"/>
            </a:solidFill>
            <a:round/>
            <a:tailEnd type="triangle" w="med" len="med"/>
          </a:ln>
        </p:spPr>
        <p:txBody>
          <a:bodyPr wrap="none">
            <a:spAutoFit/>
          </a:bodyPr>
          <a:lstStyle/>
          <a:p>
            <a:endParaRPr lang="zh-CN" altLang="en-US"/>
          </a:p>
        </p:txBody>
      </p:sp>
      <p:sp>
        <p:nvSpPr>
          <p:cNvPr id="189456" name="Line 16"/>
          <p:cNvSpPr>
            <a:spLocks noChangeShapeType="1"/>
          </p:cNvSpPr>
          <p:nvPr/>
        </p:nvSpPr>
        <p:spPr bwMode="auto">
          <a:xfrm flipH="1">
            <a:off x="6672264" y="4437063"/>
            <a:ext cx="288925" cy="215900"/>
          </a:xfrm>
          <a:prstGeom prst="line">
            <a:avLst/>
          </a:prstGeom>
          <a:noFill/>
          <a:ln w="19050">
            <a:solidFill>
              <a:schemeClr val="tx1"/>
            </a:solidFill>
            <a:round/>
            <a:tailEnd type="triangle" w="med" len="med"/>
          </a:ln>
        </p:spPr>
        <p:txBody>
          <a:bodyPr>
            <a:spAutoFit/>
          </a:bodyPr>
          <a:lstStyle/>
          <a:p>
            <a:endParaRPr lang="zh-CN" altLang="en-US"/>
          </a:p>
        </p:txBody>
      </p:sp>
      <p:sp>
        <p:nvSpPr>
          <p:cNvPr id="189457" name="Line 17"/>
          <p:cNvSpPr>
            <a:spLocks noChangeShapeType="1"/>
          </p:cNvSpPr>
          <p:nvPr/>
        </p:nvSpPr>
        <p:spPr bwMode="auto">
          <a:xfrm flipH="1">
            <a:off x="6456364" y="5661025"/>
            <a:ext cx="287337" cy="0"/>
          </a:xfrm>
          <a:prstGeom prst="line">
            <a:avLst/>
          </a:prstGeom>
          <a:noFill/>
          <a:ln w="19050">
            <a:solidFill>
              <a:schemeClr val="tx1"/>
            </a:solidFill>
            <a:round/>
            <a:tailEnd type="triangle" w="med" len="med"/>
          </a:ln>
        </p:spPr>
        <p:txBody>
          <a:bodyPr>
            <a:spAutoFit/>
          </a:bodyPr>
          <a:lstStyle/>
          <a:p>
            <a:endParaRPr lang="zh-CN" altLang="en-US"/>
          </a:p>
        </p:txBody>
      </p:sp>
      <p:sp>
        <p:nvSpPr>
          <p:cNvPr id="189458" name="Line 18"/>
          <p:cNvSpPr>
            <a:spLocks noChangeShapeType="1"/>
          </p:cNvSpPr>
          <p:nvPr/>
        </p:nvSpPr>
        <p:spPr bwMode="auto">
          <a:xfrm flipH="1" flipV="1">
            <a:off x="5232400" y="5805488"/>
            <a:ext cx="0" cy="360362"/>
          </a:xfrm>
          <a:prstGeom prst="line">
            <a:avLst/>
          </a:prstGeom>
          <a:noFill/>
          <a:ln w="19050">
            <a:solidFill>
              <a:schemeClr val="tx1"/>
            </a:solidFill>
            <a:round/>
            <a:tailEnd type="triangle" w="med" len="med"/>
          </a:ln>
        </p:spPr>
        <p:txBody>
          <a:bodyPr>
            <a:spAutoFit/>
          </a:bodyPr>
          <a:lstStyle/>
          <a:p>
            <a:endParaRPr lang="zh-CN" altLang="en-US"/>
          </a:p>
        </p:txBody>
      </p:sp>
      <p:sp>
        <p:nvSpPr>
          <p:cNvPr id="189459" name="Line 19"/>
          <p:cNvSpPr>
            <a:spLocks noChangeShapeType="1"/>
          </p:cNvSpPr>
          <p:nvPr/>
        </p:nvSpPr>
        <p:spPr bwMode="auto">
          <a:xfrm flipV="1">
            <a:off x="4295775" y="4868863"/>
            <a:ext cx="431800" cy="0"/>
          </a:xfrm>
          <a:prstGeom prst="line">
            <a:avLst/>
          </a:prstGeom>
          <a:noFill/>
          <a:ln w="19050">
            <a:solidFill>
              <a:schemeClr val="tx1"/>
            </a:solidFill>
            <a:round/>
            <a:tailEnd type="triangle" w="med" len="med"/>
          </a:ln>
        </p:spPr>
        <p:txBody>
          <a:bodyPr>
            <a:spAutoFit/>
          </a:bodyPr>
          <a:lstStyle/>
          <a:p>
            <a:endParaRPr lang="zh-CN" altLang="en-US"/>
          </a:p>
        </p:txBody>
      </p:sp>
      <p:sp>
        <p:nvSpPr>
          <p:cNvPr id="189460" name="Line 20"/>
          <p:cNvSpPr>
            <a:spLocks noChangeShapeType="1"/>
          </p:cNvSpPr>
          <p:nvPr/>
        </p:nvSpPr>
        <p:spPr bwMode="auto">
          <a:xfrm>
            <a:off x="5303839" y="3789364"/>
            <a:ext cx="287337" cy="287337"/>
          </a:xfrm>
          <a:prstGeom prst="line">
            <a:avLst/>
          </a:prstGeom>
          <a:noFill/>
          <a:ln w="19050">
            <a:solidFill>
              <a:schemeClr val="tx1"/>
            </a:solidFill>
            <a:round/>
            <a:tailEnd type="triangle" w="med" len="med"/>
          </a:ln>
        </p:spPr>
        <p:txBody>
          <a:bodyPr>
            <a:spAutoFit/>
          </a:bodyPr>
          <a:lstStyle/>
          <a:p>
            <a:endParaRPr lang="zh-CN" altLang="en-US"/>
          </a:p>
        </p:txBody>
      </p:sp>
      <p:sp>
        <p:nvSpPr>
          <p:cNvPr id="189461" name="Line 21"/>
          <p:cNvSpPr>
            <a:spLocks noChangeShapeType="1"/>
          </p:cNvSpPr>
          <p:nvPr/>
        </p:nvSpPr>
        <p:spPr bwMode="auto">
          <a:xfrm flipH="1">
            <a:off x="6527800" y="4221163"/>
            <a:ext cx="215900" cy="360362"/>
          </a:xfrm>
          <a:prstGeom prst="line">
            <a:avLst/>
          </a:prstGeom>
          <a:noFill/>
          <a:ln w="19050">
            <a:solidFill>
              <a:schemeClr val="tx1"/>
            </a:solidFill>
            <a:round/>
            <a:tailEnd type="triangle" w="med" len="med"/>
          </a:ln>
        </p:spPr>
        <p:txBody>
          <a:bodyPr>
            <a:spAutoFit/>
          </a:bodyPr>
          <a:lstStyle/>
          <a:p>
            <a:endParaRPr lang="zh-CN" alt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89455"/>
                                        </p:tgtEl>
                                        <p:attrNameLst>
                                          <p:attrName>style.visibility</p:attrName>
                                        </p:attrNameLst>
                                      </p:cBhvr>
                                      <p:to>
                                        <p:strVal val="visible"/>
                                      </p:to>
                                    </p:set>
                                    <p:animEffect transition="in" filter="blinds(horizontal)">
                                      <p:cBhvr>
                                        <p:cTn id="12" dur="500"/>
                                        <p:tgtEl>
                                          <p:spTgt spid="189455"/>
                                        </p:tgtEl>
                                      </p:cBhvr>
                                    </p:animEffect>
                                  </p:childTnLst>
                                  <p:subTnLst>
                                    <p:set>
                                      <p:cBhvr override="childStyle">
                                        <p:cTn dur="1" fill="hold" display="0" masterRel="nextClick" afterEffect="1"/>
                                        <p:tgtEl>
                                          <p:spTgt spid="189455"/>
                                        </p:tgtEl>
                                        <p:attrNameLst>
                                          <p:attrName>style.visibility</p:attrName>
                                        </p:attrNameLst>
                                      </p:cBhvr>
                                      <p:to>
                                        <p:strVal val="hidden"/>
                                      </p:to>
                                    </p:set>
                                  </p:subTnLst>
                                </p:cTn>
                              </p:par>
                            </p:childTnLst>
                          </p:cTn>
                        </p:par>
                        <p:par>
                          <p:cTn id="13" fill="hold">
                            <p:stCondLst>
                              <p:cond delay="500"/>
                            </p:stCondLst>
                            <p:childTnLst>
                              <p:par>
                                <p:cTn id="14" presetID="3" presetClass="entr" presetSubtype="10" fill="hold" grpId="0" nodeType="afterEffect">
                                  <p:stCondLst>
                                    <p:cond delay="0"/>
                                  </p:stCondLst>
                                  <p:childTnLst>
                                    <p:set>
                                      <p:cBhvr>
                                        <p:cTn id="15" dur="1" fill="hold">
                                          <p:stCondLst>
                                            <p:cond delay="0"/>
                                          </p:stCondLst>
                                        </p:cTn>
                                        <p:tgtEl>
                                          <p:spTgt spid="189456"/>
                                        </p:tgtEl>
                                        <p:attrNameLst>
                                          <p:attrName>style.visibility</p:attrName>
                                        </p:attrNameLst>
                                      </p:cBhvr>
                                      <p:to>
                                        <p:strVal val="visible"/>
                                      </p:to>
                                    </p:set>
                                    <p:animEffect transition="in" filter="blinds(horizontal)">
                                      <p:cBhvr>
                                        <p:cTn id="16" dur="1000"/>
                                        <p:tgtEl>
                                          <p:spTgt spid="189456"/>
                                        </p:tgtEl>
                                      </p:cBhvr>
                                    </p:animEffect>
                                  </p:childTnLst>
                                  <p:subTnLst>
                                    <p:set>
                                      <p:cBhvr override="childStyle">
                                        <p:cTn dur="1" fill="hold" display="0" masterRel="nextClick" afterEffect="1"/>
                                        <p:tgtEl>
                                          <p:spTgt spid="189456"/>
                                        </p:tgtEl>
                                        <p:attrNameLst>
                                          <p:attrName>style.visibility</p:attrName>
                                        </p:attrNameLst>
                                      </p:cBhvr>
                                      <p:to>
                                        <p:strVal val="hidden"/>
                                      </p:to>
                                    </p:set>
                                  </p:subTnLst>
                                </p:cTn>
                              </p:par>
                            </p:childTnLst>
                          </p:cTn>
                        </p:par>
                        <p:par>
                          <p:cTn id="17" fill="hold">
                            <p:stCondLst>
                              <p:cond delay="1500"/>
                            </p:stCondLst>
                            <p:childTnLst>
                              <p:par>
                                <p:cTn id="18" presetID="3" presetClass="entr" presetSubtype="10" fill="hold" grpId="0" nodeType="afterEffect">
                                  <p:stCondLst>
                                    <p:cond delay="0"/>
                                  </p:stCondLst>
                                  <p:childTnLst>
                                    <p:set>
                                      <p:cBhvr>
                                        <p:cTn id="19" dur="1" fill="hold">
                                          <p:stCondLst>
                                            <p:cond delay="0"/>
                                          </p:stCondLst>
                                        </p:cTn>
                                        <p:tgtEl>
                                          <p:spTgt spid="189457"/>
                                        </p:tgtEl>
                                        <p:attrNameLst>
                                          <p:attrName>style.visibility</p:attrName>
                                        </p:attrNameLst>
                                      </p:cBhvr>
                                      <p:to>
                                        <p:strVal val="visible"/>
                                      </p:to>
                                    </p:set>
                                    <p:animEffect transition="in" filter="blinds(horizontal)">
                                      <p:cBhvr>
                                        <p:cTn id="20" dur="1000"/>
                                        <p:tgtEl>
                                          <p:spTgt spid="189457"/>
                                        </p:tgtEl>
                                      </p:cBhvr>
                                    </p:animEffect>
                                  </p:childTnLst>
                                  <p:subTnLst>
                                    <p:set>
                                      <p:cBhvr override="childStyle">
                                        <p:cTn dur="1" fill="hold" display="0" masterRel="nextClick" afterEffect="1"/>
                                        <p:tgtEl>
                                          <p:spTgt spid="189457"/>
                                        </p:tgtEl>
                                        <p:attrNameLst>
                                          <p:attrName>style.visibility</p:attrName>
                                        </p:attrNameLst>
                                      </p:cBhvr>
                                      <p:to>
                                        <p:strVal val="hidden"/>
                                      </p:to>
                                    </p:set>
                                  </p:subTnLst>
                                </p:cTn>
                              </p:par>
                            </p:childTnLst>
                          </p:cTn>
                        </p:par>
                        <p:par>
                          <p:cTn id="21" fill="hold">
                            <p:stCondLst>
                              <p:cond delay="2500"/>
                            </p:stCondLst>
                            <p:childTnLst>
                              <p:par>
                                <p:cTn id="22" presetID="3" presetClass="entr" presetSubtype="10" fill="hold" grpId="0" nodeType="afterEffect">
                                  <p:stCondLst>
                                    <p:cond delay="0"/>
                                  </p:stCondLst>
                                  <p:childTnLst>
                                    <p:set>
                                      <p:cBhvr>
                                        <p:cTn id="23" dur="1" fill="hold">
                                          <p:stCondLst>
                                            <p:cond delay="0"/>
                                          </p:stCondLst>
                                        </p:cTn>
                                        <p:tgtEl>
                                          <p:spTgt spid="189458"/>
                                        </p:tgtEl>
                                        <p:attrNameLst>
                                          <p:attrName>style.visibility</p:attrName>
                                        </p:attrNameLst>
                                      </p:cBhvr>
                                      <p:to>
                                        <p:strVal val="visible"/>
                                      </p:to>
                                    </p:set>
                                    <p:animEffect transition="in" filter="blinds(horizontal)">
                                      <p:cBhvr>
                                        <p:cTn id="24" dur="1000"/>
                                        <p:tgtEl>
                                          <p:spTgt spid="189458"/>
                                        </p:tgtEl>
                                      </p:cBhvr>
                                    </p:animEffect>
                                  </p:childTnLst>
                                  <p:subTnLst>
                                    <p:set>
                                      <p:cBhvr override="childStyle">
                                        <p:cTn dur="1" fill="hold" display="0" masterRel="nextClick" afterEffect="1"/>
                                        <p:tgtEl>
                                          <p:spTgt spid="189458"/>
                                        </p:tgtEl>
                                        <p:attrNameLst>
                                          <p:attrName>style.visibility</p:attrName>
                                        </p:attrNameLst>
                                      </p:cBhvr>
                                      <p:to>
                                        <p:strVal val="hidden"/>
                                      </p:to>
                                    </p:set>
                                  </p:subTnLst>
                                </p:cTn>
                              </p:par>
                            </p:childTnLst>
                          </p:cTn>
                        </p:par>
                        <p:par>
                          <p:cTn id="25" fill="hold">
                            <p:stCondLst>
                              <p:cond delay="3500"/>
                            </p:stCondLst>
                            <p:childTnLst>
                              <p:par>
                                <p:cTn id="26" presetID="3" presetClass="entr" presetSubtype="10" fill="hold" grpId="0" nodeType="afterEffect">
                                  <p:stCondLst>
                                    <p:cond delay="0"/>
                                  </p:stCondLst>
                                  <p:childTnLst>
                                    <p:set>
                                      <p:cBhvr>
                                        <p:cTn id="27" dur="1" fill="hold">
                                          <p:stCondLst>
                                            <p:cond delay="0"/>
                                          </p:stCondLst>
                                        </p:cTn>
                                        <p:tgtEl>
                                          <p:spTgt spid="189459"/>
                                        </p:tgtEl>
                                        <p:attrNameLst>
                                          <p:attrName>style.visibility</p:attrName>
                                        </p:attrNameLst>
                                      </p:cBhvr>
                                      <p:to>
                                        <p:strVal val="visible"/>
                                      </p:to>
                                    </p:set>
                                    <p:animEffect transition="in" filter="blinds(horizontal)">
                                      <p:cBhvr>
                                        <p:cTn id="28" dur="1000"/>
                                        <p:tgtEl>
                                          <p:spTgt spid="189459"/>
                                        </p:tgtEl>
                                      </p:cBhvr>
                                    </p:animEffect>
                                  </p:childTnLst>
                                  <p:subTnLst>
                                    <p:set>
                                      <p:cBhvr override="childStyle">
                                        <p:cTn dur="1" fill="hold" display="0" masterRel="nextClick" afterEffect="1"/>
                                        <p:tgtEl>
                                          <p:spTgt spid="189459"/>
                                        </p:tgtEl>
                                        <p:attrNameLst>
                                          <p:attrName>style.visibility</p:attrName>
                                        </p:attrNameLst>
                                      </p:cBhvr>
                                      <p:to>
                                        <p:strVal val="hidden"/>
                                      </p:to>
                                    </p:set>
                                  </p:subTnLst>
                                </p:cTn>
                              </p:par>
                            </p:childTnLst>
                          </p:cTn>
                        </p:par>
                        <p:par>
                          <p:cTn id="29" fill="hold">
                            <p:stCondLst>
                              <p:cond delay="4500"/>
                            </p:stCondLst>
                            <p:childTnLst>
                              <p:par>
                                <p:cTn id="30" presetID="3" presetClass="entr" presetSubtype="10" fill="hold" grpId="0" nodeType="afterEffect">
                                  <p:stCondLst>
                                    <p:cond delay="0"/>
                                  </p:stCondLst>
                                  <p:childTnLst>
                                    <p:set>
                                      <p:cBhvr>
                                        <p:cTn id="31" dur="1" fill="hold">
                                          <p:stCondLst>
                                            <p:cond delay="0"/>
                                          </p:stCondLst>
                                        </p:cTn>
                                        <p:tgtEl>
                                          <p:spTgt spid="189460"/>
                                        </p:tgtEl>
                                        <p:attrNameLst>
                                          <p:attrName>style.visibility</p:attrName>
                                        </p:attrNameLst>
                                      </p:cBhvr>
                                      <p:to>
                                        <p:strVal val="visible"/>
                                      </p:to>
                                    </p:set>
                                    <p:animEffect transition="in" filter="blinds(horizontal)">
                                      <p:cBhvr>
                                        <p:cTn id="32" dur="1000"/>
                                        <p:tgtEl>
                                          <p:spTgt spid="189460"/>
                                        </p:tgtEl>
                                      </p:cBhvr>
                                    </p:animEffect>
                                  </p:childTnLst>
                                  <p:subTnLst>
                                    <p:set>
                                      <p:cBhvr override="childStyle">
                                        <p:cTn dur="1" fill="hold" display="0" masterRel="nextClick" afterEffect="1"/>
                                        <p:tgtEl>
                                          <p:spTgt spid="189460"/>
                                        </p:tgtEl>
                                        <p:attrNameLst>
                                          <p:attrName>style.visibility</p:attrName>
                                        </p:attrNameLst>
                                      </p:cBhvr>
                                      <p:to>
                                        <p:strVal val="hidden"/>
                                      </p:to>
                                    </p:set>
                                  </p:subTnLst>
                                </p:cTn>
                              </p:par>
                            </p:childTnLst>
                          </p:cTn>
                        </p:par>
                        <p:par>
                          <p:cTn id="33" fill="hold">
                            <p:stCondLst>
                              <p:cond delay="5500"/>
                            </p:stCondLst>
                            <p:childTnLst>
                              <p:par>
                                <p:cTn id="34" presetID="3" presetClass="entr" presetSubtype="10" fill="hold" grpId="0" nodeType="afterEffect">
                                  <p:stCondLst>
                                    <p:cond delay="0"/>
                                  </p:stCondLst>
                                  <p:childTnLst>
                                    <p:set>
                                      <p:cBhvr>
                                        <p:cTn id="35" dur="1" fill="hold">
                                          <p:stCondLst>
                                            <p:cond delay="0"/>
                                          </p:stCondLst>
                                        </p:cTn>
                                        <p:tgtEl>
                                          <p:spTgt spid="189461"/>
                                        </p:tgtEl>
                                        <p:attrNameLst>
                                          <p:attrName>style.visibility</p:attrName>
                                        </p:attrNameLst>
                                      </p:cBhvr>
                                      <p:to>
                                        <p:strVal val="visible"/>
                                      </p:to>
                                    </p:set>
                                    <p:animEffect transition="in" filter="blinds(horizontal)">
                                      <p:cBhvr>
                                        <p:cTn id="36" dur="1000"/>
                                        <p:tgtEl>
                                          <p:spTgt spid="189461"/>
                                        </p:tgtEl>
                                      </p:cBhvr>
                                    </p:animEffect>
                                  </p:childTnLst>
                                  <p:subTnLst>
                                    <p:set>
                                      <p:cBhvr override="childStyle">
                                        <p:cTn dur="1" fill="hold" display="0" masterRel="nextClick" afterEffect="1"/>
                                        <p:tgtEl>
                                          <p:spTgt spid="189461"/>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455" grpId="0" animBg="1"/>
      <p:bldP spid="189456" grpId="0" animBg="1"/>
      <p:bldP spid="189457" grpId="0" animBg="1"/>
      <p:bldP spid="189458" grpId="0" animBg="1"/>
      <p:bldP spid="189459" grpId="0" animBg="1"/>
      <p:bldP spid="189460" grpId="0" animBg="1"/>
      <p:bldP spid="189461" grpId="0"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2" name="Rectangle 2"/>
          <p:cNvSpPr>
            <a:spLocks noGrp="1" noChangeArrowheads="1"/>
          </p:cNvSpPr>
          <p:nvPr>
            <p:ph type="title"/>
          </p:nvPr>
        </p:nvSpPr>
        <p:spPr/>
        <p:txBody>
          <a:bodyPr/>
          <a:lstStyle/>
          <a:p>
            <a:r>
              <a:rPr lang="zh-CN" altLang="en-US" dirty="0">
                <a:ea typeface="宋体" pitchFamily="2" charset="-122"/>
              </a:rPr>
              <a:t>问题</a:t>
            </a:r>
            <a:r>
              <a:rPr lang="en-US" altLang="zh-CN" dirty="0">
                <a:ea typeface="宋体" pitchFamily="2" charset="-122"/>
              </a:rPr>
              <a:t>2.3</a:t>
            </a:r>
            <a:r>
              <a:rPr lang="zh-CN" altLang="en-US" dirty="0">
                <a:ea typeface="宋体" pitchFamily="2" charset="-122"/>
              </a:rPr>
              <a:t>：代码实现（循环链表）</a:t>
            </a:r>
            <a:endParaRPr lang="zh-CN" altLang="en-US" dirty="0">
              <a:ea typeface="宋体" pitchFamily="2" charset="-122"/>
            </a:endParaRPr>
          </a:p>
        </p:txBody>
      </p:sp>
      <p:sp>
        <p:nvSpPr>
          <p:cNvPr id="192515" name="Rectangle 3"/>
          <p:cNvSpPr>
            <a:spLocks noGrp="1" noChangeArrowheads="1"/>
          </p:cNvSpPr>
          <p:nvPr>
            <p:ph idx="1"/>
          </p:nvPr>
        </p:nvSpPr>
        <p:spPr>
          <a:xfrm>
            <a:off x="1064984" y="1591816"/>
            <a:ext cx="3233738" cy="4556125"/>
          </a:xfrm>
        </p:spPr>
        <p:txBody>
          <a:bodyPr/>
          <a:lstStyle/>
          <a:p>
            <a:pPr>
              <a:lnSpc>
                <a:spcPct val="80000"/>
              </a:lnSpc>
              <a:buFont typeface="Wingdings" panose="05000000000000000000" pitchFamily="2" charset="2"/>
              <a:buNone/>
            </a:pPr>
            <a:r>
              <a:rPr lang="en-US" altLang="zh-CN" sz="1600" b="0" dirty="0">
                <a:ea typeface="宋体" pitchFamily="2" charset="-122"/>
              </a:rPr>
              <a:t>#include &lt;</a:t>
            </a:r>
            <a:r>
              <a:rPr lang="en-US" altLang="zh-CN" sz="1600" b="0" dirty="0" err="1">
                <a:ea typeface="宋体" pitchFamily="2" charset="-122"/>
              </a:rPr>
              <a:t>stdio.h</a:t>
            </a:r>
            <a:r>
              <a:rPr lang="en-US" altLang="zh-CN" sz="1600" b="0" dirty="0">
                <a:ea typeface="宋体" pitchFamily="2" charset="-122"/>
              </a:rPr>
              <a:t>&gt;</a:t>
            </a:r>
            <a:endParaRPr lang="en-US" altLang="zh-CN" sz="1600" b="0" dirty="0">
              <a:ea typeface="宋体" pitchFamily="2" charset="-122"/>
            </a:endParaRPr>
          </a:p>
          <a:p>
            <a:pPr>
              <a:lnSpc>
                <a:spcPct val="80000"/>
              </a:lnSpc>
              <a:buFont typeface="Wingdings" panose="05000000000000000000" pitchFamily="2" charset="2"/>
              <a:buNone/>
            </a:pPr>
            <a:r>
              <a:rPr lang="en-US" altLang="zh-CN" sz="1600" b="0" dirty="0">
                <a:ea typeface="宋体" pitchFamily="2" charset="-122"/>
              </a:rPr>
              <a:t>#include &lt;</a:t>
            </a:r>
            <a:r>
              <a:rPr lang="en-US" altLang="zh-CN" sz="1600" b="0" dirty="0" err="1">
                <a:ea typeface="宋体" pitchFamily="2" charset="-122"/>
              </a:rPr>
              <a:t>stdlib.h</a:t>
            </a:r>
            <a:r>
              <a:rPr lang="en-US" altLang="zh-CN" sz="1600" b="0" dirty="0">
                <a:ea typeface="宋体" pitchFamily="2" charset="-122"/>
              </a:rPr>
              <a:t>&gt;</a:t>
            </a:r>
            <a:endParaRPr lang="en-US" altLang="zh-CN" sz="1600" b="0" dirty="0">
              <a:ea typeface="宋体" pitchFamily="2" charset="-122"/>
            </a:endParaRPr>
          </a:p>
          <a:p>
            <a:pPr>
              <a:lnSpc>
                <a:spcPct val="80000"/>
              </a:lnSpc>
              <a:buFont typeface="Wingdings" panose="05000000000000000000" pitchFamily="2" charset="2"/>
              <a:buNone/>
            </a:pPr>
            <a:r>
              <a:rPr lang="en-US" altLang="zh-CN" sz="1600" b="0" dirty="0">
                <a:ea typeface="宋体" pitchFamily="2" charset="-122"/>
              </a:rPr>
              <a:t>#include &lt;</a:t>
            </a:r>
            <a:r>
              <a:rPr lang="en-US" altLang="zh-CN" sz="1600" b="0" dirty="0" err="1">
                <a:ea typeface="宋体" pitchFamily="2" charset="-122"/>
              </a:rPr>
              <a:t>string.h</a:t>
            </a:r>
            <a:r>
              <a:rPr lang="en-US" altLang="zh-CN" sz="1600" b="0" dirty="0">
                <a:ea typeface="宋体" pitchFamily="2" charset="-122"/>
              </a:rPr>
              <a:t>&gt;</a:t>
            </a:r>
            <a:endParaRPr lang="en-US" altLang="zh-CN" sz="1600" b="0" dirty="0">
              <a:ea typeface="宋体" pitchFamily="2" charset="-122"/>
            </a:endParaRPr>
          </a:p>
          <a:p>
            <a:pPr>
              <a:lnSpc>
                <a:spcPct val="80000"/>
              </a:lnSpc>
              <a:buFont typeface="Wingdings" panose="05000000000000000000" pitchFamily="2" charset="2"/>
              <a:buNone/>
            </a:pPr>
            <a:r>
              <a:rPr lang="en-US" altLang="zh-CN" sz="1600" b="0" dirty="0">
                <a:ea typeface="宋体" pitchFamily="2" charset="-122"/>
              </a:rPr>
              <a:t>#define DEFLINES  10</a:t>
            </a:r>
            <a:endParaRPr lang="en-US" altLang="zh-CN" sz="1600" b="0" dirty="0">
              <a:ea typeface="宋体" pitchFamily="2" charset="-122"/>
            </a:endParaRPr>
          </a:p>
          <a:p>
            <a:pPr>
              <a:lnSpc>
                <a:spcPct val="80000"/>
              </a:lnSpc>
              <a:buFont typeface="Wingdings" panose="05000000000000000000" pitchFamily="2" charset="2"/>
              <a:buNone/>
            </a:pPr>
            <a:r>
              <a:rPr lang="en-US" altLang="zh-CN" sz="1600" b="0" dirty="0">
                <a:ea typeface="宋体" pitchFamily="2" charset="-122"/>
              </a:rPr>
              <a:t>#define MAXLEN    81</a:t>
            </a:r>
            <a:endParaRPr lang="en-US" altLang="zh-CN" sz="1600" b="0" dirty="0">
              <a:ea typeface="宋体" pitchFamily="2" charset="-122"/>
            </a:endParaRPr>
          </a:p>
          <a:p>
            <a:pPr>
              <a:lnSpc>
                <a:spcPct val="80000"/>
              </a:lnSpc>
              <a:buFont typeface="Wingdings" panose="05000000000000000000" pitchFamily="2" charset="2"/>
              <a:buNone/>
            </a:pPr>
            <a:r>
              <a:rPr lang="en-US" altLang="zh-CN" sz="1600" b="0" dirty="0" err="1">
                <a:ea typeface="宋体" pitchFamily="2" charset="-122"/>
              </a:rPr>
              <a:t>struct</a:t>
            </a:r>
            <a:r>
              <a:rPr lang="en-US" altLang="zh-CN" sz="1600" b="0" dirty="0">
                <a:ea typeface="宋体" pitchFamily="2" charset="-122"/>
              </a:rPr>
              <a:t> Node {</a:t>
            </a:r>
            <a:endParaRPr lang="en-US" altLang="zh-CN" sz="1600" b="0" dirty="0">
              <a:ea typeface="宋体" pitchFamily="2" charset="-122"/>
            </a:endParaRPr>
          </a:p>
          <a:p>
            <a:pPr>
              <a:lnSpc>
                <a:spcPct val="80000"/>
              </a:lnSpc>
              <a:buFont typeface="Wingdings" panose="05000000000000000000" pitchFamily="2" charset="2"/>
              <a:buNone/>
            </a:pPr>
            <a:r>
              <a:rPr lang="en-US" altLang="zh-CN" sz="1600" b="0" dirty="0">
                <a:ea typeface="宋体" pitchFamily="2" charset="-122"/>
              </a:rPr>
              <a:t>  char *line;</a:t>
            </a:r>
            <a:endParaRPr lang="en-US" altLang="zh-CN" sz="1600" b="0" dirty="0">
              <a:ea typeface="宋体" pitchFamily="2" charset="-122"/>
            </a:endParaRPr>
          </a:p>
          <a:p>
            <a:pPr>
              <a:lnSpc>
                <a:spcPct val="80000"/>
              </a:lnSpc>
              <a:buFont typeface="Wingdings" panose="05000000000000000000" pitchFamily="2" charset="2"/>
              <a:buNone/>
            </a:pPr>
            <a:r>
              <a:rPr lang="en-US" altLang="zh-CN" sz="1600" b="0" dirty="0">
                <a:ea typeface="宋体" pitchFamily="2" charset="-122"/>
              </a:rPr>
              <a:t>  </a:t>
            </a:r>
            <a:r>
              <a:rPr lang="en-US" altLang="zh-CN" sz="1600" b="0" dirty="0" err="1">
                <a:ea typeface="宋体" pitchFamily="2" charset="-122"/>
              </a:rPr>
              <a:t>struct</a:t>
            </a:r>
            <a:r>
              <a:rPr lang="en-US" altLang="zh-CN" sz="1600" b="0" dirty="0">
                <a:ea typeface="宋体" pitchFamily="2" charset="-122"/>
              </a:rPr>
              <a:t> Node *next;</a:t>
            </a:r>
            <a:endParaRPr lang="en-US" altLang="zh-CN" sz="1600" b="0" dirty="0">
              <a:ea typeface="宋体" pitchFamily="2" charset="-122"/>
            </a:endParaRPr>
          </a:p>
          <a:p>
            <a:pPr>
              <a:lnSpc>
                <a:spcPct val="80000"/>
              </a:lnSpc>
              <a:buFont typeface="Wingdings" panose="05000000000000000000" pitchFamily="2" charset="2"/>
              <a:buNone/>
            </a:pPr>
            <a:r>
              <a:rPr lang="en-US" altLang="zh-CN" sz="1600" b="0" dirty="0">
                <a:ea typeface="宋体" pitchFamily="2" charset="-122"/>
              </a:rPr>
              <a:t>};</a:t>
            </a:r>
            <a:endParaRPr lang="en-US" altLang="zh-CN" sz="1600" dirty="0">
              <a:ea typeface="宋体" pitchFamily="2" charset="-122"/>
            </a:endParaRPr>
          </a:p>
        </p:txBody>
      </p:sp>
      <p:sp>
        <p:nvSpPr>
          <p:cNvPr id="119811" name="灯片编号占位符 4"/>
          <p:cNvSpPr>
            <a:spLocks noGrp="1"/>
          </p:cNvSpPr>
          <p:nvPr>
            <p:ph type="sldNum" sz="quarter" idx="12"/>
          </p:nvPr>
        </p:nvSpPr>
        <p:spPr>
          <a:noFill/>
        </p:spPr>
        <p:txBody>
          <a:bodyPr/>
          <a:lstStyle/>
          <a:p>
            <a:fld id="{F63F1E5F-29C4-4D51-8341-875B1719D040}" type="slidenum">
              <a:rPr lang="en-US" altLang="zh-CN" smtClean="0"/>
            </a:fld>
            <a:endParaRPr lang="en-US" altLang="zh-CN"/>
          </a:p>
        </p:txBody>
      </p:sp>
      <p:sp>
        <p:nvSpPr>
          <p:cNvPr id="192516" name="Rectangle 4"/>
          <p:cNvSpPr>
            <a:spLocks noChangeArrowheads="1"/>
          </p:cNvSpPr>
          <p:nvPr/>
        </p:nvSpPr>
        <p:spPr bwMode="auto">
          <a:xfrm>
            <a:off x="4659084" y="1340990"/>
            <a:ext cx="3665538" cy="4933950"/>
          </a:xfrm>
          <a:prstGeom prst="rect">
            <a:avLst/>
          </a:prstGeom>
          <a:noFill/>
          <a:ln w="9525">
            <a:noFill/>
            <a:miter lim="800000"/>
          </a:ln>
        </p:spPr>
        <p:txBody>
          <a:bodyPr/>
          <a:lstStyle/>
          <a:p>
            <a:pPr marL="279400" indent="-279400">
              <a:lnSpc>
                <a:spcPct val="70000"/>
              </a:lnSpc>
              <a:spcBef>
                <a:spcPct val="60000"/>
              </a:spcBef>
              <a:buClr>
                <a:srgbClr val="D60093"/>
              </a:buClr>
              <a:buSzPct val="70000"/>
            </a:pPr>
            <a:r>
              <a:rPr lang="en-US" altLang="zh-CN" sz="1600" dirty="0" err="1">
                <a:latin typeface="Arial Narrow" panose="020B0606020202030204" pitchFamily="34" charset="0"/>
              </a:rPr>
              <a:t>int</a:t>
            </a:r>
            <a:r>
              <a:rPr lang="en-US" altLang="zh-CN" sz="1600" dirty="0">
                <a:latin typeface="Arial Narrow" panose="020B0606020202030204" pitchFamily="34" charset="0"/>
              </a:rPr>
              <a:t> main(</a:t>
            </a:r>
            <a:r>
              <a:rPr lang="en-US" altLang="zh-CN" sz="1600" dirty="0" err="1">
                <a:latin typeface="Arial Narrow" panose="020B0606020202030204" pitchFamily="34" charset="0"/>
              </a:rPr>
              <a:t>int</a:t>
            </a:r>
            <a:r>
              <a:rPr lang="en-US" altLang="zh-CN" sz="1600" dirty="0">
                <a:latin typeface="Arial Narrow" panose="020B0606020202030204" pitchFamily="34" charset="0"/>
              </a:rPr>
              <a:t> </a:t>
            </a:r>
            <a:r>
              <a:rPr lang="en-US" altLang="zh-CN" sz="1600" dirty="0" err="1">
                <a:latin typeface="Arial Narrow" panose="020B0606020202030204" pitchFamily="34" charset="0"/>
              </a:rPr>
              <a:t>argc</a:t>
            </a:r>
            <a:r>
              <a:rPr lang="en-US" altLang="zh-CN" sz="1600" dirty="0">
                <a:latin typeface="Arial Narrow" panose="020B0606020202030204" pitchFamily="34" charset="0"/>
              </a:rPr>
              <a:t>, char *</a:t>
            </a:r>
            <a:r>
              <a:rPr lang="en-US" altLang="zh-CN" sz="1600" dirty="0" err="1">
                <a:latin typeface="Arial Narrow" panose="020B0606020202030204" pitchFamily="34" charset="0"/>
              </a:rPr>
              <a:t>argv</a:t>
            </a:r>
            <a:r>
              <a:rPr lang="en-US" altLang="zh-CN" sz="1600" dirty="0">
                <a:latin typeface="Arial Narrow" panose="020B0606020202030204" pitchFamily="34" charset="0"/>
              </a:rPr>
              <a:t>[ ])</a:t>
            </a:r>
            <a:endParaRPr lang="en-US" altLang="zh-CN" sz="1600" dirty="0">
              <a:latin typeface="Arial Narrow" panose="020B0606020202030204" pitchFamily="34" charset="0"/>
            </a:endParaRPr>
          </a:p>
          <a:p>
            <a:pPr marL="279400" indent="-279400">
              <a:lnSpc>
                <a:spcPct val="70000"/>
              </a:lnSpc>
              <a:spcBef>
                <a:spcPct val="60000"/>
              </a:spcBef>
              <a:buClr>
                <a:srgbClr val="D60093"/>
              </a:buClr>
              <a:buSzPct val="70000"/>
            </a:pPr>
            <a:r>
              <a:rPr lang="en-US" altLang="zh-CN" sz="1600" dirty="0">
                <a:latin typeface="Arial Narrow" panose="020B0606020202030204" pitchFamily="34" charset="0"/>
              </a:rPr>
              <a:t>{</a:t>
            </a:r>
            <a:endParaRPr lang="en-US" altLang="zh-CN" sz="1600" dirty="0">
              <a:latin typeface="Arial Narrow" panose="020B0606020202030204" pitchFamily="34" charset="0"/>
            </a:endParaRPr>
          </a:p>
          <a:p>
            <a:pPr marL="279400" indent="-279400">
              <a:lnSpc>
                <a:spcPct val="70000"/>
              </a:lnSpc>
              <a:spcBef>
                <a:spcPct val="60000"/>
              </a:spcBef>
              <a:buClr>
                <a:srgbClr val="D60093"/>
              </a:buClr>
              <a:buSzPct val="70000"/>
            </a:pPr>
            <a:r>
              <a:rPr lang="en-US" altLang="zh-CN" sz="1600" dirty="0">
                <a:latin typeface="Arial Narrow" panose="020B0606020202030204" pitchFamily="34" charset="0"/>
              </a:rPr>
              <a:t>    char </a:t>
            </a:r>
            <a:r>
              <a:rPr lang="en-US" altLang="zh-CN" sz="1600" dirty="0" err="1">
                <a:latin typeface="Arial Narrow" panose="020B0606020202030204" pitchFamily="34" charset="0"/>
              </a:rPr>
              <a:t>curline</a:t>
            </a:r>
            <a:r>
              <a:rPr lang="en-US" altLang="zh-CN" sz="1600" dirty="0">
                <a:latin typeface="Arial Narrow" panose="020B0606020202030204" pitchFamily="34" charset="0"/>
              </a:rPr>
              <a:t>[MAXLEN],*filename;</a:t>
            </a:r>
            <a:endParaRPr lang="en-US" altLang="zh-CN" sz="1600" dirty="0">
              <a:latin typeface="Arial Narrow" panose="020B0606020202030204" pitchFamily="34" charset="0"/>
            </a:endParaRPr>
          </a:p>
          <a:p>
            <a:pPr marL="279400" indent="-279400">
              <a:lnSpc>
                <a:spcPct val="70000"/>
              </a:lnSpc>
              <a:spcBef>
                <a:spcPct val="60000"/>
              </a:spcBef>
              <a:buClr>
                <a:srgbClr val="D60093"/>
              </a:buClr>
              <a:buSzPct val="70000"/>
            </a:pPr>
            <a:r>
              <a:rPr lang="en-US" altLang="zh-CN" sz="1600" dirty="0">
                <a:latin typeface="Arial Narrow" panose="020B0606020202030204" pitchFamily="34" charset="0"/>
              </a:rPr>
              <a:t>    </a:t>
            </a:r>
            <a:r>
              <a:rPr lang="en-US" altLang="zh-CN" sz="1600" dirty="0" err="1">
                <a:latin typeface="Arial Narrow" panose="020B0606020202030204" pitchFamily="34" charset="0"/>
              </a:rPr>
              <a:t>int</a:t>
            </a:r>
            <a:r>
              <a:rPr lang="en-US" altLang="zh-CN" sz="1600" dirty="0">
                <a:latin typeface="Arial Narrow" panose="020B0606020202030204" pitchFamily="34" charset="0"/>
              </a:rPr>
              <a:t> n = DEFLINES, </a:t>
            </a:r>
            <a:r>
              <a:rPr lang="en-US" altLang="zh-CN" sz="1600" dirty="0" err="1">
                <a:latin typeface="Arial Narrow" panose="020B0606020202030204" pitchFamily="34" charset="0"/>
              </a:rPr>
              <a:t>i</a:t>
            </a:r>
            <a:r>
              <a:rPr lang="en-US" altLang="zh-CN" sz="1600" dirty="0">
                <a:latin typeface="Arial Narrow" panose="020B0606020202030204" pitchFamily="34" charset="0"/>
              </a:rPr>
              <a:t>;</a:t>
            </a:r>
            <a:endParaRPr lang="en-US" altLang="zh-CN" sz="1600" dirty="0">
              <a:latin typeface="Arial Narrow" panose="020B0606020202030204" pitchFamily="34" charset="0"/>
            </a:endParaRPr>
          </a:p>
          <a:p>
            <a:pPr marL="279400" indent="-279400">
              <a:lnSpc>
                <a:spcPct val="70000"/>
              </a:lnSpc>
              <a:spcBef>
                <a:spcPct val="60000"/>
              </a:spcBef>
              <a:buClr>
                <a:srgbClr val="D60093"/>
              </a:buClr>
              <a:buSzPct val="70000"/>
            </a:pPr>
            <a:r>
              <a:rPr lang="en-US" altLang="zh-CN" sz="1600" dirty="0">
                <a:latin typeface="Arial Narrow" panose="020B0606020202030204" pitchFamily="34" charset="0"/>
              </a:rPr>
              <a:t>    </a:t>
            </a:r>
            <a:r>
              <a:rPr lang="en-US" altLang="zh-CN" sz="1600" dirty="0" err="1">
                <a:latin typeface="Arial Narrow" panose="020B0606020202030204" pitchFamily="34" charset="0"/>
              </a:rPr>
              <a:t>struct</a:t>
            </a:r>
            <a:r>
              <a:rPr lang="en-US" altLang="zh-CN" sz="1600" dirty="0">
                <a:latin typeface="Arial Narrow" panose="020B0606020202030204" pitchFamily="34" charset="0"/>
              </a:rPr>
              <a:t> Node *first, *</a:t>
            </a:r>
            <a:r>
              <a:rPr lang="en-US" altLang="zh-CN" sz="1600" dirty="0" err="1">
                <a:latin typeface="Arial Narrow" panose="020B0606020202030204" pitchFamily="34" charset="0"/>
              </a:rPr>
              <a:t>ptr</a:t>
            </a:r>
            <a:r>
              <a:rPr lang="en-US" altLang="zh-CN" sz="1600" dirty="0">
                <a:latin typeface="Arial Narrow" panose="020B0606020202030204" pitchFamily="34" charset="0"/>
              </a:rPr>
              <a:t>;</a:t>
            </a:r>
            <a:endParaRPr lang="en-US" altLang="zh-CN" sz="1600" dirty="0">
              <a:latin typeface="Arial Narrow" panose="020B0606020202030204" pitchFamily="34" charset="0"/>
            </a:endParaRPr>
          </a:p>
          <a:p>
            <a:pPr marL="279400" indent="-279400">
              <a:lnSpc>
                <a:spcPct val="70000"/>
              </a:lnSpc>
              <a:spcBef>
                <a:spcPct val="60000"/>
              </a:spcBef>
              <a:buClr>
                <a:srgbClr val="D60093"/>
              </a:buClr>
              <a:buSzPct val="70000"/>
            </a:pPr>
            <a:r>
              <a:rPr lang="en-US" altLang="zh-CN" sz="1600" dirty="0">
                <a:latin typeface="Arial Narrow" panose="020B0606020202030204" pitchFamily="34" charset="0"/>
              </a:rPr>
              <a:t>    FILE *</a:t>
            </a:r>
            <a:r>
              <a:rPr lang="en-US" altLang="zh-CN" sz="1600" dirty="0" err="1">
                <a:latin typeface="Arial Narrow" panose="020B0606020202030204" pitchFamily="34" charset="0"/>
              </a:rPr>
              <a:t>fp</a:t>
            </a:r>
            <a:r>
              <a:rPr lang="en-US" altLang="zh-CN" sz="1600" dirty="0">
                <a:latin typeface="Arial Narrow" panose="020B0606020202030204" pitchFamily="34" charset="0"/>
              </a:rPr>
              <a:t>;</a:t>
            </a:r>
            <a:endParaRPr lang="en-US" altLang="zh-CN" sz="1600" dirty="0">
              <a:latin typeface="Arial Narrow" panose="020B0606020202030204" pitchFamily="34" charset="0"/>
            </a:endParaRPr>
          </a:p>
          <a:p>
            <a:pPr marL="279400" indent="-279400">
              <a:lnSpc>
                <a:spcPct val="70000"/>
              </a:lnSpc>
              <a:spcBef>
                <a:spcPct val="60000"/>
              </a:spcBef>
              <a:buClr>
                <a:srgbClr val="D60093"/>
              </a:buClr>
              <a:buSzPct val="70000"/>
            </a:pPr>
            <a:r>
              <a:rPr lang="en-US" altLang="zh-CN" sz="1600" dirty="0">
                <a:latin typeface="Arial Narrow" panose="020B0606020202030204" pitchFamily="34" charset="0"/>
              </a:rPr>
              <a:t>    if( </a:t>
            </a:r>
            <a:r>
              <a:rPr lang="en-US" altLang="zh-CN" sz="1600" dirty="0" err="1">
                <a:latin typeface="Arial Narrow" panose="020B0606020202030204" pitchFamily="34" charset="0"/>
              </a:rPr>
              <a:t>argc</a:t>
            </a:r>
            <a:r>
              <a:rPr lang="en-US" altLang="zh-CN" sz="1600" dirty="0">
                <a:latin typeface="Arial Narrow" panose="020B0606020202030204" pitchFamily="34" charset="0"/>
              </a:rPr>
              <a:t> == 3 &amp;&amp; </a:t>
            </a:r>
            <a:r>
              <a:rPr lang="en-US" altLang="zh-CN" sz="1600" dirty="0" err="1">
                <a:latin typeface="Arial Narrow" panose="020B0606020202030204" pitchFamily="34" charset="0"/>
              </a:rPr>
              <a:t>argv</a:t>
            </a:r>
            <a:r>
              <a:rPr lang="en-US" altLang="zh-CN" sz="1600" dirty="0">
                <a:latin typeface="Arial Narrow" panose="020B0606020202030204" pitchFamily="34" charset="0"/>
              </a:rPr>
              <a:t>[1][0] == '-') {</a:t>
            </a:r>
            <a:endParaRPr lang="en-US" altLang="zh-CN" sz="1600" dirty="0">
              <a:latin typeface="Arial Narrow" panose="020B0606020202030204" pitchFamily="34" charset="0"/>
            </a:endParaRPr>
          </a:p>
          <a:p>
            <a:pPr marL="279400" indent="-279400">
              <a:lnSpc>
                <a:spcPct val="70000"/>
              </a:lnSpc>
              <a:spcBef>
                <a:spcPct val="60000"/>
              </a:spcBef>
              <a:buClr>
                <a:srgbClr val="D60093"/>
              </a:buClr>
              <a:buSzPct val="70000"/>
            </a:pPr>
            <a:r>
              <a:rPr lang="en-US" altLang="zh-CN" sz="1600" dirty="0">
                <a:latin typeface="Arial Narrow" panose="020B0606020202030204" pitchFamily="34" charset="0"/>
              </a:rPr>
              <a:t>        n = </a:t>
            </a:r>
            <a:r>
              <a:rPr lang="en-US" altLang="zh-CN" sz="1600" dirty="0" err="1">
                <a:latin typeface="Arial Narrow" panose="020B0606020202030204" pitchFamily="34" charset="0"/>
              </a:rPr>
              <a:t>atoi</a:t>
            </a:r>
            <a:r>
              <a:rPr lang="en-US" altLang="zh-CN" sz="1600" dirty="0">
                <a:latin typeface="Arial Narrow" panose="020B0606020202030204" pitchFamily="34" charset="0"/>
              </a:rPr>
              <a:t>(</a:t>
            </a:r>
            <a:r>
              <a:rPr lang="en-US" altLang="zh-CN" sz="1600" dirty="0" err="1">
                <a:latin typeface="Arial Narrow" panose="020B0606020202030204" pitchFamily="34" charset="0"/>
              </a:rPr>
              <a:t>argv</a:t>
            </a:r>
            <a:r>
              <a:rPr lang="en-US" altLang="zh-CN" sz="1600" dirty="0">
                <a:latin typeface="Arial Narrow" panose="020B0606020202030204" pitchFamily="34" charset="0"/>
              </a:rPr>
              <a:t>[1]+1);</a:t>
            </a:r>
            <a:endParaRPr lang="en-US" altLang="zh-CN" sz="1600" dirty="0">
              <a:latin typeface="Arial Narrow" panose="020B0606020202030204" pitchFamily="34" charset="0"/>
            </a:endParaRPr>
          </a:p>
          <a:p>
            <a:pPr marL="279400" indent="-279400">
              <a:lnSpc>
                <a:spcPct val="70000"/>
              </a:lnSpc>
              <a:spcBef>
                <a:spcPct val="60000"/>
              </a:spcBef>
              <a:buClr>
                <a:srgbClr val="D60093"/>
              </a:buClr>
              <a:buSzPct val="70000"/>
            </a:pPr>
            <a:r>
              <a:rPr lang="en-US" altLang="zh-CN" sz="1600" dirty="0">
                <a:latin typeface="Arial Narrow" panose="020B0606020202030204" pitchFamily="34" charset="0"/>
              </a:rPr>
              <a:t>        filename = </a:t>
            </a:r>
            <a:r>
              <a:rPr lang="en-US" altLang="zh-CN" sz="1600" dirty="0" err="1">
                <a:latin typeface="Arial Narrow" panose="020B0606020202030204" pitchFamily="34" charset="0"/>
              </a:rPr>
              <a:t>argv</a:t>
            </a:r>
            <a:r>
              <a:rPr lang="en-US" altLang="zh-CN" sz="1600" dirty="0">
                <a:latin typeface="Arial Narrow" panose="020B0606020202030204" pitchFamily="34" charset="0"/>
              </a:rPr>
              <a:t>[2];</a:t>
            </a:r>
            <a:endParaRPr lang="en-US" altLang="zh-CN" sz="1600" dirty="0">
              <a:latin typeface="Arial Narrow" panose="020B0606020202030204" pitchFamily="34" charset="0"/>
            </a:endParaRPr>
          </a:p>
          <a:p>
            <a:pPr marL="279400" indent="-279400">
              <a:lnSpc>
                <a:spcPct val="70000"/>
              </a:lnSpc>
              <a:spcBef>
                <a:spcPct val="60000"/>
              </a:spcBef>
              <a:buClr>
                <a:srgbClr val="D60093"/>
              </a:buClr>
              <a:buSzPct val="70000"/>
            </a:pPr>
            <a:r>
              <a:rPr lang="en-US" altLang="zh-CN" sz="1600" dirty="0">
                <a:latin typeface="Arial Narrow" panose="020B0606020202030204" pitchFamily="34" charset="0"/>
              </a:rPr>
              <a:t>    }</a:t>
            </a:r>
            <a:endParaRPr lang="en-US" altLang="zh-CN" sz="1600" dirty="0">
              <a:latin typeface="Arial Narrow" panose="020B0606020202030204" pitchFamily="34" charset="0"/>
            </a:endParaRPr>
          </a:p>
          <a:p>
            <a:pPr marL="279400" indent="-279400">
              <a:lnSpc>
                <a:spcPct val="70000"/>
              </a:lnSpc>
              <a:spcBef>
                <a:spcPct val="60000"/>
              </a:spcBef>
              <a:buClr>
                <a:srgbClr val="D60093"/>
              </a:buClr>
              <a:buSzPct val="70000"/>
            </a:pPr>
            <a:r>
              <a:rPr lang="en-US" altLang="zh-CN" sz="1600" dirty="0">
                <a:latin typeface="Arial Narrow" panose="020B0606020202030204" pitchFamily="34" charset="0"/>
              </a:rPr>
              <a:t>    else if( </a:t>
            </a:r>
            <a:r>
              <a:rPr lang="en-US" altLang="zh-CN" sz="1600" dirty="0" err="1">
                <a:latin typeface="Arial Narrow" panose="020B0606020202030204" pitchFamily="34" charset="0"/>
              </a:rPr>
              <a:t>argc</a:t>
            </a:r>
            <a:r>
              <a:rPr lang="en-US" altLang="zh-CN" sz="1600" dirty="0">
                <a:latin typeface="Arial Narrow" panose="020B0606020202030204" pitchFamily="34" charset="0"/>
              </a:rPr>
              <a:t> == 2)</a:t>
            </a:r>
            <a:endParaRPr lang="en-US" altLang="zh-CN" sz="1600" dirty="0">
              <a:latin typeface="Arial Narrow" panose="020B0606020202030204" pitchFamily="34" charset="0"/>
            </a:endParaRPr>
          </a:p>
          <a:p>
            <a:pPr marL="279400" indent="-279400">
              <a:lnSpc>
                <a:spcPct val="70000"/>
              </a:lnSpc>
              <a:spcBef>
                <a:spcPct val="60000"/>
              </a:spcBef>
              <a:buClr>
                <a:srgbClr val="D60093"/>
              </a:buClr>
              <a:buSzPct val="70000"/>
            </a:pPr>
            <a:r>
              <a:rPr lang="en-US" altLang="zh-CN" sz="1600" dirty="0">
                <a:latin typeface="Arial Narrow" panose="020B0606020202030204" pitchFamily="34" charset="0"/>
              </a:rPr>
              <a:t>        filename = </a:t>
            </a:r>
            <a:r>
              <a:rPr lang="en-US" altLang="zh-CN" sz="1600" dirty="0" err="1">
                <a:latin typeface="Arial Narrow" panose="020B0606020202030204" pitchFamily="34" charset="0"/>
              </a:rPr>
              <a:t>argv</a:t>
            </a:r>
            <a:r>
              <a:rPr lang="en-US" altLang="zh-CN" sz="1600" dirty="0">
                <a:latin typeface="Arial Narrow" panose="020B0606020202030204" pitchFamily="34" charset="0"/>
              </a:rPr>
              <a:t>[1];</a:t>
            </a:r>
            <a:endParaRPr lang="en-US" altLang="zh-CN" sz="1600" dirty="0">
              <a:latin typeface="Arial Narrow" panose="020B0606020202030204" pitchFamily="34" charset="0"/>
            </a:endParaRPr>
          </a:p>
          <a:p>
            <a:pPr marL="279400" indent="-279400">
              <a:lnSpc>
                <a:spcPct val="70000"/>
              </a:lnSpc>
              <a:spcBef>
                <a:spcPct val="60000"/>
              </a:spcBef>
              <a:buClr>
                <a:srgbClr val="D60093"/>
              </a:buClr>
              <a:buSzPct val="70000"/>
            </a:pPr>
            <a:r>
              <a:rPr lang="en-US" altLang="zh-CN" sz="1600" dirty="0">
                <a:latin typeface="Arial Narrow" panose="020B0606020202030204" pitchFamily="34" charset="0"/>
              </a:rPr>
              <a:t>    else {</a:t>
            </a:r>
            <a:endParaRPr lang="en-US" altLang="zh-CN" sz="1600" dirty="0">
              <a:latin typeface="Arial Narrow" panose="020B0606020202030204" pitchFamily="34" charset="0"/>
            </a:endParaRPr>
          </a:p>
          <a:p>
            <a:pPr marL="279400" indent="-279400">
              <a:lnSpc>
                <a:spcPct val="70000"/>
              </a:lnSpc>
              <a:spcBef>
                <a:spcPct val="60000"/>
              </a:spcBef>
              <a:buClr>
                <a:srgbClr val="D60093"/>
              </a:buClr>
              <a:buSzPct val="70000"/>
            </a:pPr>
            <a:r>
              <a:rPr lang="en-US" altLang="zh-CN" sz="1600" dirty="0">
                <a:latin typeface="Arial Narrow" panose="020B0606020202030204" pitchFamily="34" charset="0"/>
              </a:rPr>
              <a:t>        </a:t>
            </a:r>
            <a:r>
              <a:rPr lang="en-US" altLang="zh-CN" sz="1600" dirty="0" err="1">
                <a:latin typeface="Arial Narrow" panose="020B0606020202030204" pitchFamily="34" charset="0"/>
              </a:rPr>
              <a:t>printf</a:t>
            </a:r>
            <a:r>
              <a:rPr lang="en-US" altLang="zh-CN" sz="1600" dirty="0">
                <a:latin typeface="Arial Narrow" panose="020B0606020202030204" pitchFamily="34" charset="0"/>
              </a:rPr>
              <a:t>("Usage: tail [-n] filename\n");</a:t>
            </a:r>
            <a:endParaRPr lang="en-US" altLang="zh-CN" sz="1600" dirty="0">
              <a:latin typeface="Arial Narrow" panose="020B0606020202030204" pitchFamily="34" charset="0"/>
            </a:endParaRPr>
          </a:p>
          <a:p>
            <a:pPr marL="279400" indent="-279400">
              <a:lnSpc>
                <a:spcPct val="70000"/>
              </a:lnSpc>
              <a:spcBef>
                <a:spcPct val="60000"/>
              </a:spcBef>
              <a:buClr>
                <a:srgbClr val="D60093"/>
              </a:buClr>
              <a:buSzPct val="70000"/>
            </a:pPr>
            <a:r>
              <a:rPr lang="en-US" altLang="zh-CN" sz="1600" dirty="0">
                <a:latin typeface="Arial Narrow" panose="020B0606020202030204" pitchFamily="34" charset="0"/>
              </a:rPr>
              <a:t>        return (1);</a:t>
            </a:r>
            <a:endParaRPr lang="en-US" altLang="zh-CN" sz="1600" dirty="0">
              <a:latin typeface="Arial Narrow" panose="020B0606020202030204" pitchFamily="34" charset="0"/>
            </a:endParaRPr>
          </a:p>
          <a:p>
            <a:pPr marL="279400" indent="-279400">
              <a:lnSpc>
                <a:spcPct val="70000"/>
              </a:lnSpc>
              <a:spcBef>
                <a:spcPct val="60000"/>
              </a:spcBef>
              <a:buClr>
                <a:srgbClr val="D60093"/>
              </a:buClr>
              <a:buSzPct val="70000"/>
            </a:pPr>
            <a:r>
              <a:rPr lang="en-US" altLang="zh-CN" sz="1600" dirty="0">
                <a:latin typeface="Arial Narrow" panose="020B0606020202030204" pitchFamily="34" charset="0"/>
              </a:rPr>
              <a:t>      }</a:t>
            </a:r>
            <a:endParaRPr lang="en-US" altLang="zh-CN" sz="1600" dirty="0">
              <a:latin typeface="Arial Narrow" panose="020B0606020202030204" pitchFamily="34" charset="0"/>
            </a:endParaRPr>
          </a:p>
        </p:txBody>
      </p:sp>
      <p:sp>
        <p:nvSpPr>
          <p:cNvPr id="192517" name="AutoShape 5"/>
          <p:cNvSpPr>
            <a:spLocks noChangeArrowheads="1"/>
          </p:cNvSpPr>
          <p:nvPr/>
        </p:nvSpPr>
        <p:spPr bwMode="auto">
          <a:xfrm>
            <a:off x="6888088" y="4005064"/>
            <a:ext cx="2700337" cy="936625"/>
          </a:xfrm>
          <a:prstGeom prst="wedgeRoundRectCallout">
            <a:avLst>
              <a:gd name="adj1" fmla="val -47321"/>
              <a:gd name="adj2" fmla="val -64203"/>
              <a:gd name="adj3" fmla="val 16667"/>
            </a:avLst>
          </a:prstGeom>
          <a:solidFill>
            <a:schemeClr val="accent1"/>
          </a:solidFill>
          <a:ln w="9525">
            <a:solidFill>
              <a:schemeClr val="tx1"/>
            </a:solidFill>
            <a:miter lim="800000"/>
          </a:ln>
        </p:spPr>
        <p:txBody>
          <a:bodyPr/>
          <a:lstStyle/>
          <a:p>
            <a:r>
              <a:rPr lang="zh-CN" altLang="en-US" sz="1600" dirty="0">
                <a:solidFill>
                  <a:srgbClr val="0000CC"/>
                </a:solidFill>
              </a:rPr>
              <a:t>命令行输入中指定打印行数时，获取行数及文件名。如</a:t>
            </a:r>
            <a:r>
              <a:rPr lang="en-US" altLang="zh-CN" sz="1600" dirty="0">
                <a:solidFill>
                  <a:srgbClr val="0000CC"/>
                </a:solidFill>
              </a:rPr>
              <a:t>tail -20 test.txt</a:t>
            </a:r>
            <a:endParaRPr lang="en-US" altLang="zh-CN" sz="1600" dirty="0">
              <a:solidFill>
                <a:srgbClr val="0000CC"/>
              </a:solidFill>
            </a:endParaRPr>
          </a:p>
        </p:txBody>
      </p:sp>
      <p:sp>
        <p:nvSpPr>
          <p:cNvPr id="192518" name="AutoShape 6"/>
          <p:cNvSpPr>
            <a:spLocks noChangeArrowheads="1"/>
          </p:cNvSpPr>
          <p:nvPr/>
        </p:nvSpPr>
        <p:spPr bwMode="auto">
          <a:xfrm>
            <a:off x="1202701" y="4725143"/>
            <a:ext cx="2700337" cy="1079500"/>
          </a:xfrm>
          <a:prstGeom prst="wedgeRoundRectCallout">
            <a:avLst>
              <a:gd name="adj1" fmla="val 66658"/>
              <a:gd name="adj2" fmla="val -28443"/>
              <a:gd name="adj3" fmla="val 16667"/>
            </a:avLst>
          </a:prstGeom>
          <a:solidFill>
            <a:schemeClr val="accent1"/>
          </a:solidFill>
          <a:ln w="9525">
            <a:solidFill>
              <a:schemeClr val="tx1"/>
            </a:solidFill>
            <a:miter lim="800000"/>
          </a:ln>
        </p:spPr>
        <p:txBody>
          <a:bodyPr/>
          <a:lstStyle/>
          <a:p>
            <a:r>
              <a:rPr lang="zh-CN" altLang="en-US" sz="1600">
                <a:solidFill>
                  <a:srgbClr val="0000CC"/>
                </a:solidFill>
              </a:rPr>
              <a:t>命令行输入中没有指定打印行数时，获取文件名，此时行数为缺省</a:t>
            </a:r>
            <a:r>
              <a:rPr lang="en-US" altLang="zh-CN" sz="1600">
                <a:solidFill>
                  <a:srgbClr val="0000CC"/>
                </a:solidFill>
              </a:rPr>
              <a:t>10</a:t>
            </a:r>
            <a:r>
              <a:rPr lang="zh-CN" altLang="en-US" sz="1600">
                <a:solidFill>
                  <a:srgbClr val="0000CC"/>
                </a:solidFill>
              </a:rPr>
              <a:t>。如</a:t>
            </a:r>
            <a:endParaRPr lang="en-US" altLang="zh-CN" sz="1600">
              <a:solidFill>
                <a:srgbClr val="0000CC"/>
              </a:solidFill>
            </a:endParaRPr>
          </a:p>
          <a:p>
            <a:r>
              <a:rPr lang="en-US" altLang="zh-CN" sz="1600">
                <a:solidFill>
                  <a:srgbClr val="0000CC"/>
                </a:solidFill>
              </a:rPr>
              <a:t>tail  test.txt</a:t>
            </a:r>
            <a:endParaRPr lang="en-US" altLang="zh-CN" sz="1600">
              <a:solidFill>
                <a:srgbClr val="0000CC"/>
              </a:solidFill>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2515">
                                            <p:txEl>
                                              <p:pRg st="0" end="0"/>
                                            </p:txEl>
                                          </p:spTgt>
                                        </p:tgtEl>
                                        <p:attrNameLst>
                                          <p:attrName>style.visibility</p:attrName>
                                        </p:attrNameLst>
                                      </p:cBhvr>
                                      <p:to>
                                        <p:strVal val="visible"/>
                                      </p:to>
                                    </p:set>
                                    <p:anim calcmode="lin" valueType="num">
                                      <p:cBhvr additive="base">
                                        <p:cTn id="7" dur="500" fill="hold"/>
                                        <p:tgtEl>
                                          <p:spTgt spid="1925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251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92515">
                                            <p:txEl>
                                              <p:pRg st="1" end="1"/>
                                            </p:txEl>
                                          </p:spTgt>
                                        </p:tgtEl>
                                        <p:attrNameLst>
                                          <p:attrName>style.visibility</p:attrName>
                                        </p:attrNameLst>
                                      </p:cBhvr>
                                      <p:to>
                                        <p:strVal val="visible"/>
                                      </p:to>
                                    </p:set>
                                    <p:anim calcmode="lin" valueType="num">
                                      <p:cBhvr additive="base">
                                        <p:cTn id="11" dur="500" fill="hold"/>
                                        <p:tgtEl>
                                          <p:spTgt spid="19251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92515">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92515">
                                            <p:txEl>
                                              <p:pRg st="2" end="2"/>
                                            </p:txEl>
                                          </p:spTgt>
                                        </p:tgtEl>
                                        <p:attrNameLst>
                                          <p:attrName>style.visibility</p:attrName>
                                        </p:attrNameLst>
                                      </p:cBhvr>
                                      <p:to>
                                        <p:strVal val="visible"/>
                                      </p:to>
                                    </p:set>
                                    <p:anim calcmode="lin" valueType="num">
                                      <p:cBhvr additive="base">
                                        <p:cTn id="15" dur="500" fill="hold"/>
                                        <p:tgtEl>
                                          <p:spTgt spid="192515">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92515">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92515">
                                            <p:txEl>
                                              <p:pRg st="3" end="3"/>
                                            </p:txEl>
                                          </p:spTgt>
                                        </p:tgtEl>
                                        <p:attrNameLst>
                                          <p:attrName>style.visibility</p:attrName>
                                        </p:attrNameLst>
                                      </p:cBhvr>
                                      <p:to>
                                        <p:strVal val="visible"/>
                                      </p:to>
                                    </p:set>
                                    <p:anim calcmode="lin" valueType="num">
                                      <p:cBhvr additive="base">
                                        <p:cTn id="19" dur="500" fill="hold"/>
                                        <p:tgtEl>
                                          <p:spTgt spid="19251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92515">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92515">
                                            <p:txEl>
                                              <p:pRg st="4" end="4"/>
                                            </p:txEl>
                                          </p:spTgt>
                                        </p:tgtEl>
                                        <p:attrNameLst>
                                          <p:attrName>style.visibility</p:attrName>
                                        </p:attrNameLst>
                                      </p:cBhvr>
                                      <p:to>
                                        <p:strVal val="visible"/>
                                      </p:to>
                                    </p:set>
                                    <p:anim calcmode="lin" valueType="num">
                                      <p:cBhvr additive="base">
                                        <p:cTn id="23" dur="500" fill="hold"/>
                                        <p:tgtEl>
                                          <p:spTgt spid="192515">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92515">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92515">
                                            <p:txEl>
                                              <p:pRg st="5" end="5"/>
                                            </p:txEl>
                                          </p:spTgt>
                                        </p:tgtEl>
                                        <p:attrNameLst>
                                          <p:attrName>style.visibility</p:attrName>
                                        </p:attrNameLst>
                                      </p:cBhvr>
                                      <p:to>
                                        <p:strVal val="visible"/>
                                      </p:to>
                                    </p:set>
                                    <p:anim calcmode="lin" valueType="num">
                                      <p:cBhvr additive="base">
                                        <p:cTn id="27" dur="500" fill="hold"/>
                                        <p:tgtEl>
                                          <p:spTgt spid="192515">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92515">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92515">
                                            <p:txEl>
                                              <p:pRg st="6" end="6"/>
                                            </p:txEl>
                                          </p:spTgt>
                                        </p:tgtEl>
                                        <p:attrNameLst>
                                          <p:attrName>style.visibility</p:attrName>
                                        </p:attrNameLst>
                                      </p:cBhvr>
                                      <p:to>
                                        <p:strVal val="visible"/>
                                      </p:to>
                                    </p:set>
                                    <p:anim calcmode="lin" valueType="num">
                                      <p:cBhvr additive="base">
                                        <p:cTn id="31" dur="500" fill="hold"/>
                                        <p:tgtEl>
                                          <p:spTgt spid="192515">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92515">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92515">
                                            <p:txEl>
                                              <p:pRg st="7" end="7"/>
                                            </p:txEl>
                                          </p:spTgt>
                                        </p:tgtEl>
                                        <p:attrNameLst>
                                          <p:attrName>style.visibility</p:attrName>
                                        </p:attrNameLst>
                                      </p:cBhvr>
                                      <p:to>
                                        <p:strVal val="visible"/>
                                      </p:to>
                                    </p:set>
                                    <p:anim calcmode="lin" valueType="num">
                                      <p:cBhvr additive="base">
                                        <p:cTn id="35" dur="500" fill="hold"/>
                                        <p:tgtEl>
                                          <p:spTgt spid="192515">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92515">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92515">
                                            <p:txEl>
                                              <p:pRg st="8" end="8"/>
                                            </p:txEl>
                                          </p:spTgt>
                                        </p:tgtEl>
                                        <p:attrNameLst>
                                          <p:attrName>style.visibility</p:attrName>
                                        </p:attrNameLst>
                                      </p:cBhvr>
                                      <p:to>
                                        <p:strVal val="visible"/>
                                      </p:to>
                                    </p:set>
                                    <p:anim calcmode="lin" valueType="num">
                                      <p:cBhvr additive="base">
                                        <p:cTn id="39" dur="500" fill="hold"/>
                                        <p:tgtEl>
                                          <p:spTgt spid="192515">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9251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192516">
                                            <p:txEl>
                                              <p:pRg st="0" end="0"/>
                                            </p:txEl>
                                          </p:spTgt>
                                        </p:tgtEl>
                                        <p:attrNameLst>
                                          <p:attrName>style.visibility</p:attrName>
                                        </p:attrNameLst>
                                      </p:cBhvr>
                                      <p:to>
                                        <p:strVal val="visible"/>
                                      </p:to>
                                    </p:set>
                                    <p:anim calcmode="lin" valueType="num">
                                      <p:cBhvr additive="base">
                                        <p:cTn id="45" dur="500" fill="hold"/>
                                        <p:tgtEl>
                                          <p:spTgt spid="192516">
                                            <p:txEl>
                                              <p:pRg st="0" end="0"/>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192516">
                                            <p:txEl>
                                              <p:pRg st="0" end="0"/>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192516">
                                            <p:txEl>
                                              <p:pRg st="1" end="1"/>
                                            </p:txEl>
                                          </p:spTgt>
                                        </p:tgtEl>
                                        <p:attrNameLst>
                                          <p:attrName>style.visibility</p:attrName>
                                        </p:attrNameLst>
                                      </p:cBhvr>
                                      <p:to>
                                        <p:strVal val="visible"/>
                                      </p:to>
                                    </p:set>
                                    <p:anim calcmode="lin" valueType="num">
                                      <p:cBhvr additive="base">
                                        <p:cTn id="49" dur="500" fill="hold"/>
                                        <p:tgtEl>
                                          <p:spTgt spid="192516">
                                            <p:txEl>
                                              <p:pRg st="1" end="1"/>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92516">
                                            <p:txEl>
                                              <p:pRg st="1" end="1"/>
                                            </p:txEl>
                                          </p:spTgt>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192516">
                                            <p:txEl>
                                              <p:pRg st="2" end="2"/>
                                            </p:txEl>
                                          </p:spTgt>
                                        </p:tgtEl>
                                        <p:attrNameLst>
                                          <p:attrName>style.visibility</p:attrName>
                                        </p:attrNameLst>
                                      </p:cBhvr>
                                      <p:to>
                                        <p:strVal val="visible"/>
                                      </p:to>
                                    </p:set>
                                    <p:anim calcmode="lin" valueType="num">
                                      <p:cBhvr additive="base">
                                        <p:cTn id="53" dur="500" fill="hold"/>
                                        <p:tgtEl>
                                          <p:spTgt spid="192516">
                                            <p:txEl>
                                              <p:pRg st="2" end="2"/>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192516">
                                            <p:txEl>
                                              <p:pRg st="2" end="2"/>
                                            </p:txEl>
                                          </p:spTgt>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192516">
                                            <p:txEl>
                                              <p:pRg st="3" end="3"/>
                                            </p:txEl>
                                          </p:spTgt>
                                        </p:tgtEl>
                                        <p:attrNameLst>
                                          <p:attrName>style.visibility</p:attrName>
                                        </p:attrNameLst>
                                      </p:cBhvr>
                                      <p:to>
                                        <p:strVal val="visible"/>
                                      </p:to>
                                    </p:set>
                                    <p:anim calcmode="lin" valueType="num">
                                      <p:cBhvr additive="base">
                                        <p:cTn id="57" dur="500" fill="hold"/>
                                        <p:tgtEl>
                                          <p:spTgt spid="192516">
                                            <p:txEl>
                                              <p:pRg st="3" end="3"/>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192516">
                                            <p:txEl>
                                              <p:pRg st="3" end="3"/>
                                            </p:txEl>
                                          </p:spTgt>
                                        </p:tgtEl>
                                        <p:attrNameLst>
                                          <p:attrName>ppt_y</p:attrName>
                                        </p:attrNameLst>
                                      </p:cBhvr>
                                      <p:tavLst>
                                        <p:tav tm="0">
                                          <p:val>
                                            <p:strVal val="1+#ppt_h/2"/>
                                          </p:val>
                                        </p:tav>
                                        <p:tav tm="100000">
                                          <p:val>
                                            <p:strVal val="#ppt_y"/>
                                          </p:val>
                                        </p:tav>
                                      </p:tavLst>
                                    </p:anim>
                                  </p:childTnLst>
                                </p:cTn>
                              </p:par>
                              <p:par>
                                <p:cTn id="59" presetID="2" presetClass="entr" presetSubtype="4" fill="hold" nodeType="withEffect">
                                  <p:stCondLst>
                                    <p:cond delay="0"/>
                                  </p:stCondLst>
                                  <p:childTnLst>
                                    <p:set>
                                      <p:cBhvr>
                                        <p:cTn id="60" dur="1" fill="hold">
                                          <p:stCondLst>
                                            <p:cond delay="0"/>
                                          </p:stCondLst>
                                        </p:cTn>
                                        <p:tgtEl>
                                          <p:spTgt spid="192516">
                                            <p:txEl>
                                              <p:pRg st="4" end="4"/>
                                            </p:txEl>
                                          </p:spTgt>
                                        </p:tgtEl>
                                        <p:attrNameLst>
                                          <p:attrName>style.visibility</p:attrName>
                                        </p:attrNameLst>
                                      </p:cBhvr>
                                      <p:to>
                                        <p:strVal val="visible"/>
                                      </p:to>
                                    </p:set>
                                    <p:anim calcmode="lin" valueType="num">
                                      <p:cBhvr additive="base">
                                        <p:cTn id="61" dur="500" fill="hold"/>
                                        <p:tgtEl>
                                          <p:spTgt spid="192516">
                                            <p:txEl>
                                              <p:pRg st="4" end="4"/>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192516">
                                            <p:txEl>
                                              <p:pRg st="4" end="4"/>
                                            </p:txEl>
                                          </p:spTgt>
                                        </p:tgtEl>
                                        <p:attrNameLst>
                                          <p:attrName>ppt_y</p:attrName>
                                        </p:attrNameLst>
                                      </p:cBhvr>
                                      <p:tavLst>
                                        <p:tav tm="0">
                                          <p:val>
                                            <p:strVal val="1+#ppt_h/2"/>
                                          </p:val>
                                        </p:tav>
                                        <p:tav tm="100000">
                                          <p:val>
                                            <p:strVal val="#ppt_y"/>
                                          </p:val>
                                        </p:tav>
                                      </p:tavLst>
                                    </p:anim>
                                  </p:childTnLst>
                                </p:cTn>
                              </p:par>
                              <p:par>
                                <p:cTn id="63" presetID="2" presetClass="entr" presetSubtype="4" fill="hold" nodeType="withEffect">
                                  <p:stCondLst>
                                    <p:cond delay="0"/>
                                  </p:stCondLst>
                                  <p:childTnLst>
                                    <p:set>
                                      <p:cBhvr>
                                        <p:cTn id="64" dur="1" fill="hold">
                                          <p:stCondLst>
                                            <p:cond delay="0"/>
                                          </p:stCondLst>
                                        </p:cTn>
                                        <p:tgtEl>
                                          <p:spTgt spid="192516">
                                            <p:txEl>
                                              <p:pRg st="5" end="5"/>
                                            </p:txEl>
                                          </p:spTgt>
                                        </p:tgtEl>
                                        <p:attrNameLst>
                                          <p:attrName>style.visibility</p:attrName>
                                        </p:attrNameLst>
                                      </p:cBhvr>
                                      <p:to>
                                        <p:strVal val="visible"/>
                                      </p:to>
                                    </p:set>
                                    <p:anim calcmode="lin" valueType="num">
                                      <p:cBhvr additive="base">
                                        <p:cTn id="65" dur="500" fill="hold"/>
                                        <p:tgtEl>
                                          <p:spTgt spid="192516">
                                            <p:txEl>
                                              <p:pRg st="5" end="5"/>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192516">
                                            <p:txEl>
                                              <p:pRg st="5" end="5"/>
                                            </p:txEl>
                                          </p:spTgt>
                                        </p:tgtEl>
                                        <p:attrNameLst>
                                          <p:attrName>ppt_y</p:attrName>
                                        </p:attrNameLst>
                                      </p:cBhvr>
                                      <p:tavLst>
                                        <p:tav tm="0">
                                          <p:val>
                                            <p:strVal val="1+#ppt_h/2"/>
                                          </p:val>
                                        </p:tav>
                                        <p:tav tm="100000">
                                          <p:val>
                                            <p:strVal val="#ppt_y"/>
                                          </p:val>
                                        </p:tav>
                                      </p:tavLst>
                                    </p:anim>
                                  </p:childTnLst>
                                </p:cTn>
                              </p:par>
                              <p:par>
                                <p:cTn id="67" presetID="2" presetClass="entr" presetSubtype="4" fill="hold" nodeType="withEffect">
                                  <p:stCondLst>
                                    <p:cond delay="0"/>
                                  </p:stCondLst>
                                  <p:childTnLst>
                                    <p:set>
                                      <p:cBhvr>
                                        <p:cTn id="68" dur="1" fill="hold">
                                          <p:stCondLst>
                                            <p:cond delay="0"/>
                                          </p:stCondLst>
                                        </p:cTn>
                                        <p:tgtEl>
                                          <p:spTgt spid="192516">
                                            <p:txEl>
                                              <p:pRg st="6" end="6"/>
                                            </p:txEl>
                                          </p:spTgt>
                                        </p:tgtEl>
                                        <p:attrNameLst>
                                          <p:attrName>style.visibility</p:attrName>
                                        </p:attrNameLst>
                                      </p:cBhvr>
                                      <p:to>
                                        <p:strVal val="visible"/>
                                      </p:to>
                                    </p:set>
                                    <p:anim calcmode="lin" valueType="num">
                                      <p:cBhvr additive="base">
                                        <p:cTn id="69" dur="500" fill="hold"/>
                                        <p:tgtEl>
                                          <p:spTgt spid="192516">
                                            <p:txEl>
                                              <p:pRg st="6" end="6"/>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192516">
                                            <p:txEl>
                                              <p:pRg st="6" end="6"/>
                                            </p:txEl>
                                          </p:spTgt>
                                        </p:tgtEl>
                                        <p:attrNameLst>
                                          <p:attrName>ppt_y</p:attrName>
                                        </p:attrNameLst>
                                      </p:cBhvr>
                                      <p:tavLst>
                                        <p:tav tm="0">
                                          <p:val>
                                            <p:strVal val="1+#ppt_h/2"/>
                                          </p:val>
                                        </p:tav>
                                        <p:tav tm="100000">
                                          <p:val>
                                            <p:strVal val="#ppt_y"/>
                                          </p:val>
                                        </p:tav>
                                      </p:tavLst>
                                    </p:anim>
                                  </p:childTnLst>
                                </p:cTn>
                              </p:par>
                              <p:par>
                                <p:cTn id="71" presetID="2" presetClass="entr" presetSubtype="4" fill="hold" nodeType="withEffect">
                                  <p:stCondLst>
                                    <p:cond delay="0"/>
                                  </p:stCondLst>
                                  <p:childTnLst>
                                    <p:set>
                                      <p:cBhvr>
                                        <p:cTn id="72" dur="1" fill="hold">
                                          <p:stCondLst>
                                            <p:cond delay="0"/>
                                          </p:stCondLst>
                                        </p:cTn>
                                        <p:tgtEl>
                                          <p:spTgt spid="192516">
                                            <p:txEl>
                                              <p:pRg st="7" end="7"/>
                                            </p:txEl>
                                          </p:spTgt>
                                        </p:tgtEl>
                                        <p:attrNameLst>
                                          <p:attrName>style.visibility</p:attrName>
                                        </p:attrNameLst>
                                      </p:cBhvr>
                                      <p:to>
                                        <p:strVal val="visible"/>
                                      </p:to>
                                    </p:set>
                                    <p:anim calcmode="lin" valueType="num">
                                      <p:cBhvr additive="base">
                                        <p:cTn id="73" dur="500" fill="hold"/>
                                        <p:tgtEl>
                                          <p:spTgt spid="192516">
                                            <p:txEl>
                                              <p:pRg st="7" end="7"/>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192516">
                                            <p:txEl>
                                              <p:pRg st="7" end="7"/>
                                            </p:txEl>
                                          </p:spTgt>
                                        </p:tgtEl>
                                        <p:attrNameLst>
                                          <p:attrName>ppt_y</p:attrName>
                                        </p:attrNameLst>
                                      </p:cBhvr>
                                      <p:tavLst>
                                        <p:tav tm="0">
                                          <p:val>
                                            <p:strVal val="1+#ppt_h/2"/>
                                          </p:val>
                                        </p:tav>
                                        <p:tav tm="100000">
                                          <p:val>
                                            <p:strVal val="#ppt_y"/>
                                          </p:val>
                                        </p:tav>
                                      </p:tavLst>
                                    </p:anim>
                                  </p:childTnLst>
                                </p:cTn>
                              </p:par>
                              <p:par>
                                <p:cTn id="75" presetID="2" presetClass="entr" presetSubtype="4" fill="hold" nodeType="withEffect">
                                  <p:stCondLst>
                                    <p:cond delay="0"/>
                                  </p:stCondLst>
                                  <p:childTnLst>
                                    <p:set>
                                      <p:cBhvr>
                                        <p:cTn id="76" dur="1" fill="hold">
                                          <p:stCondLst>
                                            <p:cond delay="0"/>
                                          </p:stCondLst>
                                        </p:cTn>
                                        <p:tgtEl>
                                          <p:spTgt spid="192516">
                                            <p:txEl>
                                              <p:pRg st="8" end="8"/>
                                            </p:txEl>
                                          </p:spTgt>
                                        </p:tgtEl>
                                        <p:attrNameLst>
                                          <p:attrName>style.visibility</p:attrName>
                                        </p:attrNameLst>
                                      </p:cBhvr>
                                      <p:to>
                                        <p:strVal val="visible"/>
                                      </p:to>
                                    </p:set>
                                    <p:anim calcmode="lin" valueType="num">
                                      <p:cBhvr additive="base">
                                        <p:cTn id="77" dur="500" fill="hold"/>
                                        <p:tgtEl>
                                          <p:spTgt spid="192516">
                                            <p:txEl>
                                              <p:pRg st="8" end="8"/>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192516">
                                            <p:txEl>
                                              <p:pRg st="8" end="8"/>
                                            </p:txEl>
                                          </p:spTgt>
                                        </p:tgtEl>
                                        <p:attrNameLst>
                                          <p:attrName>ppt_y</p:attrName>
                                        </p:attrNameLst>
                                      </p:cBhvr>
                                      <p:tavLst>
                                        <p:tav tm="0">
                                          <p:val>
                                            <p:strVal val="1+#ppt_h/2"/>
                                          </p:val>
                                        </p:tav>
                                        <p:tav tm="100000">
                                          <p:val>
                                            <p:strVal val="#ppt_y"/>
                                          </p:val>
                                        </p:tav>
                                      </p:tavLst>
                                    </p:anim>
                                  </p:childTnLst>
                                </p:cTn>
                              </p:par>
                              <p:par>
                                <p:cTn id="79" presetID="2" presetClass="entr" presetSubtype="4" fill="hold" nodeType="withEffect">
                                  <p:stCondLst>
                                    <p:cond delay="0"/>
                                  </p:stCondLst>
                                  <p:childTnLst>
                                    <p:set>
                                      <p:cBhvr>
                                        <p:cTn id="80" dur="1" fill="hold">
                                          <p:stCondLst>
                                            <p:cond delay="0"/>
                                          </p:stCondLst>
                                        </p:cTn>
                                        <p:tgtEl>
                                          <p:spTgt spid="192516">
                                            <p:txEl>
                                              <p:pRg st="9" end="9"/>
                                            </p:txEl>
                                          </p:spTgt>
                                        </p:tgtEl>
                                        <p:attrNameLst>
                                          <p:attrName>style.visibility</p:attrName>
                                        </p:attrNameLst>
                                      </p:cBhvr>
                                      <p:to>
                                        <p:strVal val="visible"/>
                                      </p:to>
                                    </p:set>
                                    <p:anim calcmode="lin" valueType="num">
                                      <p:cBhvr additive="base">
                                        <p:cTn id="81" dur="500" fill="hold"/>
                                        <p:tgtEl>
                                          <p:spTgt spid="192516">
                                            <p:txEl>
                                              <p:pRg st="9" end="9"/>
                                            </p:txEl>
                                          </p:spTgt>
                                        </p:tgtEl>
                                        <p:attrNameLst>
                                          <p:attrName>ppt_x</p:attrName>
                                        </p:attrNameLst>
                                      </p:cBhvr>
                                      <p:tavLst>
                                        <p:tav tm="0">
                                          <p:val>
                                            <p:strVal val="#ppt_x"/>
                                          </p:val>
                                        </p:tav>
                                        <p:tav tm="100000">
                                          <p:val>
                                            <p:strVal val="#ppt_x"/>
                                          </p:val>
                                        </p:tav>
                                      </p:tavLst>
                                    </p:anim>
                                    <p:anim calcmode="lin" valueType="num">
                                      <p:cBhvr additive="base">
                                        <p:cTn id="82" dur="500" fill="hold"/>
                                        <p:tgtEl>
                                          <p:spTgt spid="192516">
                                            <p:txEl>
                                              <p:pRg st="9" end="9"/>
                                            </p:txEl>
                                          </p:spTgt>
                                        </p:tgtEl>
                                        <p:attrNameLst>
                                          <p:attrName>ppt_y</p:attrName>
                                        </p:attrNameLst>
                                      </p:cBhvr>
                                      <p:tavLst>
                                        <p:tav tm="0">
                                          <p:val>
                                            <p:strVal val="1+#ppt_h/2"/>
                                          </p:val>
                                        </p:tav>
                                        <p:tav tm="100000">
                                          <p:val>
                                            <p:strVal val="#ppt_y"/>
                                          </p:val>
                                        </p:tav>
                                      </p:tavLst>
                                    </p:anim>
                                  </p:childTnLst>
                                </p:cTn>
                              </p:par>
                              <p:par>
                                <p:cTn id="83" presetID="2" presetClass="entr" presetSubtype="4" fill="hold" nodeType="withEffect">
                                  <p:stCondLst>
                                    <p:cond delay="0"/>
                                  </p:stCondLst>
                                  <p:childTnLst>
                                    <p:set>
                                      <p:cBhvr>
                                        <p:cTn id="84" dur="1" fill="hold">
                                          <p:stCondLst>
                                            <p:cond delay="0"/>
                                          </p:stCondLst>
                                        </p:cTn>
                                        <p:tgtEl>
                                          <p:spTgt spid="192516">
                                            <p:txEl>
                                              <p:pRg st="10" end="10"/>
                                            </p:txEl>
                                          </p:spTgt>
                                        </p:tgtEl>
                                        <p:attrNameLst>
                                          <p:attrName>style.visibility</p:attrName>
                                        </p:attrNameLst>
                                      </p:cBhvr>
                                      <p:to>
                                        <p:strVal val="visible"/>
                                      </p:to>
                                    </p:set>
                                    <p:anim calcmode="lin" valueType="num">
                                      <p:cBhvr additive="base">
                                        <p:cTn id="85" dur="500" fill="hold"/>
                                        <p:tgtEl>
                                          <p:spTgt spid="192516">
                                            <p:txEl>
                                              <p:pRg st="10" end="10"/>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192516">
                                            <p:txEl>
                                              <p:pRg st="10" end="10"/>
                                            </p:txEl>
                                          </p:spTgt>
                                        </p:tgtEl>
                                        <p:attrNameLst>
                                          <p:attrName>ppt_y</p:attrName>
                                        </p:attrNameLst>
                                      </p:cBhvr>
                                      <p:tavLst>
                                        <p:tav tm="0">
                                          <p:val>
                                            <p:strVal val="1+#ppt_h/2"/>
                                          </p:val>
                                        </p:tav>
                                        <p:tav tm="100000">
                                          <p:val>
                                            <p:strVal val="#ppt_y"/>
                                          </p:val>
                                        </p:tav>
                                      </p:tavLst>
                                    </p:anim>
                                  </p:childTnLst>
                                </p:cTn>
                              </p:par>
                              <p:par>
                                <p:cTn id="87" presetID="2" presetClass="entr" presetSubtype="4" fill="hold" nodeType="withEffect">
                                  <p:stCondLst>
                                    <p:cond delay="0"/>
                                  </p:stCondLst>
                                  <p:childTnLst>
                                    <p:set>
                                      <p:cBhvr>
                                        <p:cTn id="88" dur="1" fill="hold">
                                          <p:stCondLst>
                                            <p:cond delay="0"/>
                                          </p:stCondLst>
                                        </p:cTn>
                                        <p:tgtEl>
                                          <p:spTgt spid="192516">
                                            <p:txEl>
                                              <p:pRg st="11" end="11"/>
                                            </p:txEl>
                                          </p:spTgt>
                                        </p:tgtEl>
                                        <p:attrNameLst>
                                          <p:attrName>style.visibility</p:attrName>
                                        </p:attrNameLst>
                                      </p:cBhvr>
                                      <p:to>
                                        <p:strVal val="visible"/>
                                      </p:to>
                                    </p:set>
                                    <p:anim calcmode="lin" valueType="num">
                                      <p:cBhvr additive="base">
                                        <p:cTn id="89" dur="500" fill="hold"/>
                                        <p:tgtEl>
                                          <p:spTgt spid="192516">
                                            <p:txEl>
                                              <p:pRg st="11" end="11"/>
                                            </p:txEl>
                                          </p:spTgt>
                                        </p:tgtEl>
                                        <p:attrNameLst>
                                          <p:attrName>ppt_x</p:attrName>
                                        </p:attrNameLst>
                                      </p:cBhvr>
                                      <p:tavLst>
                                        <p:tav tm="0">
                                          <p:val>
                                            <p:strVal val="#ppt_x"/>
                                          </p:val>
                                        </p:tav>
                                        <p:tav tm="100000">
                                          <p:val>
                                            <p:strVal val="#ppt_x"/>
                                          </p:val>
                                        </p:tav>
                                      </p:tavLst>
                                    </p:anim>
                                    <p:anim calcmode="lin" valueType="num">
                                      <p:cBhvr additive="base">
                                        <p:cTn id="90" dur="500" fill="hold"/>
                                        <p:tgtEl>
                                          <p:spTgt spid="192516">
                                            <p:txEl>
                                              <p:pRg st="11" end="11"/>
                                            </p:txEl>
                                          </p:spTgt>
                                        </p:tgtEl>
                                        <p:attrNameLst>
                                          <p:attrName>ppt_y</p:attrName>
                                        </p:attrNameLst>
                                      </p:cBhvr>
                                      <p:tavLst>
                                        <p:tav tm="0">
                                          <p:val>
                                            <p:strVal val="1+#ppt_h/2"/>
                                          </p:val>
                                        </p:tav>
                                        <p:tav tm="100000">
                                          <p:val>
                                            <p:strVal val="#ppt_y"/>
                                          </p:val>
                                        </p:tav>
                                      </p:tavLst>
                                    </p:anim>
                                  </p:childTnLst>
                                </p:cTn>
                              </p:par>
                              <p:par>
                                <p:cTn id="91" presetID="2" presetClass="entr" presetSubtype="4" fill="hold" nodeType="withEffect">
                                  <p:stCondLst>
                                    <p:cond delay="0"/>
                                  </p:stCondLst>
                                  <p:childTnLst>
                                    <p:set>
                                      <p:cBhvr>
                                        <p:cTn id="92" dur="1" fill="hold">
                                          <p:stCondLst>
                                            <p:cond delay="0"/>
                                          </p:stCondLst>
                                        </p:cTn>
                                        <p:tgtEl>
                                          <p:spTgt spid="192516">
                                            <p:txEl>
                                              <p:pRg st="12" end="12"/>
                                            </p:txEl>
                                          </p:spTgt>
                                        </p:tgtEl>
                                        <p:attrNameLst>
                                          <p:attrName>style.visibility</p:attrName>
                                        </p:attrNameLst>
                                      </p:cBhvr>
                                      <p:to>
                                        <p:strVal val="visible"/>
                                      </p:to>
                                    </p:set>
                                    <p:anim calcmode="lin" valueType="num">
                                      <p:cBhvr additive="base">
                                        <p:cTn id="93" dur="500" fill="hold"/>
                                        <p:tgtEl>
                                          <p:spTgt spid="192516">
                                            <p:txEl>
                                              <p:pRg st="12" end="12"/>
                                            </p:txEl>
                                          </p:spTgt>
                                        </p:tgtEl>
                                        <p:attrNameLst>
                                          <p:attrName>ppt_x</p:attrName>
                                        </p:attrNameLst>
                                      </p:cBhvr>
                                      <p:tavLst>
                                        <p:tav tm="0">
                                          <p:val>
                                            <p:strVal val="#ppt_x"/>
                                          </p:val>
                                        </p:tav>
                                        <p:tav tm="100000">
                                          <p:val>
                                            <p:strVal val="#ppt_x"/>
                                          </p:val>
                                        </p:tav>
                                      </p:tavLst>
                                    </p:anim>
                                    <p:anim calcmode="lin" valueType="num">
                                      <p:cBhvr additive="base">
                                        <p:cTn id="94" dur="500" fill="hold"/>
                                        <p:tgtEl>
                                          <p:spTgt spid="192516">
                                            <p:txEl>
                                              <p:pRg st="12" end="12"/>
                                            </p:txEl>
                                          </p:spTgt>
                                        </p:tgtEl>
                                        <p:attrNameLst>
                                          <p:attrName>ppt_y</p:attrName>
                                        </p:attrNameLst>
                                      </p:cBhvr>
                                      <p:tavLst>
                                        <p:tav tm="0">
                                          <p:val>
                                            <p:strVal val="1+#ppt_h/2"/>
                                          </p:val>
                                        </p:tav>
                                        <p:tav tm="100000">
                                          <p:val>
                                            <p:strVal val="#ppt_y"/>
                                          </p:val>
                                        </p:tav>
                                      </p:tavLst>
                                    </p:anim>
                                  </p:childTnLst>
                                </p:cTn>
                              </p:par>
                              <p:par>
                                <p:cTn id="95" presetID="2" presetClass="entr" presetSubtype="4" fill="hold" nodeType="withEffect">
                                  <p:stCondLst>
                                    <p:cond delay="0"/>
                                  </p:stCondLst>
                                  <p:childTnLst>
                                    <p:set>
                                      <p:cBhvr>
                                        <p:cTn id="96" dur="1" fill="hold">
                                          <p:stCondLst>
                                            <p:cond delay="0"/>
                                          </p:stCondLst>
                                        </p:cTn>
                                        <p:tgtEl>
                                          <p:spTgt spid="192516">
                                            <p:txEl>
                                              <p:pRg st="13" end="13"/>
                                            </p:txEl>
                                          </p:spTgt>
                                        </p:tgtEl>
                                        <p:attrNameLst>
                                          <p:attrName>style.visibility</p:attrName>
                                        </p:attrNameLst>
                                      </p:cBhvr>
                                      <p:to>
                                        <p:strVal val="visible"/>
                                      </p:to>
                                    </p:set>
                                    <p:anim calcmode="lin" valueType="num">
                                      <p:cBhvr additive="base">
                                        <p:cTn id="97" dur="500" fill="hold"/>
                                        <p:tgtEl>
                                          <p:spTgt spid="192516">
                                            <p:txEl>
                                              <p:pRg st="13" end="13"/>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192516">
                                            <p:txEl>
                                              <p:pRg st="13" end="13"/>
                                            </p:txEl>
                                          </p:spTgt>
                                        </p:tgtEl>
                                        <p:attrNameLst>
                                          <p:attrName>ppt_y</p:attrName>
                                        </p:attrNameLst>
                                      </p:cBhvr>
                                      <p:tavLst>
                                        <p:tav tm="0">
                                          <p:val>
                                            <p:strVal val="1+#ppt_h/2"/>
                                          </p:val>
                                        </p:tav>
                                        <p:tav tm="100000">
                                          <p:val>
                                            <p:strVal val="#ppt_y"/>
                                          </p:val>
                                        </p:tav>
                                      </p:tavLst>
                                    </p:anim>
                                  </p:childTnLst>
                                </p:cTn>
                              </p:par>
                              <p:par>
                                <p:cTn id="99" presetID="2" presetClass="entr" presetSubtype="4" fill="hold" nodeType="withEffect">
                                  <p:stCondLst>
                                    <p:cond delay="0"/>
                                  </p:stCondLst>
                                  <p:childTnLst>
                                    <p:set>
                                      <p:cBhvr>
                                        <p:cTn id="100" dur="1" fill="hold">
                                          <p:stCondLst>
                                            <p:cond delay="0"/>
                                          </p:stCondLst>
                                        </p:cTn>
                                        <p:tgtEl>
                                          <p:spTgt spid="192516">
                                            <p:txEl>
                                              <p:pRg st="14" end="14"/>
                                            </p:txEl>
                                          </p:spTgt>
                                        </p:tgtEl>
                                        <p:attrNameLst>
                                          <p:attrName>style.visibility</p:attrName>
                                        </p:attrNameLst>
                                      </p:cBhvr>
                                      <p:to>
                                        <p:strVal val="visible"/>
                                      </p:to>
                                    </p:set>
                                    <p:anim calcmode="lin" valueType="num">
                                      <p:cBhvr additive="base">
                                        <p:cTn id="101" dur="500" fill="hold"/>
                                        <p:tgtEl>
                                          <p:spTgt spid="192516">
                                            <p:txEl>
                                              <p:pRg st="14" end="14"/>
                                            </p:txEl>
                                          </p:spTgt>
                                        </p:tgtEl>
                                        <p:attrNameLst>
                                          <p:attrName>ppt_x</p:attrName>
                                        </p:attrNameLst>
                                      </p:cBhvr>
                                      <p:tavLst>
                                        <p:tav tm="0">
                                          <p:val>
                                            <p:strVal val="#ppt_x"/>
                                          </p:val>
                                        </p:tav>
                                        <p:tav tm="100000">
                                          <p:val>
                                            <p:strVal val="#ppt_x"/>
                                          </p:val>
                                        </p:tav>
                                      </p:tavLst>
                                    </p:anim>
                                    <p:anim calcmode="lin" valueType="num">
                                      <p:cBhvr additive="base">
                                        <p:cTn id="102" dur="500" fill="hold"/>
                                        <p:tgtEl>
                                          <p:spTgt spid="192516">
                                            <p:txEl>
                                              <p:pRg st="14" end="14"/>
                                            </p:txEl>
                                          </p:spTgt>
                                        </p:tgtEl>
                                        <p:attrNameLst>
                                          <p:attrName>ppt_y</p:attrName>
                                        </p:attrNameLst>
                                      </p:cBhvr>
                                      <p:tavLst>
                                        <p:tav tm="0">
                                          <p:val>
                                            <p:strVal val="1+#ppt_h/2"/>
                                          </p:val>
                                        </p:tav>
                                        <p:tav tm="100000">
                                          <p:val>
                                            <p:strVal val="#ppt_y"/>
                                          </p:val>
                                        </p:tav>
                                      </p:tavLst>
                                    </p:anim>
                                  </p:childTnLst>
                                </p:cTn>
                              </p:par>
                              <p:par>
                                <p:cTn id="103" presetID="2" presetClass="entr" presetSubtype="4" fill="hold" nodeType="withEffect">
                                  <p:stCondLst>
                                    <p:cond delay="0"/>
                                  </p:stCondLst>
                                  <p:childTnLst>
                                    <p:set>
                                      <p:cBhvr>
                                        <p:cTn id="104" dur="1" fill="hold">
                                          <p:stCondLst>
                                            <p:cond delay="0"/>
                                          </p:stCondLst>
                                        </p:cTn>
                                        <p:tgtEl>
                                          <p:spTgt spid="192516">
                                            <p:txEl>
                                              <p:pRg st="15" end="15"/>
                                            </p:txEl>
                                          </p:spTgt>
                                        </p:tgtEl>
                                        <p:attrNameLst>
                                          <p:attrName>style.visibility</p:attrName>
                                        </p:attrNameLst>
                                      </p:cBhvr>
                                      <p:to>
                                        <p:strVal val="visible"/>
                                      </p:to>
                                    </p:set>
                                    <p:anim calcmode="lin" valueType="num">
                                      <p:cBhvr additive="base">
                                        <p:cTn id="105" dur="500" fill="hold"/>
                                        <p:tgtEl>
                                          <p:spTgt spid="192516">
                                            <p:txEl>
                                              <p:pRg st="15" end="15"/>
                                            </p:txEl>
                                          </p:spTgt>
                                        </p:tgtEl>
                                        <p:attrNameLst>
                                          <p:attrName>ppt_x</p:attrName>
                                        </p:attrNameLst>
                                      </p:cBhvr>
                                      <p:tavLst>
                                        <p:tav tm="0">
                                          <p:val>
                                            <p:strVal val="#ppt_x"/>
                                          </p:val>
                                        </p:tav>
                                        <p:tav tm="100000">
                                          <p:val>
                                            <p:strVal val="#ppt_x"/>
                                          </p:val>
                                        </p:tav>
                                      </p:tavLst>
                                    </p:anim>
                                    <p:anim calcmode="lin" valueType="num">
                                      <p:cBhvr additive="base">
                                        <p:cTn id="106" dur="500" fill="hold"/>
                                        <p:tgtEl>
                                          <p:spTgt spid="192516">
                                            <p:txEl>
                                              <p:pRg st="15" end="15"/>
                                            </p:txEl>
                                          </p:spTgt>
                                        </p:tgtEl>
                                        <p:attrNameLst>
                                          <p:attrName>ppt_y</p:attrName>
                                        </p:attrNameLst>
                                      </p:cBhvr>
                                      <p:tavLst>
                                        <p:tav tm="0">
                                          <p:val>
                                            <p:strVal val="1+#ppt_h/2"/>
                                          </p:val>
                                        </p:tav>
                                        <p:tav tm="100000">
                                          <p:val>
                                            <p:strVal val="#ppt_y"/>
                                          </p:val>
                                        </p:tav>
                                      </p:tavLst>
                                    </p:anim>
                                  </p:childTnLst>
                                </p:cTn>
                              </p:par>
                            </p:childTnLst>
                          </p:cTn>
                        </p:par>
                      </p:childTnLst>
                    </p:cTn>
                  </p:par>
                  <p:par>
                    <p:cTn id="107" fill="hold">
                      <p:stCondLst>
                        <p:cond delay="indefinite"/>
                      </p:stCondLst>
                      <p:childTnLst>
                        <p:par>
                          <p:cTn id="108" fill="hold">
                            <p:stCondLst>
                              <p:cond delay="0"/>
                            </p:stCondLst>
                            <p:childTnLst>
                              <p:par>
                                <p:cTn id="109" presetID="3" presetClass="entr" presetSubtype="10" fill="hold" grpId="0" nodeType="clickEffect">
                                  <p:stCondLst>
                                    <p:cond delay="0"/>
                                  </p:stCondLst>
                                  <p:childTnLst>
                                    <p:set>
                                      <p:cBhvr>
                                        <p:cTn id="110" dur="1" fill="hold">
                                          <p:stCondLst>
                                            <p:cond delay="0"/>
                                          </p:stCondLst>
                                        </p:cTn>
                                        <p:tgtEl>
                                          <p:spTgt spid="192517"/>
                                        </p:tgtEl>
                                        <p:attrNameLst>
                                          <p:attrName>style.visibility</p:attrName>
                                        </p:attrNameLst>
                                      </p:cBhvr>
                                      <p:to>
                                        <p:strVal val="visible"/>
                                      </p:to>
                                    </p:set>
                                    <p:animEffect transition="in" filter="blinds(horizontal)">
                                      <p:cBhvr>
                                        <p:cTn id="111" dur="500"/>
                                        <p:tgtEl>
                                          <p:spTgt spid="192517"/>
                                        </p:tgtEl>
                                      </p:cBhvr>
                                    </p:animEffect>
                                  </p:childTnLst>
                                </p:cTn>
                              </p:par>
                            </p:childTnLst>
                          </p:cTn>
                        </p:par>
                      </p:childTnLst>
                    </p:cTn>
                  </p:par>
                  <p:par>
                    <p:cTn id="112" fill="hold">
                      <p:stCondLst>
                        <p:cond delay="indefinite"/>
                      </p:stCondLst>
                      <p:childTnLst>
                        <p:par>
                          <p:cTn id="113" fill="hold">
                            <p:stCondLst>
                              <p:cond delay="0"/>
                            </p:stCondLst>
                            <p:childTnLst>
                              <p:par>
                                <p:cTn id="114" presetID="3" presetClass="entr" presetSubtype="10" fill="hold" grpId="0" nodeType="clickEffect">
                                  <p:stCondLst>
                                    <p:cond delay="0"/>
                                  </p:stCondLst>
                                  <p:childTnLst>
                                    <p:set>
                                      <p:cBhvr>
                                        <p:cTn id="115" dur="1" fill="hold">
                                          <p:stCondLst>
                                            <p:cond delay="0"/>
                                          </p:stCondLst>
                                        </p:cTn>
                                        <p:tgtEl>
                                          <p:spTgt spid="192518"/>
                                        </p:tgtEl>
                                        <p:attrNameLst>
                                          <p:attrName>style.visibility</p:attrName>
                                        </p:attrNameLst>
                                      </p:cBhvr>
                                      <p:to>
                                        <p:strVal val="visible"/>
                                      </p:to>
                                    </p:set>
                                    <p:animEffect transition="in" filter="blinds(horizontal)">
                                      <p:cBhvr>
                                        <p:cTn id="116" dur="500"/>
                                        <p:tgtEl>
                                          <p:spTgt spid="1925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517" grpId="0" animBg="1"/>
      <p:bldP spid="192518"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6" name="Rectangle 2"/>
          <p:cNvSpPr>
            <a:spLocks noGrp="1" noChangeArrowheads="1"/>
          </p:cNvSpPr>
          <p:nvPr>
            <p:ph type="title"/>
          </p:nvPr>
        </p:nvSpPr>
        <p:spPr/>
        <p:txBody>
          <a:bodyPr/>
          <a:lstStyle/>
          <a:p>
            <a:r>
              <a:rPr lang="zh-CN" altLang="en-US" dirty="0">
                <a:ea typeface="宋体" pitchFamily="2" charset="-122"/>
              </a:rPr>
              <a:t>问题</a:t>
            </a:r>
            <a:r>
              <a:rPr lang="en-US" altLang="zh-CN" dirty="0">
                <a:ea typeface="宋体" pitchFamily="2" charset="-122"/>
              </a:rPr>
              <a:t>2.3</a:t>
            </a:r>
            <a:r>
              <a:rPr lang="zh-CN" altLang="en-US" dirty="0">
                <a:ea typeface="宋体" pitchFamily="2" charset="-122"/>
              </a:rPr>
              <a:t>：代码实现</a:t>
            </a:r>
            <a:endParaRPr lang="zh-CN" altLang="en-US" dirty="0">
              <a:ea typeface="宋体" pitchFamily="2" charset="-122"/>
            </a:endParaRPr>
          </a:p>
        </p:txBody>
      </p:sp>
      <p:sp>
        <p:nvSpPr>
          <p:cNvPr id="120837" name="Rectangle 3"/>
          <p:cNvSpPr>
            <a:spLocks noGrp="1" noChangeArrowheads="1"/>
          </p:cNvSpPr>
          <p:nvPr>
            <p:ph idx="1"/>
          </p:nvPr>
        </p:nvSpPr>
        <p:spPr/>
        <p:txBody>
          <a:bodyPr/>
          <a:lstStyle/>
          <a:p>
            <a:pPr>
              <a:lnSpc>
                <a:spcPct val="70000"/>
              </a:lnSpc>
              <a:buFont typeface="Wingdings" panose="05000000000000000000" pitchFamily="2" charset="2"/>
              <a:buNone/>
            </a:pPr>
            <a:r>
              <a:rPr lang="en-US" altLang="zh-CN" sz="1600" b="0" dirty="0">
                <a:ea typeface="宋体" pitchFamily="2" charset="-122"/>
              </a:rPr>
              <a:t>if((</a:t>
            </a:r>
            <a:r>
              <a:rPr lang="en-US" altLang="zh-CN" sz="1600" b="0" dirty="0" err="1">
                <a:ea typeface="宋体" pitchFamily="2" charset="-122"/>
              </a:rPr>
              <a:t>fp</a:t>
            </a:r>
            <a:r>
              <a:rPr lang="en-US" altLang="zh-CN" sz="1600" b="0" dirty="0">
                <a:ea typeface="宋体" pitchFamily="2" charset="-122"/>
              </a:rPr>
              <a:t> = </a:t>
            </a:r>
            <a:r>
              <a:rPr lang="en-US" altLang="zh-CN" sz="1600" b="0" dirty="0" err="1">
                <a:ea typeface="宋体" pitchFamily="2" charset="-122"/>
              </a:rPr>
              <a:t>fopen</a:t>
            </a:r>
            <a:r>
              <a:rPr lang="en-US" altLang="zh-CN" sz="1600" b="0" dirty="0">
                <a:ea typeface="宋体" pitchFamily="2" charset="-122"/>
              </a:rPr>
              <a:t>(filename, "r")) == NULL){</a:t>
            </a:r>
            <a:endParaRPr lang="en-US" altLang="zh-CN" sz="1600" b="0" dirty="0">
              <a:ea typeface="宋体" pitchFamily="2" charset="-122"/>
            </a:endParaRPr>
          </a:p>
          <a:p>
            <a:pPr>
              <a:lnSpc>
                <a:spcPct val="70000"/>
              </a:lnSpc>
              <a:buFont typeface="Wingdings" panose="05000000000000000000" pitchFamily="2" charset="2"/>
              <a:buNone/>
            </a:pPr>
            <a:r>
              <a:rPr lang="en-US" altLang="zh-CN" sz="1600" b="0" dirty="0">
                <a:ea typeface="宋体" pitchFamily="2" charset="-122"/>
              </a:rPr>
              <a:t>      </a:t>
            </a:r>
            <a:r>
              <a:rPr lang="en-US" altLang="zh-CN" sz="1600" b="0" dirty="0" err="1">
                <a:ea typeface="宋体" pitchFamily="2" charset="-122"/>
              </a:rPr>
              <a:t>printf</a:t>
            </a:r>
            <a:r>
              <a:rPr lang="en-US" altLang="zh-CN" sz="1600" b="0" dirty="0">
                <a:ea typeface="宋体" pitchFamily="2" charset="-122"/>
              </a:rPr>
              <a:t>(" </a:t>
            </a:r>
            <a:r>
              <a:rPr lang="en-US" altLang="zh-CN" sz="1600" b="0" dirty="0" err="1">
                <a:ea typeface="宋体" pitchFamily="2" charset="-122"/>
              </a:rPr>
              <a:t>Cann't</a:t>
            </a:r>
            <a:r>
              <a:rPr lang="en-US" altLang="zh-CN" sz="1600" b="0" dirty="0">
                <a:ea typeface="宋体" pitchFamily="2" charset="-122"/>
              </a:rPr>
              <a:t> open file: %s !\n", filename);</a:t>
            </a:r>
            <a:endParaRPr lang="en-US" altLang="zh-CN" sz="1600" b="0" dirty="0">
              <a:ea typeface="宋体" pitchFamily="2" charset="-122"/>
            </a:endParaRPr>
          </a:p>
          <a:p>
            <a:pPr>
              <a:lnSpc>
                <a:spcPct val="70000"/>
              </a:lnSpc>
              <a:buFont typeface="Wingdings" panose="05000000000000000000" pitchFamily="2" charset="2"/>
              <a:buNone/>
            </a:pPr>
            <a:r>
              <a:rPr lang="en-US" altLang="zh-CN" sz="1600" b="0" dirty="0">
                <a:ea typeface="宋体" pitchFamily="2" charset="-122"/>
              </a:rPr>
              <a:t>      return (-1);</a:t>
            </a:r>
            <a:endParaRPr lang="en-US" altLang="zh-CN" sz="1600" b="0" dirty="0">
              <a:ea typeface="宋体" pitchFamily="2" charset="-122"/>
            </a:endParaRPr>
          </a:p>
          <a:p>
            <a:pPr>
              <a:lnSpc>
                <a:spcPct val="70000"/>
              </a:lnSpc>
              <a:buFont typeface="Wingdings" panose="05000000000000000000" pitchFamily="2" charset="2"/>
              <a:buNone/>
            </a:pPr>
            <a:r>
              <a:rPr lang="en-US" altLang="zh-CN" sz="1600" b="0" dirty="0">
                <a:ea typeface="宋体" pitchFamily="2" charset="-122"/>
              </a:rPr>
              <a:t>  }</a:t>
            </a:r>
            <a:endParaRPr lang="en-US" altLang="zh-CN" sz="1600" b="0" dirty="0">
              <a:ea typeface="宋体" pitchFamily="2" charset="-122"/>
            </a:endParaRPr>
          </a:p>
          <a:p>
            <a:pPr>
              <a:lnSpc>
                <a:spcPct val="70000"/>
              </a:lnSpc>
              <a:buFont typeface="Wingdings" panose="05000000000000000000" pitchFamily="2" charset="2"/>
              <a:buNone/>
            </a:pPr>
            <a:r>
              <a:rPr lang="en-US" altLang="zh-CN" sz="1600" b="0" dirty="0">
                <a:ea typeface="宋体" pitchFamily="2" charset="-122"/>
              </a:rPr>
              <a:t>  first = </a:t>
            </a:r>
            <a:r>
              <a:rPr lang="en-US" altLang="zh-CN" sz="1600" b="0" dirty="0" err="1">
                <a:ea typeface="宋体" pitchFamily="2" charset="-122"/>
              </a:rPr>
              <a:t>ptr</a:t>
            </a:r>
            <a:r>
              <a:rPr lang="en-US" altLang="zh-CN" sz="1600" b="0" dirty="0">
                <a:ea typeface="宋体" pitchFamily="2" charset="-122"/>
              </a:rPr>
              <a:t> = (</a:t>
            </a:r>
            <a:r>
              <a:rPr lang="en-US" altLang="zh-CN" sz="1600" b="0" dirty="0" err="1">
                <a:ea typeface="宋体" pitchFamily="2" charset="-122"/>
              </a:rPr>
              <a:t>struct</a:t>
            </a:r>
            <a:r>
              <a:rPr lang="en-US" altLang="zh-CN" sz="1600" b="0" dirty="0">
                <a:ea typeface="宋体" pitchFamily="2" charset="-122"/>
              </a:rPr>
              <a:t> Node *)</a:t>
            </a:r>
            <a:r>
              <a:rPr lang="en-US" altLang="zh-CN" sz="1600" b="0" dirty="0" err="1">
                <a:ea typeface="宋体" pitchFamily="2" charset="-122"/>
              </a:rPr>
              <a:t>malloc</a:t>
            </a:r>
            <a:r>
              <a:rPr lang="en-US" altLang="zh-CN" sz="1600" b="0" dirty="0">
                <a:ea typeface="宋体" pitchFamily="2" charset="-122"/>
              </a:rPr>
              <a:t>(</a:t>
            </a:r>
            <a:r>
              <a:rPr lang="en-US" altLang="zh-CN" sz="1600" b="0" dirty="0" err="1">
                <a:ea typeface="宋体" pitchFamily="2" charset="-122"/>
              </a:rPr>
              <a:t>sizeof</a:t>
            </a:r>
            <a:r>
              <a:rPr lang="en-US" altLang="zh-CN" sz="1600" b="0" dirty="0">
                <a:ea typeface="宋体" pitchFamily="2" charset="-122"/>
              </a:rPr>
              <a:t> ( </a:t>
            </a:r>
            <a:r>
              <a:rPr lang="en-US" altLang="zh-CN" sz="1600" b="0" dirty="0" err="1">
                <a:ea typeface="宋体" pitchFamily="2" charset="-122"/>
              </a:rPr>
              <a:t>struct</a:t>
            </a:r>
            <a:r>
              <a:rPr lang="en-US" altLang="zh-CN" sz="1600" b="0" dirty="0">
                <a:ea typeface="宋体" pitchFamily="2" charset="-122"/>
              </a:rPr>
              <a:t> Node));</a:t>
            </a:r>
            <a:endParaRPr lang="en-US" altLang="zh-CN" sz="1600" b="0" dirty="0">
              <a:ea typeface="宋体" pitchFamily="2" charset="-122"/>
            </a:endParaRPr>
          </a:p>
          <a:p>
            <a:pPr>
              <a:lnSpc>
                <a:spcPct val="70000"/>
              </a:lnSpc>
              <a:buFont typeface="Wingdings" panose="05000000000000000000" pitchFamily="2" charset="2"/>
              <a:buNone/>
            </a:pPr>
            <a:r>
              <a:rPr lang="en-US" altLang="zh-CN" sz="1600" b="0" dirty="0">
                <a:ea typeface="宋体" pitchFamily="2" charset="-122"/>
              </a:rPr>
              <a:t>  first-&gt;line = NULL;</a:t>
            </a:r>
            <a:endParaRPr lang="en-US" altLang="zh-CN" sz="1600" b="0" dirty="0">
              <a:ea typeface="宋体" pitchFamily="2" charset="-122"/>
            </a:endParaRPr>
          </a:p>
          <a:p>
            <a:pPr>
              <a:lnSpc>
                <a:spcPct val="70000"/>
              </a:lnSpc>
              <a:buFont typeface="Wingdings" panose="05000000000000000000" pitchFamily="2" charset="2"/>
              <a:buNone/>
            </a:pPr>
            <a:r>
              <a:rPr lang="en-US" altLang="zh-CN" sz="1600" b="0" dirty="0">
                <a:ea typeface="宋体" pitchFamily="2" charset="-122"/>
              </a:rPr>
              <a:t>  for(</a:t>
            </a:r>
            <a:r>
              <a:rPr lang="en-US" altLang="zh-CN" sz="1600" b="0" dirty="0" err="1">
                <a:ea typeface="宋体" pitchFamily="2" charset="-122"/>
              </a:rPr>
              <a:t>i</a:t>
            </a:r>
            <a:r>
              <a:rPr lang="en-US" altLang="zh-CN" sz="1600" b="0" dirty="0">
                <a:ea typeface="宋体" pitchFamily="2" charset="-122"/>
              </a:rPr>
              <a:t>=1; </a:t>
            </a:r>
            <a:r>
              <a:rPr lang="en-US" altLang="zh-CN" sz="1600" b="0" dirty="0" err="1">
                <a:ea typeface="宋体" pitchFamily="2" charset="-122"/>
              </a:rPr>
              <a:t>i</a:t>
            </a:r>
            <a:r>
              <a:rPr lang="en-US" altLang="zh-CN" sz="1600" b="0" dirty="0">
                <a:ea typeface="宋体" pitchFamily="2" charset="-122"/>
              </a:rPr>
              <a:t>&lt;n; </a:t>
            </a:r>
            <a:r>
              <a:rPr lang="en-US" altLang="zh-CN" sz="1600" b="0" dirty="0" err="1">
                <a:ea typeface="宋体" pitchFamily="2" charset="-122"/>
              </a:rPr>
              <a:t>i</a:t>
            </a:r>
            <a:r>
              <a:rPr lang="en-US" altLang="zh-CN" sz="1600" b="0" dirty="0">
                <a:ea typeface="宋体" pitchFamily="2" charset="-122"/>
              </a:rPr>
              <a:t>++){</a:t>
            </a:r>
            <a:endParaRPr lang="en-US" altLang="zh-CN" sz="1600" b="0" dirty="0">
              <a:ea typeface="宋体" pitchFamily="2" charset="-122"/>
            </a:endParaRPr>
          </a:p>
          <a:p>
            <a:pPr>
              <a:lnSpc>
                <a:spcPct val="70000"/>
              </a:lnSpc>
              <a:buFont typeface="Wingdings" panose="05000000000000000000" pitchFamily="2" charset="2"/>
              <a:buNone/>
            </a:pPr>
            <a:r>
              <a:rPr lang="en-US" altLang="zh-CN" sz="1600" b="0" dirty="0">
                <a:ea typeface="宋体" pitchFamily="2" charset="-122"/>
              </a:rPr>
              <a:t>      </a:t>
            </a:r>
            <a:r>
              <a:rPr lang="en-US" altLang="zh-CN" sz="1600" b="0" dirty="0" err="1">
                <a:ea typeface="宋体" pitchFamily="2" charset="-122"/>
              </a:rPr>
              <a:t>ptr</a:t>
            </a:r>
            <a:r>
              <a:rPr lang="en-US" altLang="zh-CN" sz="1600" b="0" dirty="0">
                <a:ea typeface="宋体" pitchFamily="2" charset="-122"/>
              </a:rPr>
              <a:t>-&gt;next = (</a:t>
            </a:r>
            <a:r>
              <a:rPr lang="en-US" altLang="zh-CN" sz="1600" b="0" dirty="0" err="1">
                <a:ea typeface="宋体" pitchFamily="2" charset="-122"/>
              </a:rPr>
              <a:t>struct</a:t>
            </a:r>
            <a:r>
              <a:rPr lang="en-US" altLang="zh-CN" sz="1600" b="0" dirty="0">
                <a:ea typeface="宋体" pitchFamily="2" charset="-122"/>
              </a:rPr>
              <a:t> Node *)</a:t>
            </a:r>
            <a:r>
              <a:rPr lang="en-US" altLang="zh-CN" sz="1600" b="0" dirty="0" err="1">
                <a:ea typeface="宋体" pitchFamily="2" charset="-122"/>
              </a:rPr>
              <a:t>malloc</a:t>
            </a:r>
            <a:r>
              <a:rPr lang="en-US" altLang="zh-CN" sz="1600" b="0" dirty="0">
                <a:ea typeface="宋体" pitchFamily="2" charset="-122"/>
              </a:rPr>
              <a:t>(</a:t>
            </a:r>
            <a:r>
              <a:rPr lang="en-US" altLang="zh-CN" sz="1600" b="0" dirty="0" err="1">
                <a:ea typeface="宋体" pitchFamily="2" charset="-122"/>
              </a:rPr>
              <a:t>sizeof</a:t>
            </a:r>
            <a:r>
              <a:rPr lang="en-US" altLang="zh-CN" sz="1600" b="0" dirty="0">
                <a:ea typeface="宋体" pitchFamily="2" charset="-122"/>
              </a:rPr>
              <a:t> ( </a:t>
            </a:r>
            <a:r>
              <a:rPr lang="en-US" altLang="zh-CN" sz="1600" b="0" dirty="0" err="1">
                <a:ea typeface="宋体" pitchFamily="2" charset="-122"/>
              </a:rPr>
              <a:t>struct</a:t>
            </a:r>
            <a:r>
              <a:rPr lang="en-US" altLang="zh-CN" sz="1600" b="0" dirty="0">
                <a:ea typeface="宋体" pitchFamily="2" charset="-122"/>
              </a:rPr>
              <a:t> Node));</a:t>
            </a:r>
            <a:endParaRPr lang="en-US" altLang="zh-CN" sz="1600" b="0" dirty="0">
              <a:ea typeface="宋体" pitchFamily="2" charset="-122"/>
            </a:endParaRPr>
          </a:p>
          <a:p>
            <a:pPr>
              <a:lnSpc>
                <a:spcPct val="70000"/>
              </a:lnSpc>
              <a:buFont typeface="Wingdings" panose="05000000000000000000" pitchFamily="2" charset="2"/>
              <a:buNone/>
            </a:pPr>
            <a:r>
              <a:rPr lang="en-US" altLang="zh-CN" sz="1600" b="0" dirty="0">
                <a:ea typeface="宋体" pitchFamily="2" charset="-122"/>
              </a:rPr>
              <a:t>      </a:t>
            </a:r>
            <a:r>
              <a:rPr lang="en-US" altLang="zh-CN" sz="1600" b="0" dirty="0" err="1">
                <a:ea typeface="宋体" pitchFamily="2" charset="-122"/>
              </a:rPr>
              <a:t>ptr</a:t>
            </a:r>
            <a:r>
              <a:rPr lang="en-US" altLang="zh-CN" sz="1600" b="0" dirty="0">
                <a:ea typeface="宋体" pitchFamily="2" charset="-122"/>
              </a:rPr>
              <a:t> = </a:t>
            </a:r>
            <a:r>
              <a:rPr lang="en-US" altLang="zh-CN" sz="1600" b="0" dirty="0" err="1">
                <a:ea typeface="宋体" pitchFamily="2" charset="-122"/>
              </a:rPr>
              <a:t>ptr</a:t>
            </a:r>
            <a:r>
              <a:rPr lang="en-US" altLang="zh-CN" sz="1600" b="0" dirty="0">
                <a:ea typeface="宋体" pitchFamily="2" charset="-122"/>
              </a:rPr>
              <a:t>-&gt;next;</a:t>
            </a:r>
            <a:endParaRPr lang="en-US" altLang="zh-CN" sz="1600" b="0" dirty="0">
              <a:ea typeface="宋体" pitchFamily="2" charset="-122"/>
            </a:endParaRPr>
          </a:p>
          <a:p>
            <a:pPr>
              <a:lnSpc>
                <a:spcPct val="70000"/>
              </a:lnSpc>
              <a:buFont typeface="Wingdings" panose="05000000000000000000" pitchFamily="2" charset="2"/>
              <a:buNone/>
            </a:pPr>
            <a:r>
              <a:rPr lang="en-US" altLang="zh-CN" sz="1600" b="0" dirty="0">
                <a:ea typeface="宋体" pitchFamily="2" charset="-122"/>
              </a:rPr>
              <a:t>      </a:t>
            </a:r>
            <a:r>
              <a:rPr lang="en-US" altLang="zh-CN" sz="1600" b="0" dirty="0" err="1">
                <a:ea typeface="宋体" pitchFamily="2" charset="-122"/>
              </a:rPr>
              <a:t>ptr</a:t>
            </a:r>
            <a:r>
              <a:rPr lang="en-US" altLang="zh-CN" sz="1600" b="0" dirty="0">
                <a:ea typeface="宋体" pitchFamily="2" charset="-122"/>
              </a:rPr>
              <a:t>-&gt;line = NULL;</a:t>
            </a:r>
            <a:endParaRPr lang="en-US" altLang="zh-CN" sz="1600" b="0" dirty="0">
              <a:ea typeface="宋体" pitchFamily="2" charset="-122"/>
            </a:endParaRPr>
          </a:p>
          <a:p>
            <a:pPr>
              <a:lnSpc>
                <a:spcPct val="70000"/>
              </a:lnSpc>
              <a:buFont typeface="Wingdings" panose="05000000000000000000" pitchFamily="2" charset="2"/>
              <a:buNone/>
            </a:pPr>
            <a:r>
              <a:rPr lang="en-US" altLang="zh-CN" sz="1600" b="0" dirty="0">
                <a:ea typeface="宋体" pitchFamily="2" charset="-122"/>
              </a:rPr>
              <a:t>  }</a:t>
            </a:r>
            <a:endParaRPr lang="en-US" altLang="zh-CN" sz="1600" b="0" dirty="0">
              <a:ea typeface="宋体" pitchFamily="2" charset="-122"/>
            </a:endParaRPr>
          </a:p>
          <a:p>
            <a:pPr>
              <a:lnSpc>
                <a:spcPct val="70000"/>
              </a:lnSpc>
              <a:buFont typeface="Wingdings" panose="05000000000000000000" pitchFamily="2" charset="2"/>
              <a:buNone/>
            </a:pPr>
            <a:r>
              <a:rPr lang="en-US" altLang="zh-CN" sz="1600" b="0" dirty="0">
                <a:ea typeface="宋体" pitchFamily="2" charset="-122"/>
              </a:rPr>
              <a:t>  </a:t>
            </a:r>
            <a:r>
              <a:rPr lang="en-US" altLang="zh-CN" sz="1600" b="0" dirty="0" err="1">
                <a:ea typeface="宋体" pitchFamily="2" charset="-122"/>
              </a:rPr>
              <a:t>ptr</a:t>
            </a:r>
            <a:r>
              <a:rPr lang="en-US" altLang="zh-CN" sz="1600" b="0" dirty="0">
                <a:ea typeface="宋体" pitchFamily="2" charset="-122"/>
              </a:rPr>
              <a:t>-&gt;next = first;</a:t>
            </a:r>
            <a:endParaRPr lang="en-US" altLang="zh-CN" sz="1600" b="0" dirty="0">
              <a:ea typeface="宋体" pitchFamily="2" charset="-122"/>
            </a:endParaRPr>
          </a:p>
          <a:p>
            <a:pPr>
              <a:lnSpc>
                <a:spcPct val="70000"/>
              </a:lnSpc>
              <a:buFont typeface="Wingdings" panose="05000000000000000000" pitchFamily="2" charset="2"/>
              <a:buNone/>
            </a:pPr>
            <a:r>
              <a:rPr lang="en-US" altLang="zh-CN" sz="1600" b="0" dirty="0">
                <a:ea typeface="宋体" pitchFamily="2" charset="-122"/>
              </a:rPr>
              <a:t>  </a:t>
            </a:r>
            <a:r>
              <a:rPr lang="en-US" altLang="zh-CN" sz="1600" b="0" dirty="0" err="1">
                <a:ea typeface="宋体" pitchFamily="2" charset="-122"/>
              </a:rPr>
              <a:t>ptr</a:t>
            </a:r>
            <a:r>
              <a:rPr lang="en-US" altLang="zh-CN" sz="1600" b="0" dirty="0">
                <a:ea typeface="宋体" pitchFamily="2" charset="-122"/>
              </a:rPr>
              <a:t> = first;</a:t>
            </a:r>
            <a:endParaRPr lang="en-US" altLang="zh-CN" sz="1600" dirty="0">
              <a:ea typeface="宋体" pitchFamily="2" charset="-122"/>
            </a:endParaRPr>
          </a:p>
        </p:txBody>
      </p:sp>
      <p:sp>
        <p:nvSpPr>
          <p:cNvPr id="120835" name="灯片编号占位符 4"/>
          <p:cNvSpPr>
            <a:spLocks noGrp="1"/>
          </p:cNvSpPr>
          <p:nvPr>
            <p:ph type="sldNum" sz="quarter" idx="12"/>
          </p:nvPr>
        </p:nvSpPr>
        <p:spPr>
          <a:noFill/>
        </p:spPr>
        <p:txBody>
          <a:bodyPr/>
          <a:lstStyle/>
          <a:p>
            <a:fld id="{D149A235-EC78-4927-B154-7F20F28B2E00}" type="slidenum">
              <a:rPr lang="en-US" altLang="zh-CN" smtClean="0"/>
            </a:fld>
            <a:endParaRPr lang="en-US" altLang="zh-CN"/>
          </a:p>
        </p:txBody>
      </p:sp>
      <p:sp>
        <p:nvSpPr>
          <p:cNvPr id="194565" name="Rectangle 5"/>
          <p:cNvSpPr>
            <a:spLocks noChangeArrowheads="1"/>
          </p:cNvSpPr>
          <p:nvPr/>
        </p:nvSpPr>
        <p:spPr bwMode="auto">
          <a:xfrm>
            <a:off x="2279651" y="4072215"/>
            <a:ext cx="184731" cy="369332"/>
          </a:xfrm>
          <a:prstGeom prst="rect">
            <a:avLst/>
          </a:prstGeom>
          <a:solidFill>
            <a:srgbClr val="00FFFF">
              <a:alpha val="29019"/>
            </a:srgbClr>
          </a:solidFill>
          <a:ln w="9525">
            <a:noFill/>
            <a:miter lim="800000"/>
          </a:ln>
        </p:spPr>
        <p:txBody>
          <a:bodyPr wrap="none" anchor="ctr">
            <a:spAutoFit/>
          </a:bodyPr>
          <a:lstStyle/>
          <a:p>
            <a:endParaRPr lang="zh-CN" altLang="en-US"/>
          </a:p>
        </p:txBody>
      </p:sp>
      <p:sp>
        <p:nvSpPr>
          <p:cNvPr id="194568" name="Text Box 8"/>
          <p:cNvSpPr txBox="1">
            <a:spLocks noChangeArrowheads="1"/>
          </p:cNvSpPr>
          <p:nvPr/>
        </p:nvSpPr>
        <p:spPr bwMode="auto">
          <a:xfrm>
            <a:off x="7464425" y="4005263"/>
            <a:ext cx="1569660" cy="369332"/>
          </a:xfrm>
          <a:prstGeom prst="rect">
            <a:avLst/>
          </a:prstGeom>
          <a:noFill/>
          <a:ln w="9525">
            <a:noFill/>
            <a:miter lim="800000"/>
          </a:ln>
        </p:spPr>
        <p:txBody>
          <a:bodyPr wrap="none">
            <a:spAutoFit/>
          </a:bodyPr>
          <a:lstStyle/>
          <a:p>
            <a:r>
              <a:rPr lang="zh-CN" altLang="en-US"/>
              <a:t>创建循环链表</a:t>
            </a:r>
            <a:endParaRPr lang="zh-CN" altLang="en-US"/>
          </a:p>
        </p:txBody>
      </p:sp>
      <p:sp>
        <p:nvSpPr>
          <p:cNvPr id="194569" name="AutoShape 9"/>
          <p:cNvSpPr>
            <a:spLocks noChangeArrowheads="1"/>
          </p:cNvSpPr>
          <p:nvPr/>
        </p:nvSpPr>
        <p:spPr bwMode="auto">
          <a:xfrm>
            <a:off x="4079776" y="5263418"/>
            <a:ext cx="2700338" cy="1079500"/>
          </a:xfrm>
          <a:prstGeom prst="wedgeRoundRectCallout">
            <a:avLst>
              <a:gd name="adj1" fmla="val -98088"/>
              <a:gd name="adj2" fmla="val -80296"/>
              <a:gd name="adj3" fmla="val 16667"/>
            </a:avLst>
          </a:prstGeom>
          <a:solidFill>
            <a:schemeClr val="accent1"/>
          </a:solidFill>
          <a:ln w="9525">
            <a:solidFill>
              <a:schemeClr val="tx1"/>
            </a:solidFill>
            <a:miter lim="800000"/>
          </a:ln>
        </p:spPr>
        <p:txBody>
          <a:bodyPr/>
          <a:lstStyle/>
          <a:p>
            <a:r>
              <a:rPr lang="zh-CN" altLang="en-US" sz="1600">
                <a:solidFill>
                  <a:srgbClr val="0000CC"/>
                </a:solidFill>
              </a:rPr>
              <a:t>将链表的最后一个节点指向头节点，以构成一个循环链表。</a:t>
            </a:r>
            <a:endParaRPr lang="zh-CN" altLang="en-US" sz="1600">
              <a:solidFill>
                <a:srgbClr val="0000CC"/>
              </a:solidFill>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4565"/>
                                        </p:tgtEl>
                                        <p:attrNameLst>
                                          <p:attrName>style.visibility</p:attrName>
                                        </p:attrNameLst>
                                      </p:cBhvr>
                                      <p:to>
                                        <p:strVal val="visible"/>
                                      </p:to>
                                    </p:set>
                                    <p:anim calcmode="lin" valueType="num">
                                      <p:cBhvr additive="base">
                                        <p:cTn id="7" dur="500" fill="hold"/>
                                        <p:tgtEl>
                                          <p:spTgt spid="194565"/>
                                        </p:tgtEl>
                                        <p:attrNameLst>
                                          <p:attrName>ppt_x</p:attrName>
                                        </p:attrNameLst>
                                      </p:cBhvr>
                                      <p:tavLst>
                                        <p:tav tm="0">
                                          <p:val>
                                            <p:strVal val="#ppt_x"/>
                                          </p:val>
                                        </p:tav>
                                        <p:tav tm="100000">
                                          <p:val>
                                            <p:strVal val="#ppt_x"/>
                                          </p:val>
                                        </p:tav>
                                      </p:tavLst>
                                    </p:anim>
                                    <p:anim calcmode="lin" valueType="num">
                                      <p:cBhvr additive="base">
                                        <p:cTn id="8" dur="500" fill="hold"/>
                                        <p:tgtEl>
                                          <p:spTgt spid="19456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94568"/>
                                        </p:tgtEl>
                                        <p:attrNameLst>
                                          <p:attrName>style.visibility</p:attrName>
                                        </p:attrNameLst>
                                      </p:cBhvr>
                                      <p:to>
                                        <p:strVal val="visible"/>
                                      </p:to>
                                    </p:set>
                                    <p:anim calcmode="lin" valueType="num">
                                      <p:cBhvr additive="base">
                                        <p:cTn id="11" dur="500" fill="hold"/>
                                        <p:tgtEl>
                                          <p:spTgt spid="194568"/>
                                        </p:tgtEl>
                                        <p:attrNameLst>
                                          <p:attrName>ppt_x</p:attrName>
                                        </p:attrNameLst>
                                      </p:cBhvr>
                                      <p:tavLst>
                                        <p:tav tm="0">
                                          <p:val>
                                            <p:strVal val="#ppt_x"/>
                                          </p:val>
                                        </p:tav>
                                        <p:tav tm="100000">
                                          <p:val>
                                            <p:strVal val="#ppt_x"/>
                                          </p:val>
                                        </p:tav>
                                      </p:tavLst>
                                    </p:anim>
                                    <p:anim calcmode="lin" valueType="num">
                                      <p:cBhvr additive="base">
                                        <p:cTn id="12" dur="500" fill="hold"/>
                                        <p:tgtEl>
                                          <p:spTgt spid="19456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94569"/>
                                        </p:tgtEl>
                                        <p:attrNameLst>
                                          <p:attrName>style.visibility</p:attrName>
                                        </p:attrNameLst>
                                      </p:cBhvr>
                                      <p:to>
                                        <p:strVal val="visible"/>
                                      </p:to>
                                    </p:set>
                                    <p:animEffect transition="in" filter="blinds(horizontal)">
                                      <p:cBhvr>
                                        <p:cTn id="17" dur="500"/>
                                        <p:tgtEl>
                                          <p:spTgt spid="1945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65" grpId="0" animBg="1"/>
      <p:bldP spid="194568" grpId="0"/>
      <p:bldP spid="194569"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60" name="Rectangle 2"/>
          <p:cNvSpPr>
            <a:spLocks noGrp="1" noChangeArrowheads="1"/>
          </p:cNvSpPr>
          <p:nvPr>
            <p:ph type="title"/>
          </p:nvPr>
        </p:nvSpPr>
        <p:spPr/>
        <p:txBody>
          <a:bodyPr/>
          <a:lstStyle/>
          <a:p>
            <a:r>
              <a:rPr lang="zh-CN" altLang="en-US" dirty="0">
                <a:ea typeface="宋体" pitchFamily="2" charset="-122"/>
              </a:rPr>
              <a:t>问题</a:t>
            </a:r>
            <a:r>
              <a:rPr lang="en-US" altLang="zh-CN" dirty="0">
                <a:ea typeface="宋体" pitchFamily="2" charset="-122"/>
              </a:rPr>
              <a:t>2.3</a:t>
            </a:r>
            <a:r>
              <a:rPr lang="zh-CN" altLang="en-US" dirty="0">
                <a:ea typeface="宋体" pitchFamily="2" charset="-122"/>
              </a:rPr>
              <a:t>：代码实现</a:t>
            </a:r>
            <a:endParaRPr lang="zh-CN" altLang="en-US" dirty="0">
              <a:ea typeface="宋体" pitchFamily="2" charset="-122"/>
            </a:endParaRPr>
          </a:p>
        </p:txBody>
      </p:sp>
      <p:sp>
        <p:nvSpPr>
          <p:cNvPr id="121861" name="Rectangle 3"/>
          <p:cNvSpPr>
            <a:spLocks noGrp="1" noChangeArrowheads="1"/>
          </p:cNvSpPr>
          <p:nvPr>
            <p:ph idx="1"/>
          </p:nvPr>
        </p:nvSpPr>
        <p:spPr>
          <a:solidFill>
            <a:schemeClr val="accent1"/>
          </a:solidFill>
        </p:spPr>
        <p:txBody>
          <a:bodyPr/>
          <a:lstStyle/>
          <a:p>
            <a:pPr>
              <a:lnSpc>
                <a:spcPct val="70000"/>
              </a:lnSpc>
              <a:buFont typeface="Wingdings" panose="05000000000000000000" pitchFamily="2" charset="2"/>
              <a:buNone/>
            </a:pPr>
            <a:r>
              <a:rPr lang="en-US" altLang="zh-CN" sz="1400" b="0" dirty="0">
                <a:ea typeface="宋体" pitchFamily="2" charset="-122"/>
              </a:rPr>
              <a:t>while(</a:t>
            </a:r>
            <a:r>
              <a:rPr lang="en-US" altLang="zh-CN" sz="1400" b="0" dirty="0" err="1">
                <a:ea typeface="宋体" pitchFamily="2" charset="-122"/>
              </a:rPr>
              <a:t>fgets</a:t>
            </a:r>
            <a:r>
              <a:rPr lang="en-US" altLang="zh-CN" sz="1400" b="0" dirty="0">
                <a:ea typeface="宋体" pitchFamily="2" charset="-122"/>
              </a:rPr>
              <a:t>(</a:t>
            </a:r>
            <a:r>
              <a:rPr lang="en-US" altLang="zh-CN" sz="1400" b="0" dirty="0" err="1">
                <a:ea typeface="宋体" pitchFamily="2" charset="-122"/>
              </a:rPr>
              <a:t>curline</a:t>
            </a:r>
            <a:r>
              <a:rPr lang="en-US" altLang="zh-CN" sz="1400" b="0" dirty="0">
                <a:ea typeface="宋体" pitchFamily="2" charset="-122"/>
              </a:rPr>
              <a:t>, MAXLEN, </a:t>
            </a:r>
            <a:r>
              <a:rPr lang="en-US" altLang="zh-CN" sz="1400" b="0" dirty="0" err="1">
                <a:ea typeface="宋体" pitchFamily="2" charset="-122"/>
              </a:rPr>
              <a:t>fp</a:t>
            </a:r>
            <a:r>
              <a:rPr lang="en-US" altLang="zh-CN" sz="1400" b="0" dirty="0">
                <a:ea typeface="宋体" pitchFamily="2" charset="-122"/>
              </a:rPr>
              <a:t>) != NULL){</a:t>
            </a:r>
            <a:endParaRPr lang="en-US" altLang="zh-CN" sz="1400" b="0" dirty="0">
              <a:ea typeface="宋体" pitchFamily="2" charset="-122"/>
            </a:endParaRPr>
          </a:p>
          <a:p>
            <a:pPr>
              <a:lnSpc>
                <a:spcPct val="70000"/>
              </a:lnSpc>
              <a:buFont typeface="Wingdings" panose="05000000000000000000" pitchFamily="2" charset="2"/>
              <a:buNone/>
            </a:pPr>
            <a:r>
              <a:rPr lang="en-US" altLang="zh-CN" sz="1400" b="0" dirty="0">
                <a:ea typeface="宋体" pitchFamily="2" charset="-122"/>
              </a:rPr>
              <a:t>      if(</a:t>
            </a:r>
            <a:r>
              <a:rPr lang="en-US" altLang="zh-CN" sz="1400" b="0" dirty="0" err="1">
                <a:ea typeface="宋体" pitchFamily="2" charset="-122"/>
              </a:rPr>
              <a:t>ptr</a:t>
            </a:r>
            <a:r>
              <a:rPr lang="en-US" altLang="zh-CN" sz="1400" b="0" dirty="0">
                <a:ea typeface="宋体" pitchFamily="2" charset="-122"/>
              </a:rPr>
              <a:t>-&gt;line != NULL)        /*</a:t>
            </a:r>
            <a:r>
              <a:rPr lang="zh-CN" altLang="en-US" sz="1400" b="0" dirty="0">
                <a:ea typeface="宋体" pitchFamily="2" charset="-122"/>
              </a:rPr>
              <a:t>链表已经满了，需要释放掉不需要的行</a:t>
            </a:r>
            <a:r>
              <a:rPr lang="en-US" altLang="zh-CN" sz="1400" b="0" dirty="0">
                <a:ea typeface="宋体" pitchFamily="2" charset="-122"/>
              </a:rPr>
              <a:t>*/</a:t>
            </a:r>
            <a:endParaRPr lang="en-US" altLang="zh-CN" sz="1400" b="0" dirty="0">
              <a:ea typeface="宋体" pitchFamily="2" charset="-122"/>
            </a:endParaRPr>
          </a:p>
          <a:p>
            <a:pPr>
              <a:lnSpc>
                <a:spcPct val="70000"/>
              </a:lnSpc>
              <a:buFont typeface="Wingdings" panose="05000000000000000000" pitchFamily="2" charset="2"/>
              <a:buNone/>
            </a:pPr>
            <a:r>
              <a:rPr lang="en-US" altLang="zh-CN" sz="1400" b="0" dirty="0">
                <a:ea typeface="宋体" pitchFamily="2" charset="-122"/>
              </a:rPr>
              <a:t>           free(</a:t>
            </a:r>
            <a:r>
              <a:rPr lang="en-US" altLang="zh-CN" sz="1400" b="0" dirty="0" err="1">
                <a:ea typeface="宋体" pitchFamily="2" charset="-122"/>
              </a:rPr>
              <a:t>ptr</a:t>
            </a:r>
            <a:r>
              <a:rPr lang="en-US" altLang="zh-CN" sz="1400" b="0" dirty="0">
                <a:ea typeface="宋体" pitchFamily="2" charset="-122"/>
              </a:rPr>
              <a:t>-&gt;line);</a:t>
            </a:r>
            <a:endParaRPr lang="en-US" altLang="zh-CN" sz="1400" b="0" dirty="0">
              <a:ea typeface="宋体" pitchFamily="2" charset="-122"/>
            </a:endParaRPr>
          </a:p>
          <a:p>
            <a:pPr>
              <a:lnSpc>
                <a:spcPct val="70000"/>
              </a:lnSpc>
              <a:buFont typeface="Wingdings" panose="05000000000000000000" pitchFamily="2" charset="2"/>
              <a:buNone/>
            </a:pPr>
            <a:r>
              <a:rPr lang="en-US" altLang="zh-CN" sz="1400" b="0" dirty="0">
                <a:ea typeface="宋体" pitchFamily="2" charset="-122"/>
              </a:rPr>
              <a:t>      </a:t>
            </a:r>
            <a:r>
              <a:rPr lang="en-US" altLang="zh-CN" sz="1400" b="0" dirty="0" err="1">
                <a:ea typeface="宋体" pitchFamily="2" charset="-122"/>
              </a:rPr>
              <a:t>ptr</a:t>
            </a:r>
            <a:r>
              <a:rPr lang="en-US" altLang="zh-CN" sz="1400" b="0" dirty="0">
                <a:ea typeface="宋体" pitchFamily="2" charset="-122"/>
              </a:rPr>
              <a:t>-&gt;line = (char *) </a:t>
            </a:r>
            <a:r>
              <a:rPr lang="en-US" altLang="zh-CN" sz="1400" b="0" dirty="0" err="1">
                <a:ea typeface="宋体" pitchFamily="2" charset="-122"/>
              </a:rPr>
              <a:t>malloc</a:t>
            </a:r>
            <a:r>
              <a:rPr lang="en-US" altLang="zh-CN" sz="1400" b="0" dirty="0">
                <a:ea typeface="宋体" pitchFamily="2" charset="-122"/>
              </a:rPr>
              <a:t> ( </a:t>
            </a:r>
            <a:r>
              <a:rPr lang="en-US" altLang="zh-CN" sz="1400" b="0" dirty="0" err="1">
                <a:ea typeface="宋体" pitchFamily="2" charset="-122"/>
              </a:rPr>
              <a:t>strlen</a:t>
            </a:r>
            <a:r>
              <a:rPr lang="en-US" altLang="zh-CN" sz="1400" b="0" dirty="0">
                <a:ea typeface="宋体" pitchFamily="2" charset="-122"/>
              </a:rPr>
              <a:t>(</a:t>
            </a:r>
            <a:r>
              <a:rPr lang="en-US" altLang="zh-CN" sz="1400" b="0" dirty="0" err="1">
                <a:ea typeface="宋体" pitchFamily="2" charset="-122"/>
              </a:rPr>
              <a:t>curline</a:t>
            </a:r>
            <a:r>
              <a:rPr lang="en-US" altLang="zh-CN" sz="1400" b="0" dirty="0">
                <a:ea typeface="宋体" pitchFamily="2" charset="-122"/>
              </a:rPr>
              <a:t>)+1);</a:t>
            </a:r>
            <a:endParaRPr lang="en-US" altLang="zh-CN" sz="1400" b="0" dirty="0">
              <a:ea typeface="宋体" pitchFamily="2" charset="-122"/>
            </a:endParaRPr>
          </a:p>
          <a:p>
            <a:pPr>
              <a:lnSpc>
                <a:spcPct val="70000"/>
              </a:lnSpc>
              <a:buFont typeface="Wingdings" panose="05000000000000000000" pitchFamily="2" charset="2"/>
              <a:buNone/>
            </a:pPr>
            <a:r>
              <a:rPr lang="en-US" altLang="zh-CN" sz="1400" b="0" dirty="0">
                <a:ea typeface="宋体" pitchFamily="2" charset="-122"/>
              </a:rPr>
              <a:t>      </a:t>
            </a:r>
            <a:r>
              <a:rPr lang="en-US" altLang="zh-CN" sz="1400" b="0" dirty="0" err="1">
                <a:ea typeface="宋体" pitchFamily="2" charset="-122"/>
              </a:rPr>
              <a:t>strcpy</a:t>
            </a:r>
            <a:r>
              <a:rPr lang="en-US" altLang="zh-CN" sz="1400" b="0" dirty="0">
                <a:ea typeface="宋体" pitchFamily="2" charset="-122"/>
              </a:rPr>
              <a:t>(</a:t>
            </a:r>
            <a:r>
              <a:rPr lang="en-US" altLang="zh-CN" sz="1400" b="0" dirty="0" err="1">
                <a:ea typeface="宋体" pitchFamily="2" charset="-122"/>
              </a:rPr>
              <a:t>ptr</a:t>
            </a:r>
            <a:r>
              <a:rPr lang="en-US" altLang="zh-CN" sz="1400" b="0" dirty="0">
                <a:ea typeface="宋体" pitchFamily="2" charset="-122"/>
              </a:rPr>
              <a:t>-&gt;line, </a:t>
            </a:r>
            <a:r>
              <a:rPr lang="en-US" altLang="zh-CN" sz="1400" b="0" dirty="0" err="1">
                <a:ea typeface="宋体" pitchFamily="2" charset="-122"/>
              </a:rPr>
              <a:t>curline</a:t>
            </a:r>
            <a:r>
              <a:rPr lang="en-US" altLang="zh-CN" sz="1400" b="0" dirty="0">
                <a:ea typeface="宋体" pitchFamily="2" charset="-122"/>
              </a:rPr>
              <a:t>);</a:t>
            </a:r>
            <a:endParaRPr lang="en-US" altLang="zh-CN" sz="1400" b="0" dirty="0">
              <a:ea typeface="宋体" pitchFamily="2" charset="-122"/>
            </a:endParaRPr>
          </a:p>
          <a:p>
            <a:pPr>
              <a:lnSpc>
                <a:spcPct val="70000"/>
              </a:lnSpc>
              <a:buFont typeface="Wingdings" panose="05000000000000000000" pitchFamily="2" charset="2"/>
              <a:buNone/>
            </a:pPr>
            <a:r>
              <a:rPr lang="en-US" altLang="zh-CN" sz="1400" b="0" dirty="0">
                <a:ea typeface="宋体" pitchFamily="2" charset="-122"/>
              </a:rPr>
              <a:t>      </a:t>
            </a:r>
            <a:r>
              <a:rPr lang="en-US" altLang="zh-CN" sz="1400" b="0" dirty="0" err="1">
                <a:ea typeface="宋体" pitchFamily="2" charset="-122"/>
              </a:rPr>
              <a:t>ptr</a:t>
            </a:r>
            <a:r>
              <a:rPr lang="en-US" altLang="zh-CN" sz="1400" b="0" dirty="0">
                <a:ea typeface="宋体" pitchFamily="2" charset="-122"/>
              </a:rPr>
              <a:t> = </a:t>
            </a:r>
            <a:r>
              <a:rPr lang="en-US" altLang="zh-CN" sz="1400" b="0" dirty="0" err="1">
                <a:ea typeface="宋体" pitchFamily="2" charset="-122"/>
              </a:rPr>
              <a:t>ptr</a:t>
            </a:r>
            <a:r>
              <a:rPr lang="en-US" altLang="zh-CN" sz="1400" b="0" dirty="0">
                <a:ea typeface="宋体" pitchFamily="2" charset="-122"/>
              </a:rPr>
              <a:t>-&gt;next;</a:t>
            </a:r>
            <a:endParaRPr lang="en-US" altLang="zh-CN" sz="1400" b="0" dirty="0">
              <a:ea typeface="宋体" pitchFamily="2" charset="-122"/>
            </a:endParaRPr>
          </a:p>
          <a:p>
            <a:pPr>
              <a:lnSpc>
                <a:spcPct val="70000"/>
              </a:lnSpc>
              <a:buFont typeface="Wingdings" panose="05000000000000000000" pitchFamily="2" charset="2"/>
              <a:buNone/>
            </a:pPr>
            <a:r>
              <a:rPr lang="en-US" altLang="zh-CN" sz="1400" b="0" dirty="0">
                <a:ea typeface="宋体" pitchFamily="2" charset="-122"/>
              </a:rPr>
              <a:t>  }</a:t>
            </a:r>
            <a:endParaRPr lang="en-US" altLang="zh-CN" sz="1400" b="0" dirty="0">
              <a:ea typeface="宋体" pitchFamily="2" charset="-122"/>
            </a:endParaRPr>
          </a:p>
          <a:p>
            <a:pPr>
              <a:lnSpc>
                <a:spcPct val="70000"/>
              </a:lnSpc>
              <a:buFont typeface="Wingdings" panose="05000000000000000000" pitchFamily="2" charset="2"/>
              <a:buNone/>
            </a:pPr>
            <a:r>
              <a:rPr lang="en-US" altLang="zh-CN" sz="1400" b="0" dirty="0">
                <a:ea typeface="宋体" pitchFamily="2" charset="-122"/>
              </a:rPr>
              <a:t>  for(</a:t>
            </a:r>
            <a:r>
              <a:rPr lang="en-US" altLang="zh-CN" sz="1400" b="0" dirty="0" err="1">
                <a:ea typeface="宋体" pitchFamily="2" charset="-122"/>
              </a:rPr>
              <a:t>i</a:t>
            </a:r>
            <a:r>
              <a:rPr lang="en-US" altLang="zh-CN" sz="1400" b="0" dirty="0">
                <a:ea typeface="宋体" pitchFamily="2" charset="-122"/>
              </a:rPr>
              <a:t>=0; </a:t>
            </a:r>
            <a:r>
              <a:rPr lang="en-US" altLang="zh-CN" sz="1400" b="0" dirty="0" err="1">
                <a:ea typeface="宋体" pitchFamily="2" charset="-122"/>
              </a:rPr>
              <a:t>i</a:t>
            </a:r>
            <a:r>
              <a:rPr lang="en-US" altLang="zh-CN" sz="1400" b="0" dirty="0">
                <a:ea typeface="宋体" pitchFamily="2" charset="-122"/>
              </a:rPr>
              <a:t>&lt;n; </a:t>
            </a:r>
            <a:r>
              <a:rPr lang="en-US" altLang="zh-CN" sz="1400" b="0" dirty="0" err="1">
                <a:ea typeface="宋体" pitchFamily="2" charset="-122"/>
              </a:rPr>
              <a:t>i</a:t>
            </a:r>
            <a:r>
              <a:rPr lang="en-US" altLang="zh-CN" sz="1400" b="0" dirty="0">
                <a:ea typeface="宋体" pitchFamily="2" charset="-122"/>
              </a:rPr>
              <a:t>++) {</a:t>
            </a:r>
            <a:endParaRPr lang="en-US" altLang="zh-CN" sz="1400" b="0" dirty="0">
              <a:ea typeface="宋体" pitchFamily="2" charset="-122"/>
            </a:endParaRPr>
          </a:p>
          <a:p>
            <a:pPr>
              <a:lnSpc>
                <a:spcPct val="70000"/>
              </a:lnSpc>
              <a:buFont typeface="Wingdings" panose="05000000000000000000" pitchFamily="2" charset="2"/>
              <a:buNone/>
            </a:pPr>
            <a:r>
              <a:rPr lang="en-US" altLang="zh-CN" sz="1400" b="0" dirty="0">
                <a:ea typeface="宋体" pitchFamily="2" charset="-122"/>
              </a:rPr>
              <a:t>      if(</a:t>
            </a:r>
            <a:r>
              <a:rPr lang="en-US" altLang="zh-CN" sz="1400" b="0" dirty="0" err="1">
                <a:ea typeface="宋体" pitchFamily="2" charset="-122"/>
              </a:rPr>
              <a:t>ptr</a:t>
            </a:r>
            <a:r>
              <a:rPr lang="en-US" altLang="zh-CN" sz="1400" b="0" dirty="0">
                <a:ea typeface="宋体" pitchFamily="2" charset="-122"/>
              </a:rPr>
              <a:t>-&gt;line != NULL)</a:t>
            </a:r>
            <a:endParaRPr lang="en-US" altLang="zh-CN" sz="1400" b="0" dirty="0">
              <a:ea typeface="宋体" pitchFamily="2" charset="-122"/>
            </a:endParaRPr>
          </a:p>
          <a:p>
            <a:pPr>
              <a:lnSpc>
                <a:spcPct val="70000"/>
              </a:lnSpc>
              <a:buFont typeface="Wingdings" panose="05000000000000000000" pitchFamily="2" charset="2"/>
              <a:buNone/>
            </a:pPr>
            <a:r>
              <a:rPr lang="en-US" altLang="zh-CN" sz="1400" b="0" dirty="0">
                <a:ea typeface="宋体" pitchFamily="2" charset="-122"/>
              </a:rPr>
              <a:t>          </a:t>
            </a:r>
            <a:r>
              <a:rPr lang="en-US" altLang="zh-CN" sz="1400" b="0" dirty="0" err="1">
                <a:ea typeface="宋体" pitchFamily="2" charset="-122"/>
              </a:rPr>
              <a:t>printf</a:t>
            </a:r>
            <a:r>
              <a:rPr lang="en-US" altLang="zh-CN" sz="1400" b="0" dirty="0">
                <a:ea typeface="宋体" pitchFamily="2" charset="-122"/>
              </a:rPr>
              <a:t>("%</a:t>
            </a:r>
            <a:r>
              <a:rPr lang="en-US" altLang="zh-CN" sz="1400" b="0" dirty="0" err="1">
                <a:ea typeface="宋体" pitchFamily="2" charset="-122"/>
              </a:rPr>
              <a:t>s",ptr</a:t>
            </a:r>
            <a:r>
              <a:rPr lang="en-US" altLang="zh-CN" sz="1400" b="0" dirty="0">
                <a:ea typeface="宋体" pitchFamily="2" charset="-122"/>
              </a:rPr>
              <a:t>-&gt;line);</a:t>
            </a:r>
            <a:endParaRPr lang="en-US" altLang="zh-CN" sz="1400" b="0" dirty="0">
              <a:ea typeface="宋体" pitchFamily="2" charset="-122"/>
            </a:endParaRPr>
          </a:p>
          <a:p>
            <a:pPr>
              <a:lnSpc>
                <a:spcPct val="70000"/>
              </a:lnSpc>
              <a:buFont typeface="Wingdings" panose="05000000000000000000" pitchFamily="2" charset="2"/>
              <a:buNone/>
            </a:pPr>
            <a:r>
              <a:rPr lang="en-US" altLang="zh-CN" sz="1400" b="0" dirty="0">
                <a:ea typeface="宋体" pitchFamily="2" charset="-122"/>
              </a:rPr>
              <a:t>      </a:t>
            </a:r>
            <a:r>
              <a:rPr lang="en-US" altLang="zh-CN" sz="1400" b="0" dirty="0" err="1">
                <a:ea typeface="宋体" pitchFamily="2" charset="-122"/>
              </a:rPr>
              <a:t>ptr</a:t>
            </a:r>
            <a:r>
              <a:rPr lang="en-US" altLang="zh-CN" sz="1400" b="0" dirty="0">
                <a:ea typeface="宋体" pitchFamily="2" charset="-122"/>
              </a:rPr>
              <a:t> = </a:t>
            </a:r>
            <a:r>
              <a:rPr lang="en-US" altLang="zh-CN" sz="1400" b="0" dirty="0" err="1">
                <a:ea typeface="宋体" pitchFamily="2" charset="-122"/>
              </a:rPr>
              <a:t>ptr</a:t>
            </a:r>
            <a:r>
              <a:rPr lang="en-US" altLang="zh-CN" sz="1400" b="0" dirty="0">
                <a:ea typeface="宋体" pitchFamily="2" charset="-122"/>
              </a:rPr>
              <a:t>-&gt;next;</a:t>
            </a:r>
            <a:endParaRPr lang="en-US" altLang="zh-CN" sz="1400" b="0" dirty="0">
              <a:ea typeface="宋体" pitchFamily="2" charset="-122"/>
            </a:endParaRPr>
          </a:p>
          <a:p>
            <a:pPr>
              <a:lnSpc>
                <a:spcPct val="70000"/>
              </a:lnSpc>
              <a:buFont typeface="Wingdings" panose="05000000000000000000" pitchFamily="2" charset="2"/>
              <a:buNone/>
            </a:pPr>
            <a:r>
              <a:rPr lang="en-US" altLang="zh-CN" sz="1400" b="0" dirty="0">
                <a:ea typeface="宋体" pitchFamily="2" charset="-122"/>
              </a:rPr>
              <a:t>  }</a:t>
            </a:r>
            <a:endParaRPr lang="en-US" altLang="zh-CN" sz="1400" b="0" dirty="0">
              <a:ea typeface="宋体" pitchFamily="2" charset="-122"/>
            </a:endParaRPr>
          </a:p>
          <a:p>
            <a:pPr>
              <a:lnSpc>
                <a:spcPct val="70000"/>
              </a:lnSpc>
              <a:buFont typeface="Wingdings" panose="05000000000000000000" pitchFamily="2" charset="2"/>
              <a:buNone/>
            </a:pPr>
            <a:r>
              <a:rPr lang="en-US" altLang="zh-CN" sz="1400" b="0" dirty="0">
                <a:ea typeface="宋体" pitchFamily="2" charset="-122"/>
              </a:rPr>
              <a:t>  </a:t>
            </a:r>
            <a:r>
              <a:rPr lang="en-US" altLang="zh-CN" sz="1400" b="0" dirty="0" err="1">
                <a:ea typeface="宋体" pitchFamily="2" charset="-122"/>
              </a:rPr>
              <a:t>fclose</a:t>
            </a:r>
            <a:r>
              <a:rPr lang="en-US" altLang="zh-CN" sz="1400" b="0" dirty="0">
                <a:ea typeface="宋体" pitchFamily="2" charset="-122"/>
              </a:rPr>
              <a:t>(</a:t>
            </a:r>
            <a:r>
              <a:rPr lang="en-US" altLang="zh-CN" sz="1400" b="0" dirty="0" err="1">
                <a:ea typeface="宋体" pitchFamily="2" charset="-122"/>
              </a:rPr>
              <a:t>fp</a:t>
            </a:r>
            <a:r>
              <a:rPr lang="en-US" altLang="zh-CN" sz="1400" b="0" dirty="0">
                <a:ea typeface="宋体" pitchFamily="2" charset="-122"/>
              </a:rPr>
              <a:t>);</a:t>
            </a:r>
            <a:endParaRPr lang="en-US" altLang="zh-CN" sz="1400" b="0" dirty="0">
              <a:ea typeface="宋体" pitchFamily="2" charset="-122"/>
            </a:endParaRPr>
          </a:p>
          <a:p>
            <a:pPr>
              <a:lnSpc>
                <a:spcPct val="70000"/>
              </a:lnSpc>
              <a:buFont typeface="Wingdings" panose="05000000000000000000" pitchFamily="2" charset="2"/>
              <a:buNone/>
            </a:pPr>
            <a:r>
              <a:rPr lang="en-US" altLang="zh-CN" sz="1400" b="0" dirty="0">
                <a:ea typeface="宋体" pitchFamily="2" charset="-122"/>
              </a:rPr>
              <a:t>  return 0;</a:t>
            </a:r>
            <a:endParaRPr lang="en-US" altLang="zh-CN" sz="1400" b="0" dirty="0">
              <a:ea typeface="宋体" pitchFamily="2" charset="-122"/>
            </a:endParaRPr>
          </a:p>
          <a:p>
            <a:pPr>
              <a:lnSpc>
                <a:spcPct val="70000"/>
              </a:lnSpc>
              <a:buFont typeface="Wingdings" panose="05000000000000000000" pitchFamily="2" charset="2"/>
              <a:buNone/>
            </a:pPr>
            <a:r>
              <a:rPr lang="en-US" altLang="zh-CN" sz="1400" b="0" dirty="0">
                <a:ea typeface="宋体" pitchFamily="2" charset="-122"/>
              </a:rPr>
              <a:t>}</a:t>
            </a:r>
            <a:endParaRPr lang="en-US" altLang="zh-CN" sz="1400" b="0" dirty="0">
              <a:ea typeface="宋体" pitchFamily="2" charset="-122"/>
            </a:endParaRPr>
          </a:p>
          <a:p>
            <a:pPr>
              <a:lnSpc>
                <a:spcPct val="70000"/>
              </a:lnSpc>
            </a:pPr>
            <a:endParaRPr lang="en-US" altLang="zh-CN" sz="1400" dirty="0">
              <a:ea typeface="宋体" pitchFamily="2" charset="-122"/>
            </a:endParaRPr>
          </a:p>
        </p:txBody>
      </p:sp>
      <p:sp>
        <p:nvSpPr>
          <p:cNvPr id="121859" name="灯片编号占位符 4"/>
          <p:cNvSpPr>
            <a:spLocks noGrp="1"/>
          </p:cNvSpPr>
          <p:nvPr>
            <p:ph type="sldNum" sz="quarter" idx="12"/>
          </p:nvPr>
        </p:nvSpPr>
        <p:spPr>
          <a:noFill/>
        </p:spPr>
        <p:txBody>
          <a:bodyPr/>
          <a:lstStyle/>
          <a:p>
            <a:fld id="{A21568DB-E444-4C93-8BE6-E8C31B1DD620}" type="slidenum">
              <a:rPr lang="en-US" altLang="zh-CN" smtClean="0"/>
            </a:fld>
            <a:endParaRPr lang="en-US" altLang="zh-CN"/>
          </a:p>
        </p:txBody>
      </p:sp>
      <p:sp>
        <p:nvSpPr>
          <p:cNvPr id="195588" name="Text Box 4"/>
          <p:cNvSpPr txBox="1">
            <a:spLocks noChangeArrowheads="1"/>
          </p:cNvSpPr>
          <p:nvPr/>
        </p:nvSpPr>
        <p:spPr bwMode="auto">
          <a:xfrm>
            <a:off x="6580189" y="2760664"/>
            <a:ext cx="3260725" cy="2431435"/>
          </a:xfrm>
          <a:prstGeom prst="rect">
            <a:avLst/>
          </a:prstGeom>
          <a:noFill/>
          <a:ln w="9525">
            <a:noFill/>
            <a:miter lim="800000"/>
          </a:ln>
        </p:spPr>
        <p:txBody>
          <a:bodyPr>
            <a:spAutoFit/>
          </a:bodyPr>
          <a:lstStyle/>
          <a:p>
            <a:r>
              <a:rPr lang="zh-CN" altLang="en-US"/>
              <a:t>测试考虑点：</a:t>
            </a:r>
            <a:endParaRPr lang="zh-CN" altLang="en-US"/>
          </a:p>
          <a:p>
            <a:r>
              <a:rPr lang="zh-CN" altLang="en-US" sz="1600"/>
              <a:t>准备一个包含内容（如</a:t>
            </a:r>
            <a:r>
              <a:rPr lang="en-US" altLang="zh-CN" sz="1600"/>
              <a:t>11~20</a:t>
            </a:r>
            <a:r>
              <a:rPr lang="zh-CN" altLang="en-US" sz="1600"/>
              <a:t>行）的正文文件</a:t>
            </a:r>
            <a:r>
              <a:rPr lang="en-US" altLang="zh-CN" sz="1600"/>
              <a:t>test.txt</a:t>
            </a:r>
            <a:endParaRPr lang="en-US" altLang="zh-CN" sz="1600"/>
          </a:p>
          <a:p>
            <a:r>
              <a:rPr lang="en-US" altLang="zh-CN" sz="1600"/>
              <a:t>1</a:t>
            </a:r>
            <a:r>
              <a:rPr lang="zh-CN" altLang="en-US" sz="1600"/>
              <a:t>）</a:t>
            </a:r>
            <a:r>
              <a:rPr lang="en-US" altLang="zh-CN" sz="1600"/>
              <a:t>tail -5 test.txt 	(</a:t>
            </a:r>
            <a:r>
              <a:rPr lang="zh-CN" altLang="en-US" sz="1600"/>
              <a:t>正常</a:t>
            </a:r>
            <a:r>
              <a:rPr lang="en-US" altLang="zh-CN" sz="1600"/>
              <a:t>)</a:t>
            </a:r>
            <a:endParaRPr lang="en-US" altLang="zh-CN" sz="1600"/>
          </a:p>
          <a:p>
            <a:r>
              <a:rPr lang="en-US" altLang="zh-CN" sz="1600"/>
              <a:t>2</a:t>
            </a:r>
            <a:r>
              <a:rPr lang="zh-CN" altLang="en-US" sz="1600"/>
              <a:t>）</a:t>
            </a:r>
            <a:r>
              <a:rPr lang="en-US" altLang="zh-CN" sz="1600"/>
              <a:t>tail test.txt</a:t>
            </a:r>
            <a:r>
              <a:rPr lang="en-US" altLang="zh-CN"/>
              <a:t>	</a:t>
            </a:r>
            <a:r>
              <a:rPr lang="en-US" altLang="zh-CN" sz="1600"/>
              <a:t>(</a:t>
            </a:r>
            <a:r>
              <a:rPr lang="zh-CN" altLang="en-US" sz="1600"/>
              <a:t>正常</a:t>
            </a:r>
            <a:r>
              <a:rPr lang="en-US" altLang="zh-CN" sz="1600"/>
              <a:t>)</a:t>
            </a:r>
            <a:endParaRPr lang="en-US" altLang="zh-CN" sz="1600"/>
          </a:p>
          <a:p>
            <a:r>
              <a:rPr lang="en-US" altLang="zh-CN" sz="1600"/>
              <a:t>3</a:t>
            </a:r>
            <a:r>
              <a:rPr lang="zh-CN" altLang="en-US" sz="1600"/>
              <a:t>）</a:t>
            </a:r>
            <a:r>
              <a:rPr lang="en-US" altLang="zh-CN" sz="1600"/>
              <a:t>tail -30 test.txt	(</a:t>
            </a:r>
            <a:r>
              <a:rPr lang="zh-CN" altLang="en-US" sz="1600"/>
              <a:t>非正常</a:t>
            </a:r>
            <a:r>
              <a:rPr lang="en-US" altLang="zh-CN" sz="1600"/>
              <a:t>)</a:t>
            </a:r>
            <a:endParaRPr lang="en-US" altLang="zh-CN" sz="1600"/>
          </a:p>
          <a:p>
            <a:r>
              <a:rPr lang="en-US" altLang="zh-CN" sz="1600"/>
              <a:t>4</a:t>
            </a:r>
            <a:r>
              <a:rPr lang="zh-CN" altLang="en-US" sz="1600"/>
              <a:t>）</a:t>
            </a:r>
            <a:r>
              <a:rPr lang="en-US" altLang="zh-CN" sz="1600"/>
              <a:t>tail -0 test.txt</a:t>
            </a:r>
            <a:r>
              <a:rPr lang="en-US" altLang="zh-CN"/>
              <a:t>	</a:t>
            </a:r>
            <a:r>
              <a:rPr lang="en-US" altLang="zh-CN" sz="1600"/>
              <a:t>(</a:t>
            </a:r>
            <a:r>
              <a:rPr lang="zh-CN" altLang="en-US" sz="1600"/>
              <a:t>非正常</a:t>
            </a:r>
            <a:r>
              <a:rPr lang="en-US" altLang="zh-CN" sz="1600"/>
              <a:t>)</a:t>
            </a:r>
            <a:endParaRPr lang="en-US" altLang="zh-CN" sz="1600"/>
          </a:p>
          <a:p>
            <a:r>
              <a:rPr lang="en-US" altLang="zh-CN" sz="1600"/>
              <a:t>5</a:t>
            </a:r>
            <a:r>
              <a:rPr lang="zh-CN" altLang="en-US" sz="1600"/>
              <a:t>）</a:t>
            </a:r>
            <a:r>
              <a:rPr lang="en-US" altLang="zh-CN" sz="1600"/>
              <a:t>tail -1 test.txt</a:t>
            </a:r>
            <a:r>
              <a:rPr lang="en-US" altLang="zh-CN"/>
              <a:t>	</a:t>
            </a:r>
            <a:r>
              <a:rPr lang="en-US" altLang="zh-CN" sz="1600"/>
              <a:t>(</a:t>
            </a:r>
            <a:r>
              <a:rPr lang="zh-CN" altLang="en-US" sz="1600"/>
              <a:t>边界</a:t>
            </a:r>
            <a:r>
              <a:rPr lang="en-US" altLang="zh-CN" sz="1600"/>
              <a:t>)</a:t>
            </a:r>
            <a:endParaRPr lang="en-US" altLang="zh-CN" sz="1600"/>
          </a:p>
          <a:p>
            <a:endParaRPr lang="en-US" altLang="zh-CN" sz="160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5588"/>
                                        </p:tgtEl>
                                        <p:attrNameLst>
                                          <p:attrName>style.visibility</p:attrName>
                                        </p:attrNameLst>
                                      </p:cBhvr>
                                      <p:to>
                                        <p:strVal val="visible"/>
                                      </p:to>
                                    </p:set>
                                    <p:anim calcmode="lin" valueType="num">
                                      <p:cBhvr additive="base">
                                        <p:cTn id="7" dur="500" fill="hold"/>
                                        <p:tgtEl>
                                          <p:spTgt spid="195588"/>
                                        </p:tgtEl>
                                        <p:attrNameLst>
                                          <p:attrName>ppt_x</p:attrName>
                                        </p:attrNameLst>
                                      </p:cBhvr>
                                      <p:tavLst>
                                        <p:tav tm="0">
                                          <p:val>
                                            <p:strVal val="#ppt_x"/>
                                          </p:val>
                                        </p:tav>
                                        <p:tav tm="100000">
                                          <p:val>
                                            <p:strVal val="#ppt_x"/>
                                          </p:val>
                                        </p:tav>
                                      </p:tavLst>
                                    </p:anim>
                                    <p:anim calcmode="lin" valueType="num">
                                      <p:cBhvr additive="base">
                                        <p:cTn id="8" dur="500" fill="hold"/>
                                        <p:tgtEl>
                                          <p:spTgt spid="19558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88"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42"/>
          <p:cNvGrpSpPr/>
          <p:nvPr/>
        </p:nvGrpSpPr>
        <p:grpSpPr bwMode="auto">
          <a:xfrm>
            <a:off x="2247900" y="404814"/>
            <a:ext cx="7088188" cy="1560513"/>
            <a:chOff x="480" y="360"/>
            <a:chExt cx="4465" cy="983"/>
          </a:xfrm>
        </p:grpSpPr>
        <p:grpSp>
          <p:nvGrpSpPr>
            <p:cNvPr id="3" name="Group 27"/>
            <p:cNvGrpSpPr/>
            <p:nvPr/>
          </p:nvGrpSpPr>
          <p:grpSpPr bwMode="auto">
            <a:xfrm>
              <a:off x="1318" y="624"/>
              <a:ext cx="3627" cy="719"/>
              <a:chOff x="780" y="871"/>
              <a:chExt cx="3627" cy="719"/>
            </a:xfrm>
          </p:grpSpPr>
          <p:grpSp>
            <p:nvGrpSpPr>
              <p:cNvPr id="4" name="Group 4"/>
              <p:cNvGrpSpPr/>
              <p:nvPr/>
            </p:nvGrpSpPr>
            <p:grpSpPr bwMode="auto">
              <a:xfrm>
                <a:off x="1152" y="1248"/>
                <a:ext cx="384" cy="192"/>
                <a:chOff x="1152" y="1344"/>
                <a:chExt cx="384" cy="192"/>
              </a:xfrm>
            </p:grpSpPr>
            <p:sp>
              <p:nvSpPr>
                <p:cNvPr id="47224" name="Rectangle 2"/>
                <p:cNvSpPr>
                  <a:spLocks noChangeArrowheads="1"/>
                </p:cNvSpPr>
                <p:nvPr/>
              </p:nvSpPr>
              <p:spPr bwMode="auto">
                <a:xfrm>
                  <a:off x="1152" y="1344"/>
                  <a:ext cx="240" cy="192"/>
                </a:xfrm>
                <a:prstGeom prst="rect">
                  <a:avLst/>
                </a:prstGeom>
                <a:noFill/>
                <a:ln w="25400" cap="sq">
                  <a:solidFill>
                    <a:srgbClr val="000080"/>
                  </a:solidFill>
                  <a:miter lim="800000"/>
                </a:ln>
              </p:spPr>
              <p:txBody>
                <a:bodyPr wrap="none" anchor="ctr"/>
                <a:lstStyle/>
                <a:p>
                  <a:endParaRPr lang="zh-CN" altLang="en-US"/>
                </a:p>
              </p:txBody>
            </p:sp>
            <p:sp>
              <p:nvSpPr>
                <p:cNvPr id="47225" name="Rectangle 3"/>
                <p:cNvSpPr>
                  <a:spLocks noChangeArrowheads="1"/>
                </p:cNvSpPr>
                <p:nvPr/>
              </p:nvSpPr>
              <p:spPr bwMode="auto">
                <a:xfrm>
                  <a:off x="1392" y="1344"/>
                  <a:ext cx="144" cy="192"/>
                </a:xfrm>
                <a:prstGeom prst="rect">
                  <a:avLst/>
                </a:prstGeom>
                <a:noFill/>
                <a:ln w="25400" cap="sq">
                  <a:solidFill>
                    <a:srgbClr val="000080"/>
                  </a:solidFill>
                  <a:miter lim="800000"/>
                </a:ln>
              </p:spPr>
              <p:txBody>
                <a:bodyPr wrap="none" anchor="ctr"/>
                <a:lstStyle/>
                <a:p>
                  <a:endParaRPr lang="zh-CN" altLang="en-US"/>
                </a:p>
              </p:txBody>
            </p:sp>
          </p:grpSp>
          <p:grpSp>
            <p:nvGrpSpPr>
              <p:cNvPr id="5" name="Group 6"/>
              <p:cNvGrpSpPr/>
              <p:nvPr/>
            </p:nvGrpSpPr>
            <p:grpSpPr bwMode="auto">
              <a:xfrm>
                <a:off x="1716" y="1248"/>
                <a:ext cx="384" cy="192"/>
                <a:chOff x="1152" y="1344"/>
                <a:chExt cx="384" cy="192"/>
              </a:xfrm>
            </p:grpSpPr>
            <p:sp>
              <p:nvSpPr>
                <p:cNvPr id="47222" name="Rectangle 7"/>
                <p:cNvSpPr>
                  <a:spLocks noChangeArrowheads="1"/>
                </p:cNvSpPr>
                <p:nvPr/>
              </p:nvSpPr>
              <p:spPr bwMode="auto">
                <a:xfrm>
                  <a:off x="1152" y="1344"/>
                  <a:ext cx="240" cy="192"/>
                </a:xfrm>
                <a:prstGeom prst="rect">
                  <a:avLst/>
                </a:prstGeom>
                <a:noFill/>
                <a:ln w="25400" cap="sq">
                  <a:solidFill>
                    <a:srgbClr val="000080"/>
                  </a:solidFill>
                  <a:miter lim="800000"/>
                </a:ln>
              </p:spPr>
              <p:txBody>
                <a:bodyPr wrap="none" anchor="ctr"/>
                <a:lstStyle/>
                <a:p>
                  <a:endParaRPr lang="zh-CN" altLang="en-US"/>
                </a:p>
              </p:txBody>
            </p:sp>
            <p:sp>
              <p:nvSpPr>
                <p:cNvPr id="47223" name="Rectangle 8"/>
                <p:cNvSpPr>
                  <a:spLocks noChangeArrowheads="1"/>
                </p:cNvSpPr>
                <p:nvPr/>
              </p:nvSpPr>
              <p:spPr bwMode="auto">
                <a:xfrm>
                  <a:off x="1392" y="1344"/>
                  <a:ext cx="144" cy="192"/>
                </a:xfrm>
                <a:prstGeom prst="rect">
                  <a:avLst/>
                </a:prstGeom>
                <a:noFill/>
                <a:ln w="25400" cap="sq">
                  <a:solidFill>
                    <a:srgbClr val="000080"/>
                  </a:solidFill>
                  <a:miter lim="800000"/>
                </a:ln>
              </p:spPr>
              <p:txBody>
                <a:bodyPr wrap="none" anchor="ctr"/>
                <a:lstStyle/>
                <a:p>
                  <a:endParaRPr lang="zh-CN" altLang="en-US"/>
                </a:p>
              </p:txBody>
            </p:sp>
          </p:grpSp>
          <p:grpSp>
            <p:nvGrpSpPr>
              <p:cNvPr id="6" name="Group 9"/>
              <p:cNvGrpSpPr/>
              <p:nvPr/>
            </p:nvGrpSpPr>
            <p:grpSpPr bwMode="auto">
              <a:xfrm>
                <a:off x="3408" y="1248"/>
                <a:ext cx="384" cy="192"/>
                <a:chOff x="1152" y="1344"/>
                <a:chExt cx="384" cy="192"/>
              </a:xfrm>
            </p:grpSpPr>
            <p:sp>
              <p:nvSpPr>
                <p:cNvPr id="47220" name="Rectangle 10"/>
                <p:cNvSpPr>
                  <a:spLocks noChangeArrowheads="1"/>
                </p:cNvSpPr>
                <p:nvPr/>
              </p:nvSpPr>
              <p:spPr bwMode="auto">
                <a:xfrm>
                  <a:off x="1152" y="1344"/>
                  <a:ext cx="240" cy="192"/>
                </a:xfrm>
                <a:prstGeom prst="rect">
                  <a:avLst/>
                </a:prstGeom>
                <a:noFill/>
                <a:ln w="25400" cap="sq">
                  <a:solidFill>
                    <a:srgbClr val="000080"/>
                  </a:solidFill>
                  <a:miter lim="800000"/>
                </a:ln>
              </p:spPr>
              <p:txBody>
                <a:bodyPr wrap="none" anchor="ctr"/>
                <a:lstStyle/>
                <a:p>
                  <a:endParaRPr lang="zh-CN" altLang="en-US"/>
                </a:p>
              </p:txBody>
            </p:sp>
            <p:sp>
              <p:nvSpPr>
                <p:cNvPr id="47221" name="Rectangle 11"/>
                <p:cNvSpPr>
                  <a:spLocks noChangeArrowheads="1"/>
                </p:cNvSpPr>
                <p:nvPr/>
              </p:nvSpPr>
              <p:spPr bwMode="auto">
                <a:xfrm>
                  <a:off x="1392" y="1344"/>
                  <a:ext cx="144" cy="192"/>
                </a:xfrm>
                <a:prstGeom prst="rect">
                  <a:avLst/>
                </a:prstGeom>
                <a:noFill/>
                <a:ln w="25400" cap="sq">
                  <a:solidFill>
                    <a:srgbClr val="000080"/>
                  </a:solidFill>
                  <a:miter lim="800000"/>
                </a:ln>
              </p:spPr>
              <p:txBody>
                <a:bodyPr wrap="none" anchor="ctr"/>
                <a:lstStyle/>
                <a:p>
                  <a:endParaRPr lang="zh-CN" altLang="en-US"/>
                </a:p>
              </p:txBody>
            </p:sp>
          </p:grpSp>
          <p:grpSp>
            <p:nvGrpSpPr>
              <p:cNvPr id="7" name="Group 12"/>
              <p:cNvGrpSpPr/>
              <p:nvPr/>
            </p:nvGrpSpPr>
            <p:grpSpPr bwMode="auto">
              <a:xfrm>
                <a:off x="3984" y="1248"/>
                <a:ext cx="384" cy="192"/>
                <a:chOff x="1152" y="1344"/>
                <a:chExt cx="384" cy="192"/>
              </a:xfrm>
            </p:grpSpPr>
            <p:sp>
              <p:nvSpPr>
                <p:cNvPr id="47218" name="Rectangle 13"/>
                <p:cNvSpPr>
                  <a:spLocks noChangeArrowheads="1"/>
                </p:cNvSpPr>
                <p:nvPr/>
              </p:nvSpPr>
              <p:spPr bwMode="auto">
                <a:xfrm>
                  <a:off x="1152" y="1344"/>
                  <a:ext cx="240" cy="192"/>
                </a:xfrm>
                <a:prstGeom prst="rect">
                  <a:avLst/>
                </a:prstGeom>
                <a:noFill/>
                <a:ln w="25400" cap="sq">
                  <a:solidFill>
                    <a:srgbClr val="000080"/>
                  </a:solidFill>
                  <a:miter lim="800000"/>
                </a:ln>
              </p:spPr>
              <p:txBody>
                <a:bodyPr wrap="none" anchor="ctr"/>
                <a:lstStyle/>
                <a:p>
                  <a:endParaRPr lang="zh-CN" altLang="en-US"/>
                </a:p>
              </p:txBody>
            </p:sp>
            <p:sp>
              <p:nvSpPr>
                <p:cNvPr id="47219" name="Rectangle 14"/>
                <p:cNvSpPr>
                  <a:spLocks noChangeArrowheads="1"/>
                </p:cNvSpPr>
                <p:nvPr/>
              </p:nvSpPr>
              <p:spPr bwMode="auto">
                <a:xfrm>
                  <a:off x="1392" y="1344"/>
                  <a:ext cx="144" cy="192"/>
                </a:xfrm>
                <a:prstGeom prst="rect">
                  <a:avLst/>
                </a:prstGeom>
                <a:noFill/>
                <a:ln w="25400" cap="sq">
                  <a:solidFill>
                    <a:srgbClr val="000080"/>
                  </a:solidFill>
                  <a:miter lim="800000"/>
                </a:ln>
              </p:spPr>
              <p:txBody>
                <a:bodyPr wrap="none" anchor="ctr"/>
                <a:lstStyle/>
                <a:p>
                  <a:endParaRPr lang="zh-CN" altLang="en-US"/>
                </a:p>
              </p:txBody>
            </p:sp>
          </p:grpSp>
          <p:grpSp>
            <p:nvGrpSpPr>
              <p:cNvPr id="8" name="Group 15"/>
              <p:cNvGrpSpPr/>
              <p:nvPr/>
            </p:nvGrpSpPr>
            <p:grpSpPr bwMode="auto">
              <a:xfrm>
                <a:off x="2292" y="1248"/>
                <a:ext cx="384" cy="192"/>
                <a:chOff x="1152" y="1344"/>
                <a:chExt cx="384" cy="192"/>
              </a:xfrm>
            </p:grpSpPr>
            <p:sp>
              <p:nvSpPr>
                <p:cNvPr id="47216" name="Rectangle 16"/>
                <p:cNvSpPr>
                  <a:spLocks noChangeArrowheads="1"/>
                </p:cNvSpPr>
                <p:nvPr/>
              </p:nvSpPr>
              <p:spPr bwMode="auto">
                <a:xfrm>
                  <a:off x="1152" y="1344"/>
                  <a:ext cx="240" cy="192"/>
                </a:xfrm>
                <a:prstGeom prst="rect">
                  <a:avLst/>
                </a:prstGeom>
                <a:noFill/>
                <a:ln w="25400" cap="sq">
                  <a:solidFill>
                    <a:srgbClr val="000080"/>
                  </a:solidFill>
                  <a:miter lim="800000"/>
                </a:ln>
              </p:spPr>
              <p:txBody>
                <a:bodyPr wrap="none" anchor="ctr"/>
                <a:lstStyle/>
                <a:p>
                  <a:endParaRPr lang="zh-CN" altLang="en-US"/>
                </a:p>
              </p:txBody>
            </p:sp>
            <p:sp>
              <p:nvSpPr>
                <p:cNvPr id="47217" name="Rectangle 17"/>
                <p:cNvSpPr>
                  <a:spLocks noChangeArrowheads="1"/>
                </p:cNvSpPr>
                <p:nvPr/>
              </p:nvSpPr>
              <p:spPr bwMode="auto">
                <a:xfrm>
                  <a:off x="1392" y="1344"/>
                  <a:ext cx="144" cy="192"/>
                </a:xfrm>
                <a:prstGeom prst="rect">
                  <a:avLst/>
                </a:prstGeom>
                <a:noFill/>
                <a:ln w="25400" cap="sq">
                  <a:solidFill>
                    <a:srgbClr val="000080"/>
                  </a:solidFill>
                  <a:miter lim="800000"/>
                </a:ln>
              </p:spPr>
              <p:txBody>
                <a:bodyPr wrap="none" anchor="ctr"/>
                <a:lstStyle/>
                <a:p>
                  <a:endParaRPr lang="zh-CN" altLang="en-US"/>
                </a:p>
              </p:txBody>
            </p:sp>
          </p:grpSp>
          <p:sp>
            <p:nvSpPr>
              <p:cNvPr id="47207" name="Line 18"/>
              <p:cNvSpPr>
                <a:spLocks noChangeShapeType="1"/>
              </p:cNvSpPr>
              <p:nvPr/>
            </p:nvSpPr>
            <p:spPr bwMode="auto">
              <a:xfrm>
                <a:off x="1464" y="1344"/>
                <a:ext cx="240" cy="0"/>
              </a:xfrm>
              <a:prstGeom prst="line">
                <a:avLst/>
              </a:prstGeom>
              <a:noFill/>
              <a:ln w="19050" cap="sq">
                <a:solidFill>
                  <a:srgbClr val="000080"/>
                </a:solidFill>
                <a:round/>
                <a:tailEnd type="triangle" w="med" len="med"/>
              </a:ln>
            </p:spPr>
            <p:txBody>
              <a:bodyPr wrap="none" anchor="ctr"/>
              <a:lstStyle/>
              <a:p>
                <a:endParaRPr lang="zh-CN" altLang="en-US"/>
              </a:p>
            </p:txBody>
          </p:sp>
          <p:sp>
            <p:nvSpPr>
              <p:cNvPr id="47208" name="Line 19"/>
              <p:cNvSpPr>
                <a:spLocks noChangeShapeType="1"/>
              </p:cNvSpPr>
              <p:nvPr/>
            </p:nvSpPr>
            <p:spPr bwMode="auto">
              <a:xfrm>
                <a:off x="2016" y="1344"/>
                <a:ext cx="240" cy="0"/>
              </a:xfrm>
              <a:prstGeom prst="line">
                <a:avLst/>
              </a:prstGeom>
              <a:noFill/>
              <a:ln w="19050" cap="sq">
                <a:solidFill>
                  <a:srgbClr val="000080"/>
                </a:solidFill>
                <a:round/>
                <a:tailEnd type="triangle" w="med" len="med"/>
              </a:ln>
            </p:spPr>
            <p:txBody>
              <a:bodyPr wrap="none" anchor="ctr"/>
              <a:lstStyle/>
              <a:p>
                <a:endParaRPr lang="zh-CN" altLang="en-US"/>
              </a:p>
            </p:txBody>
          </p:sp>
          <p:sp>
            <p:nvSpPr>
              <p:cNvPr id="47209" name="Line 20"/>
              <p:cNvSpPr>
                <a:spLocks noChangeShapeType="1"/>
              </p:cNvSpPr>
              <p:nvPr/>
            </p:nvSpPr>
            <p:spPr bwMode="auto">
              <a:xfrm>
                <a:off x="2604" y="1332"/>
                <a:ext cx="240" cy="0"/>
              </a:xfrm>
              <a:prstGeom prst="line">
                <a:avLst/>
              </a:prstGeom>
              <a:noFill/>
              <a:ln w="19050" cap="sq">
                <a:solidFill>
                  <a:srgbClr val="000080"/>
                </a:solidFill>
                <a:round/>
                <a:tailEnd type="triangle" w="med" len="med"/>
              </a:ln>
            </p:spPr>
            <p:txBody>
              <a:bodyPr wrap="none" anchor="ctr"/>
              <a:lstStyle/>
              <a:p>
                <a:endParaRPr lang="zh-CN" altLang="en-US"/>
              </a:p>
            </p:txBody>
          </p:sp>
          <p:sp>
            <p:nvSpPr>
              <p:cNvPr id="47210" name="Line 21"/>
              <p:cNvSpPr>
                <a:spLocks noChangeShapeType="1"/>
              </p:cNvSpPr>
              <p:nvPr/>
            </p:nvSpPr>
            <p:spPr bwMode="auto">
              <a:xfrm>
                <a:off x="3156" y="1332"/>
                <a:ext cx="240" cy="0"/>
              </a:xfrm>
              <a:prstGeom prst="line">
                <a:avLst/>
              </a:prstGeom>
              <a:noFill/>
              <a:ln w="19050" cap="sq">
                <a:solidFill>
                  <a:srgbClr val="000080"/>
                </a:solidFill>
                <a:round/>
                <a:tailEnd type="triangle" w="med" len="med"/>
              </a:ln>
            </p:spPr>
            <p:txBody>
              <a:bodyPr wrap="none" anchor="ctr"/>
              <a:lstStyle/>
              <a:p>
                <a:endParaRPr lang="zh-CN" altLang="en-US"/>
              </a:p>
            </p:txBody>
          </p:sp>
          <p:sp>
            <p:nvSpPr>
              <p:cNvPr id="47211" name="Line 22"/>
              <p:cNvSpPr>
                <a:spLocks noChangeShapeType="1"/>
              </p:cNvSpPr>
              <p:nvPr/>
            </p:nvSpPr>
            <p:spPr bwMode="auto">
              <a:xfrm>
                <a:off x="3744" y="1332"/>
                <a:ext cx="240" cy="0"/>
              </a:xfrm>
              <a:prstGeom prst="line">
                <a:avLst/>
              </a:prstGeom>
              <a:noFill/>
              <a:ln w="19050" cap="sq">
                <a:solidFill>
                  <a:srgbClr val="000080"/>
                </a:solidFill>
                <a:round/>
                <a:tailEnd type="triangle" w="med" len="med"/>
              </a:ln>
            </p:spPr>
            <p:txBody>
              <a:bodyPr wrap="none" anchor="ctr"/>
              <a:lstStyle/>
              <a:p>
                <a:endParaRPr lang="zh-CN" altLang="en-US"/>
              </a:p>
            </p:txBody>
          </p:sp>
          <p:sp>
            <p:nvSpPr>
              <p:cNvPr id="47212" name="Text Box 23"/>
              <p:cNvSpPr txBox="1">
                <a:spLocks noChangeArrowheads="1"/>
              </p:cNvSpPr>
              <p:nvPr/>
            </p:nvSpPr>
            <p:spPr bwMode="auto">
              <a:xfrm>
                <a:off x="2892" y="1164"/>
                <a:ext cx="289" cy="310"/>
              </a:xfrm>
              <a:prstGeom prst="rect">
                <a:avLst/>
              </a:prstGeom>
              <a:noFill/>
              <a:ln w="12700" cap="sq">
                <a:noFill/>
                <a:miter lim="800000"/>
              </a:ln>
            </p:spPr>
            <p:txBody>
              <a:bodyPr wrap="none">
                <a:spAutoFit/>
              </a:bodyPr>
              <a:lstStyle/>
              <a:p>
                <a:r>
                  <a:rPr lang="zh-CN" altLang="en-US" sz="2600">
                    <a:solidFill>
                      <a:srgbClr val="003264"/>
                    </a:solidFill>
                    <a:ea typeface="宋体" pitchFamily="2" charset="-122"/>
                    <a:cs typeface="Times New Roman" panose="02020503050405090304" pitchFamily="18" charset="0"/>
                  </a:rPr>
                  <a:t>…</a:t>
                </a:r>
                <a:endParaRPr lang="zh-CN" altLang="en-US" sz="2600">
                  <a:solidFill>
                    <a:srgbClr val="003264"/>
                  </a:solidFill>
                  <a:ea typeface="宋体" pitchFamily="2" charset="-122"/>
                  <a:cs typeface="Times New Roman" panose="02020503050405090304" pitchFamily="18" charset="0"/>
                </a:endParaRPr>
              </a:p>
            </p:txBody>
          </p:sp>
          <p:sp>
            <p:nvSpPr>
              <p:cNvPr id="47213" name="Text Box 24"/>
              <p:cNvSpPr txBox="1">
                <a:spLocks noChangeArrowheads="1"/>
              </p:cNvSpPr>
              <p:nvPr/>
            </p:nvSpPr>
            <p:spPr bwMode="auto">
              <a:xfrm>
                <a:off x="4188" y="1212"/>
                <a:ext cx="219" cy="378"/>
              </a:xfrm>
              <a:prstGeom prst="rect">
                <a:avLst/>
              </a:prstGeom>
              <a:noFill/>
              <a:ln w="12700" cap="sq">
                <a:noFill/>
                <a:miter lim="800000"/>
              </a:ln>
            </p:spPr>
            <p:txBody>
              <a:bodyPr wrap="none">
                <a:spAutoFit/>
              </a:bodyPr>
              <a:lstStyle/>
              <a:p>
                <a:r>
                  <a:rPr lang="zh-CN" altLang="en-US" sz="3300">
                    <a:solidFill>
                      <a:srgbClr val="003264"/>
                    </a:solidFill>
                  </a:rPr>
                  <a:t>^</a:t>
                </a:r>
                <a:endParaRPr lang="zh-CN" altLang="en-US" sz="3300">
                  <a:solidFill>
                    <a:srgbClr val="003264"/>
                  </a:solidFill>
                </a:endParaRPr>
              </a:p>
            </p:txBody>
          </p:sp>
          <p:sp>
            <p:nvSpPr>
              <p:cNvPr id="47214" name="Line 25"/>
              <p:cNvSpPr>
                <a:spLocks noChangeShapeType="1"/>
              </p:cNvSpPr>
              <p:nvPr/>
            </p:nvSpPr>
            <p:spPr bwMode="auto">
              <a:xfrm>
                <a:off x="1020" y="1104"/>
                <a:ext cx="144" cy="144"/>
              </a:xfrm>
              <a:prstGeom prst="line">
                <a:avLst/>
              </a:prstGeom>
              <a:noFill/>
              <a:ln w="19050" cap="sq">
                <a:solidFill>
                  <a:srgbClr val="FF0000"/>
                </a:solidFill>
                <a:round/>
                <a:tailEnd type="triangle" w="med" len="med"/>
              </a:ln>
            </p:spPr>
            <p:txBody>
              <a:bodyPr wrap="none" anchor="ctr"/>
              <a:lstStyle/>
              <a:p>
                <a:endParaRPr lang="zh-CN" altLang="en-US"/>
              </a:p>
            </p:txBody>
          </p:sp>
          <p:sp>
            <p:nvSpPr>
              <p:cNvPr id="47215" name="Text Box 26"/>
              <p:cNvSpPr txBox="1">
                <a:spLocks noChangeArrowheads="1"/>
              </p:cNvSpPr>
              <p:nvPr/>
            </p:nvSpPr>
            <p:spPr bwMode="auto">
              <a:xfrm>
                <a:off x="780" y="871"/>
                <a:ext cx="383" cy="378"/>
              </a:xfrm>
              <a:prstGeom prst="rect">
                <a:avLst/>
              </a:prstGeom>
              <a:noFill/>
              <a:ln w="12700" cap="sq">
                <a:noFill/>
                <a:miter lim="800000"/>
              </a:ln>
            </p:spPr>
            <p:txBody>
              <a:bodyPr wrap="none">
                <a:spAutoFit/>
              </a:bodyPr>
              <a:lstStyle/>
              <a:p>
                <a:pPr>
                  <a:spcBef>
                    <a:spcPct val="0"/>
                  </a:spcBef>
                </a:pPr>
                <a:r>
                  <a:rPr lang="en-US" altLang="zh-CN" sz="3300">
                    <a:solidFill>
                      <a:schemeClr val="accent2"/>
                    </a:solidFill>
                  </a:rPr>
                  <a:t>list</a:t>
                </a:r>
                <a:endParaRPr lang="en-US" altLang="zh-CN" sz="3300">
                  <a:solidFill>
                    <a:schemeClr val="accent2"/>
                  </a:solidFill>
                </a:endParaRPr>
              </a:p>
            </p:txBody>
          </p:sp>
        </p:grpSp>
        <p:sp>
          <p:nvSpPr>
            <p:cNvPr id="47201" name="Rectangle 29"/>
            <p:cNvSpPr>
              <a:spLocks noChangeArrowheads="1"/>
            </p:cNvSpPr>
            <p:nvPr/>
          </p:nvSpPr>
          <p:spPr bwMode="auto">
            <a:xfrm>
              <a:off x="480" y="360"/>
              <a:ext cx="2016" cy="298"/>
            </a:xfrm>
            <a:prstGeom prst="rect">
              <a:avLst/>
            </a:prstGeom>
            <a:noFill/>
            <a:ln w="12700" cap="sq">
              <a:noFill/>
              <a:miter lim="800000"/>
            </a:ln>
          </p:spPr>
          <p:txBody>
            <a:bodyPr>
              <a:spAutoFit/>
            </a:bodyPr>
            <a:lstStyle/>
            <a:p>
              <a:pPr>
                <a:spcBef>
                  <a:spcPct val="0"/>
                </a:spcBef>
              </a:pPr>
              <a:r>
                <a:rPr lang="zh-CN" altLang="en-US" sz="2500">
                  <a:solidFill>
                    <a:srgbClr val="004B96"/>
                  </a:solidFill>
                  <a:latin typeface="幼圆" pitchFamily="49" charset="-122"/>
                  <a:ea typeface="幼圆" pitchFamily="49" charset="-122"/>
                </a:rPr>
                <a:t>线性链表(单链表)</a:t>
              </a:r>
              <a:endParaRPr lang="zh-CN" altLang="en-US" sz="2500">
                <a:solidFill>
                  <a:srgbClr val="004B96"/>
                </a:solidFill>
                <a:latin typeface="幼圆" pitchFamily="49" charset="-122"/>
                <a:ea typeface="幼圆" pitchFamily="49" charset="-122"/>
              </a:endParaRPr>
            </a:p>
          </p:txBody>
        </p:sp>
      </p:grpSp>
      <p:grpSp>
        <p:nvGrpSpPr>
          <p:cNvPr id="9" name="Group 143"/>
          <p:cNvGrpSpPr/>
          <p:nvPr/>
        </p:nvGrpSpPr>
        <p:grpSpPr bwMode="auto">
          <a:xfrm>
            <a:off x="2247900" y="3500438"/>
            <a:ext cx="7239000" cy="1338262"/>
            <a:chOff x="480" y="2263"/>
            <a:chExt cx="4560" cy="843"/>
          </a:xfrm>
        </p:grpSpPr>
        <p:grpSp>
          <p:nvGrpSpPr>
            <p:cNvPr id="10" name="Group 33"/>
            <p:cNvGrpSpPr/>
            <p:nvPr/>
          </p:nvGrpSpPr>
          <p:grpSpPr bwMode="auto">
            <a:xfrm>
              <a:off x="1690" y="2880"/>
              <a:ext cx="384" cy="192"/>
              <a:chOff x="1152" y="1344"/>
              <a:chExt cx="384" cy="192"/>
            </a:xfrm>
          </p:grpSpPr>
          <p:sp>
            <p:nvSpPr>
              <p:cNvPr id="47198" name="Rectangle 34"/>
              <p:cNvSpPr>
                <a:spLocks noChangeArrowheads="1"/>
              </p:cNvSpPr>
              <p:nvPr/>
            </p:nvSpPr>
            <p:spPr bwMode="auto">
              <a:xfrm>
                <a:off x="1152" y="1344"/>
                <a:ext cx="240" cy="192"/>
              </a:xfrm>
              <a:prstGeom prst="rect">
                <a:avLst/>
              </a:prstGeom>
              <a:noFill/>
              <a:ln w="25400" cap="sq">
                <a:solidFill>
                  <a:srgbClr val="000080"/>
                </a:solidFill>
                <a:miter lim="800000"/>
              </a:ln>
            </p:spPr>
            <p:txBody>
              <a:bodyPr wrap="none" anchor="ctr"/>
              <a:lstStyle/>
              <a:p>
                <a:endParaRPr lang="zh-CN" altLang="en-US"/>
              </a:p>
            </p:txBody>
          </p:sp>
          <p:sp>
            <p:nvSpPr>
              <p:cNvPr id="47199" name="Rectangle 35"/>
              <p:cNvSpPr>
                <a:spLocks noChangeArrowheads="1"/>
              </p:cNvSpPr>
              <p:nvPr/>
            </p:nvSpPr>
            <p:spPr bwMode="auto">
              <a:xfrm>
                <a:off x="1392" y="1344"/>
                <a:ext cx="144" cy="192"/>
              </a:xfrm>
              <a:prstGeom prst="rect">
                <a:avLst/>
              </a:prstGeom>
              <a:noFill/>
              <a:ln w="25400" cap="sq">
                <a:solidFill>
                  <a:srgbClr val="000080"/>
                </a:solidFill>
                <a:miter lim="800000"/>
              </a:ln>
            </p:spPr>
            <p:txBody>
              <a:bodyPr wrap="none" anchor="ctr"/>
              <a:lstStyle/>
              <a:p>
                <a:endParaRPr lang="zh-CN" altLang="en-US"/>
              </a:p>
            </p:txBody>
          </p:sp>
        </p:grpSp>
        <p:grpSp>
          <p:nvGrpSpPr>
            <p:cNvPr id="11" name="Group 36"/>
            <p:cNvGrpSpPr/>
            <p:nvPr/>
          </p:nvGrpSpPr>
          <p:grpSpPr bwMode="auto">
            <a:xfrm>
              <a:off x="2254" y="2880"/>
              <a:ext cx="384" cy="192"/>
              <a:chOff x="1152" y="1344"/>
              <a:chExt cx="384" cy="192"/>
            </a:xfrm>
          </p:grpSpPr>
          <p:sp>
            <p:nvSpPr>
              <p:cNvPr id="47196" name="Rectangle 37"/>
              <p:cNvSpPr>
                <a:spLocks noChangeArrowheads="1"/>
              </p:cNvSpPr>
              <p:nvPr/>
            </p:nvSpPr>
            <p:spPr bwMode="auto">
              <a:xfrm>
                <a:off x="1152" y="1344"/>
                <a:ext cx="240" cy="192"/>
              </a:xfrm>
              <a:prstGeom prst="rect">
                <a:avLst/>
              </a:prstGeom>
              <a:noFill/>
              <a:ln w="25400" cap="sq">
                <a:solidFill>
                  <a:srgbClr val="000080"/>
                </a:solidFill>
                <a:miter lim="800000"/>
              </a:ln>
            </p:spPr>
            <p:txBody>
              <a:bodyPr wrap="none" anchor="ctr"/>
              <a:lstStyle/>
              <a:p>
                <a:endParaRPr lang="zh-CN" altLang="en-US"/>
              </a:p>
            </p:txBody>
          </p:sp>
          <p:sp>
            <p:nvSpPr>
              <p:cNvPr id="47197" name="Rectangle 38"/>
              <p:cNvSpPr>
                <a:spLocks noChangeArrowheads="1"/>
              </p:cNvSpPr>
              <p:nvPr/>
            </p:nvSpPr>
            <p:spPr bwMode="auto">
              <a:xfrm>
                <a:off x="1392" y="1344"/>
                <a:ext cx="144" cy="192"/>
              </a:xfrm>
              <a:prstGeom prst="rect">
                <a:avLst/>
              </a:prstGeom>
              <a:noFill/>
              <a:ln w="25400" cap="sq">
                <a:solidFill>
                  <a:srgbClr val="000080"/>
                </a:solidFill>
                <a:miter lim="800000"/>
              </a:ln>
            </p:spPr>
            <p:txBody>
              <a:bodyPr wrap="none" anchor="ctr"/>
              <a:lstStyle/>
              <a:p>
                <a:endParaRPr lang="zh-CN" altLang="en-US"/>
              </a:p>
            </p:txBody>
          </p:sp>
        </p:grpSp>
        <p:grpSp>
          <p:nvGrpSpPr>
            <p:cNvPr id="12" name="Group 39"/>
            <p:cNvGrpSpPr/>
            <p:nvPr/>
          </p:nvGrpSpPr>
          <p:grpSpPr bwMode="auto">
            <a:xfrm>
              <a:off x="3946" y="2880"/>
              <a:ext cx="384" cy="192"/>
              <a:chOff x="1152" y="1344"/>
              <a:chExt cx="384" cy="192"/>
            </a:xfrm>
          </p:grpSpPr>
          <p:sp>
            <p:nvSpPr>
              <p:cNvPr id="47194" name="Rectangle 40"/>
              <p:cNvSpPr>
                <a:spLocks noChangeArrowheads="1"/>
              </p:cNvSpPr>
              <p:nvPr/>
            </p:nvSpPr>
            <p:spPr bwMode="auto">
              <a:xfrm>
                <a:off x="1152" y="1344"/>
                <a:ext cx="240" cy="192"/>
              </a:xfrm>
              <a:prstGeom prst="rect">
                <a:avLst/>
              </a:prstGeom>
              <a:noFill/>
              <a:ln w="25400" cap="sq">
                <a:solidFill>
                  <a:srgbClr val="000080"/>
                </a:solidFill>
                <a:miter lim="800000"/>
              </a:ln>
            </p:spPr>
            <p:txBody>
              <a:bodyPr wrap="none" anchor="ctr"/>
              <a:lstStyle/>
              <a:p>
                <a:endParaRPr lang="zh-CN" altLang="en-US"/>
              </a:p>
            </p:txBody>
          </p:sp>
          <p:sp>
            <p:nvSpPr>
              <p:cNvPr id="47195" name="Rectangle 41"/>
              <p:cNvSpPr>
                <a:spLocks noChangeArrowheads="1"/>
              </p:cNvSpPr>
              <p:nvPr/>
            </p:nvSpPr>
            <p:spPr bwMode="auto">
              <a:xfrm>
                <a:off x="1392" y="1344"/>
                <a:ext cx="144" cy="192"/>
              </a:xfrm>
              <a:prstGeom prst="rect">
                <a:avLst/>
              </a:prstGeom>
              <a:noFill/>
              <a:ln w="25400" cap="sq">
                <a:solidFill>
                  <a:srgbClr val="000080"/>
                </a:solidFill>
                <a:miter lim="800000"/>
              </a:ln>
            </p:spPr>
            <p:txBody>
              <a:bodyPr wrap="none" anchor="ctr"/>
              <a:lstStyle/>
              <a:p>
                <a:endParaRPr lang="zh-CN" altLang="en-US"/>
              </a:p>
            </p:txBody>
          </p:sp>
        </p:grpSp>
        <p:grpSp>
          <p:nvGrpSpPr>
            <p:cNvPr id="13" name="Group 42"/>
            <p:cNvGrpSpPr/>
            <p:nvPr/>
          </p:nvGrpSpPr>
          <p:grpSpPr bwMode="auto">
            <a:xfrm>
              <a:off x="4522" y="2880"/>
              <a:ext cx="384" cy="192"/>
              <a:chOff x="1152" y="1344"/>
              <a:chExt cx="384" cy="192"/>
            </a:xfrm>
          </p:grpSpPr>
          <p:sp>
            <p:nvSpPr>
              <p:cNvPr id="47192" name="Rectangle 43"/>
              <p:cNvSpPr>
                <a:spLocks noChangeArrowheads="1"/>
              </p:cNvSpPr>
              <p:nvPr/>
            </p:nvSpPr>
            <p:spPr bwMode="auto">
              <a:xfrm>
                <a:off x="1152" y="1344"/>
                <a:ext cx="240" cy="192"/>
              </a:xfrm>
              <a:prstGeom prst="rect">
                <a:avLst/>
              </a:prstGeom>
              <a:noFill/>
              <a:ln w="25400" cap="sq">
                <a:solidFill>
                  <a:srgbClr val="000080"/>
                </a:solidFill>
                <a:miter lim="800000"/>
              </a:ln>
            </p:spPr>
            <p:txBody>
              <a:bodyPr wrap="none" anchor="ctr"/>
              <a:lstStyle/>
              <a:p>
                <a:endParaRPr lang="zh-CN" altLang="en-US"/>
              </a:p>
            </p:txBody>
          </p:sp>
          <p:sp>
            <p:nvSpPr>
              <p:cNvPr id="47193" name="Rectangle 44"/>
              <p:cNvSpPr>
                <a:spLocks noChangeArrowheads="1"/>
              </p:cNvSpPr>
              <p:nvPr/>
            </p:nvSpPr>
            <p:spPr bwMode="auto">
              <a:xfrm>
                <a:off x="1392" y="1344"/>
                <a:ext cx="144" cy="192"/>
              </a:xfrm>
              <a:prstGeom prst="rect">
                <a:avLst/>
              </a:prstGeom>
              <a:noFill/>
              <a:ln w="25400" cap="sq">
                <a:solidFill>
                  <a:srgbClr val="000080"/>
                </a:solidFill>
                <a:miter lim="800000"/>
              </a:ln>
            </p:spPr>
            <p:txBody>
              <a:bodyPr wrap="none" anchor="ctr"/>
              <a:lstStyle/>
              <a:p>
                <a:endParaRPr lang="zh-CN" altLang="en-US"/>
              </a:p>
            </p:txBody>
          </p:sp>
        </p:grpSp>
        <p:grpSp>
          <p:nvGrpSpPr>
            <p:cNvPr id="14" name="Group 45"/>
            <p:cNvGrpSpPr/>
            <p:nvPr/>
          </p:nvGrpSpPr>
          <p:grpSpPr bwMode="auto">
            <a:xfrm>
              <a:off x="2830" y="2880"/>
              <a:ext cx="384" cy="192"/>
              <a:chOff x="1152" y="1344"/>
              <a:chExt cx="384" cy="192"/>
            </a:xfrm>
          </p:grpSpPr>
          <p:sp>
            <p:nvSpPr>
              <p:cNvPr id="47190" name="Rectangle 46"/>
              <p:cNvSpPr>
                <a:spLocks noChangeArrowheads="1"/>
              </p:cNvSpPr>
              <p:nvPr/>
            </p:nvSpPr>
            <p:spPr bwMode="auto">
              <a:xfrm>
                <a:off x="1152" y="1344"/>
                <a:ext cx="240" cy="192"/>
              </a:xfrm>
              <a:prstGeom prst="rect">
                <a:avLst/>
              </a:prstGeom>
              <a:noFill/>
              <a:ln w="25400" cap="sq">
                <a:solidFill>
                  <a:srgbClr val="000080"/>
                </a:solidFill>
                <a:miter lim="800000"/>
              </a:ln>
            </p:spPr>
            <p:txBody>
              <a:bodyPr wrap="none" anchor="ctr"/>
              <a:lstStyle/>
              <a:p>
                <a:endParaRPr lang="zh-CN" altLang="en-US"/>
              </a:p>
            </p:txBody>
          </p:sp>
          <p:sp>
            <p:nvSpPr>
              <p:cNvPr id="47191" name="Rectangle 47"/>
              <p:cNvSpPr>
                <a:spLocks noChangeArrowheads="1"/>
              </p:cNvSpPr>
              <p:nvPr/>
            </p:nvSpPr>
            <p:spPr bwMode="auto">
              <a:xfrm>
                <a:off x="1392" y="1344"/>
                <a:ext cx="144" cy="192"/>
              </a:xfrm>
              <a:prstGeom prst="rect">
                <a:avLst/>
              </a:prstGeom>
              <a:noFill/>
              <a:ln w="25400" cap="sq">
                <a:solidFill>
                  <a:srgbClr val="000080"/>
                </a:solidFill>
                <a:miter lim="800000"/>
              </a:ln>
            </p:spPr>
            <p:txBody>
              <a:bodyPr wrap="none" anchor="ctr"/>
              <a:lstStyle/>
              <a:p>
                <a:endParaRPr lang="zh-CN" altLang="en-US"/>
              </a:p>
            </p:txBody>
          </p:sp>
        </p:grpSp>
        <p:sp>
          <p:nvSpPr>
            <p:cNvPr id="47177" name="Line 48"/>
            <p:cNvSpPr>
              <a:spLocks noChangeShapeType="1"/>
            </p:cNvSpPr>
            <p:nvPr/>
          </p:nvSpPr>
          <p:spPr bwMode="auto">
            <a:xfrm>
              <a:off x="2002" y="2976"/>
              <a:ext cx="240" cy="0"/>
            </a:xfrm>
            <a:prstGeom prst="line">
              <a:avLst/>
            </a:prstGeom>
            <a:noFill/>
            <a:ln w="19050" cap="sq">
              <a:solidFill>
                <a:srgbClr val="000080"/>
              </a:solidFill>
              <a:round/>
              <a:tailEnd type="triangle" w="med" len="med"/>
            </a:ln>
          </p:spPr>
          <p:txBody>
            <a:bodyPr wrap="none" anchor="ctr"/>
            <a:lstStyle/>
            <a:p>
              <a:endParaRPr lang="zh-CN" altLang="en-US"/>
            </a:p>
          </p:txBody>
        </p:sp>
        <p:sp>
          <p:nvSpPr>
            <p:cNvPr id="47178" name="Line 49"/>
            <p:cNvSpPr>
              <a:spLocks noChangeShapeType="1"/>
            </p:cNvSpPr>
            <p:nvPr/>
          </p:nvSpPr>
          <p:spPr bwMode="auto">
            <a:xfrm>
              <a:off x="2554" y="2976"/>
              <a:ext cx="240" cy="0"/>
            </a:xfrm>
            <a:prstGeom prst="line">
              <a:avLst/>
            </a:prstGeom>
            <a:noFill/>
            <a:ln w="19050" cap="sq">
              <a:solidFill>
                <a:srgbClr val="000080"/>
              </a:solidFill>
              <a:round/>
              <a:tailEnd type="triangle" w="med" len="med"/>
            </a:ln>
          </p:spPr>
          <p:txBody>
            <a:bodyPr wrap="none" anchor="ctr"/>
            <a:lstStyle/>
            <a:p>
              <a:endParaRPr lang="zh-CN" altLang="en-US"/>
            </a:p>
          </p:txBody>
        </p:sp>
        <p:sp>
          <p:nvSpPr>
            <p:cNvPr id="47179" name="Line 50"/>
            <p:cNvSpPr>
              <a:spLocks noChangeShapeType="1"/>
            </p:cNvSpPr>
            <p:nvPr/>
          </p:nvSpPr>
          <p:spPr bwMode="auto">
            <a:xfrm>
              <a:off x="3142" y="2964"/>
              <a:ext cx="240" cy="0"/>
            </a:xfrm>
            <a:prstGeom prst="line">
              <a:avLst/>
            </a:prstGeom>
            <a:noFill/>
            <a:ln w="19050" cap="sq">
              <a:solidFill>
                <a:srgbClr val="000080"/>
              </a:solidFill>
              <a:round/>
              <a:tailEnd type="triangle" w="med" len="med"/>
            </a:ln>
          </p:spPr>
          <p:txBody>
            <a:bodyPr wrap="none" anchor="ctr"/>
            <a:lstStyle/>
            <a:p>
              <a:endParaRPr lang="zh-CN" altLang="en-US"/>
            </a:p>
          </p:txBody>
        </p:sp>
        <p:sp>
          <p:nvSpPr>
            <p:cNvPr id="47180" name="Line 51"/>
            <p:cNvSpPr>
              <a:spLocks noChangeShapeType="1"/>
            </p:cNvSpPr>
            <p:nvPr/>
          </p:nvSpPr>
          <p:spPr bwMode="auto">
            <a:xfrm>
              <a:off x="3694" y="2964"/>
              <a:ext cx="240" cy="0"/>
            </a:xfrm>
            <a:prstGeom prst="line">
              <a:avLst/>
            </a:prstGeom>
            <a:noFill/>
            <a:ln w="19050" cap="sq">
              <a:solidFill>
                <a:srgbClr val="000080"/>
              </a:solidFill>
              <a:round/>
              <a:tailEnd type="triangle" w="med" len="med"/>
            </a:ln>
          </p:spPr>
          <p:txBody>
            <a:bodyPr wrap="none" anchor="ctr"/>
            <a:lstStyle/>
            <a:p>
              <a:endParaRPr lang="zh-CN" altLang="en-US"/>
            </a:p>
          </p:txBody>
        </p:sp>
        <p:sp>
          <p:nvSpPr>
            <p:cNvPr id="47181" name="Line 52"/>
            <p:cNvSpPr>
              <a:spLocks noChangeShapeType="1"/>
            </p:cNvSpPr>
            <p:nvPr/>
          </p:nvSpPr>
          <p:spPr bwMode="auto">
            <a:xfrm>
              <a:off x="4282" y="2964"/>
              <a:ext cx="240" cy="0"/>
            </a:xfrm>
            <a:prstGeom prst="line">
              <a:avLst/>
            </a:prstGeom>
            <a:noFill/>
            <a:ln w="19050" cap="sq">
              <a:solidFill>
                <a:srgbClr val="000080"/>
              </a:solidFill>
              <a:round/>
              <a:tailEnd type="triangle" w="med" len="med"/>
            </a:ln>
          </p:spPr>
          <p:txBody>
            <a:bodyPr wrap="none" anchor="ctr"/>
            <a:lstStyle/>
            <a:p>
              <a:endParaRPr lang="zh-CN" altLang="en-US"/>
            </a:p>
          </p:txBody>
        </p:sp>
        <p:sp>
          <p:nvSpPr>
            <p:cNvPr id="47182" name="Text Box 53"/>
            <p:cNvSpPr txBox="1">
              <a:spLocks noChangeArrowheads="1"/>
            </p:cNvSpPr>
            <p:nvPr/>
          </p:nvSpPr>
          <p:spPr bwMode="auto">
            <a:xfrm>
              <a:off x="3430" y="2796"/>
              <a:ext cx="289" cy="310"/>
            </a:xfrm>
            <a:prstGeom prst="rect">
              <a:avLst/>
            </a:prstGeom>
            <a:noFill/>
            <a:ln w="12700" cap="sq">
              <a:noFill/>
              <a:miter lim="800000"/>
            </a:ln>
          </p:spPr>
          <p:txBody>
            <a:bodyPr wrap="none">
              <a:spAutoFit/>
            </a:bodyPr>
            <a:lstStyle/>
            <a:p>
              <a:r>
                <a:rPr lang="zh-CN" altLang="en-US" sz="2600">
                  <a:solidFill>
                    <a:srgbClr val="003264"/>
                  </a:solidFill>
                  <a:ea typeface="宋体" pitchFamily="2" charset="-122"/>
                  <a:cs typeface="Times New Roman" panose="02020503050405090304" pitchFamily="18" charset="0"/>
                </a:rPr>
                <a:t>…</a:t>
              </a:r>
              <a:endParaRPr lang="zh-CN" altLang="en-US" sz="2600">
                <a:solidFill>
                  <a:srgbClr val="003264"/>
                </a:solidFill>
                <a:ea typeface="宋体" pitchFamily="2" charset="-122"/>
                <a:cs typeface="Times New Roman" panose="02020503050405090304" pitchFamily="18" charset="0"/>
              </a:endParaRPr>
            </a:p>
          </p:txBody>
        </p:sp>
        <p:sp>
          <p:nvSpPr>
            <p:cNvPr id="47183" name="Line 55"/>
            <p:cNvSpPr>
              <a:spLocks noChangeShapeType="1"/>
            </p:cNvSpPr>
            <p:nvPr/>
          </p:nvSpPr>
          <p:spPr bwMode="auto">
            <a:xfrm>
              <a:off x="1558" y="2736"/>
              <a:ext cx="144" cy="144"/>
            </a:xfrm>
            <a:prstGeom prst="line">
              <a:avLst/>
            </a:prstGeom>
            <a:noFill/>
            <a:ln w="19050" cap="sq">
              <a:solidFill>
                <a:srgbClr val="FF0000"/>
              </a:solidFill>
              <a:round/>
              <a:tailEnd type="triangle" w="med" len="med"/>
            </a:ln>
          </p:spPr>
          <p:txBody>
            <a:bodyPr wrap="none" anchor="ctr"/>
            <a:lstStyle/>
            <a:p>
              <a:endParaRPr lang="zh-CN" altLang="en-US"/>
            </a:p>
          </p:txBody>
        </p:sp>
        <p:sp>
          <p:nvSpPr>
            <p:cNvPr id="47184" name="Text Box 56"/>
            <p:cNvSpPr txBox="1">
              <a:spLocks noChangeArrowheads="1"/>
            </p:cNvSpPr>
            <p:nvPr/>
          </p:nvSpPr>
          <p:spPr bwMode="auto">
            <a:xfrm>
              <a:off x="1318" y="2503"/>
              <a:ext cx="383" cy="378"/>
            </a:xfrm>
            <a:prstGeom prst="rect">
              <a:avLst/>
            </a:prstGeom>
            <a:noFill/>
            <a:ln w="12700" cap="sq">
              <a:noFill/>
              <a:miter lim="800000"/>
            </a:ln>
          </p:spPr>
          <p:txBody>
            <a:bodyPr wrap="none">
              <a:spAutoFit/>
            </a:bodyPr>
            <a:lstStyle/>
            <a:p>
              <a:pPr>
                <a:spcBef>
                  <a:spcPct val="0"/>
                </a:spcBef>
              </a:pPr>
              <a:r>
                <a:rPr lang="en-US" altLang="zh-CN" sz="3300">
                  <a:solidFill>
                    <a:schemeClr val="accent2"/>
                  </a:solidFill>
                </a:rPr>
                <a:t>list</a:t>
              </a:r>
              <a:endParaRPr lang="en-US" altLang="zh-CN" sz="3300">
                <a:solidFill>
                  <a:schemeClr val="accent2"/>
                </a:solidFill>
              </a:endParaRPr>
            </a:p>
          </p:txBody>
        </p:sp>
        <p:sp>
          <p:nvSpPr>
            <p:cNvPr id="47185" name="Rectangle 57"/>
            <p:cNvSpPr>
              <a:spLocks noChangeArrowheads="1"/>
            </p:cNvSpPr>
            <p:nvPr/>
          </p:nvSpPr>
          <p:spPr bwMode="auto">
            <a:xfrm>
              <a:off x="480" y="2263"/>
              <a:ext cx="1392" cy="298"/>
            </a:xfrm>
            <a:prstGeom prst="rect">
              <a:avLst/>
            </a:prstGeom>
            <a:noFill/>
            <a:ln w="12700" cap="sq">
              <a:noFill/>
              <a:miter lim="800000"/>
            </a:ln>
          </p:spPr>
          <p:txBody>
            <a:bodyPr>
              <a:spAutoFit/>
            </a:bodyPr>
            <a:lstStyle/>
            <a:p>
              <a:pPr>
                <a:spcBef>
                  <a:spcPct val="0"/>
                </a:spcBef>
              </a:pPr>
              <a:r>
                <a:rPr lang="zh-CN" altLang="en-US" sz="2500">
                  <a:solidFill>
                    <a:srgbClr val="004B96"/>
                  </a:solidFill>
                  <a:latin typeface="幼圆" pitchFamily="49" charset="-122"/>
                  <a:ea typeface="幼圆" pitchFamily="49" charset="-122"/>
                </a:rPr>
                <a:t>循环链表</a:t>
              </a:r>
              <a:endParaRPr lang="zh-CN" altLang="en-US" sz="2500">
                <a:solidFill>
                  <a:srgbClr val="004B96"/>
                </a:solidFill>
                <a:latin typeface="幼圆" pitchFamily="49" charset="-122"/>
                <a:ea typeface="幼圆" pitchFamily="49" charset="-122"/>
              </a:endParaRPr>
            </a:p>
          </p:txBody>
        </p:sp>
        <p:sp>
          <p:nvSpPr>
            <p:cNvPr id="47186" name="Line 58"/>
            <p:cNvSpPr>
              <a:spLocks noChangeShapeType="1"/>
            </p:cNvSpPr>
            <p:nvPr/>
          </p:nvSpPr>
          <p:spPr bwMode="auto">
            <a:xfrm>
              <a:off x="4848" y="2969"/>
              <a:ext cx="192" cy="0"/>
            </a:xfrm>
            <a:prstGeom prst="line">
              <a:avLst/>
            </a:prstGeom>
            <a:noFill/>
            <a:ln w="19050" cap="sq">
              <a:solidFill>
                <a:srgbClr val="000080"/>
              </a:solidFill>
              <a:round/>
            </a:ln>
          </p:spPr>
          <p:txBody>
            <a:bodyPr wrap="none" anchor="ctr"/>
            <a:lstStyle/>
            <a:p>
              <a:endParaRPr lang="zh-CN" altLang="en-US"/>
            </a:p>
          </p:txBody>
        </p:sp>
        <p:sp>
          <p:nvSpPr>
            <p:cNvPr id="47187" name="Line 59"/>
            <p:cNvSpPr>
              <a:spLocks noChangeShapeType="1"/>
            </p:cNvSpPr>
            <p:nvPr/>
          </p:nvSpPr>
          <p:spPr bwMode="auto">
            <a:xfrm>
              <a:off x="1920" y="2717"/>
              <a:ext cx="3120" cy="0"/>
            </a:xfrm>
            <a:prstGeom prst="line">
              <a:avLst/>
            </a:prstGeom>
            <a:noFill/>
            <a:ln w="19050" cap="sq">
              <a:solidFill>
                <a:srgbClr val="000080"/>
              </a:solidFill>
              <a:round/>
            </a:ln>
          </p:spPr>
          <p:txBody>
            <a:bodyPr wrap="none" anchor="ctr"/>
            <a:lstStyle/>
            <a:p>
              <a:endParaRPr lang="zh-CN" altLang="en-US"/>
            </a:p>
          </p:txBody>
        </p:sp>
        <p:sp>
          <p:nvSpPr>
            <p:cNvPr id="47188" name="Line 60"/>
            <p:cNvSpPr>
              <a:spLocks noChangeShapeType="1"/>
            </p:cNvSpPr>
            <p:nvPr/>
          </p:nvSpPr>
          <p:spPr bwMode="auto">
            <a:xfrm>
              <a:off x="5040" y="2729"/>
              <a:ext cx="0" cy="240"/>
            </a:xfrm>
            <a:prstGeom prst="line">
              <a:avLst/>
            </a:prstGeom>
            <a:noFill/>
            <a:ln w="19050" cap="sq">
              <a:solidFill>
                <a:srgbClr val="000080"/>
              </a:solidFill>
              <a:round/>
            </a:ln>
          </p:spPr>
          <p:txBody>
            <a:bodyPr wrap="none" anchor="ctr"/>
            <a:lstStyle/>
            <a:p>
              <a:endParaRPr lang="zh-CN" altLang="en-US"/>
            </a:p>
          </p:txBody>
        </p:sp>
        <p:sp>
          <p:nvSpPr>
            <p:cNvPr id="47189" name="Line 61"/>
            <p:cNvSpPr>
              <a:spLocks noChangeShapeType="1"/>
            </p:cNvSpPr>
            <p:nvPr/>
          </p:nvSpPr>
          <p:spPr bwMode="auto">
            <a:xfrm flipH="1">
              <a:off x="1776" y="2717"/>
              <a:ext cx="132" cy="151"/>
            </a:xfrm>
            <a:prstGeom prst="line">
              <a:avLst/>
            </a:prstGeom>
            <a:noFill/>
            <a:ln w="19050" cap="sq">
              <a:solidFill>
                <a:srgbClr val="000080"/>
              </a:solidFill>
              <a:round/>
              <a:tailEnd type="triangle" w="med" len="med"/>
            </a:ln>
          </p:spPr>
          <p:txBody>
            <a:bodyPr wrap="none" anchor="ctr"/>
            <a:lstStyle/>
            <a:p>
              <a:endParaRPr lang="zh-CN" altLang="en-US"/>
            </a:p>
          </p:txBody>
        </p:sp>
      </p:grpSp>
      <p:grpSp>
        <p:nvGrpSpPr>
          <p:cNvPr id="15" name="Group 144"/>
          <p:cNvGrpSpPr/>
          <p:nvPr/>
        </p:nvGrpSpPr>
        <p:grpSpPr bwMode="auto">
          <a:xfrm>
            <a:off x="2247900" y="1844676"/>
            <a:ext cx="7088188" cy="1468438"/>
            <a:chOff x="480" y="1344"/>
            <a:chExt cx="4465" cy="925"/>
          </a:xfrm>
        </p:grpSpPr>
        <p:grpSp>
          <p:nvGrpSpPr>
            <p:cNvPr id="16" name="Group 68"/>
            <p:cNvGrpSpPr/>
            <p:nvPr/>
          </p:nvGrpSpPr>
          <p:grpSpPr bwMode="auto">
            <a:xfrm>
              <a:off x="1690" y="1927"/>
              <a:ext cx="384" cy="192"/>
              <a:chOff x="1152" y="1344"/>
              <a:chExt cx="384" cy="192"/>
            </a:xfrm>
          </p:grpSpPr>
          <p:sp>
            <p:nvSpPr>
              <p:cNvPr id="47170" name="Rectangle 69"/>
              <p:cNvSpPr>
                <a:spLocks noChangeArrowheads="1"/>
              </p:cNvSpPr>
              <p:nvPr/>
            </p:nvSpPr>
            <p:spPr bwMode="auto">
              <a:xfrm>
                <a:off x="1152" y="1344"/>
                <a:ext cx="240" cy="192"/>
              </a:xfrm>
              <a:prstGeom prst="rect">
                <a:avLst/>
              </a:prstGeom>
              <a:noFill/>
              <a:ln w="25400" cap="sq">
                <a:solidFill>
                  <a:srgbClr val="000080"/>
                </a:solidFill>
                <a:miter lim="800000"/>
              </a:ln>
            </p:spPr>
            <p:txBody>
              <a:bodyPr wrap="none" anchor="ctr"/>
              <a:lstStyle/>
              <a:p>
                <a:endParaRPr lang="zh-CN" altLang="en-US"/>
              </a:p>
            </p:txBody>
          </p:sp>
          <p:sp>
            <p:nvSpPr>
              <p:cNvPr id="47171" name="Rectangle 70"/>
              <p:cNvSpPr>
                <a:spLocks noChangeArrowheads="1"/>
              </p:cNvSpPr>
              <p:nvPr/>
            </p:nvSpPr>
            <p:spPr bwMode="auto">
              <a:xfrm>
                <a:off x="1392" y="1344"/>
                <a:ext cx="144" cy="192"/>
              </a:xfrm>
              <a:prstGeom prst="rect">
                <a:avLst/>
              </a:prstGeom>
              <a:noFill/>
              <a:ln w="25400" cap="sq">
                <a:solidFill>
                  <a:srgbClr val="000080"/>
                </a:solidFill>
                <a:miter lim="800000"/>
              </a:ln>
            </p:spPr>
            <p:txBody>
              <a:bodyPr wrap="none" anchor="ctr"/>
              <a:lstStyle/>
              <a:p>
                <a:endParaRPr lang="zh-CN" altLang="en-US"/>
              </a:p>
            </p:txBody>
          </p:sp>
        </p:grpSp>
        <p:grpSp>
          <p:nvGrpSpPr>
            <p:cNvPr id="17" name="Group 71"/>
            <p:cNvGrpSpPr/>
            <p:nvPr/>
          </p:nvGrpSpPr>
          <p:grpSpPr bwMode="auto">
            <a:xfrm>
              <a:off x="2254" y="1927"/>
              <a:ext cx="384" cy="192"/>
              <a:chOff x="1152" y="1344"/>
              <a:chExt cx="384" cy="192"/>
            </a:xfrm>
          </p:grpSpPr>
          <p:sp>
            <p:nvSpPr>
              <p:cNvPr id="47168" name="Rectangle 72"/>
              <p:cNvSpPr>
                <a:spLocks noChangeArrowheads="1"/>
              </p:cNvSpPr>
              <p:nvPr/>
            </p:nvSpPr>
            <p:spPr bwMode="auto">
              <a:xfrm>
                <a:off x="1152" y="1344"/>
                <a:ext cx="240" cy="192"/>
              </a:xfrm>
              <a:prstGeom prst="rect">
                <a:avLst/>
              </a:prstGeom>
              <a:noFill/>
              <a:ln w="25400" cap="sq">
                <a:solidFill>
                  <a:srgbClr val="000080"/>
                </a:solidFill>
                <a:miter lim="800000"/>
              </a:ln>
            </p:spPr>
            <p:txBody>
              <a:bodyPr wrap="none" anchor="ctr"/>
              <a:lstStyle/>
              <a:p>
                <a:endParaRPr lang="zh-CN" altLang="en-US"/>
              </a:p>
            </p:txBody>
          </p:sp>
          <p:sp>
            <p:nvSpPr>
              <p:cNvPr id="47169" name="Rectangle 73"/>
              <p:cNvSpPr>
                <a:spLocks noChangeArrowheads="1"/>
              </p:cNvSpPr>
              <p:nvPr/>
            </p:nvSpPr>
            <p:spPr bwMode="auto">
              <a:xfrm>
                <a:off x="1392" y="1344"/>
                <a:ext cx="144" cy="192"/>
              </a:xfrm>
              <a:prstGeom prst="rect">
                <a:avLst/>
              </a:prstGeom>
              <a:noFill/>
              <a:ln w="25400" cap="sq">
                <a:solidFill>
                  <a:srgbClr val="000080"/>
                </a:solidFill>
                <a:miter lim="800000"/>
              </a:ln>
            </p:spPr>
            <p:txBody>
              <a:bodyPr wrap="none" anchor="ctr"/>
              <a:lstStyle/>
              <a:p>
                <a:endParaRPr lang="zh-CN" altLang="en-US"/>
              </a:p>
            </p:txBody>
          </p:sp>
        </p:grpSp>
        <p:grpSp>
          <p:nvGrpSpPr>
            <p:cNvPr id="18" name="Group 74"/>
            <p:cNvGrpSpPr/>
            <p:nvPr/>
          </p:nvGrpSpPr>
          <p:grpSpPr bwMode="auto">
            <a:xfrm>
              <a:off x="3946" y="1927"/>
              <a:ext cx="384" cy="192"/>
              <a:chOff x="1152" y="1344"/>
              <a:chExt cx="384" cy="192"/>
            </a:xfrm>
          </p:grpSpPr>
          <p:sp>
            <p:nvSpPr>
              <p:cNvPr id="47166" name="Rectangle 75"/>
              <p:cNvSpPr>
                <a:spLocks noChangeArrowheads="1"/>
              </p:cNvSpPr>
              <p:nvPr/>
            </p:nvSpPr>
            <p:spPr bwMode="auto">
              <a:xfrm>
                <a:off x="1152" y="1344"/>
                <a:ext cx="240" cy="192"/>
              </a:xfrm>
              <a:prstGeom prst="rect">
                <a:avLst/>
              </a:prstGeom>
              <a:noFill/>
              <a:ln w="25400" cap="sq">
                <a:solidFill>
                  <a:srgbClr val="000080"/>
                </a:solidFill>
                <a:miter lim="800000"/>
              </a:ln>
            </p:spPr>
            <p:txBody>
              <a:bodyPr wrap="none" anchor="ctr"/>
              <a:lstStyle/>
              <a:p>
                <a:endParaRPr lang="zh-CN" altLang="en-US"/>
              </a:p>
            </p:txBody>
          </p:sp>
          <p:sp>
            <p:nvSpPr>
              <p:cNvPr id="47167" name="Rectangle 76"/>
              <p:cNvSpPr>
                <a:spLocks noChangeArrowheads="1"/>
              </p:cNvSpPr>
              <p:nvPr/>
            </p:nvSpPr>
            <p:spPr bwMode="auto">
              <a:xfrm>
                <a:off x="1392" y="1344"/>
                <a:ext cx="144" cy="192"/>
              </a:xfrm>
              <a:prstGeom prst="rect">
                <a:avLst/>
              </a:prstGeom>
              <a:noFill/>
              <a:ln w="25400" cap="sq">
                <a:solidFill>
                  <a:srgbClr val="000080"/>
                </a:solidFill>
                <a:miter lim="800000"/>
              </a:ln>
            </p:spPr>
            <p:txBody>
              <a:bodyPr wrap="none" anchor="ctr"/>
              <a:lstStyle/>
              <a:p>
                <a:endParaRPr lang="zh-CN" altLang="en-US"/>
              </a:p>
            </p:txBody>
          </p:sp>
        </p:grpSp>
        <p:grpSp>
          <p:nvGrpSpPr>
            <p:cNvPr id="19" name="Group 77"/>
            <p:cNvGrpSpPr/>
            <p:nvPr/>
          </p:nvGrpSpPr>
          <p:grpSpPr bwMode="auto">
            <a:xfrm>
              <a:off x="4522" y="1927"/>
              <a:ext cx="384" cy="192"/>
              <a:chOff x="1152" y="1344"/>
              <a:chExt cx="384" cy="192"/>
            </a:xfrm>
          </p:grpSpPr>
          <p:sp>
            <p:nvSpPr>
              <p:cNvPr id="47164" name="Rectangle 78"/>
              <p:cNvSpPr>
                <a:spLocks noChangeArrowheads="1"/>
              </p:cNvSpPr>
              <p:nvPr/>
            </p:nvSpPr>
            <p:spPr bwMode="auto">
              <a:xfrm>
                <a:off x="1152" y="1344"/>
                <a:ext cx="240" cy="192"/>
              </a:xfrm>
              <a:prstGeom prst="rect">
                <a:avLst/>
              </a:prstGeom>
              <a:noFill/>
              <a:ln w="25400" cap="sq">
                <a:solidFill>
                  <a:srgbClr val="000080"/>
                </a:solidFill>
                <a:miter lim="800000"/>
              </a:ln>
            </p:spPr>
            <p:txBody>
              <a:bodyPr wrap="none" anchor="ctr"/>
              <a:lstStyle/>
              <a:p>
                <a:endParaRPr lang="zh-CN" altLang="en-US"/>
              </a:p>
            </p:txBody>
          </p:sp>
          <p:sp>
            <p:nvSpPr>
              <p:cNvPr id="47165" name="Rectangle 79"/>
              <p:cNvSpPr>
                <a:spLocks noChangeArrowheads="1"/>
              </p:cNvSpPr>
              <p:nvPr/>
            </p:nvSpPr>
            <p:spPr bwMode="auto">
              <a:xfrm>
                <a:off x="1392" y="1344"/>
                <a:ext cx="144" cy="192"/>
              </a:xfrm>
              <a:prstGeom prst="rect">
                <a:avLst/>
              </a:prstGeom>
              <a:noFill/>
              <a:ln w="25400" cap="sq">
                <a:solidFill>
                  <a:srgbClr val="000080"/>
                </a:solidFill>
                <a:miter lim="800000"/>
              </a:ln>
            </p:spPr>
            <p:txBody>
              <a:bodyPr wrap="none" anchor="ctr"/>
              <a:lstStyle/>
              <a:p>
                <a:endParaRPr lang="zh-CN" altLang="en-US"/>
              </a:p>
            </p:txBody>
          </p:sp>
        </p:grpSp>
        <p:grpSp>
          <p:nvGrpSpPr>
            <p:cNvPr id="20" name="Group 80"/>
            <p:cNvGrpSpPr/>
            <p:nvPr/>
          </p:nvGrpSpPr>
          <p:grpSpPr bwMode="auto">
            <a:xfrm>
              <a:off x="2830" y="1927"/>
              <a:ext cx="384" cy="192"/>
              <a:chOff x="1152" y="1344"/>
              <a:chExt cx="384" cy="192"/>
            </a:xfrm>
          </p:grpSpPr>
          <p:sp>
            <p:nvSpPr>
              <p:cNvPr id="47162" name="Rectangle 81"/>
              <p:cNvSpPr>
                <a:spLocks noChangeArrowheads="1"/>
              </p:cNvSpPr>
              <p:nvPr/>
            </p:nvSpPr>
            <p:spPr bwMode="auto">
              <a:xfrm>
                <a:off x="1152" y="1344"/>
                <a:ext cx="240" cy="192"/>
              </a:xfrm>
              <a:prstGeom prst="rect">
                <a:avLst/>
              </a:prstGeom>
              <a:noFill/>
              <a:ln w="25400" cap="sq">
                <a:solidFill>
                  <a:srgbClr val="000080"/>
                </a:solidFill>
                <a:miter lim="800000"/>
              </a:ln>
            </p:spPr>
            <p:txBody>
              <a:bodyPr wrap="none" anchor="ctr"/>
              <a:lstStyle/>
              <a:p>
                <a:endParaRPr lang="zh-CN" altLang="en-US"/>
              </a:p>
            </p:txBody>
          </p:sp>
          <p:sp>
            <p:nvSpPr>
              <p:cNvPr id="47163" name="Rectangle 82"/>
              <p:cNvSpPr>
                <a:spLocks noChangeArrowheads="1"/>
              </p:cNvSpPr>
              <p:nvPr/>
            </p:nvSpPr>
            <p:spPr bwMode="auto">
              <a:xfrm>
                <a:off x="1392" y="1344"/>
                <a:ext cx="144" cy="192"/>
              </a:xfrm>
              <a:prstGeom prst="rect">
                <a:avLst/>
              </a:prstGeom>
              <a:noFill/>
              <a:ln w="25400" cap="sq">
                <a:solidFill>
                  <a:srgbClr val="000080"/>
                </a:solidFill>
                <a:miter lim="800000"/>
              </a:ln>
            </p:spPr>
            <p:txBody>
              <a:bodyPr wrap="none" anchor="ctr"/>
              <a:lstStyle/>
              <a:p>
                <a:endParaRPr lang="zh-CN" altLang="en-US"/>
              </a:p>
            </p:txBody>
          </p:sp>
        </p:grpSp>
        <p:sp>
          <p:nvSpPr>
            <p:cNvPr id="47149" name="Line 83"/>
            <p:cNvSpPr>
              <a:spLocks noChangeShapeType="1"/>
            </p:cNvSpPr>
            <p:nvPr/>
          </p:nvSpPr>
          <p:spPr bwMode="auto">
            <a:xfrm>
              <a:off x="2002" y="2023"/>
              <a:ext cx="240" cy="0"/>
            </a:xfrm>
            <a:prstGeom prst="line">
              <a:avLst/>
            </a:prstGeom>
            <a:noFill/>
            <a:ln w="19050" cap="sq">
              <a:solidFill>
                <a:srgbClr val="000080"/>
              </a:solidFill>
              <a:round/>
              <a:tailEnd type="triangle" w="med" len="med"/>
            </a:ln>
          </p:spPr>
          <p:txBody>
            <a:bodyPr wrap="none" anchor="ctr"/>
            <a:lstStyle/>
            <a:p>
              <a:endParaRPr lang="zh-CN" altLang="en-US"/>
            </a:p>
          </p:txBody>
        </p:sp>
        <p:sp>
          <p:nvSpPr>
            <p:cNvPr id="47150" name="Line 84"/>
            <p:cNvSpPr>
              <a:spLocks noChangeShapeType="1"/>
            </p:cNvSpPr>
            <p:nvPr/>
          </p:nvSpPr>
          <p:spPr bwMode="auto">
            <a:xfrm>
              <a:off x="2554" y="2023"/>
              <a:ext cx="240" cy="0"/>
            </a:xfrm>
            <a:prstGeom prst="line">
              <a:avLst/>
            </a:prstGeom>
            <a:noFill/>
            <a:ln w="19050" cap="sq">
              <a:solidFill>
                <a:srgbClr val="000080"/>
              </a:solidFill>
              <a:round/>
              <a:tailEnd type="triangle" w="med" len="med"/>
            </a:ln>
          </p:spPr>
          <p:txBody>
            <a:bodyPr wrap="none" anchor="ctr"/>
            <a:lstStyle/>
            <a:p>
              <a:endParaRPr lang="zh-CN" altLang="en-US"/>
            </a:p>
          </p:txBody>
        </p:sp>
        <p:sp>
          <p:nvSpPr>
            <p:cNvPr id="47151" name="Line 85"/>
            <p:cNvSpPr>
              <a:spLocks noChangeShapeType="1"/>
            </p:cNvSpPr>
            <p:nvPr/>
          </p:nvSpPr>
          <p:spPr bwMode="auto">
            <a:xfrm>
              <a:off x="3142" y="2011"/>
              <a:ext cx="240" cy="0"/>
            </a:xfrm>
            <a:prstGeom prst="line">
              <a:avLst/>
            </a:prstGeom>
            <a:noFill/>
            <a:ln w="19050" cap="sq">
              <a:solidFill>
                <a:srgbClr val="000080"/>
              </a:solidFill>
              <a:round/>
              <a:tailEnd type="triangle" w="med" len="med"/>
            </a:ln>
          </p:spPr>
          <p:txBody>
            <a:bodyPr wrap="none" anchor="ctr"/>
            <a:lstStyle/>
            <a:p>
              <a:endParaRPr lang="zh-CN" altLang="en-US"/>
            </a:p>
          </p:txBody>
        </p:sp>
        <p:sp>
          <p:nvSpPr>
            <p:cNvPr id="47152" name="Line 86"/>
            <p:cNvSpPr>
              <a:spLocks noChangeShapeType="1"/>
            </p:cNvSpPr>
            <p:nvPr/>
          </p:nvSpPr>
          <p:spPr bwMode="auto">
            <a:xfrm>
              <a:off x="3694" y="2011"/>
              <a:ext cx="240" cy="0"/>
            </a:xfrm>
            <a:prstGeom prst="line">
              <a:avLst/>
            </a:prstGeom>
            <a:noFill/>
            <a:ln w="19050" cap="sq">
              <a:solidFill>
                <a:srgbClr val="000080"/>
              </a:solidFill>
              <a:round/>
              <a:tailEnd type="triangle" w="med" len="med"/>
            </a:ln>
          </p:spPr>
          <p:txBody>
            <a:bodyPr wrap="none" anchor="ctr"/>
            <a:lstStyle/>
            <a:p>
              <a:endParaRPr lang="zh-CN" altLang="en-US"/>
            </a:p>
          </p:txBody>
        </p:sp>
        <p:sp>
          <p:nvSpPr>
            <p:cNvPr id="47153" name="Line 87"/>
            <p:cNvSpPr>
              <a:spLocks noChangeShapeType="1"/>
            </p:cNvSpPr>
            <p:nvPr/>
          </p:nvSpPr>
          <p:spPr bwMode="auto">
            <a:xfrm>
              <a:off x="4282" y="2011"/>
              <a:ext cx="240" cy="0"/>
            </a:xfrm>
            <a:prstGeom prst="line">
              <a:avLst/>
            </a:prstGeom>
            <a:noFill/>
            <a:ln w="19050" cap="sq">
              <a:solidFill>
                <a:srgbClr val="000080"/>
              </a:solidFill>
              <a:round/>
              <a:tailEnd type="triangle" w="med" len="med"/>
            </a:ln>
          </p:spPr>
          <p:txBody>
            <a:bodyPr wrap="none" anchor="ctr"/>
            <a:lstStyle/>
            <a:p>
              <a:endParaRPr lang="zh-CN" altLang="en-US"/>
            </a:p>
          </p:txBody>
        </p:sp>
        <p:sp>
          <p:nvSpPr>
            <p:cNvPr id="47154" name="Text Box 88"/>
            <p:cNvSpPr txBox="1">
              <a:spLocks noChangeArrowheads="1"/>
            </p:cNvSpPr>
            <p:nvPr/>
          </p:nvSpPr>
          <p:spPr bwMode="auto">
            <a:xfrm>
              <a:off x="3430" y="1843"/>
              <a:ext cx="289" cy="310"/>
            </a:xfrm>
            <a:prstGeom prst="rect">
              <a:avLst/>
            </a:prstGeom>
            <a:noFill/>
            <a:ln w="12700" cap="sq">
              <a:noFill/>
              <a:miter lim="800000"/>
            </a:ln>
          </p:spPr>
          <p:txBody>
            <a:bodyPr wrap="none">
              <a:spAutoFit/>
            </a:bodyPr>
            <a:lstStyle/>
            <a:p>
              <a:r>
                <a:rPr lang="zh-CN" altLang="en-US" sz="2600">
                  <a:solidFill>
                    <a:srgbClr val="003264"/>
                  </a:solidFill>
                  <a:ea typeface="宋体" pitchFamily="2" charset="-122"/>
                  <a:cs typeface="Times New Roman" panose="02020503050405090304" pitchFamily="18" charset="0"/>
                </a:rPr>
                <a:t>…</a:t>
              </a:r>
              <a:endParaRPr lang="zh-CN" altLang="en-US" sz="2600">
                <a:solidFill>
                  <a:srgbClr val="003264"/>
                </a:solidFill>
                <a:ea typeface="宋体" pitchFamily="2" charset="-122"/>
                <a:cs typeface="Times New Roman" panose="02020503050405090304" pitchFamily="18" charset="0"/>
              </a:endParaRPr>
            </a:p>
          </p:txBody>
        </p:sp>
        <p:sp>
          <p:nvSpPr>
            <p:cNvPr id="47155" name="Text Box 89"/>
            <p:cNvSpPr txBox="1">
              <a:spLocks noChangeArrowheads="1"/>
            </p:cNvSpPr>
            <p:nvPr/>
          </p:nvSpPr>
          <p:spPr bwMode="auto">
            <a:xfrm>
              <a:off x="4726" y="1891"/>
              <a:ext cx="219" cy="378"/>
            </a:xfrm>
            <a:prstGeom prst="rect">
              <a:avLst/>
            </a:prstGeom>
            <a:noFill/>
            <a:ln w="12700" cap="sq">
              <a:noFill/>
              <a:miter lim="800000"/>
            </a:ln>
          </p:spPr>
          <p:txBody>
            <a:bodyPr wrap="none">
              <a:spAutoFit/>
            </a:bodyPr>
            <a:lstStyle/>
            <a:p>
              <a:r>
                <a:rPr lang="zh-CN" altLang="en-US" sz="3300">
                  <a:solidFill>
                    <a:srgbClr val="003264"/>
                  </a:solidFill>
                </a:rPr>
                <a:t>^</a:t>
              </a:r>
              <a:endParaRPr lang="zh-CN" altLang="en-US" sz="3300">
                <a:solidFill>
                  <a:srgbClr val="003264"/>
                </a:solidFill>
              </a:endParaRPr>
            </a:p>
          </p:txBody>
        </p:sp>
        <p:sp>
          <p:nvSpPr>
            <p:cNvPr id="47156" name="Text Box 91"/>
            <p:cNvSpPr txBox="1">
              <a:spLocks noChangeArrowheads="1"/>
            </p:cNvSpPr>
            <p:nvPr/>
          </p:nvSpPr>
          <p:spPr bwMode="auto">
            <a:xfrm>
              <a:off x="718" y="1550"/>
              <a:ext cx="386" cy="378"/>
            </a:xfrm>
            <a:prstGeom prst="rect">
              <a:avLst/>
            </a:prstGeom>
            <a:noFill/>
            <a:ln w="12700" cap="sq">
              <a:noFill/>
              <a:miter lim="800000"/>
            </a:ln>
          </p:spPr>
          <p:txBody>
            <a:bodyPr>
              <a:spAutoFit/>
            </a:bodyPr>
            <a:lstStyle/>
            <a:p>
              <a:pPr>
                <a:spcBef>
                  <a:spcPct val="0"/>
                </a:spcBef>
              </a:pPr>
              <a:r>
                <a:rPr lang="en-US" altLang="zh-CN" sz="3300">
                  <a:solidFill>
                    <a:schemeClr val="accent2"/>
                  </a:solidFill>
                </a:rPr>
                <a:t>list</a:t>
              </a:r>
              <a:endParaRPr lang="en-US" altLang="zh-CN" sz="3300">
                <a:solidFill>
                  <a:schemeClr val="accent2"/>
                </a:solidFill>
              </a:endParaRPr>
            </a:p>
          </p:txBody>
        </p:sp>
        <p:sp>
          <p:nvSpPr>
            <p:cNvPr id="47157" name="Rectangle 92"/>
            <p:cNvSpPr>
              <a:spLocks noChangeArrowheads="1"/>
            </p:cNvSpPr>
            <p:nvPr/>
          </p:nvSpPr>
          <p:spPr bwMode="auto">
            <a:xfrm>
              <a:off x="480" y="1344"/>
              <a:ext cx="2016" cy="298"/>
            </a:xfrm>
            <a:prstGeom prst="rect">
              <a:avLst/>
            </a:prstGeom>
            <a:noFill/>
            <a:ln w="12700" cap="sq">
              <a:noFill/>
              <a:miter lim="800000"/>
            </a:ln>
          </p:spPr>
          <p:txBody>
            <a:bodyPr>
              <a:spAutoFit/>
            </a:bodyPr>
            <a:lstStyle/>
            <a:p>
              <a:pPr>
                <a:spcBef>
                  <a:spcPct val="0"/>
                </a:spcBef>
              </a:pPr>
              <a:r>
                <a:rPr lang="zh-CN" altLang="en-US" sz="2500">
                  <a:solidFill>
                    <a:srgbClr val="004B96"/>
                  </a:solidFill>
                  <a:latin typeface="幼圆" pitchFamily="49" charset="-122"/>
                  <a:ea typeface="幼圆" pitchFamily="49" charset="-122"/>
                </a:rPr>
                <a:t>带头结点的线性链表</a:t>
              </a:r>
              <a:endParaRPr lang="zh-CN" altLang="en-US" sz="2500">
                <a:solidFill>
                  <a:srgbClr val="004B96"/>
                </a:solidFill>
                <a:latin typeface="幼圆" pitchFamily="49" charset="-122"/>
                <a:ea typeface="幼圆" pitchFamily="49" charset="-122"/>
              </a:endParaRPr>
            </a:p>
          </p:txBody>
        </p:sp>
        <p:sp>
          <p:nvSpPr>
            <p:cNvPr id="47158" name="Line 90"/>
            <p:cNvSpPr>
              <a:spLocks noChangeShapeType="1"/>
            </p:cNvSpPr>
            <p:nvPr/>
          </p:nvSpPr>
          <p:spPr bwMode="auto">
            <a:xfrm>
              <a:off x="972" y="1788"/>
              <a:ext cx="144" cy="144"/>
            </a:xfrm>
            <a:prstGeom prst="line">
              <a:avLst/>
            </a:prstGeom>
            <a:noFill/>
            <a:ln w="19050" cap="sq">
              <a:solidFill>
                <a:srgbClr val="FF0000"/>
              </a:solidFill>
              <a:round/>
              <a:tailEnd type="triangle" w="med" len="med"/>
            </a:ln>
          </p:spPr>
          <p:txBody>
            <a:bodyPr wrap="none" anchor="ctr"/>
            <a:lstStyle/>
            <a:p>
              <a:endParaRPr lang="zh-CN" altLang="en-US"/>
            </a:p>
          </p:txBody>
        </p:sp>
        <p:sp>
          <p:nvSpPr>
            <p:cNvPr id="47159" name="Rectangle 97"/>
            <p:cNvSpPr>
              <a:spLocks noChangeArrowheads="1"/>
            </p:cNvSpPr>
            <p:nvPr/>
          </p:nvSpPr>
          <p:spPr bwMode="auto">
            <a:xfrm>
              <a:off x="1116" y="1920"/>
              <a:ext cx="240" cy="192"/>
            </a:xfrm>
            <a:prstGeom prst="rect">
              <a:avLst/>
            </a:prstGeom>
            <a:solidFill>
              <a:srgbClr val="E6E6E6"/>
            </a:solidFill>
            <a:ln w="25400" cap="sq">
              <a:solidFill>
                <a:schemeClr val="accent2"/>
              </a:solidFill>
              <a:miter lim="800000"/>
            </a:ln>
          </p:spPr>
          <p:txBody>
            <a:bodyPr wrap="none" anchor="ctr"/>
            <a:lstStyle/>
            <a:p>
              <a:endParaRPr lang="zh-CN" altLang="en-US"/>
            </a:p>
          </p:txBody>
        </p:sp>
        <p:sp>
          <p:nvSpPr>
            <p:cNvPr id="47160" name="Rectangle 98"/>
            <p:cNvSpPr>
              <a:spLocks noChangeArrowheads="1"/>
            </p:cNvSpPr>
            <p:nvPr/>
          </p:nvSpPr>
          <p:spPr bwMode="auto">
            <a:xfrm>
              <a:off x="1356" y="1920"/>
              <a:ext cx="144" cy="192"/>
            </a:xfrm>
            <a:prstGeom prst="rect">
              <a:avLst/>
            </a:prstGeom>
            <a:noFill/>
            <a:ln w="25400" cap="sq">
              <a:solidFill>
                <a:schemeClr val="accent2"/>
              </a:solidFill>
              <a:miter lim="800000"/>
            </a:ln>
          </p:spPr>
          <p:txBody>
            <a:bodyPr wrap="none" anchor="ctr"/>
            <a:lstStyle/>
            <a:p>
              <a:endParaRPr lang="zh-CN" altLang="en-US"/>
            </a:p>
          </p:txBody>
        </p:sp>
        <p:sp>
          <p:nvSpPr>
            <p:cNvPr id="47161" name="Line 100"/>
            <p:cNvSpPr>
              <a:spLocks noChangeShapeType="1"/>
            </p:cNvSpPr>
            <p:nvPr/>
          </p:nvSpPr>
          <p:spPr bwMode="auto">
            <a:xfrm>
              <a:off x="1428" y="2016"/>
              <a:ext cx="240" cy="0"/>
            </a:xfrm>
            <a:prstGeom prst="line">
              <a:avLst/>
            </a:prstGeom>
            <a:noFill/>
            <a:ln w="22225" cap="sq">
              <a:solidFill>
                <a:srgbClr val="FF0000"/>
              </a:solidFill>
              <a:round/>
              <a:tailEnd type="triangle" w="med" len="med"/>
            </a:ln>
          </p:spPr>
          <p:txBody>
            <a:bodyPr wrap="none" anchor="ctr"/>
            <a:lstStyle/>
            <a:p>
              <a:endParaRPr lang="zh-CN" altLang="en-US"/>
            </a:p>
          </p:txBody>
        </p:sp>
      </p:grpSp>
      <p:grpSp>
        <p:nvGrpSpPr>
          <p:cNvPr id="21" name="Group 145"/>
          <p:cNvGrpSpPr/>
          <p:nvPr/>
        </p:nvGrpSpPr>
        <p:grpSpPr bwMode="auto">
          <a:xfrm>
            <a:off x="2247900" y="4797426"/>
            <a:ext cx="7239000" cy="1376363"/>
            <a:chOff x="480" y="3103"/>
            <a:chExt cx="4560" cy="867"/>
          </a:xfrm>
        </p:grpSpPr>
        <p:sp>
          <p:nvSpPr>
            <p:cNvPr id="47113" name="Line 102"/>
            <p:cNvSpPr>
              <a:spLocks noChangeShapeType="1"/>
            </p:cNvSpPr>
            <p:nvPr/>
          </p:nvSpPr>
          <p:spPr bwMode="auto">
            <a:xfrm>
              <a:off x="960" y="3571"/>
              <a:ext cx="144" cy="144"/>
            </a:xfrm>
            <a:prstGeom prst="line">
              <a:avLst/>
            </a:prstGeom>
            <a:noFill/>
            <a:ln w="19050" cap="sq">
              <a:solidFill>
                <a:srgbClr val="FF0000"/>
              </a:solidFill>
              <a:round/>
              <a:tailEnd type="triangle" w="med" len="med"/>
            </a:ln>
          </p:spPr>
          <p:txBody>
            <a:bodyPr wrap="none" anchor="ctr"/>
            <a:lstStyle/>
            <a:p>
              <a:endParaRPr lang="zh-CN" altLang="en-US"/>
            </a:p>
          </p:txBody>
        </p:sp>
        <p:sp>
          <p:nvSpPr>
            <p:cNvPr id="47114" name="Rectangle 103"/>
            <p:cNvSpPr>
              <a:spLocks noChangeArrowheads="1"/>
            </p:cNvSpPr>
            <p:nvPr/>
          </p:nvSpPr>
          <p:spPr bwMode="auto">
            <a:xfrm>
              <a:off x="1104" y="3744"/>
              <a:ext cx="240" cy="192"/>
            </a:xfrm>
            <a:prstGeom prst="rect">
              <a:avLst/>
            </a:prstGeom>
            <a:solidFill>
              <a:srgbClr val="E6E6E6"/>
            </a:solidFill>
            <a:ln w="25400" cap="sq">
              <a:solidFill>
                <a:schemeClr val="accent2"/>
              </a:solidFill>
              <a:miter lim="800000"/>
            </a:ln>
          </p:spPr>
          <p:txBody>
            <a:bodyPr wrap="none" anchor="ctr"/>
            <a:lstStyle/>
            <a:p>
              <a:endParaRPr lang="zh-CN" altLang="en-US"/>
            </a:p>
          </p:txBody>
        </p:sp>
        <p:sp>
          <p:nvSpPr>
            <p:cNvPr id="47115" name="Rectangle 104"/>
            <p:cNvSpPr>
              <a:spLocks noChangeArrowheads="1"/>
            </p:cNvSpPr>
            <p:nvPr/>
          </p:nvSpPr>
          <p:spPr bwMode="auto">
            <a:xfrm>
              <a:off x="1344" y="3744"/>
              <a:ext cx="144" cy="192"/>
            </a:xfrm>
            <a:prstGeom prst="rect">
              <a:avLst/>
            </a:prstGeom>
            <a:noFill/>
            <a:ln w="25400" cap="sq">
              <a:solidFill>
                <a:schemeClr val="accent2"/>
              </a:solidFill>
              <a:miter lim="800000"/>
            </a:ln>
          </p:spPr>
          <p:txBody>
            <a:bodyPr wrap="none" anchor="ctr"/>
            <a:lstStyle/>
            <a:p>
              <a:endParaRPr lang="zh-CN" altLang="en-US"/>
            </a:p>
          </p:txBody>
        </p:sp>
        <p:sp>
          <p:nvSpPr>
            <p:cNvPr id="47116" name="Line 105"/>
            <p:cNvSpPr>
              <a:spLocks noChangeShapeType="1"/>
            </p:cNvSpPr>
            <p:nvPr/>
          </p:nvSpPr>
          <p:spPr bwMode="auto">
            <a:xfrm>
              <a:off x="1418" y="3840"/>
              <a:ext cx="240" cy="0"/>
            </a:xfrm>
            <a:prstGeom prst="line">
              <a:avLst/>
            </a:prstGeom>
            <a:noFill/>
            <a:ln w="22225" cap="sq">
              <a:solidFill>
                <a:srgbClr val="FF0000"/>
              </a:solidFill>
              <a:round/>
              <a:tailEnd type="triangle" w="med" len="med"/>
            </a:ln>
          </p:spPr>
          <p:txBody>
            <a:bodyPr wrap="none" anchor="ctr"/>
            <a:lstStyle/>
            <a:p>
              <a:endParaRPr lang="zh-CN" altLang="en-US"/>
            </a:p>
          </p:txBody>
        </p:sp>
        <p:grpSp>
          <p:nvGrpSpPr>
            <p:cNvPr id="22" name="Group 108"/>
            <p:cNvGrpSpPr/>
            <p:nvPr/>
          </p:nvGrpSpPr>
          <p:grpSpPr bwMode="auto">
            <a:xfrm>
              <a:off x="1690" y="3744"/>
              <a:ext cx="384" cy="192"/>
              <a:chOff x="1152" y="1344"/>
              <a:chExt cx="384" cy="192"/>
            </a:xfrm>
          </p:grpSpPr>
          <p:sp>
            <p:nvSpPr>
              <p:cNvPr id="47142" name="Rectangle 109"/>
              <p:cNvSpPr>
                <a:spLocks noChangeArrowheads="1"/>
              </p:cNvSpPr>
              <p:nvPr/>
            </p:nvSpPr>
            <p:spPr bwMode="auto">
              <a:xfrm>
                <a:off x="1152" y="1344"/>
                <a:ext cx="240" cy="192"/>
              </a:xfrm>
              <a:prstGeom prst="rect">
                <a:avLst/>
              </a:prstGeom>
              <a:noFill/>
              <a:ln w="25400" cap="sq">
                <a:solidFill>
                  <a:srgbClr val="000080"/>
                </a:solidFill>
                <a:miter lim="800000"/>
              </a:ln>
            </p:spPr>
            <p:txBody>
              <a:bodyPr wrap="none" anchor="ctr"/>
              <a:lstStyle/>
              <a:p>
                <a:endParaRPr lang="zh-CN" altLang="en-US"/>
              </a:p>
            </p:txBody>
          </p:sp>
          <p:sp>
            <p:nvSpPr>
              <p:cNvPr id="47143" name="Rectangle 110"/>
              <p:cNvSpPr>
                <a:spLocks noChangeArrowheads="1"/>
              </p:cNvSpPr>
              <p:nvPr/>
            </p:nvSpPr>
            <p:spPr bwMode="auto">
              <a:xfrm>
                <a:off x="1392" y="1344"/>
                <a:ext cx="144" cy="192"/>
              </a:xfrm>
              <a:prstGeom prst="rect">
                <a:avLst/>
              </a:prstGeom>
              <a:noFill/>
              <a:ln w="25400" cap="sq">
                <a:solidFill>
                  <a:srgbClr val="000080"/>
                </a:solidFill>
                <a:miter lim="800000"/>
              </a:ln>
            </p:spPr>
            <p:txBody>
              <a:bodyPr wrap="none" anchor="ctr"/>
              <a:lstStyle/>
              <a:p>
                <a:endParaRPr lang="zh-CN" altLang="en-US"/>
              </a:p>
            </p:txBody>
          </p:sp>
        </p:grpSp>
        <p:grpSp>
          <p:nvGrpSpPr>
            <p:cNvPr id="23" name="Group 111"/>
            <p:cNvGrpSpPr/>
            <p:nvPr/>
          </p:nvGrpSpPr>
          <p:grpSpPr bwMode="auto">
            <a:xfrm>
              <a:off x="2254" y="3744"/>
              <a:ext cx="384" cy="192"/>
              <a:chOff x="1152" y="1344"/>
              <a:chExt cx="384" cy="192"/>
            </a:xfrm>
          </p:grpSpPr>
          <p:sp>
            <p:nvSpPr>
              <p:cNvPr id="47140" name="Rectangle 112"/>
              <p:cNvSpPr>
                <a:spLocks noChangeArrowheads="1"/>
              </p:cNvSpPr>
              <p:nvPr/>
            </p:nvSpPr>
            <p:spPr bwMode="auto">
              <a:xfrm>
                <a:off x="1152" y="1344"/>
                <a:ext cx="240" cy="192"/>
              </a:xfrm>
              <a:prstGeom prst="rect">
                <a:avLst/>
              </a:prstGeom>
              <a:noFill/>
              <a:ln w="25400" cap="sq">
                <a:solidFill>
                  <a:srgbClr val="000080"/>
                </a:solidFill>
                <a:miter lim="800000"/>
              </a:ln>
            </p:spPr>
            <p:txBody>
              <a:bodyPr wrap="none" anchor="ctr"/>
              <a:lstStyle/>
              <a:p>
                <a:endParaRPr lang="zh-CN" altLang="en-US"/>
              </a:p>
            </p:txBody>
          </p:sp>
          <p:sp>
            <p:nvSpPr>
              <p:cNvPr id="47141" name="Rectangle 113"/>
              <p:cNvSpPr>
                <a:spLocks noChangeArrowheads="1"/>
              </p:cNvSpPr>
              <p:nvPr/>
            </p:nvSpPr>
            <p:spPr bwMode="auto">
              <a:xfrm>
                <a:off x="1392" y="1344"/>
                <a:ext cx="144" cy="192"/>
              </a:xfrm>
              <a:prstGeom prst="rect">
                <a:avLst/>
              </a:prstGeom>
              <a:noFill/>
              <a:ln w="25400" cap="sq">
                <a:solidFill>
                  <a:srgbClr val="000080"/>
                </a:solidFill>
                <a:miter lim="800000"/>
              </a:ln>
            </p:spPr>
            <p:txBody>
              <a:bodyPr wrap="none" anchor="ctr"/>
              <a:lstStyle/>
              <a:p>
                <a:endParaRPr lang="zh-CN" altLang="en-US"/>
              </a:p>
            </p:txBody>
          </p:sp>
        </p:grpSp>
        <p:grpSp>
          <p:nvGrpSpPr>
            <p:cNvPr id="24" name="Group 114"/>
            <p:cNvGrpSpPr/>
            <p:nvPr/>
          </p:nvGrpSpPr>
          <p:grpSpPr bwMode="auto">
            <a:xfrm>
              <a:off x="3946" y="3744"/>
              <a:ext cx="384" cy="192"/>
              <a:chOff x="1152" y="1344"/>
              <a:chExt cx="384" cy="192"/>
            </a:xfrm>
          </p:grpSpPr>
          <p:sp>
            <p:nvSpPr>
              <p:cNvPr id="47138" name="Rectangle 115"/>
              <p:cNvSpPr>
                <a:spLocks noChangeArrowheads="1"/>
              </p:cNvSpPr>
              <p:nvPr/>
            </p:nvSpPr>
            <p:spPr bwMode="auto">
              <a:xfrm>
                <a:off x="1152" y="1344"/>
                <a:ext cx="240" cy="192"/>
              </a:xfrm>
              <a:prstGeom prst="rect">
                <a:avLst/>
              </a:prstGeom>
              <a:noFill/>
              <a:ln w="25400" cap="sq">
                <a:solidFill>
                  <a:srgbClr val="000080"/>
                </a:solidFill>
                <a:miter lim="800000"/>
              </a:ln>
            </p:spPr>
            <p:txBody>
              <a:bodyPr wrap="none" anchor="ctr"/>
              <a:lstStyle/>
              <a:p>
                <a:endParaRPr lang="zh-CN" altLang="en-US"/>
              </a:p>
            </p:txBody>
          </p:sp>
          <p:sp>
            <p:nvSpPr>
              <p:cNvPr id="47139" name="Rectangle 116"/>
              <p:cNvSpPr>
                <a:spLocks noChangeArrowheads="1"/>
              </p:cNvSpPr>
              <p:nvPr/>
            </p:nvSpPr>
            <p:spPr bwMode="auto">
              <a:xfrm>
                <a:off x="1392" y="1344"/>
                <a:ext cx="144" cy="192"/>
              </a:xfrm>
              <a:prstGeom prst="rect">
                <a:avLst/>
              </a:prstGeom>
              <a:noFill/>
              <a:ln w="25400" cap="sq">
                <a:solidFill>
                  <a:srgbClr val="000080"/>
                </a:solidFill>
                <a:miter lim="800000"/>
              </a:ln>
            </p:spPr>
            <p:txBody>
              <a:bodyPr wrap="none" anchor="ctr"/>
              <a:lstStyle/>
              <a:p>
                <a:endParaRPr lang="zh-CN" altLang="en-US"/>
              </a:p>
            </p:txBody>
          </p:sp>
        </p:grpSp>
        <p:grpSp>
          <p:nvGrpSpPr>
            <p:cNvPr id="25" name="Group 117"/>
            <p:cNvGrpSpPr/>
            <p:nvPr/>
          </p:nvGrpSpPr>
          <p:grpSpPr bwMode="auto">
            <a:xfrm>
              <a:off x="4522" y="3744"/>
              <a:ext cx="384" cy="192"/>
              <a:chOff x="1152" y="1344"/>
              <a:chExt cx="384" cy="192"/>
            </a:xfrm>
          </p:grpSpPr>
          <p:sp>
            <p:nvSpPr>
              <p:cNvPr id="47136" name="Rectangle 118"/>
              <p:cNvSpPr>
                <a:spLocks noChangeArrowheads="1"/>
              </p:cNvSpPr>
              <p:nvPr/>
            </p:nvSpPr>
            <p:spPr bwMode="auto">
              <a:xfrm>
                <a:off x="1152" y="1344"/>
                <a:ext cx="240" cy="192"/>
              </a:xfrm>
              <a:prstGeom prst="rect">
                <a:avLst/>
              </a:prstGeom>
              <a:noFill/>
              <a:ln w="25400" cap="sq">
                <a:solidFill>
                  <a:srgbClr val="000080"/>
                </a:solidFill>
                <a:miter lim="800000"/>
              </a:ln>
            </p:spPr>
            <p:txBody>
              <a:bodyPr wrap="none" anchor="ctr"/>
              <a:lstStyle/>
              <a:p>
                <a:endParaRPr lang="zh-CN" altLang="en-US"/>
              </a:p>
            </p:txBody>
          </p:sp>
          <p:sp>
            <p:nvSpPr>
              <p:cNvPr id="47137" name="Rectangle 119"/>
              <p:cNvSpPr>
                <a:spLocks noChangeArrowheads="1"/>
              </p:cNvSpPr>
              <p:nvPr/>
            </p:nvSpPr>
            <p:spPr bwMode="auto">
              <a:xfrm>
                <a:off x="1392" y="1344"/>
                <a:ext cx="144" cy="192"/>
              </a:xfrm>
              <a:prstGeom prst="rect">
                <a:avLst/>
              </a:prstGeom>
              <a:noFill/>
              <a:ln w="25400" cap="sq">
                <a:solidFill>
                  <a:srgbClr val="000080"/>
                </a:solidFill>
                <a:miter lim="800000"/>
              </a:ln>
            </p:spPr>
            <p:txBody>
              <a:bodyPr wrap="none" anchor="ctr"/>
              <a:lstStyle/>
              <a:p>
                <a:endParaRPr lang="zh-CN" altLang="en-US"/>
              </a:p>
            </p:txBody>
          </p:sp>
        </p:grpSp>
        <p:grpSp>
          <p:nvGrpSpPr>
            <p:cNvPr id="26" name="Group 120"/>
            <p:cNvGrpSpPr/>
            <p:nvPr/>
          </p:nvGrpSpPr>
          <p:grpSpPr bwMode="auto">
            <a:xfrm>
              <a:off x="2830" y="3744"/>
              <a:ext cx="384" cy="192"/>
              <a:chOff x="1152" y="1344"/>
              <a:chExt cx="384" cy="192"/>
            </a:xfrm>
          </p:grpSpPr>
          <p:sp>
            <p:nvSpPr>
              <p:cNvPr id="47134" name="Rectangle 121"/>
              <p:cNvSpPr>
                <a:spLocks noChangeArrowheads="1"/>
              </p:cNvSpPr>
              <p:nvPr/>
            </p:nvSpPr>
            <p:spPr bwMode="auto">
              <a:xfrm>
                <a:off x="1152" y="1344"/>
                <a:ext cx="240" cy="192"/>
              </a:xfrm>
              <a:prstGeom prst="rect">
                <a:avLst/>
              </a:prstGeom>
              <a:noFill/>
              <a:ln w="25400" cap="sq">
                <a:solidFill>
                  <a:srgbClr val="000080"/>
                </a:solidFill>
                <a:miter lim="800000"/>
              </a:ln>
            </p:spPr>
            <p:txBody>
              <a:bodyPr wrap="none" anchor="ctr"/>
              <a:lstStyle/>
              <a:p>
                <a:endParaRPr lang="zh-CN" altLang="en-US"/>
              </a:p>
            </p:txBody>
          </p:sp>
          <p:sp>
            <p:nvSpPr>
              <p:cNvPr id="47135" name="Rectangle 122"/>
              <p:cNvSpPr>
                <a:spLocks noChangeArrowheads="1"/>
              </p:cNvSpPr>
              <p:nvPr/>
            </p:nvSpPr>
            <p:spPr bwMode="auto">
              <a:xfrm>
                <a:off x="1392" y="1344"/>
                <a:ext cx="144" cy="192"/>
              </a:xfrm>
              <a:prstGeom prst="rect">
                <a:avLst/>
              </a:prstGeom>
              <a:noFill/>
              <a:ln w="25400" cap="sq">
                <a:solidFill>
                  <a:srgbClr val="000080"/>
                </a:solidFill>
                <a:miter lim="800000"/>
              </a:ln>
            </p:spPr>
            <p:txBody>
              <a:bodyPr wrap="none" anchor="ctr"/>
              <a:lstStyle/>
              <a:p>
                <a:endParaRPr lang="zh-CN" altLang="en-US"/>
              </a:p>
            </p:txBody>
          </p:sp>
        </p:grpSp>
        <p:sp>
          <p:nvSpPr>
            <p:cNvPr id="47122" name="Line 123"/>
            <p:cNvSpPr>
              <a:spLocks noChangeShapeType="1"/>
            </p:cNvSpPr>
            <p:nvPr/>
          </p:nvSpPr>
          <p:spPr bwMode="auto">
            <a:xfrm>
              <a:off x="2002" y="3840"/>
              <a:ext cx="240" cy="0"/>
            </a:xfrm>
            <a:prstGeom prst="line">
              <a:avLst/>
            </a:prstGeom>
            <a:noFill/>
            <a:ln w="19050" cap="sq">
              <a:solidFill>
                <a:srgbClr val="000080"/>
              </a:solidFill>
              <a:round/>
              <a:tailEnd type="triangle" w="med" len="med"/>
            </a:ln>
          </p:spPr>
          <p:txBody>
            <a:bodyPr wrap="none" anchor="ctr"/>
            <a:lstStyle/>
            <a:p>
              <a:endParaRPr lang="zh-CN" altLang="en-US"/>
            </a:p>
          </p:txBody>
        </p:sp>
        <p:sp>
          <p:nvSpPr>
            <p:cNvPr id="47123" name="Line 124"/>
            <p:cNvSpPr>
              <a:spLocks noChangeShapeType="1"/>
            </p:cNvSpPr>
            <p:nvPr/>
          </p:nvSpPr>
          <p:spPr bwMode="auto">
            <a:xfrm>
              <a:off x="2554" y="3840"/>
              <a:ext cx="240" cy="0"/>
            </a:xfrm>
            <a:prstGeom prst="line">
              <a:avLst/>
            </a:prstGeom>
            <a:noFill/>
            <a:ln w="19050" cap="sq">
              <a:solidFill>
                <a:srgbClr val="000080"/>
              </a:solidFill>
              <a:round/>
              <a:tailEnd type="triangle" w="med" len="med"/>
            </a:ln>
          </p:spPr>
          <p:txBody>
            <a:bodyPr wrap="none" anchor="ctr"/>
            <a:lstStyle/>
            <a:p>
              <a:endParaRPr lang="zh-CN" altLang="en-US"/>
            </a:p>
          </p:txBody>
        </p:sp>
        <p:sp>
          <p:nvSpPr>
            <p:cNvPr id="47124" name="Line 125"/>
            <p:cNvSpPr>
              <a:spLocks noChangeShapeType="1"/>
            </p:cNvSpPr>
            <p:nvPr/>
          </p:nvSpPr>
          <p:spPr bwMode="auto">
            <a:xfrm>
              <a:off x="3142" y="3828"/>
              <a:ext cx="240" cy="0"/>
            </a:xfrm>
            <a:prstGeom prst="line">
              <a:avLst/>
            </a:prstGeom>
            <a:noFill/>
            <a:ln w="19050" cap="sq">
              <a:solidFill>
                <a:srgbClr val="000080"/>
              </a:solidFill>
              <a:round/>
              <a:tailEnd type="triangle" w="med" len="med"/>
            </a:ln>
          </p:spPr>
          <p:txBody>
            <a:bodyPr wrap="none" anchor="ctr"/>
            <a:lstStyle/>
            <a:p>
              <a:endParaRPr lang="zh-CN" altLang="en-US"/>
            </a:p>
          </p:txBody>
        </p:sp>
        <p:sp>
          <p:nvSpPr>
            <p:cNvPr id="47125" name="Line 126"/>
            <p:cNvSpPr>
              <a:spLocks noChangeShapeType="1"/>
            </p:cNvSpPr>
            <p:nvPr/>
          </p:nvSpPr>
          <p:spPr bwMode="auto">
            <a:xfrm>
              <a:off x="3694" y="3828"/>
              <a:ext cx="240" cy="0"/>
            </a:xfrm>
            <a:prstGeom prst="line">
              <a:avLst/>
            </a:prstGeom>
            <a:noFill/>
            <a:ln w="19050" cap="sq">
              <a:solidFill>
                <a:srgbClr val="000080"/>
              </a:solidFill>
              <a:round/>
              <a:tailEnd type="triangle" w="med" len="med"/>
            </a:ln>
          </p:spPr>
          <p:txBody>
            <a:bodyPr wrap="none" anchor="ctr"/>
            <a:lstStyle/>
            <a:p>
              <a:endParaRPr lang="zh-CN" altLang="en-US"/>
            </a:p>
          </p:txBody>
        </p:sp>
        <p:sp>
          <p:nvSpPr>
            <p:cNvPr id="47126" name="Line 127"/>
            <p:cNvSpPr>
              <a:spLocks noChangeShapeType="1"/>
            </p:cNvSpPr>
            <p:nvPr/>
          </p:nvSpPr>
          <p:spPr bwMode="auto">
            <a:xfrm>
              <a:off x="4282" y="3828"/>
              <a:ext cx="240" cy="0"/>
            </a:xfrm>
            <a:prstGeom prst="line">
              <a:avLst/>
            </a:prstGeom>
            <a:noFill/>
            <a:ln w="19050" cap="sq">
              <a:solidFill>
                <a:srgbClr val="000080"/>
              </a:solidFill>
              <a:round/>
              <a:tailEnd type="triangle" w="med" len="med"/>
            </a:ln>
          </p:spPr>
          <p:txBody>
            <a:bodyPr wrap="none" anchor="ctr"/>
            <a:lstStyle/>
            <a:p>
              <a:endParaRPr lang="zh-CN" altLang="en-US"/>
            </a:p>
          </p:txBody>
        </p:sp>
        <p:sp>
          <p:nvSpPr>
            <p:cNvPr id="47127" name="Text Box 128"/>
            <p:cNvSpPr txBox="1">
              <a:spLocks noChangeArrowheads="1"/>
            </p:cNvSpPr>
            <p:nvPr/>
          </p:nvSpPr>
          <p:spPr bwMode="auto">
            <a:xfrm>
              <a:off x="3430" y="3660"/>
              <a:ext cx="289" cy="310"/>
            </a:xfrm>
            <a:prstGeom prst="rect">
              <a:avLst/>
            </a:prstGeom>
            <a:noFill/>
            <a:ln w="12700" cap="sq">
              <a:noFill/>
              <a:miter lim="800000"/>
            </a:ln>
          </p:spPr>
          <p:txBody>
            <a:bodyPr wrap="none">
              <a:spAutoFit/>
            </a:bodyPr>
            <a:lstStyle/>
            <a:p>
              <a:r>
                <a:rPr lang="zh-CN" altLang="en-US" sz="2600">
                  <a:solidFill>
                    <a:srgbClr val="003264"/>
                  </a:solidFill>
                  <a:ea typeface="宋体" pitchFamily="2" charset="-122"/>
                  <a:cs typeface="Times New Roman" panose="02020503050405090304" pitchFamily="18" charset="0"/>
                </a:rPr>
                <a:t>…</a:t>
              </a:r>
              <a:endParaRPr lang="zh-CN" altLang="en-US" sz="2600">
                <a:solidFill>
                  <a:srgbClr val="003264"/>
                </a:solidFill>
                <a:ea typeface="宋体" pitchFamily="2" charset="-122"/>
                <a:cs typeface="Times New Roman" panose="02020503050405090304" pitchFamily="18" charset="0"/>
              </a:endParaRPr>
            </a:p>
          </p:txBody>
        </p:sp>
        <p:sp>
          <p:nvSpPr>
            <p:cNvPr id="47128" name="Text Box 130"/>
            <p:cNvSpPr txBox="1">
              <a:spLocks noChangeArrowheads="1"/>
            </p:cNvSpPr>
            <p:nvPr/>
          </p:nvSpPr>
          <p:spPr bwMode="auto">
            <a:xfrm>
              <a:off x="720" y="3338"/>
              <a:ext cx="432" cy="378"/>
            </a:xfrm>
            <a:prstGeom prst="rect">
              <a:avLst/>
            </a:prstGeom>
            <a:noFill/>
            <a:ln w="12700" cap="sq">
              <a:noFill/>
              <a:miter lim="800000"/>
            </a:ln>
          </p:spPr>
          <p:txBody>
            <a:bodyPr>
              <a:spAutoFit/>
            </a:bodyPr>
            <a:lstStyle/>
            <a:p>
              <a:pPr>
                <a:spcBef>
                  <a:spcPct val="0"/>
                </a:spcBef>
              </a:pPr>
              <a:r>
                <a:rPr lang="en-US" altLang="zh-CN" sz="3300">
                  <a:solidFill>
                    <a:schemeClr val="accent2"/>
                  </a:solidFill>
                </a:rPr>
                <a:t>list</a:t>
              </a:r>
              <a:endParaRPr lang="en-US" altLang="zh-CN" sz="3300">
                <a:solidFill>
                  <a:schemeClr val="accent2"/>
                </a:solidFill>
              </a:endParaRPr>
            </a:p>
          </p:txBody>
        </p:sp>
        <p:sp>
          <p:nvSpPr>
            <p:cNvPr id="47129" name="Rectangle 131"/>
            <p:cNvSpPr>
              <a:spLocks noChangeArrowheads="1"/>
            </p:cNvSpPr>
            <p:nvPr/>
          </p:nvSpPr>
          <p:spPr bwMode="auto">
            <a:xfrm>
              <a:off x="480" y="3103"/>
              <a:ext cx="2160" cy="298"/>
            </a:xfrm>
            <a:prstGeom prst="rect">
              <a:avLst/>
            </a:prstGeom>
            <a:noFill/>
            <a:ln w="12700" cap="sq">
              <a:noFill/>
              <a:miter lim="800000"/>
            </a:ln>
          </p:spPr>
          <p:txBody>
            <a:bodyPr>
              <a:spAutoFit/>
            </a:bodyPr>
            <a:lstStyle/>
            <a:p>
              <a:pPr>
                <a:spcBef>
                  <a:spcPct val="0"/>
                </a:spcBef>
              </a:pPr>
              <a:r>
                <a:rPr lang="zh-CN" altLang="en-US" sz="2500">
                  <a:solidFill>
                    <a:srgbClr val="004B96"/>
                  </a:solidFill>
                  <a:latin typeface="幼圆" pitchFamily="49" charset="-122"/>
                  <a:ea typeface="幼圆" pitchFamily="49" charset="-122"/>
                </a:rPr>
                <a:t>带头结点的循环链表</a:t>
              </a:r>
              <a:endParaRPr lang="zh-CN" altLang="en-US" sz="2500">
                <a:solidFill>
                  <a:srgbClr val="004B96"/>
                </a:solidFill>
                <a:latin typeface="幼圆" pitchFamily="49" charset="-122"/>
                <a:ea typeface="幼圆" pitchFamily="49" charset="-122"/>
              </a:endParaRPr>
            </a:p>
          </p:txBody>
        </p:sp>
        <p:sp>
          <p:nvSpPr>
            <p:cNvPr id="47130" name="Line 132"/>
            <p:cNvSpPr>
              <a:spLocks noChangeShapeType="1"/>
            </p:cNvSpPr>
            <p:nvPr/>
          </p:nvSpPr>
          <p:spPr bwMode="auto">
            <a:xfrm>
              <a:off x="4848" y="3833"/>
              <a:ext cx="192" cy="0"/>
            </a:xfrm>
            <a:prstGeom prst="line">
              <a:avLst/>
            </a:prstGeom>
            <a:noFill/>
            <a:ln w="19050" cap="sq">
              <a:solidFill>
                <a:srgbClr val="000080"/>
              </a:solidFill>
              <a:round/>
            </a:ln>
          </p:spPr>
          <p:txBody>
            <a:bodyPr wrap="none" anchor="ctr"/>
            <a:lstStyle/>
            <a:p>
              <a:endParaRPr lang="zh-CN" altLang="en-US"/>
            </a:p>
          </p:txBody>
        </p:sp>
        <p:sp>
          <p:nvSpPr>
            <p:cNvPr id="47131" name="Line 133"/>
            <p:cNvSpPr>
              <a:spLocks noChangeShapeType="1"/>
            </p:cNvSpPr>
            <p:nvPr/>
          </p:nvSpPr>
          <p:spPr bwMode="auto">
            <a:xfrm>
              <a:off x="1296" y="3583"/>
              <a:ext cx="3744" cy="0"/>
            </a:xfrm>
            <a:prstGeom prst="line">
              <a:avLst/>
            </a:prstGeom>
            <a:noFill/>
            <a:ln w="19050" cap="sq">
              <a:solidFill>
                <a:srgbClr val="000080"/>
              </a:solidFill>
              <a:round/>
            </a:ln>
          </p:spPr>
          <p:txBody>
            <a:bodyPr wrap="none" anchor="ctr"/>
            <a:lstStyle/>
            <a:p>
              <a:endParaRPr lang="zh-CN" altLang="en-US"/>
            </a:p>
          </p:txBody>
        </p:sp>
        <p:sp>
          <p:nvSpPr>
            <p:cNvPr id="47132" name="Line 134"/>
            <p:cNvSpPr>
              <a:spLocks noChangeShapeType="1"/>
            </p:cNvSpPr>
            <p:nvPr/>
          </p:nvSpPr>
          <p:spPr bwMode="auto">
            <a:xfrm>
              <a:off x="5040" y="3593"/>
              <a:ext cx="0" cy="240"/>
            </a:xfrm>
            <a:prstGeom prst="line">
              <a:avLst/>
            </a:prstGeom>
            <a:noFill/>
            <a:ln w="19050" cap="sq">
              <a:solidFill>
                <a:srgbClr val="000080"/>
              </a:solidFill>
              <a:round/>
            </a:ln>
          </p:spPr>
          <p:txBody>
            <a:bodyPr wrap="none" anchor="ctr"/>
            <a:lstStyle/>
            <a:p>
              <a:endParaRPr lang="zh-CN" altLang="en-US"/>
            </a:p>
          </p:txBody>
        </p:sp>
        <p:sp>
          <p:nvSpPr>
            <p:cNvPr id="47133" name="Line 135"/>
            <p:cNvSpPr>
              <a:spLocks noChangeShapeType="1"/>
            </p:cNvSpPr>
            <p:nvPr/>
          </p:nvSpPr>
          <p:spPr bwMode="auto">
            <a:xfrm flipH="1">
              <a:off x="1128" y="3583"/>
              <a:ext cx="156" cy="118"/>
            </a:xfrm>
            <a:prstGeom prst="line">
              <a:avLst/>
            </a:prstGeom>
            <a:noFill/>
            <a:ln w="19050" cap="sq">
              <a:solidFill>
                <a:srgbClr val="000080"/>
              </a:solidFill>
              <a:round/>
              <a:tailEnd type="triangle" w="med" len="med"/>
            </a:ln>
          </p:spPr>
          <p:txBody>
            <a:bodyPr wrap="none" anchor="ctr"/>
            <a:lstStyle/>
            <a:p>
              <a:endParaRPr lang="zh-CN" altLang="en-US"/>
            </a:p>
          </p:txBody>
        </p:sp>
      </p:grpSp>
      <p:grpSp>
        <p:nvGrpSpPr>
          <p:cNvPr id="27" name="Group 141"/>
          <p:cNvGrpSpPr/>
          <p:nvPr/>
        </p:nvGrpSpPr>
        <p:grpSpPr bwMode="auto">
          <a:xfrm>
            <a:off x="6167438" y="260350"/>
            <a:ext cx="4419600" cy="838200"/>
            <a:chOff x="2808" y="1200"/>
            <a:chExt cx="2784" cy="528"/>
          </a:xfrm>
        </p:grpSpPr>
        <p:sp>
          <p:nvSpPr>
            <p:cNvPr id="47111" name="Freeform 139"/>
            <p:cNvSpPr/>
            <p:nvPr/>
          </p:nvSpPr>
          <p:spPr bwMode="auto">
            <a:xfrm>
              <a:off x="2808" y="1200"/>
              <a:ext cx="2784" cy="528"/>
            </a:xfrm>
            <a:custGeom>
              <a:avLst/>
              <a:gdLst>
                <a:gd name="T0" fmla="*/ 0 w 520"/>
                <a:gd name="T1" fmla="*/ 0 h 231"/>
                <a:gd name="T2" fmla="*/ 281762 w 520"/>
                <a:gd name="T3" fmla="*/ 29509 h 231"/>
                <a:gd name="T4" fmla="*/ 1909374 w 520"/>
                <a:gd name="T5" fmla="*/ 29509 h 231"/>
                <a:gd name="T6" fmla="*/ 9773767 w 520"/>
                <a:gd name="T7" fmla="*/ 26258 h 231"/>
                <a:gd name="T8" fmla="*/ 10596327 w 520"/>
                <a:gd name="T9" fmla="*/ 3307 h 231"/>
                <a:gd name="T10" fmla="*/ 0 w 520"/>
                <a:gd name="T11" fmla="*/ 0 h 2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0" h="231">
                  <a:moveTo>
                    <a:pt x="0" y="0"/>
                  </a:moveTo>
                  <a:cubicBezTo>
                    <a:pt x="15" y="70"/>
                    <a:pt x="29" y="136"/>
                    <a:pt x="12" y="207"/>
                  </a:cubicBezTo>
                  <a:cubicBezTo>
                    <a:pt x="81" y="231"/>
                    <a:pt x="11" y="214"/>
                    <a:pt x="81" y="207"/>
                  </a:cubicBezTo>
                  <a:cubicBezTo>
                    <a:pt x="192" y="195"/>
                    <a:pt x="304" y="193"/>
                    <a:pt x="415" y="184"/>
                  </a:cubicBezTo>
                  <a:cubicBezTo>
                    <a:pt x="520" y="220"/>
                    <a:pt x="458" y="73"/>
                    <a:pt x="450" y="23"/>
                  </a:cubicBezTo>
                  <a:cubicBezTo>
                    <a:pt x="201" y="38"/>
                    <a:pt x="269" y="53"/>
                    <a:pt x="0" y="0"/>
                  </a:cubicBezTo>
                  <a:close/>
                </a:path>
              </a:pathLst>
            </a:custGeom>
            <a:solidFill>
              <a:srgbClr val="CCFFFF"/>
            </a:solidFill>
            <a:ln w="12700" cap="sq" cmpd="sng">
              <a:noFill/>
              <a:prstDash val="solid"/>
              <a:round/>
            </a:ln>
            <a:effectLst>
              <a:outerShdw dist="109250" dir="2132261" algn="ctr" rotWithShape="0">
                <a:srgbClr val="C0C0C0"/>
              </a:outerShdw>
            </a:effectLst>
          </p:spPr>
          <p:txBody>
            <a:bodyPr wrap="none" anchor="ctr"/>
            <a:lstStyle/>
            <a:p>
              <a:endParaRPr lang="zh-CN" altLang="en-US"/>
            </a:p>
          </p:txBody>
        </p:sp>
        <p:sp>
          <p:nvSpPr>
            <p:cNvPr id="47112" name="Rectangle 140"/>
            <p:cNvSpPr>
              <a:spLocks noChangeArrowheads="1"/>
            </p:cNvSpPr>
            <p:nvPr/>
          </p:nvSpPr>
          <p:spPr bwMode="auto">
            <a:xfrm>
              <a:off x="2988" y="1296"/>
              <a:ext cx="2340" cy="308"/>
            </a:xfrm>
            <a:prstGeom prst="rect">
              <a:avLst/>
            </a:prstGeom>
            <a:noFill/>
            <a:ln w="12700" cap="sq">
              <a:noFill/>
              <a:miter lim="800000"/>
            </a:ln>
            <a:effectLst>
              <a:outerShdw dist="12700" dir="5400000" algn="ctr" rotWithShape="0">
                <a:srgbClr val="000000"/>
              </a:outerShdw>
            </a:effectLst>
          </p:spPr>
          <p:txBody>
            <a:bodyPr>
              <a:spAutoFit/>
            </a:bodyPr>
            <a:lstStyle/>
            <a:p>
              <a:pPr>
                <a:spcBef>
                  <a:spcPct val="0"/>
                </a:spcBef>
              </a:pPr>
              <a:r>
                <a:rPr lang="zh-CN" altLang="en-US" sz="2600">
                  <a:solidFill>
                    <a:srgbClr val="FF3300"/>
                  </a:solidFill>
                  <a:latin typeface="黑体" panose="02010609060101010101" pitchFamily="2" charset="-122"/>
                  <a:ea typeface="黑体" panose="02010609060101010101" pitchFamily="2" charset="-122"/>
                </a:rPr>
                <a:t>线性表的链式存储结构</a:t>
              </a:r>
              <a:endParaRPr lang="zh-CN" altLang="en-US" sz="2600">
                <a:solidFill>
                  <a:srgbClr val="FF3300"/>
                </a:solidFill>
                <a:latin typeface="黑体" panose="02010609060101010101" pitchFamily="2" charset="-122"/>
                <a:ea typeface="黑体" panose="0201060906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right)">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wipe(right)">
                                      <p:cBhvr>
                                        <p:cTn id="2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63"/>
          <p:cNvGrpSpPr/>
          <p:nvPr/>
        </p:nvGrpSpPr>
        <p:grpSpPr bwMode="auto">
          <a:xfrm>
            <a:off x="1487488" y="196852"/>
            <a:ext cx="5745163" cy="747712"/>
            <a:chOff x="708" y="3120"/>
            <a:chExt cx="3619" cy="471"/>
          </a:xfrm>
        </p:grpSpPr>
        <p:sp>
          <p:nvSpPr>
            <p:cNvPr id="48137" name="Rectangle 360"/>
            <p:cNvSpPr>
              <a:spLocks noChangeArrowheads="1"/>
            </p:cNvSpPr>
            <p:nvPr/>
          </p:nvSpPr>
          <p:spPr bwMode="auto">
            <a:xfrm>
              <a:off x="708" y="3120"/>
              <a:ext cx="3348" cy="468"/>
            </a:xfrm>
            <a:prstGeom prst="rect">
              <a:avLst/>
            </a:prstGeom>
            <a:solidFill>
              <a:srgbClr val="C9E4FF"/>
            </a:solidFill>
            <a:ln w="12700" cap="sq">
              <a:noFill/>
              <a:miter lim="800000"/>
            </a:ln>
            <a:effectLst>
              <a:outerShdw dist="125724" dir="2700000" algn="ctr" rotWithShape="0">
                <a:srgbClr val="C0C0C0"/>
              </a:outerShdw>
            </a:effectLst>
          </p:spPr>
          <p:txBody>
            <a:bodyPr wrap="none" anchor="ctr"/>
            <a:lstStyle/>
            <a:p>
              <a:endParaRPr lang="zh-CN" altLang="en-US"/>
            </a:p>
          </p:txBody>
        </p:sp>
        <p:sp>
          <p:nvSpPr>
            <p:cNvPr id="48138" name="Rectangle 362"/>
            <p:cNvSpPr>
              <a:spLocks noChangeArrowheads="1"/>
            </p:cNvSpPr>
            <p:nvPr/>
          </p:nvSpPr>
          <p:spPr bwMode="auto">
            <a:xfrm>
              <a:off x="816" y="3168"/>
              <a:ext cx="3511" cy="423"/>
            </a:xfrm>
            <a:prstGeom prst="rect">
              <a:avLst/>
            </a:prstGeom>
            <a:noFill/>
            <a:ln w="12700" cap="sq">
              <a:noFill/>
              <a:miter lim="800000"/>
            </a:ln>
            <a:effectLst>
              <a:outerShdw dist="17961" dir="2700000" algn="ctr" rotWithShape="0">
                <a:schemeClr val="bg1"/>
              </a:outerShdw>
            </a:effectLst>
          </p:spPr>
          <p:txBody>
            <a:bodyPr>
              <a:spAutoFit/>
            </a:bodyPr>
            <a:lstStyle/>
            <a:p>
              <a:r>
                <a:rPr kumimoji="1" lang="zh-CN" altLang="en-US" sz="3800">
                  <a:solidFill>
                    <a:srgbClr val="FF3300"/>
                  </a:solidFill>
                </a:rPr>
                <a:t>2.5</a:t>
              </a:r>
              <a:r>
                <a:rPr kumimoji="1" lang="zh-CN" altLang="en-US" sz="3800">
                  <a:solidFill>
                    <a:srgbClr val="FF3300"/>
                  </a:solidFill>
                  <a:latin typeface="楷体_GB2312" panose="02010609030101010101" pitchFamily="49" charset="-122"/>
                </a:rPr>
                <a:t> 双向链表及其操作</a:t>
              </a:r>
              <a:endParaRPr kumimoji="1" lang="zh-CN" altLang="en-US" sz="3800">
                <a:solidFill>
                  <a:srgbClr val="FF3300"/>
                </a:solidFill>
                <a:latin typeface="楷体_GB2312" panose="02010609030101010101" pitchFamily="49" charset="-122"/>
              </a:endParaRPr>
            </a:p>
          </p:txBody>
        </p:sp>
      </p:grpSp>
      <p:grpSp>
        <p:nvGrpSpPr>
          <p:cNvPr id="3" name="Group 372"/>
          <p:cNvGrpSpPr/>
          <p:nvPr/>
        </p:nvGrpSpPr>
        <p:grpSpPr bwMode="auto">
          <a:xfrm>
            <a:off x="2782889" y="2370139"/>
            <a:ext cx="6511925" cy="2211387"/>
            <a:chOff x="1182" y="1298"/>
            <a:chExt cx="4102" cy="1393"/>
          </a:xfrm>
        </p:grpSpPr>
        <p:sp>
          <p:nvSpPr>
            <p:cNvPr id="78857" name="Rectangle 9"/>
            <p:cNvSpPr>
              <a:spLocks noChangeArrowheads="1"/>
            </p:cNvSpPr>
            <p:nvPr/>
          </p:nvSpPr>
          <p:spPr bwMode="auto">
            <a:xfrm>
              <a:off x="1182" y="1298"/>
              <a:ext cx="4102" cy="1393"/>
            </a:xfrm>
            <a:prstGeom prst="rect">
              <a:avLst/>
            </a:prstGeom>
            <a:gradFill rotWithShape="1">
              <a:gsLst>
                <a:gs pos="0">
                  <a:schemeClr val="accent2">
                    <a:gamma/>
                    <a:shade val="46275"/>
                    <a:invGamma/>
                  </a:schemeClr>
                </a:gs>
                <a:gs pos="50000">
                  <a:schemeClr val="accent2"/>
                </a:gs>
                <a:gs pos="100000">
                  <a:schemeClr val="accent2">
                    <a:gamma/>
                    <a:shade val="46275"/>
                    <a:invGamma/>
                  </a:schemeClr>
                </a:gs>
              </a:gsLst>
              <a:lin ang="5400000" scaled="1"/>
            </a:gradFill>
            <a:ln w="9525">
              <a:noFill/>
              <a:miter lim="800000"/>
            </a:ln>
            <a:effectLst>
              <a:outerShdw dist="188799" dir="2536421" algn="ctr" rotWithShape="0">
                <a:srgbClr val="C0C0C0"/>
              </a:outerShdw>
            </a:effectLst>
          </p:spPr>
          <p:txBody>
            <a:bodyPr wrap="none" anchor="ctr"/>
            <a:lstStyle/>
            <a:p>
              <a:pPr>
                <a:defRPr/>
              </a:pPr>
              <a:endParaRPr lang="zh-CN" altLang="en-US"/>
            </a:p>
          </p:txBody>
        </p:sp>
        <p:sp>
          <p:nvSpPr>
            <p:cNvPr id="48135" name="Rectangle 365"/>
            <p:cNvSpPr>
              <a:spLocks noChangeArrowheads="1"/>
            </p:cNvSpPr>
            <p:nvPr/>
          </p:nvSpPr>
          <p:spPr bwMode="auto">
            <a:xfrm>
              <a:off x="1534" y="1342"/>
              <a:ext cx="1950" cy="407"/>
            </a:xfrm>
            <a:prstGeom prst="rect">
              <a:avLst/>
            </a:prstGeom>
            <a:noFill/>
            <a:ln w="12700" cap="sq">
              <a:noFill/>
              <a:miter lim="800000"/>
            </a:ln>
            <a:effectLst>
              <a:outerShdw dist="17961" dir="2700000" algn="ctr" rotWithShape="0">
                <a:srgbClr val="000000"/>
              </a:outerShdw>
            </a:effectLst>
          </p:spPr>
          <p:txBody>
            <a:bodyPr>
              <a:spAutoFit/>
            </a:bodyPr>
            <a:lstStyle/>
            <a:p>
              <a:pPr>
                <a:spcBef>
                  <a:spcPct val="0"/>
                </a:spcBef>
              </a:pPr>
              <a:r>
                <a:rPr lang="zh-CN" altLang="en-US" sz="3600" dirty="0">
                  <a:solidFill>
                    <a:srgbClr val="FFFF00"/>
                  </a:solidFill>
                  <a:ea typeface="黑体" panose="02010609060101010101" pitchFamily="2" charset="-122"/>
                </a:rPr>
                <a:t>本节主要内容</a:t>
              </a:r>
              <a:endParaRPr lang="zh-CN" altLang="en-US" sz="3600" dirty="0">
                <a:solidFill>
                  <a:srgbClr val="FFFF00"/>
                </a:solidFill>
                <a:ea typeface="黑体" panose="02010609060101010101" pitchFamily="2" charset="-122"/>
              </a:endParaRPr>
            </a:p>
          </p:txBody>
        </p:sp>
      </p:grpSp>
      <p:sp>
        <p:nvSpPr>
          <p:cNvPr id="79216" name="Rectangle 368"/>
          <p:cNvSpPr>
            <a:spLocks noChangeArrowheads="1"/>
          </p:cNvSpPr>
          <p:nvPr/>
        </p:nvSpPr>
        <p:spPr bwMode="auto">
          <a:xfrm>
            <a:off x="4038600" y="3194051"/>
            <a:ext cx="4876800" cy="549275"/>
          </a:xfrm>
          <a:prstGeom prst="rect">
            <a:avLst/>
          </a:prstGeom>
          <a:noFill/>
          <a:ln w="12700" cap="sq">
            <a:noFill/>
            <a:miter lim="800000"/>
            <a:headEnd type="none" w="sm" len="sm"/>
            <a:tailEnd type="none" w="sm" len="sm"/>
          </a:ln>
          <a:effectLst>
            <a:outerShdw dist="25400" dir="5400000" algn="ctr" rotWithShape="0">
              <a:srgbClr val="000000"/>
            </a:outerShdw>
          </a:effectLst>
        </p:spPr>
        <p:txBody>
          <a:bodyPr>
            <a:spAutoFit/>
          </a:bodyPr>
          <a:lstStyle/>
          <a:p>
            <a:pPr fontAlgn="base">
              <a:spcBef>
                <a:spcPct val="0"/>
              </a:spcBef>
            </a:pPr>
            <a:r>
              <a:rPr lang="zh-CN" altLang="en-US" sz="3000" dirty="0">
                <a:solidFill>
                  <a:schemeClr val="bg1"/>
                </a:solidFill>
                <a:ea typeface="幼圆" pitchFamily="49" charset="-122"/>
              </a:rPr>
              <a:t>1.  </a:t>
            </a:r>
            <a:r>
              <a:rPr lang="zh-CN" altLang="en-US" sz="3000" dirty="0">
                <a:solidFill>
                  <a:schemeClr val="bg1"/>
                </a:solidFill>
                <a:latin typeface="幼圆" pitchFamily="49" charset="-122"/>
                <a:ea typeface="幼圆" pitchFamily="49" charset="-122"/>
              </a:rPr>
              <a:t>双向链表的构造</a:t>
            </a:r>
            <a:endParaRPr lang="zh-CN" altLang="en-US" sz="3000" dirty="0">
              <a:solidFill>
                <a:schemeClr val="bg1"/>
              </a:solidFill>
              <a:latin typeface="幼圆" pitchFamily="49" charset="-122"/>
              <a:ea typeface="幼圆" pitchFamily="49" charset="-122"/>
            </a:endParaRPr>
          </a:p>
        </p:txBody>
      </p:sp>
      <p:sp>
        <p:nvSpPr>
          <p:cNvPr id="79217" name="Rectangle 369"/>
          <p:cNvSpPr>
            <a:spLocks noChangeArrowheads="1"/>
          </p:cNvSpPr>
          <p:nvPr/>
        </p:nvSpPr>
        <p:spPr bwMode="auto">
          <a:xfrm>
            <a:off x="4021138" y="3705226"/>
            <a:ext cx="5638800" cy="549275"/>
          </a:xfrm>
          <a:prstGeom prst="rect">
            <a:avLst/>
          </a:prstGeom>
          <a:noFill/>
          <a:ln w="12700" cap="sq">
            <a:noFill/>
            <a:miter lim="800000"/>
            <a:headEnd type="none" w="sm" len="sm"/>
            <a:tailEnd type="none" w="sm" len="sm"/>
          </a:ln>
          <a:effectLst>
            <a:outerShdw dist="28398" dir="3806097" algn="ctr" rotWithShape="0">
              <a:srgbClr val="000000"/>
            </a:outerShdw>
          </a:effectLst>
        </p:spPr>
        <p:txBody>
          <a:bodyPr>
            <a:spAutoFit/>
          </a:bodyPr>
          <a:lstStyle/>
          <a:p>
            <a:pPr fontAlgn="base">
              <a:spcBef>
                <a:spcPct val="0"/>
              </a:spcBef>
            </a:pPr>
            <a:r>
              <a:rPr lang="zh-CN" altLang="en-US" sz="3000" dirty="0">
                <a:solidFill>
                  <a:schemeClr val="bg1"/>
                </a:solidFill>
                <a:ea typeface="幼圆" pitchFamily="49" charset="-122"/>
              </a:rPr>
              <a:t>2.  </a:t>
            </a:r>
            <a:r>
              <a:rPr lang="zh-CN" altLang="en-US" sz="3000" dirty="0">
                <a:solidFill>
                  <a:schemeClr val="bg1"/>
                </a:solidFill>
                <a:latin typeface="幼圆" pitchFamily="49" charset="-122"/>
                <a:ea typeface="幼圆" pitchFamily="49" charset="-122"/>
              </a:rPr>
              <a:t>双向链表的插入与删除</a:t>
            </a:r>
            <a:endParaRPr lang="zh-CN" altLang="en-US" sz="3000" dirty="0">
              <a:solidFill>
                <a:schemeClr val="bg1"/>
              </a:solidFill>
              <a:latin typeface="幼圆" pitchFamily="49" charset="-122"/>
              <a:ea typeface="幼圆" pitchFamily="49" charset="-122"/>
            </a:endParaRPr>
          </a:p>
        </p:txBody>
      </p:sp>
    </p:spTree>
  </p:cSld>
  <p:clrMapOvr>
    <a:masterClrMapping/>
  </p:clrMapOv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5"/>
          <p:cNvGrpSpPr/>
          <p:nvPr/>
        </p:nvGrpSpPr>
        <p:grpSpPr bwMode="auto">
          <a:xfrm>
            <a:off x="1014482" y="122124"/>
            <a:ext cx="5127625" cy="685800"/>
            <a:chOff x="317" y="288"/>
            <a:chExt cx="2626" cy="432"/>
          </a:xfrm>
        </p:grpSpPr>
        <p:sp>
          <p:nvSpPr>
            <p:cNvPr id="49173" name="Rectangle 3"/>
            <p:cNvSpPr>
              <a:spLocks noChangeArrowheads="1"/>
            </p:cNvSpPr>
            <p:nvPr/>
          </p:nvSpPr>
          <p:spPr bwMode="auto">
            <a:xfrm>
              <a:off x="351" y="288"/>
              <a:ext cx="2592" cy="432"/>
            </a:xfrm>
            <a:prstGeom prst="rect">
              <a:avLst/>
            </a:prstGeom>
            <a:solidFill>
              <a:srgbClr val="FFFFCD"/>
            </a:solidFill>
            <a:ln w="12700" cap="sq">
              <a:noFill/>
              <a:miter lim="800000"/>
            </a:ln>
            <a:effectLst>
              <a:outerShdw dist="125724" dir="2700000" algn="ctr" rotWithShape="0">
                <a:srgbClr val="C0C0C0"/>
              </a:outerShdw>
            </a:effectLst>
          </p:spPr>
          <p:txBody>
            <a:bodyPr wrap="none" anchor="ctr"/>
            <a:lstStyle/>
            <a:p>
              <a:endParaRPr lang="zh-CN" altLang="en-US"/>
            </a:p>
          </p:txBody>
        </p:sp>
        <p:sp>
          <p:nvSpPr>
            <p:cNvPr id="49174" name="Rectangle 4"/>
            <p:cNvSpPr>
              <a:spLocks noChangeArrowheads="1"/>
            </p:cNvSpPr>
            <p:nvPr/>
          </p:nvSpPr>
          <p:spPr bwMode="auto">
            <a:xfrm>
              <a:off x="317" y="322"/>
              <a:ext cx="2611" cy="368"/>
            </a:xfrm>
            <a:prstGeom prst="rect">
              <a:avLst/>
            </a:prstGeom>
            <a:noFill/>
            <a:ln w="12700" cap="sq">
              <a:noFill/>
              <a:miter lim="800000"/>
            </a:ln>
          </p:spPr>
          <p:txBody>
            <a:bodyPr>
              <a:spAutoFit/>
            </a:bodyPr>
            <a:lstStyle/>
            <a:p>
              <a:r>
                <a:rPr kumimoji="1" lang="zh-CN" altLang="en-US" sz="3200" dirty="0">
                  <a:solidFill>
                    <a:srgbClr val="000096"/>
                  </a:solidFill>
                  <a:latin typeface="幼圆" pitchFamily="49" charset="-122"/>
                  <a:ea typeface="幼圆" pitchFamily="49" charset="-122"/>
                </a:rPr>
                <a:t> </a:t>
              </a:r>
              <a:r>
                <a:rPr kumimoji="1" lang="en-US" altLang="zh-CN" sz="3200" dirty="0">
                  <a:solidFill>
                    <a:srgbClr val="000096"/>
                  </a:solidFill>
                  <a:latin typeface="幼圆" pitchFamily="49" charset="-122"/>
                  <a:ea typeface="幼圆" pitchFamily="49" charset="-122"/>
                </a:rPr>
                <a:t>2.5.1 </a:t>
              </a:r>
              <a:r>
                <a:rPr kumimoji="1" lang="zh-CN" altLang="en-US" sz="3200" dirty="0">
                  <a:solidFill>
                    <a:srgbClr val="000096"/>
                  </a:solidFill>
                  <a:latin typeface="幼圆" pitchFamily="49" charset="-122"/>
                  <a:ea typeface="幼圆" pitchFamily="49" charset="-122"/>
                </a:rPr>
                <a:t>双向链表的构造</a:t>
              </a:r>
              <a:endParaRPr kumimoji="1" lang="zh-CN" altLang="en-US" sz="3200" dirty="0">
                <a:solidFill>
                  <a:srgbClr val="000096"/>
                </a:solidFill>
                <a:latin typeface="幼圆" pitchFamily="49" charset="-122"/>
                <a:ea typeface="幼圆" pitchFamily="49" charset="-122"/>
              </a:endParaRPr>
            </a:p>
          </p:txBody>
        </p:sp>
      </p:grpSp>
      <p:sp>
        <p:nvSpPr>
          <p:cNvPr id="439306" name="Text Box 10"/>
          <p:cNvSpPr txBox="1">
            <a:spLocks noChangeArrowheads="1"/>
          </p:cNvSpPr>
          <p:nvPr/>
        </p:nvSpPr>
        <p:spPr bwMode="auto">
          <a:xfrm>
            <a:off x="996901" y="4318000"/>
            <a:ext cx="7921625" cy="1225550"/>
          </a:xfrm>
          <a:prstGeom prst="rect">
            <a:avLst/>
          </a:prstGeom>
          <a:noFill/>
          <a:ln w="9525">
            <a:noFill/>
            <a:miter lim="800000"/>
          </a:ln>
        </p:spPr>
        <p:txBody>
          <a:bodyPr>
            <a:spAutoFit/>
          </a:bodyPr>
          <a:lstStyle/>
          <a:p>
            <a:pPr>
              <a:lnSpc>
                <a:spcPct val="95000"/>
              </a:lnSpc>
              <a:spcBef>
                <a:spcPct val="0"/>
              </a:spcBef>
            </a:pPr>
            <a:r>
              <a:rPr lang="zh-CN" altLang="en-US" sz="2600">
                <a:solidFill>
                  <a:srgbClr val="000096"/>
                </a:solidFill>
                <a:latin typeface="幼圆" pitchFamily="49" charset="-122"/>
                <a:ea typeface="幼圆" pitchFamily="49" charset="-122"/>
              </a:rPr>
              <a:t>其中，</a:t>
            </a:r>
            <a:r>
              <a:rPr lang="en-US" altLang="zh-CN" sz="2600">
                <a:solidFill>
                  <a:srgbClr val="000096"/>
                </a:solidFill>
                <a:ea typeface="幼圆" pitchFamily="49" charset="-122"/>
              </a:rPr>
              <a:t>data </a:t>
            </a:r>
            <a:r>
              <a:rPr lang="zh-CN" altLang="en-US" sz="2600">
                <a:solidFill>
                  <a:srgbClr val="000096"/>
                </a:solidFill>
                <a:latin typeface="幼圆" pitchFamily="49" charset="-122"/>
                <a:ea typeface="幼圆" pitchFamily="49" charset="-122"/>
              </a:rPr>
              <a:t>为数据域</a:t>
            </a:r>
            <a:endParaRPr lang="zh-CN" altLang="en-US" sz="2600">
              <a:solidFill>
                <a:srgbClr val="000096"/>
              </a:solidFill>
              <a:latin typeface="幼圆" pitchFamily="49" charset="-122"/>
              <a:ea typeface="幼圆" pitchFamily="49" charset="-122"/>
            </a:endParaRPr>
          </a:p>
          <a:p>
            <a:pPr>
              <a:lnSpc>
                <a:spcPct val="95000"/>
              </a:lnSpc>
              <a:spcBef>
                <a:spcPct val="0"/>
              </a:spcBef>
            </a:pPr>
            <a:r>
              <a:rPr lang="zh-CN" altLang="en-US" sz="2600">
                <a:solidFill>
                  <a:srgbClr val="000096"/>
                </a:solidFill>
                <a:latin typeface="幼圆" pitchFamily="49" charset="-122"/>
                <a:ea typeface="幼圆" pitchFamily="49" charset="-122"/>
              </a:rPr>
              <a:t>      </a:t>
            </a:r>
            <a:r>
              <a:rPr lang="en-US" altLang="zh-CN" sz="2600">
                <a:solidFill>
                  <a:srgbClr val="000096"/>
                </a:solidFill>
                <a:ea typeface="幼圆" pitchFamily="49" charset="-122"/>
              </a:rPr>
              <a:t>rlink, llink</a:t>
            </a:r>
            <a:r>
              <a:rPr lang="en-US" altLang="zh-CN" sz="2600">
                <a:solidFill>
                  <a:srgbClr val="000096"/>
                </a:solidFill>
                <a:latin typeface="幼圆" pitchFamily="49" charset="-122"/>
                <a:ea typeface="幼圆" pitchFamily="49" charset="-122"/>
              </a:rPr>
              <a:t> </a:t>
            </a:r>
            <a:r>
              <a:rPr lang="zh-CN" altLang="en-US" sz="2600">
                <a:solidFill>
                  <a:srgbClr val="000096"/>
                </a:solidFill>
                <a:latin typeface="幼圆" pitchFamily="49" charset="-122"/>
                <a:ea typeface="幼圆" pitchFamily="49" charset="-122"/>
              </a:rPr>
              <a:t>分别为指向该结点的直接后继结</a:t>
            </a:r>
            <a:endParaRPr lang="zh-CN" altLang="en-US" sz="2600">
              <a:solidFill>
                <a:srgbClr val="000096"/>
              </a:solidFill>
              <a:latin typeface="幼圆" pitchFamily="49" charset="-122"/>
              <a:ea typeface="幼圆" pitchFamily="49" charset="-122"/>
            </a:endParaRPr>
          </a:p>
          <a:p>
            <a:pPr>
              <a:lnSpc>
                <a:spcPct val="95000"/>
              </a:lnSpc>
              <a:spcBef>
                <a:spcPct val="0"/>
              </a:spcBef>
            </a:pPr>
            <a:r>
              <a:rPr lang="zh-CN" altLang="en-US" sz="2600">
                <a:solidFill>
                  <a:srgbClr val="000096"/>
                </a:solidFill>
                <a:latin typeface="幼圆" pitchFamily="49" charset="-122"/>
                <a:ea typeface="幼圆" pitchFamily="49" charset="-122"/>
              </a:rPr>
              <a:t>                点与直接前驱结点的指针域</a:t>
            </a:r>
            <a:endParaRPr lang="zh-CN" altLang="en-US" sz="2600">
              <a:solidFill>
                <a:srgbClr val="000096"/>
              </a:solidFill>
              <a:latin typeface="幼圆" pitchFamily="49" charset="-122"/>
              <a:ea typeface="幼圆" pitchFamily="49" charset="-122"/>
            </a:endParaRPr>
          </a:p>
        </p:txBody>
      </p:sp>
      <p:grpSp>
        <p:nvGrpSpPr>
          <p:cNvPr id="3" name="Group 29"/>
          <p:cNvGrpSpPr/>
          <p:nvPr/>
        </p:nvGrpSpPr>
        <p:grpSpPr bwMode="auto">
          <a:xfrm>
            <a:off x="3057475" y="3429000"/>
            <a:ext cx="3581400" cy="457200"/>
            <a:chOff x="1584" y="2156"/>
            <a:chExt cx="2256" cy="288"/>
          </a:xfrm>
        </p:grpSpPr>
        <p:grpSp>
          <p:nvGrpSpPr>
            <p:cNvPr id="4" name="Group 6"/>
            <p:cNvGrpSpPr/>
            <p:nvPr/>
          </p:nvGrpSpPr>
          <p:grpSpPr bwMode="auto">
            <a:xfrm>
              <a:off x="1920" y="2156"/>
              <a:ext cx="1584" cy="288"/>
              <a:chOff x="1824" y="2352"/>
              <a:chExt cx="1584" cy="288"/>
            </a:xfrm>
          </p:grpSpPr>
          <p:sp>
            <p:nvSpPr>
              <p:cNvPr id="49170" name="Rectangle 7"/>
              <p:cNvSpPr>
                <a:spLocks noChangeArrowheads="1"/>
              </p:cNvSpPr>
              <p:nvPr/>
            </p:nvSpPr>
            <p:spPr bwMode="auto">
              <a:xfrm>
                <a:off x="1824" y="2352"/>
                <a:ext cx="528" cy="288"/>
              </a:xfrm>
              <a:prstGeom prst="rect">
                <a:avLst/>
              </a:prstGeom>
              <a:noFill/>
              <a:ln w="22225" cap="sq">
                <a:solidFill>
                  <a:schemeClr val="bg1"/>
                </a:solidFill>
                <a:miter lim="800000"/>
                <a:headEnd type="none" w="sm" len="sm"/>
                <a:tailEnd type="none" w="sm" len="sm"/>
              </a:ln>
            </p:spPr>
            <p:txBody>
              <a:bodyPr wrap="none" anchor="ctr"/>
              <a:lstStyle/>
              <a:p>
                <a:pPr algn="ctr" fontAlgn="base">
                  <a:spcBef>
                    <a:spcPct val="0"/>
                  </a:spcBef>
                </a:pPr>
                <a:r>
                  <a:rPr lang="en-US" altLang="zh-CN" sz="2400">
                    <a:solidFill>
                      <a:srgbClr val="000099"/>
                    </a:solidFill>
                    <a:ea typeface="宋体" pitchFamily="2" charset="-122"/>
                  </a:rPr>
                  <a:t>llink</a:t>
                </a:r>
                <a:endParaRPr lang="en-US" altLang="zh-CN" sz="3600">
                  <a:solidFill>
                    <a:srgbClr val="000099"/>
                  </a:solidFill>
                  <a:ea typeface="宋体" pitchFamily="2" charset="-122"/>
                </a:endParaRPr>
              </a:p>
            </p:txBody>
          </p:sp>
          <p:sp>
            <p:nvSpPr>
              <p:cNvPr id="49171" name="Rectangle 8"/>
              <p:cNvSpPr>
                <a:spLocks noChangeArrowheads="1"/>
              </p:cNvSpPr>
              <p:nvPr/>
            </p:nvSpPr>
            <p:spPr bwMode="auto">
              <a:xfrm>
                <a:off x="2352" y="2352"/>
                <a:ext cx="528" cy="288"/>
              </a:xfrm>
              <a:prstGeom prst="rect">
                <a:avLst/>
              </a:prstGeom>
              <a:noFill/>
              <a:ln w="22225" cap="sq">
                <a:solidFill>
                  <a:schemeClr val="bg1"/>
                </a:solidFill>
                <a:miter lim="800000"/>
                <a:headEnd type="none" w="sm" len="sm"/>
                <a:tailEnd type="none" w="sm" len="sm"/>
              </a:ln>
            </p:spPr>
            <p:txBody>
              <a:bodyPr wrap="none" anchor="ctr"/>
              <a:lstStyle/>
              <a:p>
                <a:pPr algn="ctr" fontAlgn="base">
                  <a:spcBef>
                    <a:spcPct val="0"/>
                  </a:spcBef>
                </a:pPr>
                <a:r>
                  <a:rPr lang="en-US" altLang="zh-CN" sz="2400">
                    <a:solidFill>
                      <a:srgbClr val="000099"/>
                    </a:solidFill>
                    <a:ea typeface="宋体" pitchFamily="2" charset="-122"/>
                  </a:rPr>
                  <a:t>data</a:t>
                </a:r>
                <a:endParaRPr lang="en-US" altLang="zh-CN" sz="3600">
                  <a:solidFill>
                    <a:srgbClr val="000099"/>
                  </a:solidFill>
                  <a:ea typeface="宋体" pitchFamily="2" charset="-122"/>
                </a:endParaRPr>
              </a:p>
            </p:txBody>
          </p:sp>
          <p:sp>
            <p:nvSpPr>
              <p:cNvPr id="49172" name="Rectangle 9"/>
              <p:cNvSpPr>
                <a:spLocks noChangeArrowheads="1"/>
              </p:cNvSpPr>
              <p:nvPr/>
            </p:nvSpPr>
            <p:spPr bwMode="auto">
              <a:xfrm>
                <a:off x="2880" y="2352"/>
                <a:ext cx="528" cy="288"/>
              </a:xfrm>
              <a:prstGeom prst="rect">
                <a:avLst/>
              </a:prstGeom>
              <a:noFill/>
              <a:ln w="22225" cap="sq">
                <a:solidFill>
                  <a:schemeClr val="bg1"/>
                </a:solidFill>
                <a:miter lim="800000"/>
                <a:headEnd type="none" w="sm" len="sm"/>
                <a:tailEnd type="none" w="sm" len="sm"/>
              </a:ln>
            </p:spPr>
            <p:txBody>
              <a:bodyPr wrap="none" anchor="ctr"/>
              <a:lstStyle/>
              <a:p>
                <a:pPr algn="ctr" fontAlgn="base">
                  <a:spcBef>
                    <a:spcPct val="0"/>
                  </a:spcBef>
                </a:pPr>
                <a:r>
                  <a:rPr lang="en-US" altLang="zh-CN" sz="2400">
                    <a:solidFill>
                      <a:srgbClr val="000099"/>
                    </a:solidFill>
                    <a:ea typeface="宋体" pitchFamily="2" charset="-122"/>
                  </a:rPr>
                  <a:t>rlink</a:t>
                </a:r>
                <a:endParaRPr lang="en-US" altLang="zh-CN" sz="3600">
                  <a:solidFill>
                    <a:srgbClr val="000099"/>
                  </a:solidFill>
                  <a:ea typeface="宋体" pitchFamily="2" charset="-122"/>
                </a:endParaRPr>
              </a:p>
            </p:txBody>
          </p:sp>
        </p:grpSp>
        <p:sp>
          <p:nvSpPr>
            <p:cNvPr id="49168" name="Line 11"/>
            <p:cNvSpPr>
              <a:spLocks noChangeShapeType="1"/>
            </p:cNvSpPr>
            <p:nvPr/>
          </p:nvSpPr>
          <p:spPr bwMode="auto">
            <a:xfrm>
              <a:off x="3456" y="2304"/>
              <a:ext cx="384" cy="0"/>
            </a:xfrm>
            <a:prstGeom prst="line">
              <a:avLst/>
            </a:prstGeom>
            <a:noFill/>
            <a:ln w="44450" cap="sq">
              <a:solidFill>
                <a:srgbClr val="FF0000"/>
              </a:solidFill>
              <a:round/>
              <a:tailEnd type="triangle" w="med" len="med"/>
            </a:ln>
          </p:spPr>
          <p:txBody>
            <a:bodyPr wrap="none" anchor="ctr"/>
            <a:lstStyle/>
            <a:p>
              <a:endParaRPr lang="zh-CN" altLang="en-US"/>
            </a:p>
          </p:txBody>
        </p:sp>
        <p:sp>
          <p:nvSpPr>
            <p:cNvPr id="49169" name="Line 12"/>
            <p:cNvSpPr>
              <a:spLocks noChangeShapeType="1"/>
            </p:cNvSpPr>
            <p:nvPr/>
          </p:nvSpPr>
          <p:spPr bwMode="auto">
            <a:xfrm flipH="1">
              <a:off x="1584" y="2304"/>
              <a:ext cx="384" cy="0"/>
            </a:xfrm>
            <a:prstGeom prst="line">
              <a:avLst/>
            </a:prstGeom>
            <a:noFill/>
            <a:ln w="44450" cap="sq">
              <a:solidFill>
                <a:srgbClr val="FF0000"/>
              </a:solidFill>
              <a:round/>
              <a:tailEnd type="triangle" w="med" len="med"/>
            </a:ln>
          </p:spPr>
          <p:txBody>
            <a:bodyPr wrap="none" anchor="ctr"/>
            <a:lstStyle/>
            <a:p>
              <a:endParaRPr lang="zh-CN" altLang="en-US"/>
            </a:p>
          </p:txBody>
        </p:sp>
      </p:grpSp>
      <p:sp>
        <p:nvSpPr>
          <p:cNvPr id="439319" name="Rectangle 23"/>
          <p:cNvSpPr>
            <a:spLocks noChangeArrowheads="1"/>
          </p:cNvSpPr>
          <p:nvPr/>
        </p:nvSpPr>
        <p:spPr bwMode="auto">
          <a:xfrm>
            <a:off x="6562675" y="3435351"/>
            <a:ext cx="2133600" cy="427037"/>
          </a:xfrm>
          <a:prstGeom prst="rect">
            <a:avLst/>
          </a:prstGeom>
          <a:noFill/>
          <a:ln w="12700" cap="sq">
            <a:noFill/>
            <a:miter lim="800000"/>
          </a:ln>
        </p:spPr>
        <p:txBody>
          <a:bodyPr>
            <a:spAutoFit/>
          </a:bodyPr>
          <a:lstStyle/>
          <a:p>
            <a:r>
              <a:rPr lang="zh-CN" altLang="en-US" sz="2200">
                <a:solidFill>
                  <a:schemeClr val="accent2"/>
                </a:solidFill>
                <a:latin typeface="幼圆" pitchFamily="49" charset="-122"/>
                <a:ea typeface="幼圆" pitchFamily="49" charset="-122"/>
              </a:rPr>
              <a:t>（右指针域）</a:t>
            </a:r>
            <a:endParaRPr lang="zh-CN" altLang="en-US" sz="2200">
              <a:solidFill>
                <a:schemeClr val="accent2"/>
              </a:solidFill>
              <a:latin typeface="幼圆" pitchFamily="49" charset="-122"/>
              <a:ea typeface="幼圆" pitchFamily="49" charset="-122"/>
            </a:endParaRPr>
          </a:p>
        </p:txBody>
      </p:sp>
      <p:sp>
        <p:nvSpPr>
          <p:cNvPr id="439320" name="Rectangle 24"/>
          <p:cNvSpPr>
            <a:spLocks noChangeArrowheads="1"/>
          </p:cNvSpPr>
          <p:nvPr/>
        </p:nvSpPr>
        <p:spPr bwMode="auto">
          <a:xfrm>
            <a:off x="1152475" y="3435351"/>
            <a:ext cx="2133600" cy="427037"/>
          </a:xfrm>
          <a:prstGeom prst="rect">
            <a:avLst/>
          </a:prstGeom>
          <a:noFill/>
          <a:ln w="12700" cap="sq">
            <a:noFill/>
            <a:miter lim="800000"/>
          </a:ln>
        </p:spPr>
        <p:txBody>
          <a:bodyPr>
            <a:spAutoFit/>
          </a:bodyPr>
          <a:lstStyle/>
          <a:p>
            <a:r>
              <a:rPr lang="zh-CN" altLang="en-US" sz="2200">
                <a:solidFill>
                  <a:schemeClr val="accent2"/>
                </a:solidFill>
                <a:latin typeface="幼圆" pitchFamily="49" charset="-122"/>
                <a:ea typeface="幼圆" pitchFamily="49" charset="-122"/>
              </a:rPr>
              <a:t>（左指针域）</a:t>
            </a:r>
            <a:endParaRPr lang="zh-CN" altLang="en-US" sz="2200">
              <a:solidFill>
                <a:schemeClr val="accent2"/>
              </a:solidFill>
              <a:latin typeface="幼圆" pitchFamily="49" charset="-122"/>
              <a:ea typeface="幼圆" pitchFamily="49" charset="-122"/>
            </a:endParaRPr>
          </a:p>
        </p:txBody>
      </p:sp>
      <p:grpSp>
        <p:nvGrpSpPr>
          <p:cNvPr id="5" name="Group 31"/>
          <p:cNvGrpSpPr/>
          <p:nvPr/>
        </p:nvGrpSpPr>
        <p:grpSpPr bwMode="auto">
          <a:xfrm>
            <a:off x="993725" y="1293813"/>
            <a:ext cx="7620000" cy="1685925"/>
            <a:chOff x="432" y="810"/>
            <a:chExt cx="4800" cy="1062"/>
          </a:xfrm>
        </p:grpSpPr>
        <p:sp>
          <p:nvSpPr>
            <p:cNvPr id="49165" name="Text Box 5"/>
            <p:cNvSpPr txBox="1">
              <a:spLocks noChangeArrowheads="1"/>
            </p:cNvSpPr>
            <p:nvPr/>
          </p:nvSpPr>
          <p:spPr bwMode="auto">
            <a:xfrm>
              <a:off x="432" y="814"/>
              <a:ext cx="4800" cy="1058"/>
            </a:xfrm>
            <a:prstGeom prst="rect">
              <a:avLst/>
            </a:prstGeom>
            <a:noFill/>
            <a:ln w="9525">
              <a:noFill/>
              <a:miter lim="800000"/>
            </a:ln>
          </p:spPr>
          <p:txBody>
            <a:bodyPr>
              <a:spAutoFit/>
            </a:bodyPr>
            <a:lstStyle/>
            <a:p>
              <a:pPr fontAlgn="base">
                <a:spcBef>
                  <a:spcPct val="0"/>
                </a:spcBef>
              </a:pPr>
              <a:r>
                <a:rPr lang="zh-CN" altLang="en-US" sz="2600">
                  <a:solidFill>
                    <a:srgbClr val="000096"/>
                  </a:solidFill>
                  <a:latin typeface="幼圆" pitchFamily="49" charset="-122"/>
                  <a:ea typeface="幼圆" pitchFamily="49" charset="-122"/>
                </a:rPr>
                <a:t>    所谓        是指链表的每一个结点中除了数据域以外设置两个指针域，其中之一指向结点的直接后继结点，另外一个指向结点的直接前驱结点。</a:t>
              </a:r>
              <a:endParaRPr lang="zh-CN" altLang="en-US" sz="2600">
                <a:solidFill>
                  <a:srgbClr val="000096"/>
                </a:solidFill>
                <a:latin typeface="幼圆" pitchFamily="49" charset="-122"/>
                <a:ea typeface="幼圆" pitchFamily="49" charset="-122"/>
              </a:endParaRPr>
            </a:p>
            <a:p>
              <a:pPr fontAlgn="base">
                <a:spcBef>
                  <a:spcPct val="0"/>
                </a:spcBef>
              </a:pPr>
              <a:r>
                <a:rPr lang="zh-CN" altLang="en-US" sz="2600">
                  <a:solidFill>
                    <a:srgbClr val="000096"/>
                  </a:solidFill>
                  <a:latin typeface="幼圆" pitchFamily="49" charset="-122"/>
                  <a:ea typeface="幼圆" pitchFamily="49" charset="-122"/>
                </a:rPr>
                <a:t>    链结点的实际构造可以形象地描述如下：</a:t>
              </a:r>
              <a:endParaRPr lang="zh-CN" altLang="en-US" sz="2600">
                <a:solidFill>
                  <a:srgbClr val="000096"/>
                </a:solidFill>
                <a:latin typeface="幼圆" pitchFamily="49" charset="-122"/>
                <a:ea typeface="幼圆" pitchFamily="49" charset="-122"/>
              </a:endParaRPr>
            </a:p>
          </p:txBody>
        </p:sp>
        <p:sp>
          <p:nvSpPr>
            <p:cNvPr id="49166" name="Rectangle 30"/>
            <p:cNvSpPr>
              <a:spLocks noChangeArrowheads="1"/>
            </p:cNvSpPr>
            <p:nvPr/>
          </p:nvSpPr>
          <p:spPr bwMode="auto">
            <a:xfrm>
              <a:off x="1254" y="810"/>
              <a:ext cx="1134" cy="317"/>
            </a:xfrm>
            <a:prstGeom prst="rect">
              <a:avLst/>
            </a:prstGeom>
            <a:noFill/>
            <a:ln w="12700" cap="sq">
              <a:noFill/>
              <a:miter lim="800000"/>
            </a:ln>
            <a:effectLst>
              <a:outerShdw dist="17961" dir="2700000" algn="ctr" rotWithShape="0">
                <a:srgbClr val="000000"/>
              </a:outerShdw>
            </a:effectLst>
          </p:spPr>
          <p:txBody>
            <a:bodyPr>
              <a:spAutoFit/>
            </a:bodyPr>
            <a:lstStyle/>
            <a:p>
              <a:pPr>
                <a:spcBef>
                  <a:spcPct val="0"/>
                </a:spcBef>
              </a:pPr>
              <a:r>
                <a:rPr lang="zh-CN" altLang="en-US" sz="2700">
                  <a:solidFill>
                    <a:srgbClr val="FF0000"/>
                  </a:solidFill>
                  <a:latin typeface="黑体" panose="02010609060101010101" pitchFamily="2" charset="-122"/>
                  <a:ea typeface="黑体" panose="02010609060101010101" pitchFamily="2" charset="-122"/>
                </a:rPr>
                <a:t>双向链表</a:t>
              </a:r>
              <a:endParaRPr lang="zh-CN" altLang="en-US" sz="2700">
                <a:solidFill>
                  <a:srgbClr val="FF0000"/>
                </a:solidFill>
                <a:latin typeface="黑体" panose="02010609060101010101" pitchFamily="2" charset="-122"/>
                <a:ea typeface="黑体" panose="02010609060101010101" pitchFamily="2" charset="-122"/>
              </a:endParaRPr>
            </a:p>
          </p:txBody>
        </p:sp>
      </p:grpSp>
      <p:grpSp>
        <p:nvGrpSpPr>
          <p:cNvPr id="6" name="Group 35"/>
          <p:cNvGrpSpPr/>
          <p:nvPr/>
        </p:nvGrpSpPr>
        <p:grpSpPr bwMode="auto">
          <a:xfrm>
            <a:off x="1279475" y="5132388"/>
            <a:ext cx="3486150" cy="1273175"/>
            <a:chOff x="612" y="3172"/>
            <a:chExt cx="2196" cy="802"/>
          </a:xfrm>
        </p:grpSpPr>
        <p:grpSp>
          <p:nvGrpSpPr>
            <p:cNvPr id="7" name="Group 28"/>
            <p:cNvGrpSpPr/>
            <p:nvPr/>
          </p:nvGrpSpPr>
          <p:grpSpPr bwMode="auto">
            <a:xfrm>
              <a:off x="612" y="3638"/>
              <a:ext cx="2196" cy="336"/>
              <a:chOff x="612" y="3696"/>
              <a:chExt cx="2196" cy="336"/>
            </a:xfrm>
          </p:grpSpPr>
          <p:sp>
            <p:nvSpPr>
              <p:cNvPr id="49163" name="AutoShape 26"/>
              <p:cNvSpPr>
                <a:spLocks noChangeArrowheads="1"/>
              </p:cNvSpPr>
              <p:nvPr/>
            </p:nvSpPr>
            <p:spPr bwMode="auto">
              <a:xfrm>
                <a:off x="624" y="3696"/>
                <a:ext cx="2160" cy="336"/>
              </a:xfrm>
              <a:prstGeom prst="wedgeRoundRectCallout">
                <a:avLst>
                  <a:gd name="adj1" fmla="val -4398"/>
                  <a:gd name="adj2" fmla="val -174106"/>
                  <a:gd name="adj3" fmla="val 16667"/>
                </a:avLst>
              </a:prstGeom>
              <a:noFill/>
              <a:ln w="53975" cap="sq">
                <a:solidFill>
                  <a:srgbClr val="2EB9B6"/>
                </a:solidFill>
                <a:miter lim="800000"/>
              </a:ln>
            </p:spPr>
            <p:txBody>
              <a:bodyPr anchor="ctr"/>
              <a:lstStyle/>
              <a:p>
                <a:pPr algn="ctr"/>
                <a:endParaRPr lang="zh-CN" altLang="en-US" sz="2600"/>
              </a:p>
            </p:txBody>
          </p:sp>
          <p:sp>
            <p:nvSpPr>
              <p:cNvPr id="49164" name="Rectangle 27"/>
              <p:cNvSpPr>
                <a:spLocks noChangeArrowheads="1"/>
              </p:cNvSpPr>
              <p:nvPr/>
            </p:nvSpPr>
            <p:spPr bwMode="auto">
              <a:xfrm>
                <a:off x="612" y="3714"/>
                <a:ext cx="2196" cy="279"/>
              </a:xfrm>
              <a:prstGeom prst="rect">
                <a:avLst/>
              </a:prstGeom>
              <a:noFill/>
              <a:ln w="12700" cap="sq">
                <a:noFill/>
                <a:miter lim="800000"/>
              </a:ln>
            </p:spPr>
            <p:txBody>
              <a:bodyPr>
                <a:spAutoFit/>
              </a:bodyPr>
              <a:lstStyle/>
              <a:p>
                <a:r>
                  <a:rPr lang="zh-CN" altLang="en-US" sz="2300">
                    <a:solidFill>
                      <a:schemeClr val="accent2"/>
                    </a:solidFill>
                    <a:latin typeface="幼圆" pitchFamily="49" charset="-122"/>
                    <a:ea typeface="幼圆" pitchFamily="49" charset="-122"/>
                  </a:rPr>
                  <a:t>分别称为右指针和左指针</a:t>
                </a:r>
                <a:endParaRPr lang="zh-CN" altLang="en-US" sz="2300">
                  <a:solidFill>
                    <a:schemeClr val="accent2"/>
                  </a:solidFill>
                  <a:latin typeface="幼圆" pitchFamily="49" charset="-122"/>
                  <a:ea typeface="幼圆" pitchFamily="49" charset="-122"/>
                </a:endParaRPr>
              </a:p>
            </p:txBody>
          </p:sp>
        </p:grpSp>
        <p:sp>
          <p:nvSpPr>
            <p:cNvPr id="49162" name="Line 34"/>
            <p:cNvSpPr>
              <a:spLocks noChangeShapeType="1"/>
            </p:cNvSpPr>
            <p:nvPr/>
          </p:nvSpPr>
          <p:spPr bwMode="auto">
            <a:xfrm>
              <a:off x="1094" y="3172"/>
              <a:ext cx="953" cy="0"/>
            </a:xfrm>
            <a:prstGeom prst="line">
              <a:avLst/>
            </a:prstGeom>
            <a:noFill/>
            <a:ln w="44450">
              <a:solidFill>
                <a:srgbClr val="FF0000"/>
              </a:solidFill>
              <a:round/>
            </a:ln>
          </p:spPr>
          <p:txBody>
            <a:bodyPr wrap="none" anchor="ctr"/>
            <a:lstStyle/>
            <a:p>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ox(ou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39306"/>
                                        </p:tgtEl>
                                        <p:attrNameLst>
                                          <p:attrName>style.visibility</p:attrName>
                                        </p:attrNameLst>
                                      </p:cBhvr>
                                      <p:to>
                                        <p:strVal val="visible"/>
                                      </p:to>
                                    </p:set>
                                    <p:animEffect transition="in" filter="wipe(left)">
                                      <p:cBhvr>
                                        <p:cTn id="17" dur="500"/>
                                        <p:tgtEl>
                                          <p:spTgt spid="43930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down)">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439319"/>
                                        </p:tgtEl>
                                        <p:attrNameLst>
                                          <p:attrName>style.visibility</p:attrName>
                                        </p:attrNameLst>
                                      </p:cBhvr>
                                      <p:to>
                                        <p:strVal val="visible"/>
                                      </p:to>
                                    </p:set>
                                    <p:animEffect transition="in" filter="dissolve">
                                      <p:cBhvr>
                                        <p:cTn id="27" dur="500"/>
                                        <p:tgtEl>
                                          <p:spTgt spid="439319"/>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439320"/>
                                        </p:tgtEl>
                                        <p:attrNameLst>
                                          <p:attrName>style.visibility</p:attrName>
                                        </p:attrNameLst>
                                      </p:cBhvr>
                                      <p:to>
                                        <p:strVal val="visible"/>
                                      </p:to>
                                    </p:set>
                                    <p:animEffect transition="in" filter="dissolve">
                                      <p:cBhvr>
                                        <p:cTn id="32" dur="500"/>
                                        <p:tgtEl>
                                          <p:spTgt spid="4393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9306" grpId="0" autoUpdateAnimBg="0"/>
      <p:bldP spid="439319" grpId="0" autoUpdateAnimBg="0"/>
      <p:bldP spid="439320" grpId="0" autoUpdateAnimBg="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69"/>
          <p:cNvGrpSpPr/>
          <p:nvPr/>
        </p:nvGrpSpPr>
        <p:grpSpPr bwMode="auto">
          <a:xfrm>
            <a:off x="2454277" y="1609574"/>
            <a:ext cx="6805613" cy="3431048"/>
            <a:chOff x="586" y="1205"/>
            <a:chExt cx="4287" cy="1817"/>
          </a:xfrm>
        </p:grpSpPr>
        <p:sp>
          <p:nvSpPr>
            <p:cNvPr id="51203" name="Rectangle 2"/>
            <p:cNvSpPr>
              <a:spLocks noChangeArrowheads="1"/>
            </p:cNvSpPr>
            <p:nvPr/>
          </p:nvSpPr>
          <p:spPr bwMode="auto">
            <a:xfrm>
              <a:off x="1279" y="1765"/>
              <a:ext cx="3594" cy="1257"/>
            </a:xfrm>
            <a:prstGeom prst="rect">
              <a:avLst/>
            </a:prstGeom>
            <a:solidFill>
              <a:srgbClr val="FFFFCD"/>
            </a:solidFill>
            <a:ln w="12700" cap="sq">
              <a:noFill/>
              <a:miter lim="800000"/>
            </a:ln>
            <a:effectLst>
              <a:outerShdw dist="197566" dir="2700000" algn="ctr" rotWithShape="0">
                <a:srgbClr val="C0C0C0"/>
              </a:outerShdw>
            </a:effectLst>
          </p:spPr>
          <p:txBody>
            <a:bodyPr wrap="none" anchor="ctr"/>
            <a:lstStyle/>
            <a:p>
              <a:endParaRPr lang="zh-CN" altLang="en-US"/>
            </a:p>
          </p:txBody>
        </p:sp>
        <p:sp>
          <p:nvSpPr>
            <p:cNvPr id="51204" name="Text Box 3"/>
            <p:cNvSpPr txBox="1">
              <a:spLocks noChangeArrowheads="1"/>
            </p:cNvSpPr>
            <p:nvPr/>
          </p:nvSpPr>
          <p:spPr bwMode="auto">
            <a:xfrm>
              <a:off x="1519" y="1846"/>
              <a:ext cx="3258" cy="1105"/>
            </a:xfrm>
            <a:prstGeom prst="rect">
              <a:avLst/>
            </a:prstGeom>
            <a:noFill/>
            <a:ln w="12700" cap="sq">
              <a:noFill/>
              <a:miter lim="800000"/>
            </a:ln>
          </p:spPr>
          <p:txBody>
            <a:bodyPr wrap="square">
              <a:spAutoFit/>
            </a:bodyPr>
            <a:lstStyle/>
            <a:p>
              <a:pPr>
                <a:lnSpc>
                  <a:spcPct val="90000"/>
                </a:lnSpc>
                <a:spcBef>
                  <a:spcPct val="0"/>
                </a:spcBef>
              </a:pPr>
              <a:r>
                <a:rPr lang="en-US" altLang="zh-CN" sz="2400" dirty="0" err="1">
                  <a:solidFill>
                    <a:srgbClr val="003399"/>
                  </a:solidFill>
                </a:rPr>
                <a:t>struct</a:t>
              </a:r>
              <a:r>
                <a:rPr lang="en-US" altLang="zh-CN" sz="2400" dirty="0">
                  <a:solidFill>
                    <a:srgbClr val="003399"/>
                  </a:solidFill>
                </a:rPr>
                <a:t>  node { </a:t>
              </a:r>
              <a:endParaRPr lang="en-US" altLang="zh-CN" sz="2400" dirty="0">
                <a:solidFill>
                  <a:srgbClr val="003399"/>
                </a:solidFill>
              </a:endParaRPr>
            </a:p>
            <a:p>
              <a:pPr>
                <a:lnSpc>
                  <a:spcPct val="90000"/>
                </a:lnSpc>
                <a:spcBef>
                  <a:spcPct val="0"/>
                </a:spcBef>
              </a:pPr>
              <a:r>
                <a:rPr lang="en-US" altLang="zh-CN" sz="2400" dirty="0">
                  <a:solidFill>
                    <a:srgbClr val="003399"/>
                  </a:solidFill>
                </a:rPr>
                <a:t>       </a:t>
              </a:r>
              <a:r>
                <a:rPr lang="en-US" altLang="zh-CN" sz="2400" dirty="0" err="1">
                  <a:solidFill>
                    <a:srgbClr val="003399"/>
                  </a:solidFill>
                </a:rPr>
                <a:t>ElemType</a:t>
              </a:r>
              <a:r>
                <a:rPr lang="en-US" altLang="zh-CN" sz="2400" dirty="0">
                  <a:solidFill>
                    <a:srgbClr val="003399"/>
                  </a:solidFill>
                </a:rPr>
                <a:t>  data;</a:t>
              </a:r>
              <a:endParaRPr lang="en-US" altLang="zh-CN" sz="2400" dirty="0">
                <a:solidFill>
                  <a:srgbClr val="003399"/>
                </a:solidFill>
              </a:endParaRPr>
            </a:p>
            <a:p>
              <a:pPr>
                <a:lnSpc>
                  <a:spcPct val="90000"/>
                </a:lnSpc>
                <a:spcBef>
                  <a:spcPct val="0"/>
                </a:spcBef>
              </a:pPr>
              <a:r>
                <a:rPr lang="en-US" altLang="zh-CN" sz="2400" dirty="0">
                  <a:solidFill>
                    <a:srgbClr val="003399"/>
                  </a:solidFill>
                </a:rPr>
                <a:t>       </a:t>
              </a:r>
              <a:r>
                <a:rPr lang="en-US" altLang="zh-CN" sz="2400" dirty="0" err="1">
                  <a:solidFill>
                    <a:srgbClr val="003399"/>
                  </a:solidFill>
                </a:rPr>
                <a:t>struct</a:t>
              </a:r>
              <a:r>
                <a:rPr lang="en-US" altLang="zh-CN" sz="2400" dirty="0">
                  <a:solidFill>
                    <a:srgbClr val="003399"/>
                  </a:solidFill>
                </a:rPr>
                <a:t>  node  *</a:t>
              </a:r>
              <a:r>
                <a:rPr lang="en-US" altLang="zh-CN" sz="2400" dirty="0" err="1">
                  <a:solidFill>
                    <a:srgbClr val="003399"/>
                  </a:solidFill>
                </a:rPr>
                <a:t>rlink</a:t>
              </a:r>
              <a:r>
                <a:rPr lang="en-US" altLang="zh-CN" sz="2400" dirty="0">
                  <a:solidFill>
                    <a:srgbClr val="003399"/>
                  </a:solidFill>
                </a:rPr>
                <a:t>, *</a:t>
              </a:r>
              <a:r>
                <a:rPr lang="en-US" altLang="zh-CN" sz="2400" dirty="0" err="1">
                  <a:solidFill>
                    <a:srgbClr val="003399"/>
                  </a:solidFill>
                </a:rPr>
                <a:t>llink</a:t>
              </a:r>
              <a:r>
                <a:rPr lang="en-US" altLang="zh-CN" sz="2400" dirty="0">
                  <a:solidFill>
                    <a:srgbClr val="003399"/>
                  </a:solidFill>
                </a:rPr>
                <a:t>;</a:t>
              </a:r>
              <a:endParaRPr lang="en-US" altLang="zh-CN" sz="2400" dirty="0">
                <a:solidFill>
                  <a:srgbClr val="003399"/>
                </a:solidFill>
              </a:endParaRPr>
            </a:p>
            <a:p>
              <a:pPr>
                <a:lnSpc>
                  <a:spcPct val="90000"/>
                </a:lnSpc>
                <a:spcBef>
                  <a:spcPct val="0"/>
                </a:spcBef>
              </a:pPr>
              <a:r>
                <a:rPr lang="en-US" altLang="zh-CN" sz="2400" dirty="0">
                  <a:solidFill>
                    <a:srgbClr val="003399"/>
                  </a:solidFill>
                </a:rPr>
                <a:t>} ;</a:t>
              </a:r>
              <a:endParaRPr lang="en-US" altLang="zh-CN" sz="2400" dirty="0">
                <a:solidFill>
                  <a:srgbClr val="003399"/>
                </a:solidFill>
              </a:endParaRPr>
            </a:p>
            <a:p>
              <a:pPr>
                <a:lnSpc>
                  <a:spcPct val="90000"/>
                </a:lnSpc>
                <a:spcBef>
                  <a:spcPct val="0"/>
                </a:spcBef>
              </a:pPr>
              <a:r>
                <a:rPr lang="en-US" altLang="zh-CN" sz="2400" dirty="0" err="1">
                  <a:solidFill>
                    <a:srgbClr val="003399"/>
                  </a:solidFill>
                </a:rPr>
                <a:t>typedef</a:t>
              </a:r>
              <a:r>
                <a:rPr lang="en-US" altLang="zh-CN" sz="2400" dirty="0">
                  <a:solidFill>
                    <a:srgbClr val="003399"/>
                  </a:solidFill>
                </a:rPr>
                <a:t>  </a:t>
              </a:r>
              <a:r>
                <a:rPr lang="en-US" altLang="zh-CN" sz="2400" dirty="0" err="1">
                  <a:solidFill>
                    <a:srgbClr val="003399"/>
                  </a:solidFill>
                </a:rPr>
                <a:t>struct</a:t>
              </a:r>
              <a:r>
                <a:rPr lang="en-US" altLang="zh-CN" sz="2400" dirty="0">
                  <a:solidFill>
                    <a:srgbClr val="003399"/>
                  </a:solidFill>
                </a:rPr>
                <a:t> node  *</a:t>
              </a:r>
              <a:r>
                <a:rPr lang="en-US" altLang="zh-CN" sz="2400" dirty="0" err="1">
                  <a:solidFill>
                    <a:srgbClr val="FF3300"/>
                  </a:solidFill>
                </a:rPr>
                <a:t>DNodeptr</a:t>
              </a:r>
              <a:r>
                <a:rPr lang="en-US" altLang="zh-CN" sz="2400" dirty="0">
                  <a:solidFill>
                    <a:srgbClr val="003399"/>
                  </a:solidFill>
                </a:rPr>
                <a:t>;</a:t>
              </a:r>
              <a:endParaRPr lang="en-US" altLang="zh-CN" sz="2400" dirty="0">
                <a:solidFill>
                  <a:srgbClr val="003399"/>
                </a:solidFill>
              </a:endParaRPr>
            </a:p>
            <a:p>
              <a:pPr>
                <a:lnSpc>
                  <a:spcPct val="90000"/>
                </a:lnSpc>
                <a:spcBef>
                  <a:spcPct val="0"/>
                </a:spcBef>
              </a:pPr>
              <a:r>
                <a:rPr lang="en-US" altLang="zh-CN" sz="2400" dirty="0" err="1">
                  <a:solidFill>
                    <a:srgbClr val="003399"/>
                  </a:solidFill>
                </a:rPr>
                <a:t>typedef</a:t>
              </a:r>
              <a:r>
                <a:rPr lang="en-US" altLang="zh-CN" sz="2400" dirty="0">
                  <a:solidFill>
                    <a:srgbClr val="003399"/>
                  </a:solidFill>
                </a:rPr>
                <a:t>  </a:t>
              </a:r>
              <a:r>
                <a:rPr lang="en-US" altLang="zh-CN" sz="2400" dirty="0" err="1">
                  <a:solidFill>
                    <a:srgbClr val="003399"/>
                  </a:solidFill>
                </a:rPr>
                <a:t>struct</a:t>
              </a:r>
              <a:r>
                <a:rPr lang="en-US" altLang="zh-CN" sz="2400" dirty="0">
                  <a:solidFill>
                    <a:srgbClr val="003399"/>
                  </a:solidFill>
                </a:rPr>
                <a:t> node </a:t>
              </a:r>
              <a:r>
                <a:rPr lang="en-US" altLang="zh-CN" sz="2400" dirty="0" err="1">
                  <a:solidFill>
                    <a:srgbClr val="FF3300"/>
                  </a:solidFill>
                </a:rPr>
                <a:t>DNode</a:t>
              </a:r>
              <a:r>
                <a:rPr lang="en-US" altLang="zh-CN" sz="2400" dirty="0">
                  <a:solidFill>
                    <a:srgbClr val="FF3300"/>
                  </a:solidFill>
                </a:rPr>
                <a:t>;</a:t>
              </a:r>
              <a:endParaRPr lang="en-US" altLang="zh-CN" sz="2400" dirty="0">
                <a:solidFill>
                  <a:srgbClr val="FF3300"/>
                </a:solidFill>
              </a:endParaRPr>
            </a:p>
          </p:txBody>
        </p:sp>
        <p:sp>
          <p:nvSpPr>
            <p:cNvPr id="51205" name="Oval 165"/>
            <p:cNvSpPr>
              <a:spLocks noChangeArrowheads="1"/>
            </p:cNvSpPr>
            <p:nvPr/>
          </p:nvSpPr>
          <p:spPr bwMode="auto">
            <a:xfrm rot="-383283">
              <a:off x="793" y="1336"/>
              <a:ext cx="1676" cy="384"/>
            </a:xfrm>
            <a:prstGeom prst="ellipse">
              <a:avLst/>
            </a:prstGeom>
            <a:solidFill>
              <a:srgbClr val="CCFFFF"/>
            </a:solidFill>
            <a:ln w="12700" cap="sq">
              <a:noFill/>
              <a:round/>
              <a:headEnd type="none" w="sm" len="sm"/>
              <a:tailEnd type="none" w="sm" len="sm"/>
            </a:ln>
            <a:effectLst>
              <a:outerShdw dist="63500" dir="2212194" algn="ctr" rotWithShape="0">
                <a:srgbClr val="C0C0C0"/>
              </a:outerShdw>
            </a:effectLst>
          </p:spPr>
          <p:txBody>
            <a:bodyPr wrap="none" anchor="ctr"/>
            <a:lstStyle/>
            <a:p>
              <a:endParaRPr lang="zh-CN" altLang="en-US"/>
            </a:p>
          </p:txBody>
        </p:sp>
        <p:sp>
          <p:nvSpPr>
            <p:cNvPr id="51206" name="Text Box 166"/>
            <p:cNvSpPr txBox="1">
              <a:spLocks noChangeArrowheads="1"/>
            </p:cNvSpPr>
            <p:nvPr/>
          </p:nvSpPr>
          <p:spPr bwMode="auto">
            <a:xfrm rot="21151543">
              <a:off x="586" y="1205"/>
              <a:ext cx="2055" cy="538"/>
            </a:xfrm>
            <a:prstGeom prst="rect">
              <a:avLst/>
            </a:prstGeom>
            <a:noFill/>
            <a:ln w="12700" cap="sq">
              <a:noFill/>
              <a:miter lim="800000"/>
            </a:ln>
            <a:effectLst>
              <a:outerShdw dist="17961" dir="2700000" algn="ctr" rotWithShape="0">
                <a:schemeClr val="bg1"/>
              </a:outerShdw>
            </a:effectLst>
          </p:spPr>
          <p:txBody>
            <a:bodyPr wrap="none">
              <a:spAutoFit/>
            </a:bodyPr>
            <a:lstStyle/>
            <a:p>
              <a:pPr>
                <a:spcBef>
                  <a:spcPct val="0"/>
                </a:spcBef>
              </a:pPr>
              <a:r>
                <a:rPr lang="zh-CN" altLang="en-US" sz="6000">
                  <a:solidFill>
                    <a:srgbClr val="FF3300"/>
                  </a:solidFill>
                  <a:ea typeface="华文新魏" pitchFamily="2" charset="-122"/>
                </a:rPr>
                <a:t>类型定义</a:t>
              </a:r>
              <a:endParaRPr lang="zh-CN" altLang="en-US" sz="6000">
                <a:solidFill>
                  <a:srgbClr val="FF3300"/>
                </a:solidFill>
                <a:ea typeface="华文新魏"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bwMode="auto">
          <a:xfrm>
            <a:off x="1847528" y="1838325"/>
            <a:ext cx="6954838" cy="1590675"/>
            <a:chOff x="563" y="572"/>
            <a:chExt cx="4381" cy="1002"/>
          </a:xfrm>
        </p:grpSpPr>
        <p:sp>
          <p:nvSpPr>
            <p:cNvPr id="50255" name="Line 3"/>
            <p:cNvSpPr>
              <a:spLocks noChangeShapeType="1"/>
            </p:cNvSpPr>
            <p:nvPr/>
          </p:nvSpPr>
          <p:spPr bwMode="auto">
            <a:xfrm>
              <a:off x="1419" y="1052"/>
              <a:ext cx="336"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50256" name="Line 4"/>
            <p:cNvSpPr>
              <a:spLocks noChangeShapeType="1"/>
            </p:cNvSpPr>
            <p:nvPr/>
          </p:nvSpPr>
          <p:spPr bwMode="auto">
            <a:xfrm>
              <a:off x="2242" y="1052"/>
              <a:ext cx="336"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50257" name="Line 5"/>
            <p:cNvSpPr>
              <a:spLocks noChangeShapeType="1"/>
            </p:cNvSpPr>
            <p:nvPr/>
          </p:nvSpPr>
          <p:spPr bwMode="auto">
            <a:xfrm>
              <a:off x="3974" y="1052"/>
              <a:ext cx="336"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50258" name="Line 6"/>
            <p:cNvSpPr>
              <a:spLocks noChangeShapeType="1"/>
            </p:cNvSpPr>
            <p:nvPr/>
          </p:nvSpPr>
          <p:spPr bwMode="auto">
            <a:xfrm>
              <a:off x="3132" y="1052"/>
              <a:ext cx="336" cy="0"/>
            </a:xfrm>
            <a:prstGeom prst="line">
              <a:avLst/>
            </a:prstGeom>
            <a:noFill/>
            <a:ln w="19050" cap="sq">
              <a:solidFill>
                <a:schemeClr val="tx1"/>
              </a:solidFill>
              <a:round/>
              <a:tailEnd type="triangle" w="med" len="med"/>
            </a:ln>
          </p:spPr>
          <p:txBody>
            <a:bodyPr wrap="none" anchor="ctr"/>
            <a:lstStyle/>
            <a:p>
              <a:endParaRPr lang="zh-CN" altLang="en-US"/>
            </a:p>
          </p:txBody>
        </p:sp>
        <p:grpSp>
          <p:nvGrpSpPr>
            <p:cNvPr id="3" name="Group 7"/>
            <p:cNvGrpSpPr/>
            <p:nvPr/>
          </p:nvGrpSpPr>
          <p:grpSpPr bwMode="auto">
            <a:xfrm>
              <a:off x="931" y="956"/>
              <a:ext cx="580" cy="240"/>
              <a:chOff x="775" y="1056"/>
              <a:chExt cx="580" cy="240"/>
            </a:xfrm>
          </p:grpSpPr>
          <p:sp>
            <p:nvSpPr>
              <p:cNvPr id="50282" name="Rectangle 8"/>
              <p:cNvSpPr>
                <a:spLocks noChangeArrowheads="1"/>
              </p:cNvSpPr>
              <p:nvPr/>
            </p:nvSpPr>
            <p:spPr bwMode="auto">
              <a:xfrm>
                <a:off x="923" y="1056"/>
                <a:ext cx="288" cy="240"/>
              </a:xfrm>
              <a:prstGeom prst="rect">
                <a:avLst/>
              </a:prstGeom>
              <a:noFill/>
              <a:ln w="25400" cap="sq">
                <a:solidFill>
                  <a:srgbClr val="000099"/>
                </a:solidFill>
                <a:miter lim="800000"/>
              </a:ln>
            </p:spPr>
            <p:txBody>
              <a:bodyPr wrap="none" anchor="ctr"/>
              <a:lstStyle/>
              <a:p>
                <a:endParaRPr lang="zh-CN" altLang="en-US"/>
              </a:p>
            </p:txBody>
          </p:sp>
          <p:sp>
            <p:nvSpPr>
              <p:cNvPr id="50283" name="Rectangle 9"/>
              <p:cNvSpPr>
                <a:spLocks noChangeArrowheads="1"/>
              </p:cNvSpPr>
              <p:nvPr/>
            </p:nvSpPr>
            <p:spPr bwMode="auto">
              <a:xfrm>
                <a:off x="1211" y="1056"/>
                <a:ext cx="144" cy="240"/>
              </a:xfrm>
              <a:prstGeom prst="rect">
                <a:avLst/>
              </a:prstGeom>
              <a:noFill/>
              <a:ln w="25400" cap="sq">
                <a:solidFill>
                  <a:srgbClr val="000099"/>
                </a:solidFill>
                <a:miter lim="800000"/>
              </a:ln>
            </p:spPr>
            <p:txBody>
              <a:bodyPr wrap="none" anchor="ctr"/>
              <a:lstStyle/>
              <a:p>
                <a:endParaRPr lang="zh-CN" altLang="en-US"/>
              </a:p>
            </p:txBody>
          </p:sp>
          <p:sp>
            <p:nvSpPr>
              <p:cNvPr id="50284" name="Rectangle 10"/>
              <p:cNvSpPr>
                <a:spLocks noChangeArrowheads="1"/>
              </p:cNvSpPr>
              <p:nvPr/>
            </p:nvSpPr>
            <p:spPr bwMode="auto">
              <a:xfrm>
                <a:off x="775" y="1056"/>
                <a:ext cx="144" cy="240"/>
              </a:xfrm>
              <a:prstGeom prst="rect">
                <a:avLst/>
              </a:prstGeom>
              <a:noFill/>
              <a:ln w="25400" cap="sq">
                <a:solidFill>
                  <a:srgbClr val="000099"/>
                </a:solidFill>
                <a:miter lim="800000"/>
              </a:ln>
            </p:spPr>
            <p:txBody>
              <a:bodyPr wrap="none" anchor="ctr"/>
              <a:lstStyle/>
              <a:p>
                <a:endParaRPr lang="zh-CN" altLang="en-US"/>
              </a:p>
            </p:txBody>
          </p:sp>
        </p:grpSp>
        <p:grpSp>
          <p:nvGrpSpPr>
            <p:cNvPr id="4" name="Group 11"/>
            <p:cNvGrpSpPr/>
            <p:nvPr/>
          </p:nvGrpSpPr>
          <p:grpSpPr bwMode="auto">
            <a:xfrm>
              <a:off x="1758" y="956"/>
              <a:ext cx="580" cy="240"/>
              <a:chOff x="775" y="1056"/>
              <a:chExt cx="580" cy="240"/>
            </a:xfrm>
          </p:grpSpPr>
          <p:sp>
            <p:nvSpPr>
              <p:cNvPr id="50279" name="Rectangle 12"/>
              <p:cNvSpPr>
                <a:spLocks noChangeArrowheads="1"/>
              </p:cNvSpPr>
              <p:nvPr/>
            </p:nvSpPr>
            <p:spPr bwMode="auto">
              <a:xfrm>
                <a:off x="923" y="1056"/>
                <a:ext cx="288" cy="240"/>
              </a:xfrm>
              <a:prstGeom prst="rect">
                <a:avLst/>
              </a:prstGeom>
              <a:noFill/>
              <a:ln w="25400" cap="sq">
                <a:solidFill>
                  <a:srgbClr val="000099"/>
                </a:solidFill>
                <a:miter lim="800000"/>
              </a:ln>
            </p:spPr>
            <p:txBody>
              <a:bodyPr wrap="none" anchor="ctr"/>
              <a:lstStyle/>
              <a:p>
                <a:endParaRPr lang="zh-CN" altLang="en-US"/>
              </a:p>
            </p:txBody>
          </p:sp>
          <p:sp>
            <p:nvSpPr>
              <p:cNvPr id="50280" name="Rectangle 13"/>
              <p:cNvSpPr>
                <a:spLocks noChangeArrowheads="1"/>
              </p:cNvSpPr>
              <p:nvPr/>
            </p:nvSpPr>
            <p:spPr bwMode="auto">
              <a:xfrm>
                <a:off x="1211" y="1056"/>
                <a:ext cx="144" cy="240"/>
              </a:xfrm>
              <a:prstGeom prst="rect">
                <a:avLst/>
              </a:prstGeom>
              <a:noFill/>
              <a:ln w="25400" cap="sq">
                <a:solidFill>
                  <a:srgbClr val="000099"/>
                </a:solidFill>
                <a:miter lim="800000"/>
              </a:ln>
            </p:spPr>
            <p:txBody>
              <a:bodyPr wrap="none" anchor="ctr"/>
              <a:lstStyle/>
              <a:p>
                <a:endParaRPr lang="zh-CN" altLang="en-US"/>
              </a:p>
            </p:txBody>
          </p:sp>
          <p:sp>
            <p:nvSpPr>
              <p:cNvPr id="50281" name="Rectangle 14"/>
              <p:cNvSpPr>
                <a:spLocks noChangeArrowheads="1"/>
              </p:cNvSpPr>
              <p:nvPr/>
            </p:nvSpPr>
            <p:spPr bwMode="auto">
              <a:xfrm>
                <a:off x="775" y="1056"/>
                <a:ext cx="144" cy="240"/>
              </a:xfrm>
              <a:prstGeom prst="rect">
                <a:avLst/>
              </a:prstGeom>
              <a:noFill/>
              <a:ln w="25400" cap="sq">
                <a:solidFill>
                  <a:srgbClr val="000099"/>
                </a:solidFill>
                <a:miter lim="800000"/>
              </a:ln>
            </p:spPr>
            <p:txBody>
              <a:bodyPr wrap="none" anchor="ctr"/>
              <a:lstStyle/>
              <a:p>
                <a:endParaRPr lang="zh-CN" altLang="en-US"/>
              </a:p>
            </p:txBody>
          </p:sp>
        </p:grpSp>
        <p:grpSp>
          <p:nvGrpSpPr>
            <p:cNvPr id="5" name="Group 15"/>
            <p:cNvGrpSpPr/>
            <p:nvPr/>
          </p:nvGrpSpPr>
          <p:grpSpPr bwMode="auto">
            <a:xfrm>
              <a:off x="3486" y="956"/>
              <a:ext cx="580" cy="240"/>
              <a:chOff x="775" y="1056"/>
              <a:chExt cx="580" cy="240"/>
            </a:xfrm>
          </p:grpSpPr>
          <p:sp>
            <p:nvSpPr>
              <p:cNvPr id="50276" name="Rectangle 16"/>
              <p:cNvSpPr>
                <a:spLocks noChangeArrowheads="1"/>
              </p:cNvSpPr>
              <p:nvPr/>
            </p:nvSpPr>
            <p:spPr bwMode="auto">
              <a:xfrm>
                <a:off x="923" y="1056"/>
                <a:ext cx="288" cy="240"/>
              </a:xfrm>
              <a:prstGeom prst="rect">
                <a:avLst/>
              </a:prstGeom>
              <a:noFill/>
              <a:ln w="25400" cap="sq">
                <a:solidFill>
                  <a:srgbClr val="000099"/>
                </a:solidFill>
                <a:miter lim="800000"/>
              </a:ln>
            </p:spPr>
            <p:txBody>
              <a:bodyPr wrap="none" anchor="ctr"/>
              <a:lstStyle/>
              <a:p>
                <a:endParaRPr lang="zh-CN" altLang="en-US"/>
              </a:p>
            </p:txBody>
          </p:sp>
          <p:sp>
            <p:nvSpPr>
              <p:cNvPr id="50277" name="Rectangle 17"/>
              <p:cNvSpPr>
                <a:spLocks noChangeArrowheads="1"/>
              </p:cNvSpPr>
              <p:nvPr/>
            </p:nvSpPr>
            <p:spPr bwMode="auto">
              <a:xfrm>
                <a:off x="1211" y="1056"/>
                <a:ext cx="144" cy="240"/>
              </a:xfrm>
              <a:prstGeom prst="rect">
                <a:avLst/>
              </a:prstGeom>
              <a:noFill/>
              <a:ln w="25400" cap="sq">
                <a:solidFill>
                  <a:srgbClr val="000099"/>
                </a:solidFill>
                <a:miter lim="800000"/>
              </a:ln>
            </p:spPr>
            <p:txBody>
              <a:bodyPr wrap="none" anchor="ctr"/>
              <a:lstStyle/>
              <a:p>
                <a:endParaRPr lang="zh-CN" altLang="en-US"/>
              </a:p>
            </p:txBody>
          </p:sp>
          <p:sp>
            <p:nvSpPr>
              <p:cNvPr id="50278" name="Rectangle 18"/>
              <p:cNvSpPr>
                <a:spLocks noChangeArrowheads="1"/>
              </p:cNvSpPr>
              <p:nvPr/>
            </p:nvSpPr>
            <p:spPr bwMode="auto">
              <a:xfrm>
                <a:off x="775" y="1056"/>
                <a:ext cx="144" cy="240"/>
              </a:xfrm>
              <a:prstGeom prst="rect">
                <a:avLst/>
              </a:prstGeom>
              <a:noFill/>
              <a:ln w="25400" cap="sq">
                <a:solidFill>
                  <a:srgbClr val="000099"/>
                </a:solidFill>
                <a:miter lim="800000"/>
              </a:ln>
            </p:spPr>
            <p:txBody>
              <a:bodyPr wrap="none" anchor="ctr"/>
              <a:lstStyle/>
              <a:p>
                <a:endParaRPr lang="zh-CN" altLang="en-US"/>
              </a:p>
            </p:txBody>
          </p:sp>
        </p:grpSp>
        <p:grpSp>
          <p:nvGrpSpPr>
            <p:cNvPr id="6" name="Group 19"/>
            <p:cNvGrpSpPr/>
            <p:nvPr/>
          </p:nvGrpSpPr>
          <p:grpSpPr bwMode="auto">
            <a:xfrm>
              <a:off x="4313" y="956"/>
              <a:ext cx="580" cy="240"/>
              <a:chOff x="775" y="1056"/>
              <a:chExt cx="580" cy="240"/>
            </a:xfrm>
          </p:grpSpPr>
          <p:sp>
            <p:nvSpPr>
              <p:cNvPr id="50273" name="Rectangle 20"/>
              <p:cNvSpPr>
                <a:spLocks noChangeArrowheads="1"/>
              </p:cNvSpPr>
              <p:nvPr/>
            </p:nvSpPr>
            <p:spPr bwMode="auto">
              <a:xfrm>
                <a:off x="923" y="1056"/>
                <a:ext cx="288" cy="240"/>
              </a:xfrm>
              <a:prstGeom prst="rect">
                <a:avLst/>
              </a:prstGeom>
              <a:noFill/>
              <a:ln w="25400" cap="sq">
                <a:solidFill>
                  <a:srgbClr val="000099"/>
                </a:solidFill>
                <a:miter lim="800000"/>
              </a:ln>
            </p:spPr>
            <p:txBody>
              <a:bodyPr wrap="none" anchor="ctr"/>
              <a:lstStyle/>
              <a:p>
                <a:endParaRPr lang="zh-CN" altLang="en-US"/>
              </a:p>
            </p:txBody>
          </p:sp>
          <p:sp>
            <p:nvSpPr>
              <p:cNvPr id="50274" name="Rectangle 21"/>
              <p:cNvSpPr>
                <a:spLocks noChangeArrowheads="1"/>
              </p:cNvSpPr>
              <p:nvPr/>
            </p:nvSpPr>
            <p:spPr bwMode="auto">
              <a:xfrm>
                <a:off x="1211" y="1056"/>
                <a:ext cx="144" cy="240"/>
              </a:xfrm>
              <a:prstGeom prst="rect">
                <a:avLst/>
              </a:prstGeom>
              <a:noFill/>
              <a:ln w="25400" cap="sq">
                <a:solidFill>
                  <a:srgbClr val="000099"/>
                </a:solidFill>
                <a:miter lim="800000"/>
              </a:ln>
            </p:spPr>
            <p:txBody>
              <a:bodyPr wrap="none" anchor="ctr"/>
              <a:lstStyle/>
              <a:p>
                <a:endParaRPr lang="zh-CN" altLang="en-US"/>
              </a:p>
            </p:txBody>
          </p:sp>
          <p:sp>
            <p:nvSpPr>
              <p:cNvPr id="50275" name="Rectangle 22"/>
              <p:cNvSpPr>
                <a:spLocks noChangeArrowheads="1"/>
              </p:cNvSpPr>
              <p:nvPr/>
            </p:nvSpPr>
            <p:spPr bwMode="auto">
              <a:xfrm>
                <a:off x="775" y="1056"/>
                <a:ext cx="144" cy="240"/>
              </a:xfrm>
              <a:prstGeom prst="rect">
                <a:avLst/>
              </a:prstGeom>
              <a:noFill/>
              <a:ln w="25400" cap="sq">
                <a:solidFill>
                  <a:srgbClr val="000099"/>
                </a:solidFill>
                <a:miter lim="800000"/>
              </a:ln>
            </p:spPr>
            <p:txBody>
              <a:bodyPr wrap="none" anchor="ctr"/>
              <a:lstStyle/>
              <a:p>
                <a:endParaRPr lang="zh-CN" altLang="en-US"/>
              </a:p>
            </p:txBody>
          </p:sp>
        </p:grpSp>
        <p:sp>
          <p:nvSpPr>
            <p:cNvPr id="50263" name="Line 23"/>
            <p:cNvSpPr>
              <a:spLocks noChangeShapeType="1"/>
            </p:cNvSpPr>
            <p:nvPr/>
          </p:nvSpPr>
          <p:spPr bwMode="auto">
            <a:xfrm flipH="1">
              <a:off x="1500" y="1148"/>
              <a:ext cx="336"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50264" name="Line 24"/>
            <p:cNvSpPr>
              <a:spLocks noChangeShapeType="1"/>
            </p:cNvSpPr>
            <p:nvPr/>
          </p:nvSpPr>
          <p:spPr bwMode="auto">
            <a:xfrm flipH="1">
              <a:off x="2338" y="1148"/>
              <a:ext cx="336"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50265" name="Line 25"/>
            <p:cNvSpPr>
              <a:spLocks noChangeShapeType="1"/>
            </p:cNvSpPr>
            <p:nvPr/>
          </p:nvSpPr>
          <p:spPr bwMode="auto">
            <a:xfrm flipH="1">
              <a:off x="3228" y="1148"/>
              <a:ext cx="336"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50266" name="Line 26"/>
            <p:cNvSpPr>
              <a:spLocks noChangeShapeType="1"/>
            </p:cNvSpPr>
            <p:nvPr/>
          </p:nvSpPr>
          <p:spPr bwMode="auto">
            <a:xfrm flipH="1">
              <a:off x="4092" y="1137"/>
              <a:ext cx="336"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50267" name="Rectangle 27"/>
            <p:cNvSpPr>
              <a:spLocks noChangeArrowheads="1"/>
            </p:cNvSpPr>
            <p:nvPr/>
          </p:nvSpPr>
          <p:spPr bwMode="auto">
            <a:xfrm>
              <a:off x="2802" y="908"/>
              <a:ext cx="275" cy="291"/>
            </a:xfrm>
            <a:prstGeom prst="rect">
              <a:avLst/>
            </a:prstGeom>
            <a:noFill/>
            <a:ln w="12700" cap="sq">
              <a:noFill/>
              <a:miter lim="800000"/>
            </a:ln>
          </p:spPr>
          <p:txBody>
            <a:bodyPr wrap="none">
              <a:spAutoFit/>
            </a:bodyPr>
            <a:lstStyle/>
            <a:p>
              <a:pPr algn="ctr"/>
              <a:r>
                <a:rPr lang="zh-CN" altLang="en-US" sz="2400" dirty="0">
                  <a:ea typeface="宋体" pitchFamily="2" charset="-122"/>
                  <a:cs typeface="Times New Roman" panose="02020503050405090304" pitchFamily="18" charset="0"/>
                </a:rPr>
                <a:t>…</a:t>
              </a:r>
              <a:endParaRPr lang="zh-CN" altLang="en-US" sz="2400" dirty="0">
                <a:ea typeface="宋体" pitchFamily="2" charset="-122"/>
                <a:cs typeface="Times New Roman" panose="02020503050405090304" pitchFamily="18" charset="0"/>
              </a:endParaRPr>
            </a:p>
          </p:txBody>
        </p:sp>
        <p:sp>
          <p:nvSpPr>
            <p:cNvPr id="50268" name="Text Box 28"/>
            <p:cNvSpPr txBox="1">
              <a:spLocks noChangeArrowheads="1"/>
            </p:cNvSpPr>
            <p:nvPr/>
          </p:nvSpPr>
          <p:spPr bwMode="auto">
            <a:xfrm>
              <a:off x="902" y="919"/>
              <a:ext cx="228" cy="407"/>
            </a:xfrm>
            <a:prstGeom prst="rect">
              <a:avLst/>
            </a:prstGeom>
            <a:noFill/>
            <a:ln w="12700" cap="sq">
              <a:noFill/>
              <a:miter lim="800000"/>
            </a:ln>
          </p:spPr>
          <p:txBody>
            <a:bodyPr wrap="none">
              <a:spAutoFit/>
            </a:bodyPr>
            <a:lstStyle/>
            <a:p>
              <a:pPr algn="ctr"/>
              <a:r>
                <a:rPr lang="zh-CN" altLang="en-US" sz="3600" dirty="0"/>
                <a:t>^</a:t>
              </a:r>
              <a:endParaRPr lang="zh-CN" altLang="en-US" sz="3600" dirty="0"/>
            </a:p>
          </p:txBody>
        </p:sp>
        <p:sp>
          <p:nvSpPr>
            <p:cNvPr id="50269" name="Text Box 29"/>
            <p:cNvSpPr txBox="1">
              <a:spLocks noChangeArrowheads="1"/>
            </p:cNvSpPr>
            <p:nvPr/>
          </p:nvSpPr>
          <p:spPr bwMode="auto">
            <a:xfrm>
              <a:off x="4716" y="934"/>
              <a:ext cx="228" cy="407"/>
            </a:xfrm>
            <a:prstGeom prst="rect">
              <a:avLst/>
            </a:prstGeom>
            <a:noFill/>
            <a:ln w="12700" cap="sq">
              <a:noFill/>
              <a:miter lim="800000"/>
            </a:ln>
          </p:spPr>
          <p:txBody>
            <a:bodyPr wrap="none">
              <a:spAutoFit/>
            </a:bodyPr>
            <a:lstStyle/>
            <a:p>
              <a:pPr algn="ctr"/>
              <a:r>
                <a:rPr lang="zh-CN" altLang="en-US" sz="3600" dirty="0"/>
                <a:t>^</a:t>
              </a:r>
              <a:endParaRPr lang="zh-CN" altLang="en-US" sz="3600" dirty="0"/>
            </a:p>
          </p:txBody>
        </p:sp>
        <p:sp>
          <p:nvSpPr>
            <p:cNvPr id="50270" name="Rectangle 30"/>
            <p:cNvSpPr>
              <a:spLocks noChangeArrowheads="1"/>
            </p:cNvSpPr>
            <p:nvPr/>
          </p:nvSpPr>
          <p:spPr bwMode="auto">
            <a:xfrm>
              <a:off x="563" y="572"/>
              <a:ext cx="294" cy="271"/>
            </a:xfrm>
            <a:prstGeom prst="rect">
              <a:avLst/>
            </a:prstGeom>
            <a:noFill/>
            <a:ln w="12700" cap="sq">
              <a:noFill/>
              <a:miter lim="800000"/>
            </a:ln>
          </p:spPr>
          <p:txBody>
            <a:bodyPr wrap="none">
              <a:spAutoFit/>
            </a:bodyPr>
            <a:lstStyle/>
            <a:p>
              <a:pPr algn="ctr"/>
              <a:r>
                <a:rPr lang="en-US" altLang="zh-CN" sz="2200">
                  <a:solidFill>
                    <a:srgbClr val="FF3300"/>
                  </a:solidFill>
                  <a:ea typeface="宋体" pitchFamily="2" charset="-122"/>
                </a:rPr>
                <a:t>list</a:t>
              </a:r>
              <a:endParaRPr lang="en-US" altLang="zh-CN" sz="2200">
                <a:solidFill>
                  <a:srgbClr val="FF3300"/>
                </a:solidFill>
                <a:ea typeface="宋体" pitchFamily="2" charset="-122"/>
              </a:endParaRPr>
            </a:p>
          </p:txBody>
        </p:sp>
        <p:sp>
          <p:nvSpPr>
            <p:cNvPr id="50271" name="Line 31"/>
            <p:cNvSpPr>
              <a:spLocks noChangeShapeType="1"/>
            </p:cNvSpPr>
            <p:nvPr/>
          </p:nvSpPr>
          <p:spPr bwMode="auto">
            <a:xfrm>
              <a:off x="780" y="812"/>
              <a:ext cx="144" cy="144"/>
            </a:xfrm>
            <a:prstGeom prst="line">
              <a:avLst/>
            </a:prstGeom>
            <a:noFill/>
            <a:ln w="19050" cap="sq">
              <a:solidFill>
                <a:schemeClr val="accent2"/>
              </a:solidFill>
              <a:round/>
              <a:tailEnd type="triangle" w="med" len="med"/>
            </a:ln>
          </p:spPr>
          <p:txBody>
            <a:bodyPr wrap="none" anchor="ctr"/>
            <a:lstStyle/>
            <a:p>
              <a:endParaRPr lang="zh-CN" altLang="en-US"/>
            </a:p>
          </p:txBody>
        </p:sp>
        <p:sp>
          <p:nvSpPr>
            <p:cNvPr id="50272" name="Text Box 32"/>
            <p:cNvSpPr txBox="1">
              <a:spLocks noChangeArrowheads="1"/>
            </p:cNvSpPr>
            <p:nvPr/>
          </p:nvSpPr>
          <p:spPr bwMode="auto">
            <a:xfrm>
              <a:off x="1980" y="1244"/>
              <a:ext cx="2261" cy="330"/>
            </a:xfrm>
            <a:prstGeom prst="rect">
              <a:avLst/>
            </a:prstGeom>
            <a:noFill/>
            <a:ln w="12700" cap="sq">
              <a:noFill/>
              <a:miter lim="800000"/>
            </a:ln>
          </p:spPr>
          <p:txBody>
            <a:bodyPr>
              <a:spAutoFit/>
            </a:bodyPr>
            <a:lstStyle/>
            <a:p>
              <a:pPr>
                <a:spcBef>
                  <a:spcPct val="0"/>
                </a:spcBef>
              </a:pPr>
              <a:r>
                <a:rPr lang="zh-CN" altLang="en-US" sz="2800" dirty="0">
                  <a:solidFill>
                    <a:srgbClr val="000066"/>
                  </a:solidFill>
                  <a:ea typeface="幼圆" pitchFamily="49" charset="-122"/>
                </a:rPr>
                <a:t>双向链表</a:t>
              </a:r>
              <a:endParaRPr lang="zh-CN" altLang="en-US" sz="2800" dirty="0">
                <a:solidFill>
                  <a:srgbClr val="000066"/>
                </a:solidFill>
                <a:ea typeface="幼圆" pitchFamily="49" charset="-122"/>
              </a:endParaRPr>
            </a:p>
          </p:txBody>
        </p:sp>
      </p:grpSp>
      <p:grpSp>
        <p:nvGrpSpPr>
          <p:cNvPr id="7" name="Group 33"/>
          <p:cNvGrpSpPr/>
          <p:nvPr/>
        </p:nvGrpSpPr>
        <p:grpSpPr bwMode="auto">
          <a:xfrm>
            <a:off x="1947541" y="3614738"/>
            <a:ext cx="7107238" cy="1819275"/>
            <a:chOff x="626" y="1691"/>
            <a:chExt cx="4477" cy="1146"/>
          </a:xfrm>
        </p:grpSpPr>
        <p:sp>
          <p:nvSpPr>
            <p:cNvPr id="50219" name="Line 34"/>
            <p:cNvSpPr>
              <a:spLocks noChangeShapeType="1"/>
            </p:cNvSpPr>
            <p:nvPr/>
          </p:nvSpPr>
          <p:spPr bwMode="auto">
            <a:xfrm>
              <a:off x="1482" y="2171"/>
              <a:ext cx="336"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50220" name="Line 35"/>
            <p:cNvSpPr>
              <a:spLocks noChangeShapeType="1"/>
            </p:cNvSpPr>
            <p:nvPr/>
          </p:nvSpPr>
          <p:spPr bwMode="auto">
            <a:xfrm>
              <a:off x="2305" y="2171"/>
              <a:ext cx="336"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50221" name="Line 36"/>
            <p:cNvSpPr>
              <a:spLocks noChangeShapeType="1"/>
            </p:cNvSpPr>
            <p:nvPr/>
          </p:nvSpPr>
          <p:spPr bwMode="auto">
            <a:xfrm>
              <a:off x="4037" y="2171"/>
              <a:ext cx="336"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50222" name="Line 37"/>
            <p:cNvSpPr>
              <a:spLocks noChangeShapeType="1"/>
            </p:cNvSpPr>
            <p:nvPr/>
          </p:nvSpPr>
          <p:spPr bwMode="auto">
            <a:xfrm>
              <a:off x="3195" y="2171"/>
              <a:ext cx="336" cy="0"/>
            </a:xfrm>
            <a:prstGeom prst="line">
              <a:avLst/>
            </a:prstGeom>
            <a:noFill/>
            <a:ln w="19050" cap="sq">
              <a:solidFill>
                <a:schemeClr val="tx1"/>
              </a:solidFill>
              <a:round/>
              <a:tailEnd type="triangle" w="med" len="med"/>
            </a:ln>
          </p:spPr>
          <p:txBody>
            <a:bodyPr wrap="none" anchor="ctr"/>
            <a:lstStyle/>
            <a:p>
              <a:endParaRPr lang="zh-CN" altLang="en-US"/>
            </a:p>
          </p:txBody>
        </p:sp>
        <p:grpSp>
          <p:nvGrpSpPr>
            <p:cNvPr id="8" name="Group 38"/>
            <p:cNvGrpSpPr/>
            <p:nvPr/>
          </p:nvGrpSpPr>
          <p:grpSpPr bwMode="auto">
            <a:xfrm>
              <a:off x="994" y="2075"/>
              <a:ext cx="580" cy="240"/>
              <a:chOff x="775" y="1056"/>
              <a:chExt cx="580" cy="240"/>
            </a:xfrm>
          </p:grpSpPr>
          <p:sp>
            <p:nvSpPr>
              <p:cNvPr id="50252" name="Rectangle 39"/>
              <p:cNvSpPr>
                <a:spLocks noChangeArrowheads="1"/>
              </p:cNvSpPr>
              <p:nvPr/>
            </p:nvSpPr>
            <p:spPr bwMode="auto">
              <a:xfrm>
                <a:off x="923" y="1056"/>
                <a:ext cx="288" cy="240"/>
              </a:xfrm>
              <a:prstGeom prst="rect">
                <a:avLst/>
              </a:prstGeom>
              <a:noFill/>
              <a:ln w="25400" cap="sq">
                <a:solidFill>
                  <a:srgbClr val="000099"/>
                </a:solidFill>
                <a:miter lim="800000"/>
              </a:ln>
            </p:spPr>
            <p:txBody>
              <a:bodyPr wrap="none" anchor="ctr"/>
              <a:lstStyle/>
              <a:p>
                <a:endParaRPr lang="zh-CN" altLang="en-US"/>
              </a:p>
            </p:txBody>
          </p:sp>
          <p:sp>
            <p:nvSpPr>
              <p:cNvPr id="50253" name="Rectangle 40"/>
              <p:cNvSpPr>
                <a:spLocks noChangeArrowheads="1"/>
              </p:cNvSpPr>
              <p:nvPr/>
            </p:nvSpPr>
            <p:spPr bwMode="auto">
              <a:xfrm>
                <a:off x="1211" y="1056"/>
                <a:ext cx="144" cy="240"/>
              </a:xfrm>
              <a:prstGeom prst="rect">
                <a:avLst/>
              </a:prstGeom>
              <a:noFill/>
              <a:ln w="25400" cap="sq">
                <a:solidFill>
                  <a:srgbClr val="000099"/>
                </a:solidFill>
                <a:miter lim="800000"/>
              </a:ln>
            </p:spPr>
            <p:txBody>
              <a:bodyPr wrap="none" anchor="ctr"/>
              <a:lstStyle/>
              <a:p>
                <a:endParaRPr lang="zh-CN" altLang="en-US"/>
              </a:p>
            </p:txBody>
          </p:sp>
          <p:sp>
            <p:nvSpPr>
              <p:cNvPr id="50254" name="Rectangle 41"/>
              <p:cNvSpPr>
                <a:spLocks noChangeArrowheads="1"/>
              </p:cNvSpPr>
              <p:nvPr/>
            </p:nvSpPr>
            <p:spPr bwMode="auto">
              <a:xfrm>
                <a:off x="775" y="1056"/>
                <a:ext cx="144" cy="240"/>
              </a:xfrm>
              <a:prstGeom prst="rect">
                <a:avLst/>
              </a:prstGeom>
              <a:noFill/>
              <a:ln w="25400" cap="sq">
                <a:solidFill>
                  <a:srgbClr val="000099"/>
                </a:solidFill>
                <a:miter lim="800000"/>
              </a:ln>
            </p:spPr>
            <p:txBody>
              <a:bodyPr wrap="none" anchor="ctr"/>
              <a:lstStyle/>
              <a:p>
                <a:endParaRPr lang="zh-CN" altLang="en-US"/>
              </a:p>
            </p:txBody>
          </p:sp>
        </p:grpSp>
        <p:grpSp>
          <p:nvGrpSpPr>
            <p:cNvPr id="9" name="Group 42"/>
            <p:cNvGrpSpPr/>
            <p:nvPr/>
          </p:nvGrpSpPr>
          <p:grpSpPr bwMode="auto">
            <a:xfrm>
              <a:off x="1821" y="2075"/>
              <a:ext cx="580" cy="240"/>
              <a:chOff x="775" y="1056"/>
              <a:chExt cx="580" cy="240"/>
            </a:xfrm>
          </p:grpSpPr>
          <p:sp>
            <p:nvSpPr>
              <p:cNvPr id="50249" name="Rectangle 43"/>
              <p:cNvSpPr>
                <a:spLocks noChangeArrowheads="1"/>
              </p:cNvSpPr>
              <p:nvPr/>
            </p:nvSpPr>
            <p:spPr bwMode="auto">
              <a:xfrm>
                <a:off x="923" y="1056"/>
                <a:ext cx="288" cy="240"/>
              </a:xfrm>
              <a:prstGeom prst="rect">
                <a:avLst/>
              </a:prstGeom>
              <a:noFill/>
              <a:ln w="25400" cap="sq">
                <a:solidFill>
                  <a:srgbClr val="000099"/>
                </a:solidFill>
                <a:miter lim="800000"/>
              </a:ln>
            </p:spPr>
            <p:txBody>
              <a:bodyPr wrap="none" anchor="ctr"/>
              <a:lstStyle/>
              <a:p>
                <a:endParaRPr lang="zh-CN" altLang="en-US"/>
              </a:p>
            </p:txBody>
          </p:sp>
          <p:sp>
            <p:nvSpPr>
              <p:cNvPr id="50250" name="Rectangle 44"/>
              <p:cNvSpPr>
                <a:spLocks noChangeArrowheads="1"/>
              </p:cNvSpPr>
              <p:nvPr/>
            </p:nvSpPr>
            <p:spPr bwMode="auto">
              <a:xfrm>
                <a:off x="1211" y="1056"/>
                <a:ext cx="144" cy="240"/>
              </a:xfrm>
              <a:prstGeom prst="rect">
                <a:avLst/>
              </a:prstGeom>
              <a:noFill/>
              <a:ln w="25400" cap="sq">
                <a:solidFill>
                  <a:srgbClr val="000099"/>
                </a:solidFill>
                <a:miter lim="800000"/>
              </a:ln>
            </p:spPr>
            <p:txBody>
              <a:bodyPr wrap="none" anchor="ctr"/>
              <a:lstStyle/>
              <a:p>
                <a:endParaRPr lang="zh-CN" altLang="en-US"/>
              </a:p>
            </p:txBody>
          </p:sp>
          <p:sp>
            <p:nvSpPr>
              <p:cNvPr id="50251" name="Rectangle 45"/>
              <p:cNvSpPr>
                <a:spLocks noChangeArrowheads="1"/>
              </p:cNvSpPr>
              <p:nvPr/>
            </p:nvSpPr>
            <p:spPr bwMode="auto">
              <a:xfrm>
                <a:off x="775" y="1056"/>
                <a:ext cx="144" cy="240"/>
              </a:xfrm>
              <a:prstGeom prst="rect">
                <a:avLst/>
              </a:prstGeom>
              <a:noFill/>
              <a:ln w="25400" cap="sq">
                <a:solidFill>
                  <a:srgbClr val="000099"/>
                </a:solidFill>
                <a:miter lim="800000"/>
              </a:ln>
            </p:spPr>
            <p:txBody>
              <a:bodyPr wrap="none" anchor="ctr"/>
              <a:lstStyle/>
              <a:p>
                <a:endParaRPr lang="zh-CN" altLang="en-US"/>
              </a:p>
            </p:txBody>
          </p:sp>
        </p:grpSp>
        <p:grpSp>
          <p:nvGrpSpPr>
            <p:cNvPr id="10" name="Group 46"/>
            <p:cNvGrpSpPr/>
            <p:nvPr/>
          </p:nvGrpSpPr>
          <p:grpSpPr bwMode="auto">
            <a:xfrm>
              <a:off x="3549" y="2075"/>
              <a:ext cx="580" cy="240"/>
              <a:chOff x="775" y="1056"/>
              <a:chExt cx="580" cy="240"/>
            </a:xfrm>
          </p:grpSpPr>
          <p:sp>
            <p:nvSpPr>
              <p:cNvPr id="50246" name="Rectangle 47"/>
              <p:cNvSpPr>
                <a:spLocks noChangeArrowheads="1"/>
              </p:cNvSpPr>
              <p:nvPr/>
            </p:nvSpPr>
            <p:spPr bwMode="auto">
              <a:xfrm>
                <a:off x="923" y="1056"/>
                <a:ext cx="288" cy="240"/>
              </a:xfrm>
              <a:prstGeom prst="rect">
                <a:avLst/>
              </a:prstGeom>
              <a:noFill/>
              <a:ln w="25400" cap="sq">
                <a:solidFill>
                  <a:srgbClr val="000099"/>
                </a:solidFill>
                <a:miter lim="800000"/>
              </a:ln>
            </p:spPr>
            <p:txBody>
              <a:bodyPr wrap="none" anchor="ctr"/>
              <a:lstStyle/>
              <a:p>
                <a:endParaRPr lang="zh-CN" altLang="en-US"/>
              </a:p>
            </p:txBody>
          </p:sp>
          <p:sp>
            <p:nvSpPr>
              <p:cNvPr id="50247" name="Rectangle 48"/>
              <p:cNvSpPr>
                <a:spLocks noChangeArrowheads="1"/>
              </p:cNvSpPr>
              <p:nvPr/>
            </p:nvSpPr>
            <p:spPr bwMode="auto">
              <a:xfrm>
                <a:off x="1211" y="1056"/>
                <a:ext cx="144" cy="240"/>
              </a:xfrm>
              <a:prstGeom prst="rect">
                <a:avLst/>
              </a:prstGeom>
              <a:noFill/>
              <a:ln w="25400" cap="sq">
                <a:solidFill>
                  <a:srgbClr val="000099"/>
                </a:solidFill>
                <a:miter lim="800000"/>
              </a:ln>
            </p:spPr>
            <p:txBody>
              <a:bodyPr wrap="none" anchor="ctr"/>
              <a:lstStyle/>
              <a:p>
                <a:endParaRPr lang="zh-CN" altLang="en-US"/>
              </a:p>
            </p:txBody>
          </p:sp>
          <p:sp>
            <p:nvSpPr>
              <p:cNvPr id="50248" name="Rectangle 49"/>
              <p:cNvSpPr>
                <a:spLocks noChangeArrowheads="1"/>
              </p:cNvSpPr>
              <p:nvPr/>
            </p:nvSpPr>
            <p:spPr bwMode="auto">
              <a:xfrm>
                <a:off x="775" y="1056"/>
                <a:ext cx="144" cy="240"/>
              </a:xfrm>
              <a:prstGeom prst="rect">
                <a:avLst/>
              </a:prstGeom>
              <a:noFill/>
              <a:ln w="25400" cap="sq">
                <a:solidFill>
                  <a:srgbClr val="000099"/>
                </a:solidFill>
                <a:miter lim="800000"/>
              </a:ln>
            </p:spPr>
            <p:txBody>
              <a:bodyPr wrap="none" anchor="ctr"/>
              <a:lstStyle/>
              <a:p>
                <a:endParaRPr lang="zh-CN" altLang="en-US"/>
              </a:p>
            </p:txBody>
          </p:sp>
        </p:grpSp>
        <p:grpSp>
          <p:nvGrpSpPr>
            <p:cNvPr id="11" name="Group 50"/>
            <p:cNvGrpSpPr/>
            <p:nvPr/>
          </p:nvGrpSpPr>
          <p:grpSpPr bwMode="auto">
            <a:xfrm>
              <a:off x="4376" y="2075"/>
              <a:ext cx="580" cy="240"/>
              <a:chOff x="775" y="1056"/>
              <a:chExt cx="580" cy="240"/>
            </a:xfrm>
          </p:grpSpPr>
          <p:sp>
            <p:nvSpPr>
              <p:cNvPr id="50243" name="Rectangle 51"/>
              <p:cNvSpPr>
                <a:spLocks noChangeArrowheads="1"/>
              </p:cNvSpPr>
              <p:nvPr/>
            </p:nvSpPr>
            <p:spPr bwMode="auto">
              <a:xfrm>
                <a:off x="923" y="1056"/>
                <a:ext cx="288" cy="240"/>
              </a:xfrm>
              <a:prstGeom prst="rect">
                <a:avLst/>
              </a:prstGeom>
              <a:noFill/>
              <a:ln w="25400" cap="sq">
                <a:solidFill>
                  <a:srgbClr val="000099"/>
                </a:solidFill>
                <a:miter lim="800000"/>
              </a:ln>
            </p:spPr>
            <p:txBody>
              <a:bodyPr wrap="none" anchor="ctr"/>
              <a:lstStyle/>
              <a:p>
                <a:endParaRPr lang="zh-CN" altLang="en-US"/>
              </a:p>
            </p:txBody>
          </p:sp>
          <p:sp>
            <p:nvSpPr>
              <p:cNvPr id="50244" name="Rectangle 52"/>
              <p:cNvSpPr>
                <a:spLocks noChangeArrowheads="1"/>
              </p:cNvSpPr>
              <p:nvPr/>
            </p:nvSpPr>
            <p:spPr bwMode="auto">
              <a:xfrm>
                <a:off x="1211" y="1056"/>
                <a:ext cx="144" cy="240"/>
              </a:xfrm>
              <a:prstGeom prst="rect">
                <a:avLst/>
              </a:prstGeom>
              <a:noFill/>
              <a:ln w="25400" cap="sq">
                <a:solidFill>
                  <a:srgbClr val="000099"/>
                </a:solidFill>
                <a:miter lim="800000"/>
              </a:ln>
            </p:spPr>
            <p:txBody>
              <a:bodyPr wrap="none" anchor="ctr"/>
              <a:lstStyle/>
              <a:p>
                <a:endParaRPr lang="zh-CN" altLang="en-US"/>
              </a:p>
            </p:txBody>
          </p:sp>
          <p:sp>
            <p:nvSpPr>
              <p:cNvPr id="50245" name="Rectangle 53"/>
              <p:cNvSpPr>
                <a:spLocks noChangeArrowheads="1"/>
              </p:cNvSpPr>
              <p:nvPr/>
            </p:nvSpPr>
            <p:spPr bwMode="auto">
              <a:xfrm>
                <a:off x="775" y="1056"/>
                <a:ext cx="144" cy="240"/>
              </a:xfrm>
              <a:prstGeom prst="rect">
                <a:avLst/>
              </a:prstGeom>
              <a:noFill/>
              <a:ln w="25400" cap="sq">
                <a:solidFill>
                  <a:srgbClr val="000099"/>
                </a:solidFill>
                <a:miter lim="800000"/>
              </a:ln>
            </p:spPr>
            <p:txBody>
              <a:bodyPr wrap="none" anchor="ctr"/>
              <a:lstStyle/>
              <a:p>
                <a:endParaRPr lang="zh-CN" altLang="en-US"/>
              </a:p>
            </p:txBody>
          </p:sp>
        </p:grpSp>
        <p:sp>
          <p:nvSpPr>
            <p:cNvPr id="50227" name="Line 54"/>
            <p:cNvSpPr>
              <a:spLocks noChangeShapeType="1"/>
            </p:cNvSpPr>
            <p:nvPr/>
          </p:nvSpPr>
          <p:spPr bwMode="auto">
            <a:xfrm flipH="1">
              <a:off x="1563" y="2267"/>
              <a:ext cx="336"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50228" name="Line 55"/>
            <p:cNvSpPr>
              <a:spLocks noChangeShapeType="1"/>
            </p:cNvSpPr>
            <p:nvPr/>
          </p:nvSpPr>
          <p:spPr bwMode="auto">
            <a:xfrm flipH="1">
              <a:off x="2401" y="2267"/>
              <a:ext cx="336"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50229" name="Line 56"/>
            <p:cNvSpPr>
              <a:spLocks noChangeShapeType="1"/>
            </p:cNvSpPr>
            <p:nvPr/>
          </p:nvSpPr>
          <p:spPr bwMode="auto">
            <a:xfrm flipH="1">
              <a:off x="3291" y="2267"/>
              <a:ext cx="336"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50230" name="Line 57"/>
            <p:cNvSpPr>
              <a:spLocks noChangeShapeType="1"/>
            </p:cNvSpPr>
            <p:nvPr/>
          </p:nvSpPr>
          <p:spPr bwMode="auto">
            <a:xfrm flipH="1">
              <a:off x="4155" y="2256"/>
              <a:ext cx="336"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50231" name="Rectangle 58"/>
            <p:cNvSpPr>
              <a:spLocks noChangeArrowheads="1"/>
            </p:cNvSpPr>
            <p:nvPr/>
          </p:nvSpPr>
          <p:spPr bwMode="auto">
            <a:xfrm>
              <a:off x="2865" y="2027"/>
              <a:ext cx="275" cy="291"/>
            </a:xfrm>
            <a:prstGeom prst="rect">
              <a:avLst/>
            </a:prstGeom>
            <a:noFill/>
            <a:ln w="12700" cap="sq">
              <a:noFill/>
              <a:miter lim="800000"/>
            </a:ln>
          </p:spPr>
          <p:txBody>
            <a:bodyPr wrap="none">
              <a:spAutoFit/>
            </a:bodyPr>
            <a:lstStyle/>
            <a:p>
              <a:pPr algn="ctr"/>
              <a:r>
                <a:rPr lang="zh-CN" altLang="en-US" sz="2400" dirty="0">
                  <a:ea typeface="宋体" pitchFamily="2" charset="-122"/>
                  <a:cs typeface="Times New Roman" panose="02020503050405090304" pitchFamily="18" charset="0"/>
                </a:rPr>
                <a:t>…</a:t>
              </a:r>
              <a:endParaRPr lang="zh-CN" altLang="en-US" sz="2400" dirty="0">
                <a:ea typeface="宋体" pitchFamily="2" charset="-122"/>
                <a:cs typeface="Times New Roman" panose="02020503050405090304" pitchFamily="18" charset="0"/>
              </a:endParaRPr>
            </a:p>
          </p:txBody>
        </p:sp>
        <p:sp>
          <p:nvSpPr>
            <p:cNvPr id="50232" name="Rectangle 59"/>
            <p:cNvSpPr>
              <a:spLocks noChangeArrowheads="1"/>
            </p:cNvSpPr>
            <p:nvPr/>
          </p:nvSpPr>
          <p:spPr bwMode="auto">
            <a:xfrm>
              <a:off x="626" y="1691"/>
              <a:ext cx="294" cy="271"/>
            </a:xfrm>
            <a:prstGeom prst="rect">
              <a:avLst/>
            </a:prstGeom>
            <a:noFill/>
            <a:ln w="12700" cap="sq">
              <a:noFill/>
              <a:miter lim="800000"/>
            </a:ln>
          </p:spPr>
          <p:txBody>
            <a:bodyPr wrap="none">
              <a:spAutoFit/>
            </a:bodyPr>
            <a:lstStyle/>
            <a:p>
              <a:pPr algn="ctr"/>
              <a:r>
                <a:rPr lang="en-US" altLang="zh-CN" sz="2200">
                  <a:solidFill>
                    <a:srgbClr val="FF3300"/>
                  </a:solidFill>
                  <a:ea typeface="宋体" pitchFamily="2" charset="-122"/>
                </a:rPr>
                <a:t>list</a:t>
              </a:r>
              <a:endParaRPr lang="en-US" altLang="zh-CN" sz="2200">
                <a:solidFill>
                  <a:srgbClr val="FF3300"/>
                </a:solidFill>
                <a:ea typeface="宋体" pitchFamily="2" charset="-122"/>
              </a:endParaRPr>
            </a:p>
          </p:txBody>
        </p:sp>
        <p:sp>
          <p:nvSpPr>
            <p:cNvPr id="50233" name="Line 60"/>
            <p:cNvSpPr>
              <a:spLocks noChangeShapeType="1"/>
            </p:cNvSpPr>
            <p:nvPr/>
          </p:nvSpPr>
          <p:spPr bwMode="auto">
            <a:xfrm>
              <a:off x="843" y="1931"/>
              <a:ext cx="144" cy="144"/>
            </a:xfrm>
            <a:prstGeom prst="line">
              <a:avLst/>
            </a:prstGeom>
            <a:noFill/>
            <a:ln w="19050" cap="sq">
              <a:solidFill>
                <a:schemeClr val="accent2"/>
              </a:solidFill>
              <a:round/>
              <a:tailEnd type="triangle" w="med" len="med"/>
            </a:ln>
          </p:spPr>
          <p:txBody>
            <a:bodyPr wrap="none" anchor="ctr"/>
            <a:lstStyle/>
            <a:p>
              <a:endParaRPr lang="zh-CN" altLang="en-US"/>
            </a:p>
          </p:txBody>
        </p:sp>
        <p:sp>
          <p:nvSpPr>
            <p:cNvPr id="50234" name="Text Box 61"/>
            <p:cNvSpPr txBox="1">
              <a:spLocks noChangeArrowheads="1"/>
            </p:cNvSpPr>
            <p:nvPr/>
          </p:nvSpPr>
          <p:spPr bwMode="auto">
            <a:xfrm>
              <a:off x="1850" y="2507"/>
              <a:ext cx="2663" cy="330"/>
            </a:xfrm>
            <a:prstGeom prst="rect">
              <a:avLst/>
            </a:prstGeom>
            <a:noFill/>
            <a:ln w="12700" cap="sq">
              <a:noFill/>
              <a:miter lim="800000"/>
            </a:ln>
          </p:spPr>
          <p:txBody>
            <a:bodyPr wrap="square">
              <a:spAutoFit/>
            </a:bodyPr>
            <a:lstStyle/>
            <a:p>
              <a:pPr>
                <a:spcBef>
                  <a:spcPct val="0"/>
                </a:spcBef>
              </a:pPr>
              <a:r>
                <a:rPr lang="zh-CN" altLang="en-US" sz="2800" dirty="0">
                  <a:solidFill>
                    <a:srgbClr val="000066"/>
                  </a:solidFill>
                  <a:ea typeface="幼圆" pitchFamily="49" charset="-122"/>
                </a:rPr>
                <a:t>双向循环链表</a:t>
              </a:r>
              <a:endParaRPr lang="zh-CN" altLang="en-US" sz="2800" dirty="0">
                <a:solidFill>
                  <a:srgbClr val="000066"/>
                </a:solidFill>
                <a:ea typeface="幼圆" pitchFamily="49" charset="-122"/>
              </a:endParaRPr>
            </a:p>
          </p:txBody>
        </p:sp>
        <p:sp>
          <p:nvSpPr>
            <p:cNvPr id="50235" name="Line 62"/>
            <p:cNvSpPr>
              <a:spLocks noChangeShapeType="1"/>
            </p:cNvSpPr>
            <p:nvPr/>
          </p:nvSpPr>
          <p:spPr bwMode="auto">
            <a:xfrm>
              <a:off x="4863" y="2171"/>
              <a:ext cx="240" cy="0"/>
            </a:xfrm>
            <a:prstGeom prst="line">
              <a:avLst/>
            </a:prstGeom>
            <a:noFill/>
            <a:ln w="19050" cap="sq">
              <a:solidFill>
                <a:schemeClr val="tx1"/>
              </a:solidFill>
              <a:round/>
            </a:ln>
          </p:spPr>
          <p:txBody>
            <a:bodyPr wrap="none" anchor="ctr"/>
            <a:lstStyle/>
            <a:p>
              <a:endParaRPr lang="zh-CN" altLang="en-US"/>
            </a:p>
          </p:txBody>
        </p:sp>
        <p:sp>
          <p:nvSpPr>
            <p:cNvPr id="50236" name="Line 63"/>
            <p:cNvSpPr>
              <a:spLocks noChangeShapeType="1"/>
            </p:cNvSpPr>
            <p:nvPr/>
          </p:nvSpPr>
          <p:spPr bwMode="auto">
            <a:xfrm>
              <a:off x="1071" y="1883"/>
              <a:ext cx="4032" cy="0"/>
            </a:xfrm>
            <a:prstGeom prst="line">
              <a:avLst/>
            </a:prstGeom>
            <a:noFill/>
            <a:ln w="19050" cap="sq">
              <a:solidFill>
                <a:srgbClr val="000000"/>
              </a:solidFill>
              <a:round/>
            </a:ln>
          </p:spPr>
          <p:txBody>
            <a:bodyPr wrap="none" anchor="ctr"/>
            <a:lstStyle/>
            <a:p>
              <a:endParaRPr lang="zh-CN" altLang="en-US"/>
            </a:p>
          </p:txBody>
        </p:sp>
        <p:sp>
          <p:nvSpPr>
            <p:cNvPr id="50237" name="Line 64"/>
            <p:cNvSpPr>
              <a:spLocks noChangeShapeType="1"/>
            </p:cNvSpPr>
            <p:nvPr/>
          </p:nvSpPr>
          <p:spPr bwMode="auto">
            <a:xfrm>
              <a:off x="5103" y="1883"/>
              <a:ext cx="0" cy="288"/>
            </a:xfrm>
            <a:prstGeom prst="line">
              <a:avLst/>
            </a:prstGeom>
            <a:noFill/>
            <a:ln w="19050" cap="sq">
              <a:solidFill>
                <a:schemeClr val="tx1"/>
              </a:solidFill>
              <a:round/>
            </a:ln>
          </p:spPr>
          <p:txBody>
            <a:bodyPr wrap="none" anchor="ctr"/>
            <a:lstStyle/>
            <a:p>
              <a:endParaRPr lang="zh-CN" altLang="en-US"/>
            </a:p>
          </p:txBody>
        </p:sp>
        <p:sp>
          <p:nvSpPr>
            <p:cNvPr id="50238" name="Line 65"/>
            <p:cNvSpPr>
              <a:spLocks noChangeShapeType="1"/>
            </p:cNvSpPr>
            <p:nvPr/>
          </p:nvSpPr>
          <p:spPr bwMode="auto">
            <a:xfrm flipH="1">
              <a:off x="1023" y="1883"/>
              <a:ext cx="48" cy="192"/>
            </a:xfrm>
            <a:prstGeom prst="line">
              <a:avLst/>
            </a:prstGeom>
            <a:noFill/>
            <a:ln w="19050" cap="sq">
              <a:solidFill>
                <a:schemeClr val="tx1"/>
              </a:solidFill>
              <a:round/>
              <a:tailEnd type="triangle" w="med" len="med"/>
            </a:ln>
          </p:spPr>
          <p:txBody>
            <a:bodyPr wrap="none" anchor="ctr"/>
            <a:lstStyle/>
            <a:p>
              <a:endParaRPr lang="zh-CN" altLang="en-US"/>
            </a:p>
          </p:txBody>
        </p:sp>
        <p:sp>
          <p:nvSpPr>
            <p:cNvPr id="50239" name="Line 66"/>
            <p:cNvSpPr>
              <a:spLocks noChangeShapeType="1"/>
            </p:cNvSpPr>
            <p:nvPr/>
          </p:nvSpPr>
          <p:spPr bwMode="auto">
            <a:xfrm>
              <a:off x="835" y="2219"/>
              <a:ext cx="240" cy="0"/>
            </a:xfrm>
            <a:prstGeom prst="line">
              <a:avLst/>
            </a:prstGeom>
            <a:noFill/>
            <a:ln w="19050" cap="sq">
              <a:solidFill>
                <a:schemeClr val="tx1"/>
              </a:solidFill>
              <a:round/>
            </a:ln>
          </p:spPr>
          <p:txBody>
            <a:bodyPr wrap="none" anchor="ctr"/>
            <a:lstStyle/>
            <a:p>
              <a:endParaRPr lang="zh-CN" altLang="en-US"/>
            </a:p>
          </p:txBody>
        </p:sp>
        <p:sp>
          <p:nvSpPr>
            <p:cNvPr id="50240" name="Line 67"/>
            <p:cNvSpPr>
              <a:spLocks noChangeShapeType="1"/>
            </p:cNvSpPr>
            <p:nvPr/>
          </p:nvSpPr>
          <p:spPr bwMode="auto">
            <a:xfrm>
              <a:off x="831" y="2518"/>
              <a:ext cx="4032" cy="0"/>
            </a:xfrm>
            <a:prstGeom prst="line">
              <a:avLst/>
            </a:prstGeom>
            <a:noFill/>
            <a:ln w="19050" cap="sq">
              <a:solidFill>
                <a:srgbClr val="000000"/>
              </a:solidFill>
              <a:round/>
            </a:ln>
          </p:spPr>
          <p:txBody>
            <a:bodyPr wrap="none" anchor="ctr"/>
            <a:lstStyle/>
            <a:p>
              <a:endParaRPr lang="zh-CN" altLang="en-US"/>
            </a:p>
          </p:txBody>
        </p:sp>
        <p:sp>
          <p:nvSpPr>
            <p:cNvPr id="50241" name="Line 68"/>
            <p:cNvSpPr>
              <a:spLocks noChangeShapeType="1"/>
            </p:cNvSpPr>
            <p:nvPr/>
          </p:nvSpPr>
          <p:spPr bwMode="auto">
            <a:xfrm>
              <a:off x="824" y="2219"/>
              <a:ext cx="0" cy="288"/>
            </a:xfrm>
            <a:prstGeom prst="line">
              <a:avLst/>
            </a:prstGeom>
            <a:noFill/>
            <a:ln w="19050" cap="sq">
              <a:solidFill>
                <a:schemeClr val="tx1"/>
              </a:solidFill>
              <a:round/>
            </a:ln>
          </p:spPr>
          <p:txBody>
            <a:bodyPr wrap="none" anchor="ctr"/>
            <a:lstStyle/>
            <a:p>
              <a:endParaRPr lang="zh-CN" altLang="en-US"/>
            </a:p>
          </p:txBody>
        </p:sp>
        <p:sp>
          <p:nvSpPr>
            <p:cNvPr id="50242" name="Line 69"/>
            <p:cNvSpPr>
              <a:spLocks noChangeShapeType="1"/>
            </p:cNvSpPr>
            <p:nvPr/>
          </p:nvSpPr>
          <p:spPr bwMode="auto">
            <a:xfrm flipV="1">
              <a:off x="4859" y="2315"/>
              <a:ext cx="96" cy="192"/>
            </a:xfrm>
            <a:prstGeom prst="line">
              <a:avLst/>
            </a:prstGeom>
            <a:noFill/>
            <a:ln w="19050" cap="sq">
              <a:solidFill>
                <a:schemeClr val="tx1"/>
              </a:solidFill>
              <a:round/>
              <a:tailEnd type="triangle" w="med" len="med"/>
            </a:ln>
          </p:spPr>
          <p:txBody>
            <a:bodyPr wrap="none" anchor="ctr"/>
            <a:lstStyle/>
            <a:p>
              <a:endParaRPr lang="zh-CN" altLang="en-US"/>
            </a:p>
          </p:txBody>
        </p:sp>
      </p:grpSp>
      <p:grpSp>
        <p:nvGrpSpPr>
          <p:cNvPr id="16" name="Group 106"/>
          <p:cNvGrpSpPr/>
          <p:nvPr/>
        </p:nvGrpSpPr>
        <p:grpSpPr bwMode="auto">
          <a:xfrm>
            <a:off x="1006476" y="216696"/>
            <a:ext cx="4495800" cy="533400"/>
            <a:chOff x="2256" y="432"/>
            <a:chExt cx="2832" cy="336"/>
          </a:xfrm>
        </p:grpSpPr>
        <p:sp>
          <p:nvSpPr>
            <p:cNvPr id="50182" name="Oval 107"/>
            <p:cNvSpPr>
              <a:spLocks noChangeArrowheads="1"/>
            </p:cNvSpPr>
            <p:nvPr/>
          </p:nvSpPr>
          <p:spPr bwMode="auto">
            <a:xfrm>
              <a:off x="2256" y="432"/>
              <a:ext cx="2832" cy="336"/>
            </a:xfrm>
            <a:prstGeom prst="ellipse">
              <a:avLst/>
            </a:prstGeom>
            <a:solidFill>
              <a:srgbClr val="C7F1F0"/>
            </a:solidFill>
            <a:ln w="12700" cap="sq">
              <a:noFill/>
              <a:round/>
            </a:ln>
            <a:effectLst>
              <a:outerShdw dist="104727" dir="842175" algn="ctr" rotWithShape="0">
                <a:srgbClr val="C0C0C0"/>
              </a:outerShdw>
            </a:effectLst>
          </p:spPr>
          <p:txBody>
            <a:bodyPr wrap="none" anchor="ctr"/>
            <a:lstStyle/>
            <a:p>
              <a:endParaRPr lang="zh-CN" altLang="en-US"/>
            </a:p>
          </p:txBody>
        </p:sp>
        <p:sp>
          <p:nvSpPr>
            <p:cNvPr id="50183" name="Rectangle 108"/>
            <p:cNvSpPr>
              <a:spLocks noChangeArrowheads="1"/>
            </p:cNvSpPr>
            <p:nvPr/>
          </p:nvSpPr>
          <p:spPr bwMode="auto">
            <a:xfrm>
              <a:off x="2532" y="432"/>
              <a:ext cx="2352" cy="336"/>
            </a:xfrm>
            <a:prstGeom prst="rect">
              <a:avLst/>
            </a:prstGeom>
            <a:noFill/>
            <a:ln w="12700" cap="sq">
              <a:noFill/>
              <a:miter lim="800000"/>
            </a:ln>
            <a:effectLst>
              <a:outerShdw dist="12700" dir="5400000" algn="ctr" rotWithShape="0">
                <a:schemeClr val="bg1"/>
              </a:outerShdw>
            </a:effectLst>
          </p:spPr>
          <p:txBody>
            <a:bodyPr>
              <a:spAutoFit/>
            </a:bodyPr>
            <a:lstStyle/>
            <a:p>
              <a:r>
                <a:rPr kumimoji="1" lang="zh-CN" altLang="en-US" sz="2900" i="1">
                  <a:solidFill>
                    <a:srgbClr val="FF3300"/>
                  </a:solidFill>
                  <a:ea typeface="黑体" panose="02010609060101010101" pitchFamily="2" charset="-122"/>
                </a:rPr>
                <a:t>双向链表的几种形式</a:t>
              </a:r>
              <a:endParaRPr kumimoji="1" lang="zh-CN" altLang="en-US" sz="2900" i="1">
                <a:solidFill>
                  <a:srgbClr val="FF3300"/>
                </a:solidFill>
                <a:ea typeface="黑体" panose="0201060906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ppt_w/2"/>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anim calcmode="lin" valueType="num">
                                      <p:cBhvr>
                                        <p:cTn id="9" dur="500" fill="hold"/>
                                        <p:tgtEl>
                                          <p:spTgt spid="2"/>
                                        </p:tgtEl>
                                        <p:attrNameLst>
                                          <p:attrName>ppt_w</p:attrName>
                                        </p:attrNameLst>
                                      </p:cBhvr>
                                      <p:tavLst>
                                        <p:tav tm="0">
                                          <p:val>
                                            <p:fltVal val="0"/>
                                          </p:val>
                                        </p:tav>
                                        <p:tav tm="100000">
                                          <p:val>
                                            <p:strVal val="#ppt_w"/>
                                          </p:val>
                                        </p:tav>
                                      </p:tavLst>
                                    </p:anim>
                                    <p:anim calcmode="lin" valueType="num">
                                      <p:cBhvr>
                                        <p:cTn id="10"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7" presetClass="entr" presetSubtype="2"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p:cTn id="15" dur="500" fill="hold"/>
                                        <p:tgtEl>
                                          <p:spTgt spid="7"/>
                                        </p:tgtEl>
                                        <p:attrNameLst>
                                          <p:attrName>ppt_x</p:attrName>
                                        </p:attrNameLst>
                                      </p:cBhvr>
                                      <p:tavLst>
                                        <p:tav tm="0">
                                          <p:val>
                                            <p:strVal val="#ppt_x+#ppt_w/2"/>
                                          </p:val>
                                        </p:tav>
                                        <p:tav tm="100000">
                                          <p:val>
                                            <p:strVal val="#ppt_x"/>
                                          </p:val>
                                        </p:tav>
                                      </p:tavLst>
                                    </p:anim>
                                    <p:anim calcmode="lin" valueType="num">
                                      <p:cBhvr>
                                        <p:cTn id="16" dur="500" fill="hold"/>
                                        <p:tgtEl>
                                          <p:spTgt spid="7"/>
                                        </p:tgtEl>
                                        <p:attrNameLst>
                                          <p:attrName>ppt_y</p:attrName>
                                        </p:attrNameLst>
                                      </p:cBhvr>
                                      <p:tavLst>
                                        <p:tav tm="0">
                                          <p:val>
                                            <p:strVal val="#ppt_y"/>
                                          </p:val>
                                        </p:tav>
                                        <p:tav tm="100000">
                                          <p:val>
                                            <p:strVal val="#ppt_y"/>
                                          </p:val>
                                        </p:tav>
                                      </p:tavLst>
                                    </p:anim>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62"/>
          <p:cNvGrpSpPr/>
          <p:nvPr/>
        </p:nvGrpSpPr>
        <p:grpSpPr bwMode="auto">
          <a:xfrm>
            <a:off x="1271464" y="1268760"/>
            <a:ext cx="7620000" cy="1547812"/>
            <a:chOff x="576" y="720"/>
            <a:chExt cx="4800" cy="975"/>
          </a:xfrm>
        </p:grpSpPr>
        <p:sp>
          <p:nvSpPr>
            <p:cNvPr id="52270" name="Rectangle 6"/>
            <p:cNvSpPr>
              <a:spLocks noChangeArrowheads="1"/>
            </p:cNvSpPr>
            <p:nvPr/>
          </p:nvSpPr>
          <p:spPr bwMode="auto">
            <a:xfrm>
              <a:off x="576" y="735"/>
              <a:ext cx="4800" cy="960"/>
            </a:xfrm>
            <a:prstGeom prst="rect">
              <a:avLst/>
            </a:prstGeom>
            <a:solidFill>
              <a:srgbClr val="E7FFE7"/>
            </a:solidFill>
            <a:ln w="12700" cap="sq">
              <a:noFill/>
              <a:miter lim="800000"/>
            </a:ln>
            <a:effectLst>
              <a:outerShdw dist="197566" dir="2700000" algn="ctr" rotWithShape="0">
                <a:srgbClr val="C0C0C0"/>
              </a:outerShdw>
            </a:effectLst>
          </p:spPr>
          <p:txBody>
            <a:bodyPr wrap="none" anchor="ctr"/>
            <a:lstStyle/>
            <a:p>
              <a:endParaRPr lang="zh-CN" altLang="en-US"/>
            </a:p>
          </p:txBody>
        </p:sp>
        <p:sp>
          <p:nvSpPr>
            <p:cNvPr id="52271" name="Rectangle 7"/>
            <p:cNvSpPr>
              <a:spLocks noChangeArrowheads="1"/>
            </p:cNvSpPr>
            <p:nvPr/>
          </p:nvSpPr>
          <p:spPr bwMode="auto">
            <a:xfrm rot="28639">
              <a:off x="756" y="720"/>
              <a:ext cx="768" cy="365"/>
            </a:xfrm>
            <a:prstGeom prst="rect">
              <a:avLst/>
            </a:prstGeom>
            <a:noFill/>
            <a:ln w="12700" cap="sq">
              <a:noFill/>
              <a:miter lim="800000"/>
            </a:ln>
            <a:effectLst>
              <a:outerShdw dist="17961" dir="2700000" algn="ctr" rotWithShape="0">
                <a:schemeClr val="bg1"/>
              </a:outerShdw>
            </a:effectLst>
          </p:spPr>
          <p:txBody>
            <a:bodyPr>
              <a:spAutoFit/>
            </a:bodyPr>
            <a:lstStyle/>
            <a:p>
              <a:r>
                <a:rPr lang="zh-CN" altLang="en-US" sz="3200">
                  <a:solidFill>
                    <a:srgbClr val="FF3300"/>
                  </a:solidFill>
                  <a:latin typeface="黑体" panose="02010609060101010101" pitchFamily="2" charset="-122"/>
                  <a:ea typeface="黑体" panose="02010609060101010101" pitchFamily="2" charset="-122"/>
                </a:rPr>
                <a:t>功能</a:t>
              </a:r>
              <a:endParaRPr lang="zh-CN" altLang="en-US" sz="3200">
                <a:solidFill>
                  <a:srgbClr val="FF3300"/>
                </a:solidFill>
                <a:latin typeface="黑体" panose="02010609060101010101" pitchFamily="2" charset="-122"/>
                <a:ea typeface="黑体" panose="02010609060101010101" pitchFamily="2" charset="-122"/>
              </a:endParaRPr>
            </a:p>
          </p:txBody>
        </p:sp>
      </p:grpSp>
      <p:sp>
        <p:nvSpPr>
          <p:cNvPr id="441352" name="Rectangle 8"/>
          <p:cNvSpPr>
            <a:spLocks noChangeArrowheads="1"/>
          </p:cNvSpPr>
          <p:nvPr/>
        </p:nvSpPr>
        <p:spPr bwMode="auto">
          <a:xfrm>
            <a:off x="1633414" y="1349723"/>
            <a:ext cx="6934200" cy="1298575"/>
          </a:xfrm>
          <a:prstGeom prst="rect">
            <a:avLst/>
          </a:prstGeom>
          <a:noFill/>
          <a:ln w="12700" cap="sq">
            <a:noFill/>
            <a:miter lim="800000"/>
          </a:ln>
        </p:spPr>
        <p:txBody>
          <a:bodyPr>
            <a:spAutoFit/>
          </a:bodyPr>
          <a:lstStyle/>
          <a:p>
            <a:pPr fontAlgn="base">
              <a:lnSpc>
                <a:spcPct val="90000"/>
              </a:lnSpc>
              <a:spcBef>
                <a:spcPct val="0"/>
              </a:spcBef>
            </a:pPr>
            <a:r>
              <a:rPr lang="zh-CN" altLang="en-US" sz="2800" dirty="0">
                <a:solidFill>
                  <a:srgbClr val="003399"/>
                </a:solidFill>
                <a:latin typeface="幼圆" pitchFamily="49" charset="-122"/>
                <a:ea typeface="幼圆" pitchFamily="49" charset="-122"/>
              </a:rPr>
              <a:t>     在非空双向循环链表中某个数据域的内容为</a:t>
            </a:r>
            <a:r>
              <a:rPr lang="en-US" altLang="zh-CN" sz="3200" dirty="0">
                <a:solidFill>
                  <a:srgbClr val="003399"/>
                </a:solidFill>
                <a:ea typeface="幼圆" pitchFamily="49" charset="-122"/>
              </a:rPr>
              <a:t>x</a:t>
            </a:r>
            <a:r>
              <a:rPr lang="zh-CN" altLang="en-US" sz="2800" dirty="0">
                <a:solidFill>
                  <a:srgbClr val="003399"/>
                </a:solidFill>
                <a:latin typeface="幼圆" pitchFamily="49" charset="-122"/>
                <a:ea typeface="幼圆" pitchFamily="49" charset="-122"/>
              </a:rPr>
              <a:t>的链结点右边插入一个数据信息为</a:t>
            </a:r>
            <a:r>
              <a:rPr lang="en-US" altLang="zh-CN" sz="2800" dirty="0">
                <a:solidFill>
                  <a:srgbClr val="003399"/>
                </a:solidFill>
                <a:ea typeface="幼圆" pitchFamily="49" charset="-122"/>
              </a:rPr>
              <a:t>item</a:t>
            </a:r>
            <a:r>
              <a:rPr lang="zh-CN" altLang="en-US" sz="2800" dirty="0">
                <a:solidFill>
                  <a:srgbClr val="003399"/>
                </a:solidFill>
                <a:latin typeface="幼圆" pitchFamily="49" charset="-122"/>
                <a:ea typeface="幼圆" pitchFamily="49" charset="-122"/>
              </a:rPr>
              <a:t>的新结点。</a:t>
            </a:r>
            <a:endParaRPr lang="zh-CN" altLang="en-US" sz="2800" dirty="0">
              <a:solidFill>
                <a:srgbClr val="003399"/>
              </a:solidFill>
              <a:latin typeface="幼圆" pitchFamily="49" charset="-122"/>
              <a:ea typeface="幼圆" pitchFamily="49" charset="-122"/>
            </a:endParaRPr>
          </a:p>
        </p:txBody>
      </p:sp>
      <p:grpSp>
        <p:nvGrpSpPr>
          <p:cNvPr id="3" name="Group 9"/>
          <p:cNvGrpSpPr/>
          <p:nvPr/>
        </p:nvGrpSpPr>
        <p:grpSpPr bwMode="auto">
          <a:xfrm>
            <a:off x="1250827" y="3111848"/>
            <a:ext cx="7107238" cy="1312863"/>
            <a:chOff x="540" y="2016"/>
            <a:chExt cx="4477" cy="827"/>
          </a:xfrm>
        </p:grpSpPr>
        <p:sp>
          <p:nvSpPr>
            <p:cNvPr id="52236" name="Line 10"/>
            <p:cNvSpPr>
              <a:spLocks noChangeShapeType="1"/>
            </p:cNvSpPr>
            <p:nvPr/>
          </p:nvSpPr>
          <p:spPr bwMode="auto">
            <a:xfrm>
              <a:off x="1396" y="2496"/>
              <a:ext cx="336"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52237" name="Line 11"/>
            <p:cNvSpPr>
              <a:spLocks noChangeShapeType="1"/>
            </p:cNvSpPr>
            <p:nvPr/>
          </p:nvSpPr>
          <p:spPr bwMode="auto">
            <a:xfrm>
              <a:off x="2219" y="2496"/>
              <a:ext cx="336"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52238" name="Line 12"/>
            <p:cNvSpPr>
              <a:spLocks noChangeShapeType="1"/>
            </p:cNvSpPr>
            <p:nvPr/>
          </p:nvSpPr>
          <p:spPr bwMode="auto">
            <a:xfrm>
              <a:off x="3951" y="2496"/>
              <a:ext cx="336"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52239" name="Line 13"/>
            <p:cNvSpPr>
              <a:spLocks noChangeShapeType="1"/>
            </p:cNvSpPr>
            <p:nvPr/>
          </p:nvSpPr>
          <p:spPr bwMode="auto">
            <a:xfrm>
              <a:off x="3109" y="2496"/>
              <a:ext cx="336"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52240" name="Rectangle 14"/>
            <p:cNvSpPr>
              <a:spLocks noChangeArrowheads="1"/>
            </p:cNvSpPr>
            <p:nvPr/>
          </p:nvSpPr>
          <p:spPr bwMode="auto">
            <a:xfrm>
              <a:off x="1056" y="2400"/>
              <a:ext cx="288" cy="240"/>
            </a:xfrm>
            <a:prstGeom prst="rect">
              <a:avLst/>
            </a:prstGeom>
            <a:noFill/>
            <a:ln w="25400" cap="sq">
              <a:solidFill>
                <a:schemeClr val="accent2"/>
              </a:solidFill>
              <a:miter lim="800000"/>
            </a:ln>
          </p:spPr>
          <p:txBody>
            <a:bodyPr wrap="none" anchor="ctr"/>
            <a:lstStyle/>
            <a:p>
              <a:endParaRPr lang="zh-CN" altLang="en-US"/>
            </a:p>
          </p:txBody>
        </p:sp>
        <p:sp>
          <p:nvSpPr>
            <p:cNvPr id="52241" name="Rectangle 15"/>
            <p:cNvSpPr>
              <a:spLocks noChangeArrowheads="1"/>
            </p:cNvSpPr>
            <p:nvPr/>
          </p:nvSpPr>
          <p:spPr bwMode="auto">
            <a:xfrm>
              <a:off x="1344" y="2400"/>
              <a:ext cx="144" cy="240"/>
            </a:xfrm>
            <a:prstGeom prst="rect">
              <a:avLst/>
            </a:prstGeom>
            <a:noFill/>
            <a:ln w="25400" cap="sq">
              <a:solidFill>
                <a:schemeClr val="accent2"/>
              </a:solidFill>
              <a:miter lim="800000"/>
            </a:ln>
          </p:spPr>
          <p:txBody>
            <a:bodyPr wrap="none" anchor="ctr"/>
            <a:lstStyle/>
            <a:p>
              <a:endParaRPr lang="zh-CN" altLang="en-US"/>
            </a:p>
          </p:txBody>
        </p:sp>
        <p:sp>
          <p:nvSpPr>
            <p:cNvPr id="52242" name="Rectangle 16"/>
            <p:cNvSpPr>
              <a:spLocks noChangeArrowheads="1"/>
            </p:cNvSpPr>
            <p:nvPr/>
          </p:nvSpPr>
          <p:spPr bwMode="auto">
            <a:xfrm>
              <a:off x="908" y="2400"/>
              <a:ext cx="144" cy="240"/>
            </a:xfrm>
            <a:prstGeom prst="rect">
              <a:avLst/>
            </a:prstGeom>
            <a:noFill/>
            <a:ln w="25400" cap="sq">
              <a:solidFill>
                <a:schemeClr val="accent2"/>
              </a:solidFill>
              <a:miter lim="800000"/>
            </a:ln>
          </p:spPr>
          <p:txBody>
            <a:bodyPr wrap="none" anchor="ctr"/>
            <a:lstStyle/>
            <a:p>
              <a:endParaRPr lang="zh-CN" altLang="en-US"/>
            </a:p>
          </p:txBody>
        </p:sp>
        <p:grpSp>
          <p:nvGrpSpPr>
            <p:cNvPr id="4" name="Group 17"/>
            <p:cNvGrpSpPr/>
            <p:nvPr/>
          </p:nvGrpSpPr>
          <p:grpSpPr bwMode="auto">
            <a:xfrm>
              <a:off x="1735" y="2400"/>
              <a:ext cx="580" cy="240"/>
              <a:chOff x="775" y="1056"/>
              <a:chExt cx="580" cy="240"/>
            </a:xfrm>
          </p:grpSpPr>
          <p:sp>
            <p:nvSpPr>
              <p:cNvPr id="52267" name="Rectangle 18"/>
              <p:cNvSpPr>
                <a:spLocks noChangeArrowheads="1"/>
              </p:cNvSpPr>
              <p:nvPr/>
            </p:nvSpPr>
            <p:spPr bwMode="auto">
              <a:xfrm>
                <a:off x="923" y="1056"/>
                <a:ext cx="288" cy="240"/>
              </a:xfrm>
              <a:prstGeom prst="rect">
                <a:avLst/>
              </a:prstGeom>
              <a:noFill/>
              <a:ln w="25400" cap="sq">
                <a:solidFill>
                  <a:srgbClr val="000099"/>
                </a:solidFill>
                <a:miter lim="800000"/>
              </a:ln>
            </p:spPr>
            <p:txBody>
              <a:bodyPr wrap="none" anchor="ctr"/>
              <a:lstStyle/>
              <a:p>
                <a:endParaRPr lang="zh-CN" altLang="en-US"/>
              </a:p>
            </p:txBody>
          </p:sp>
          <p:sp>
            <p:nvSpPr>
              <p:cNvPr id="52268" name="Rectangle 19"/>
              <p:cNvSpPr>
                <a:spLocks noChangeArrowheads="1"/>
              </p:cNvSpPr>
              <p:nvPr/>
            </p:nvSpPr>
            <p:spPr bwMode="auto">
              <a:xfrm>
                <a:off x="1211" y="1056"/>
                <a:ext cx="144" cy="240"/>
              </a:xfrm>
              <a:prstGeom prst="rect">
                <a:avLst/>
              </a:prstGeom>
              <a:noFill/>
              <a:ln w="25400" cap="sq">
                <a:solidFill>
                  <a:srgbClr val="000099"/>
                </a:solidFill>
                <a:miter lim="800000"/>
              </a:ln>
            </p:spPr>
            <p:txBody>
              <a:bodyPr wrap="none" anchor="ctr"/>
              <a:lstStyle/>
              <a:p>
                <a:endParaRPr lang="zh-CN" altLang="en-US"/>
              </a:p>
            </p:txBody>
          </p:sp>
          <p:sp>
            <p:nvSpPr>
              <p:cNvPr id="52269" name="Rectangle 20"/>
              <p:cNvSpPr>
                <a:spLocks noChangeArrowheads="1"/>
              </p:cNvSpPr>
              <p:nvPr/>
            </p:nvSpPr>
            <p:spPr bwMode="auto">
              <a:xfrm>
                <a:off x="775" y="1056"/>
                <a:ext cx="144" cy="240"/>
              </a:xfrm>
              <a:prstGeom prst="rect">
                <a:avLst/>
              </a:prstGeom>
              <a:noFill/>
              <a:ln w="25400" cap="sq">
                <a:solidFill>
                  <a:srgbClr val="000099"/>
                </a:solidFill>
                <a:miter lim="800000"/>
              </a:ln>
            </p:spPr>
            <p:txBody>
              <a:bodyPr wrap="none" anchor="ctr"/>
              <a:lstStyle/>
              <a:p>
                <a:endParaRPr lang="zh-CN" altLang="en-US"/>
              </a:p>
            </p:txBody>
          </p:sp>
        </p:grpSp>
        <p:grpSp>
          <p:nvGrpSpPr>
            <p:cNvPr id="5" name="Group 21"/>
            <p:cNvGrpSpPr/>
            <p:nvPr/>
          </p:nvGrpSpPr>
          <p:grpSpPr bwMode="auto">
            <a:xfrm>
              <a:off x="3463" y="2400"/>
              <a:ext cx="580" cy="240"/>
              <a:chOff x="775" y="1056"/>
              <a:chExt cx="580" cy="240"/>
            </a:xfrm>
          </p:grpSpPr>
          <p:sp>
            <p:nvSpPr>
              <p:cNvPr id="52264" name="Rectangle 22"/>
              <p:cNvSpPr>
                <a:spLocks noChangeArrowheads="1"/>
              </p:cNvSpPr>
              <p:nvPr/>
            </p:nvSpPr>
            <p:spPr bwMode="auto">
              <a:xfrm>
                <a:off x="923" y="1056"/>
                <a:ext cx="288" cy="240"/>
              </a:xfrm>
              <a:prstGeom prst="rect">
                <a:avLst/>
              </a:prstGeom>
              <a:noFill/>
              <a:ln w="25400" cap="sq">
                <a:solidFill>
                  <a:srgbClr val="000099"/>
                </a:solidFill>
                <a:miter lim="800000"/>
              </a:ln>
            </p:spPr>
            <p:txBody>
              <a:bodyPr wrap="none" anchor="ctr"/>
              <a:lstStyle/>
              <a:p>
                <a:endParaRPr lang="zh-CN" altLang="en-US"/>
              </a:p>
            </p:txBody>
          </p:sp>
          <p:sp>
            <p:nvSpPr>
              <p:cNvPr id="52265" name="Rectangle 23"/>
              <p:cNvSpPr>
                <a:spLocks noChangeArrowheads="1"/>
              </p:cNvSpPr>
              <p:nvPr/>
            </p:nvSpPr>
            <p:spPr bwMode="auto">
              <a:xfrm>
                <a:off x="1211" y="1056"/>
                <a:ext cx="144" cy="240"/>
              </a:xfrm>
              <a:prstGeom prst="rect">
                <a:avLst/>
              </a:prstGeom>
              <a:noFill/>
              <a:ln w="25400" cap="sq">
                <a:solidFill>
                  <a:srgbClr val="000099"/>
                </a:solidFill>
                <a:miter lim="800000"/>
              </a:ln>
            </p:spPr>
            <p:txBody>
              <a:bodyPr wrap="none" anchor="ctr"/>
              <a:lstStyle/>
              <a:p>
                <a:endParaRPr lang="zh-CN" altLang="en-US"/>
              </a:p>
            </p:txBody>
          </p:sp>
          <p:sp>
            <p:nvSpPr>
              <p:cNvPr id="52266" name="Rectangle 24"/>
              <p:cNvSpPr>
                <a:spLocks noChangeArrowheads="1"/>
              </p:cNvSpPr>
              <p:nvPr/>
            </p:nvSpPr>
            <p:spPr bwMode="auto">
              <a:xfrm>
                <a:off x="775" y="1056"/>
                <a:ext cx="144" cy="240"/>
              </a:xfrm>
              <a:prstGeom prst="rect">
                <a:avLst/>
              </a:prstGeom>
              <a:noFill/>
              <a:ln w="25400" cap="sq">
                <a:solidFill>
                  <a:srgbClr val="000099"/>
                </a:solidFill>
                <a:miter lim="800000"/>
              </a:ln>
            </p:spPr>
            <p:txBody>
              <a:bodyPr wrap="none" anchor="ctr"/>
              <a:lstStyle/>
              <a:p>
                <a:endParaRPr lang="zh-CN" altLang="en-US"/>
              </a:p>
            </p:txBody>
          </p:sp>
        </p:grpSp>
        <p:grpSp>
          <p:nvGrpSpPr>
            <p:cNvPr id="6" name="Group 25"/>
            <p:cNvGrpSpPr/>
            <p:nvPr/>
          </p:nvGrpSpPr>
          <p:grpSpPr bwMode="auto">
            <a:xfrm>
              <a:off x="4290" y="2400"/>
              <a:ext cx="580" cy="240"/>
              <a:chOff x="775" y="1056"/>
              <a:chExt cx="580" cy="240"/>
            </a:xfrm>
          </p:grpSpPr>
          <p:sp>
            <p:nvSpPr>
              <p:cNvPr id="52261" name="Rectangle 26"/>
              <p:cNvSpPr>
                <a:spLocks noChangeArrowheads="1"/>
              </p:cNvSpPr>
              <p:nvPr/>
            </p:nvSpPr>
            <p:spPr bwMode="auto">
              <a:xfrm>
                <a:off x="923" y="1056"/>
                <a:ext cx="288" cy="240"/>
              </a:xfrm>
              <a:prstGeom prst="rect">
                <a:avLst/>
              </a:prstGeom>
              <a:noFill/>
              <a:ln w="25400" cap="sq">
                <a:solidFill>
                  <a:srgbClr val="000099"/>
                </a:solidFill>
                <a:miter lim="800000"/>
              </a:ln>
            </p:spPr>
            <p:txBody>
              <a:bodyPr wrap="none" anchor="ctr"/>
              <a:lstStyle/>
              <a:p>
                <a:endParaRPr lang="zh-CN" altLang="en-US"/>
              </a:p>
            </p:txBody>
          </p:sp>
          <p:sp>
            <p:nvSpPr>
              <p:cNvPr id="52262" name="Rectangle 27"/>
              <p:cNvSpPr>
                <a:spLocks noChangeArrowheads="1"/>
              </p:cNvSpPr>
              <p:nvPr/>
            </p:nvSpPr>
            <p:spPr bwMode="auto">
              <a:xfrm>
                <a:off x="1211" y="1056"/>
                <a:ext cx="144" cy="240"/>
              </a:xfrm>
              <a:prstGeom prst="rect">
                <a:avLst/>
              </a:prstGeom>
              <a:noFill/>
              <a:ln w="25400" cap="sq">
                <a:solidFill>
                  <a:srgbClr val="000099"/>
                </a:solidFill>
                <a:miter lim="800000"/>
              </a:ln>
            </p:spPr>
            <p:txBody>
              <a:bodyPr wrap="none" anchor="ctr"/>
              <a:lstStyle/>
              <a:p>
                <a:endParaRPr lang="zh-CN" altLang="en-US"/>
              </a:p>
            </p:txBody>
          </p:sp>
          <p:sp>
            <p:nvSpPr>
              <p:cNvPr id="52263" name="Rectangle 28"/>
              <p:cNvSpPr>
                <a:spLocks noChangeArrowheads="1"/>
              </p:cNvSpPr>
              <p:nvPr/>
            </p:nvSpPr>
            <p:spPr bwMode="auto">
              <a:xfrm>
                <a:off x="775" y="1056"/>
                <a:ext cx="144" cy="240"/>
              </a:xfrm>
              <a:prstGeom prst="rect">
                <a:avLst/>
              </a:prstGeom>
              <a:noFill/>
              <a:ln w="25400" cap="sq">
                <a:solidFill>
                  <a:srgbClr val="000099"/>
                </a:solidFill>
                <a:miter lim="800000"/>
              </a:ln>
            </p:spPr>
            <p:txBody>
              <a:bodyPr wrap="none" anchor="ctr"/>
              <a:lstStyle/>
              <a:p>
                <a:endParaRPr lang="zh-CN" altLang="en-US"/>
              </a:p>
            </p:txBody>
          </p:sp>
        </p:grpSp>
        <p:sp>
          <p:nvSpPr>
            <p:cNvPr id="52246" name="Line 29"/>
            <p:cNvSpPr>
              <a:spLocks noChangeShapeType="1"/>
            </p:cNvSpPr>
            <p:nvPr/>
          </p:nvSpPr>
          <p:spPr bwMode="auto">
            <a:xfrm flipH="1">
              <a:off x="1477" y="2592"/>
              <a:ext cx="336"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52247" name="Line 30"/>
            <p:cNvSpPr>
              <a:spLocks noChangeShapeType="1"/>
            </p:cNvSpPr>
            <p:nvPr/>
          </p:nvSpPr>
          <p:spPr bwMode="auto">
            <a:xfrm flipH="1">
              <a:off x="2315" y="2592"/>
              <a:ext cx="336"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52248" name="Line 31"/>
            <p:cNvSpPr>
              <a:spLocks noChangeShapeType="1"/>
            </p:cNvSpPr>
            <p:nvPr/>
          </p:nvSpPr>
          <p:spPr bwMode="auto">
            <a:xfrm flipH="1">
              <a:off x="3205" y="2592"/>
              <a:ext cx="336"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52249" name="Line 32"/>
            <p:cNvSpPr>
              <a:spLocks noChangeShapeType="1"/>
            </p:cNvSpPr>
            <p:nvPr/>
          </p:nvSpPr>
          <p:spPr bwMode="auto">
            <a:xfrm flipH="1">
              <a:off x="4069" y="2581"/>
              <a:ext cx="336"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52250" name="Rectangle 33"/>
            <p:cNvSpPr>
              <a:spLocks noChangeArrowheads="1"/>
            </p:cNvSpPr>
            <p:nvPr/>
          </p:nvSpPr>
          <p:spPr bwMode="auto">
            <a:xfrm>
              <a:off x="2779" y="2352"/>
              <a:ext cx="275" cy="291"/>
            </a:xfrm>
            <a:prstGeom prst="rect">
              <a:avLst/>
            </a:prstGeom>
            <a:noFill/>
            <a:ln w="12700" cap="sq">
              <a:noFill/>
              <a:miter lim="800000"/>
            </a:ln>
          </p:spPr>
          <p:txBody>
            <a:bodyPr wrap="none">
              <a:spAutoFit/>
            </a:bodyPr>
            <a:lstStyle/>
            <a:p>
              <a:pPr algn="ctr"/>
              <a:r>
                <a:rPr lang="zh-CN" altLang="en-US" sz="2400">
                  <a:solidFill>
                    <a:schemeClr val="bg1"/>
                  </a:solidFill>
                  <a:ea typeface="宋体" pitchFamily="2" charset="-122"/>
                  <a:cs typeface="Times New Roman" panose="02020503050405090304" pitchFamily="18" charset="0"/>
                </a:rPr>
                <a:t>…</a:t>
              </a:r>
              <a:endParaRPr lang="zh-CN" altLang="en-US" sz="2400">
                <a:solidFill>
                  <a:schemeClr val="bg1"/>
                </a:solidFill>
                <a:ea typeface="宋体" pitchFamily="2" charset="-122"/>
                <a:cs typeface="Times New Roman" panose="02020503050405090304" pitchFamily="18" charset="0"/>
              </a:endParaRPr>
            </a:p>
          </p:txBody>
        </p:sp>
        <p:sp>
          <p:nvSpPr>
            <p:cNvPr id="52251" name="Rectangle 34"/>
            <p:cNvSpPr>
              <a:spLocks noChangeArrowheads="1"/>
            </p:cNvSpPr>
            <p:nvPr/>
          </p:nvSpPr>
          <p:spPr bwMode="auto">
            <a:xfrm>
              <a:off x="540" y="2016"/>
              <a:ext cx="294" cy="271"/>
            </a:xfrm>
            <a:prstGeom prst="rect">
              <a:avLst/>
            </a:prstGeom>
            <a:noFill/>
            <a:ln w="12700" cap="sq">
              <a:noFill/>
              <a:miter lim="800000"/>
            </a:ln>
          </p:spPr>
          <p:txBody>
            <a:bodyPr wrap="none">
              <a:spAutoFit/>
            </a:bodyPr>
            <a:lstStyle/>
            <a:p>
              <a:pPr algn="ctr"/>
              <a:r>
                <a:rPr lang="en-US" altLang="zh-CN" sz="2200">
                  <a:solidFill>
                    <a:srgbClr val="FF3300"/>
                  </a:solidFill>
                  <a:ea typeface="宋体" pitchFamily="2" charset="-122"/>
                </a:rPr>
                <a:t>list</a:t>
              </a:r>
              <a:endParaRPr lang="en-US" altLang="zh-CN" sz="2200">
                <a:solidFill>
                  <a:srgbClr val="FF3300"/>
                </a:solidFill>
                <a:ea typeface="宋体" pitchFamily="2" charset="-122"/>
              </a:endParaRPr>
            </a:p>
          </p:txBody>
        </p:sp>
        <p:sp>
          <p:nvSpPr>
            <p:cNvPr id="52252" name="Line 35"/>
            <p:cNvSpPr>
              <a:spLocks noChangeShapeType="1"/>
            </p:cNvSpPr>
            <p:nvPr/>
          </p:nvSpPr>
          <p:spPr bwMode="auto">
            <a:xfrm>
              <a:off x="757" y="2256"/>
              <a:ext cx="144" cy="144"/>
            </a:xfrm>
            <a:prstGeom prst="line">
              <a:avLst/>
            </a:prstGeom>
            <a:noFill/>
            <a:ln w="19050" cap="sq">
              <a:solidFill>
                <a:schemeClr val="accent2"/>
              </a:solidFill>
              <a:round/>
              <a:tailEnd type="triangle" w="med" len="med"/>
            </a:ln>
          </p:spPr>
          <p:txBody>
            <a:bodyPr wrap="none" anchor="ctr"/>
            <a:lstStyle/>
            <a:p>
              <a:endParaRPr lang="zh-CN" altLang="en-US"/>
            </a:p>
          </p:txBody>
        </p:sp>
        <p:sp>
          <p:nvSpPr>
            <p:cNvPr id="52253" name="Line 36"/>
            <p:cNvSpPr>
              <a:spLocks noChangeShapeType="1"/>
            </p:cNvSpPr>
            <p:nvPr/>
          </p:nvSpPr>
          <p:spPr bwMode="auto">
            <a:xfrm>
              <a:off x="4777" y="2496"/>
              <a:ext cx="240" cy="0"/>
            </a:xfrm>
            <a:prstGeom prst="line">
              <a:avLst/>
            </a:prstGeom>
            <a:noFill/>
            <a:ln w="19050" cap="sq">
              <a:solidFill>
                <a:schemeClr val="tx1"/>
              </a:solidFill>
              <a:round/>
            </a:ln>
          </p:spPr>
          <p:txBody>
            <a:bodyPr wrap="none" anchor="ctr"/>
            <a:lstStyle/>
            <a:p>
              <a:endParaRPr lang="zh-CN" altLang="en-US"/>
            </a:p>
          </p:txBody>
        </p:sp>
        <p:sp>
          <p:nvSpPr>
            <p:cNvPr id="52254" name="Line 37"/>
            <p:cNvSpPr>
              <a:spLocks noChangeShapeType="1"/>
            </p:cNvSpPr>
            <p:nvPr/>
          </p:nvSpPr>
          <p:spPr bwMode="auto">
            <a:xfrm>
              <a:off x="985" y="2208"/>
              <a:ext cx="4032" cy="0"/>
            </a:xfrm>
            <a:prstGeom prst="line">
              <a:avLst/>
            </a:prstGeom>
            <a:noFill/>
            <a:ln w="19050" cap="sq">
              <a:solidFill>
                <a:srgbClr val="000000"/>
              </a:solidFill>
              <a:round/>
            </a:ln>
          </p:spPr>
          <p:txBody>
            <a:bodyPr wrap="none" anchor="ctr"/>
            <a:lstStyle/>
            <a:p>
              <a:endParaRPr lang="zh-CN" altLang="en-US"/>
            </a:p>
          </p:txBody>
        </p:sp>
        <p:sp>
          <p:nvSpPr>
            <p:cNvPr id="52255" name="Line 38"/>
            <p:cNvSpPr>
              <a:spLocks noChangeShapeType="1"/>
            </p:cNvSpPr>
            <p:nvPr/>
          </p:nvSpPr>
          <p:spPr bwMode="auto">
            <a:xfrm>
              <a:off x="5017" y="2208"/>
              <a:ext cx="0" cy="288"/>
            </a:xfrm>
            <a:prstGeom prst="line">
              <a:avLst/>
            </a:prstGeom>
            <a:noFill/>
            <a:ln w="19050" cap="sq">
              <a:solidFill>
                <a:schemeClr val="tx1"/>
              </a:solidFill>
              <a:round/>
            </a:ln>
          </p:spPr>
          <p:txBody>
            <a:bodyPr wrap="none" anchor="ctr"/>
            <a:lstStyle/>
            <a:p>
              <a:endParaRPr lang="zh-CN" altLang="en-US"/>
            </a:p>
          </p:txBody>
        </p:sp>
        <p:sp>
          <p:nvSpPr>
            <p:cNvPr id="52256" name="Line 39"/>
            <p:cNvSpPr>
              <a:spLocks noChangeShapeType="1"/>
            </p:cNvSpPr>
            <p:nvPr/>
          </p:nvSpPr>
          <p:spPr bwMode="auto">
            <a:xfrm flipH="1">
              <a:off x="937" y="2208"/>
              <a:ext cx="48" cy="192"/>
            </a:xfrm>
            <a:prstGeom prst="line">
              <a:avLst/>
            </a:prstGeom>
            <a:noFill/>
            <a:ln w="19050" cap="sq">
              <a:solidFill>
                <a:schemeClr val="tx1"/>
              </a:solidFill>
              <a:round/>
              <a:tailEnd type="triangle" w="med" len="med"/>
            </a:ln>
          </p:spPr>
          <p:txBody>
            <a:bodyPr wrap="none" anchor="ctr"/>
            <a:lstStyle/>
            <a:p>
              <a:endParaRPr lang="zh-CN" altLang="en-US"/>
            </a:p>
          </p:txBody>
        </p:sp>
        <p:sp>
          <p:nvSpPr>
            <p:cNvPr id="52257" name="Line 40"/>
            <p:cNvSpPr>
              <a:spLocks noChangeShapeType="1"/>
            </p:cNvSpPr>
            <p:nvPr/>
          </p:nvSpPr>
          <p:spPr bwMode="auto">
            <a:xfrm>
              <a:off x="749" y="2544"/>
              <a:ext cx="240" cy="0"/>
            </a:xfrm>
            <a:prstGeom prst="line">
              <a:avLst/>
            </a:prstGeom>
            <a:noFill/>
            <a:ln w="19050" cap="sq">
              <a:solidFill>
                <a:schemeClr val="tx1"/>
              </a:solidFill>
              <a:round/>
            </a:ln>
          </p:spPr>
          <p:txBody>
            <a:bodyPr wrap="none" anchor="ctr"/>
            <a:lstStyle/>
            <a:p>
              <a:endParaRPr lang="zh-CN" altLang="en-US"/>
            </a:p>
          </p:txBody>
        </p:sp>
        <p:sp>
          <p:nvSpPr>
            <p:cNvPr id="52258" name="Line 41"/>
            <p:cNvSpPr>
              <a:spLocks noChangeShapeType="1"/>
            </p:cNvSpPr>
            <p:nvPr/>
          </p:nvSpPr>
          <p:spPr bwMode="auto">
            <a:xfrm>
              <a:off x="745" y="2843"/>
              <a:ext cx="4032" cy="0"/>
            </a:xfrm>
            <a:prstGeom prst="line">
              <a:avLst/>
            </a:prstGeom>
            <a:noFill/>
            <a:ln w="19050" cap="sq">
              <a:solidFill>
                <a:srgbClr val="000000"/>
              </a:solidFill>
              <a:round/>
            </a:ln>
          </p:spPr>
          <p:txBody>
            <a:bodyPr wrap="none" anchor="ctr"/>
            <a:lstStyle/>
            <a:p>
              <a:endParaRPr lang="zh-CN" altLang="en-US"/>
            </a:p>
          </p:txBody>
        </p:sp>
        <p:sp>
          <p:nvSpPr>
            <p:cNvPr id="52259" name="Line 42"/>
            <p:cNvSpPr>
              <a:spLocks noChangeShapeType="1"/>
            </p:cNvSpPr>
            <p:nvPr/>
          </p:nvSpPr>
          <p:spPr bwMode="auto">
            <a:xfrm>
              <a:off x="738" y="2544"/>
              <a:ext cx="0" cy="288"/>
            </a:xfrm>
            <a:prstGeom prst="line">
              <a:avLst/>
            </a:prstGeom>
            <a:noFill/>
            <a:ln w="19050" cap="sq">
              <a:solidFill>
                <a:schemeClr val="tx1"/>
              </a:solidFill>
              <a:round/>
            </a:ln>
          </p:spPr>
          <p:txBody>
            <a:bodyPr wrap="none" anchor="ctr"/>
            <a:lstStyle/>
            <a:p>
              <a:endParaRPr lang="zh-CN" altLang="en-US"/>
            </a:p>
          </p:txBody>
        </p:sp>
        <p:sp>
          <p:nvSpPr>
            <p:cNvPr id="52260" name="Line 43"/>
            <p:cNvSpPr>
              <a:spLocks noChangeShapeType="1"/>
            </p:cNvSpPr>
            <p:nvPr/>
          </p:nvSpPr>
          <p:spPr bwMode="auto">
            <a:xfrm flipV="1">
              <a:off x="4773" y="2640"/>
              <a:ext cx="96" cy="192"/>
            </a:xfrm>
            <a:prstGeom prst="line">
              <a:avLst/>
            </a:prstGeom>
            <a:noFill/>
            <a:ln w="19050" cap="sq">
              <a:solidFill>
                <a:schemeClr val="tx1"/>
              </a:solidFill>
              <a:round/>
              <a:tailEnd type="triangle" w="med" len="med"/>
            </a:ln>
          </p:spPr>
          <p:txBody>
            <a:bodyPr wrap="none" anchor="ctr"/>
            <a:lstStyle/>
            <a:p>
              <a:endParaRPr lang="zh-CN" altLang="en-US"/>
            </a:p>
          </p:txBody>
        </p:sp>
      </p:grpSp>
      <p:sp>
        <p:nvSpPr>
          <p:cNvPr id="441388" name="Rectangle 44"/>
          <p:cNvSpPr>
            <a:spLocks noChangeArrowheads="1"/>
          </p:cNvSpPr>
          <p:nvPr/>
        </p:nvSpPr>
        <p:spPr bwMode="auto">
          <a:xfrm>
            <a:off x="814264" y="4624735"/>
            <a:ext cx="3200400" cy="519112"/>
          </a:xfrm>
          <a:prstGeom prst="rect">
            <a:avLst/>
          </a:prstGeom>
          <a:noFill/>
          <a:ln w="12700" cap="sq">
            <a:noFill/>
            <a:miter lim="800000"/>
          </a:ln>
          <a:effectLst>
            <a:outerShdw dist="12700" dir="5400000" algn="ctr" rotWithShape="0">
              <a:schemeClr val="bg1"/>
            </a:outerShdw>
          </a:effectLst>
        </p:spPr>
        <p:txBody>
          <a:bodyPr>
            <a:spAutoFit/>
          </a:bodyPr>
          <a:lstStyle/>
          <a:p>
            <a:r>
              <a:rPr lang="zh-CN" altLang="en-US" sz="2800" i="1">
                <a:solidFill>
                  <a:srgbClr val="FF3300"/>
                </a:solidFill>
                <a:latin typeface="黑体" panose="02010609060101010101" pitchFamily="2" charset="-122"/>
                <a:ea typeface="黑体" panose="02010609060101010101" pitchFamily="2" charset="-122"/>
              </a:rPr>
              <a:t>需要做的工作:</a:t>
            </a:r>
            <a:endParaRPr lang="zh-CN" altLang="en-US" sz="2800" i="1">
              <a:solidFill>
                <a:srgbClr val="FF3300"/>
              </a:solidFill>
              <a:latin typeface="黑体" panose="02010609060101010101" pitchFamily="2" charset="-122"/>
              <a:ea typeface="黑体" panose="02010609060101010101" pitchFamily="2" charset="-122"/>
            </a:endParaRPr>
          </a:p>
        </p:txBody>
      </p:sp>
      <p:sp>
        <p:nvSpPr>
          <p:cNvPr id="441389" name="Text Box 45"/>
          <p:cNvSpPr txBox="1">
            <a:spLocks noChangeArrowheads="1"/>
          </p:cNvSpPr>
          <p:nvPr/>
        </p:nvSpPr>
        <p:spPr bwMode="auto">
          <a:xfrm>
            <a:off x="1496889" y="5202585"/>
            <a:ext cx="4419600" cy="488950"/>
          </a:xfrm>
          <a:prstGeom prst="rect">
            <a:avLst/>
          </a:prstGeom>
          <a:noFill/>
          <a:ln w="9525">
            <a:noFill/>
            <a:miter lim="800000"/>
          </a:ln>
        </p:spPr>
        <p:txBody>
          <a:bodyPr>
            <a:spAutoFit/>
          </a:bodyPr>
          <a:lstStyle/>
          <a:p>
            <a:r>
              <a:rPr lang="zh-CN" altLang="en-US" sz="2600">
                <a:solidFill>
                  <a:srgbClr val="00008A"/>
                </a:solidFill>
                <a:ea typeface="幼圆" pitchFamily="49" charset="-122"/>
              </a:rPr>
              <a:t>1.</a:t>
            </a:r>
            <a:r>
              <a:rPr lang="zh-CN" altLang="en-US" sz="2600">
                <a:solidFill>
                  <a:srgbClr val="00008A"/>
                </a:solidFill>
                <a:latin typeface="幼圆" pitchFamily="49" charset="-122"/>
                <a:ea typeface="幼圆" pitchFamily="49" charset="-122"/>
              </a:rPr>
              <a:t> 找到满足条件的结点；</a:t>
            </a:r>
            <a:endParaRPr lang="zh-CN" altLang="en-US" sz="2600">
              <a:solidFill>
                <a:srgbClr val="00008A"/>
              </a:solidFill>
              <a:latin typeface="幼圆" pitchFamily="49" charset="-122"/>
              <a:ea typeface="幼圆" pitchFamily="49" charset="-122"/>
            </a:endParaRPr>
          </a:p>
        </p:txBody>
      </p:sp>
      <p:sp>
        <p:nvSpPr>
          <p:cNvPr id="441390" name="Text Box 46"/>
          <p:cNvSpPr txBox="1">
            <a:spLocks noChangeArrowheads="1"/>
          </p:cNvSpPr>
          <p:nvPr/>
        </p:nvSpPr>
        <p:spPr bwMode="auto">
          <a:xfrm>
            <a:off x="1496889" y="5601047"/>
            <a:ext cx="5410200" cy="488950"/>
          </a:xfrm>
          <a:prstGeom prst="rect">
            <a:avLst/>
          </a:prstGeom>
          <a:noFill/>
          <a:ln w="9525">
            <a:noFill/>
            <a:miter lim="800000"/>
          </a:ln>
        </p:spPr>
        <p:txBody>
          <a:bodyPr>
            <a:spAutoFit/>
          </a:bodyPr>
          <a:lstStyle/>
          <a:p>
            <a:r>
              <a:rPr lang="zh-CN" altLang="en-US" sz="2600">
                <a:solidFill>
                  <a:srgbClr val="00008A"/>
                </a:solidFill>
                <a:ea typeface="幼圆" pitchFamily="49" charset="-122"/>
              </a:rPr>
              <a:t>2.</a:t>
            </a:r>
            <a:r>
              <a:rPr lang="zh-CN" altLang="en-US" sz="2600">
                <a:solidFill>
                  <a:srgbClr val="00008A"/>
                </a:solidFill>
                <a:latin typeface="幼圆" pitchFamily="49" charset="-122"/>
                <a:ea typeface="幼圆" pitchFamily="49" charset="-122"/>
              </a:rPr>
              <a:t> 若找到，构造一个新的链结点；</a:t>
            </a:r>
            <a:endParaRPr lang="zh-CN" altLang="en-US" sz="2600">
              <a:solidFill>
                <a:srgbClr val="00008A"/>
              </a:solidFill>
              <a:latin typeface="幼圆" pitchFamily="49" charset="-122"/>
              <a:ea typeface="幼圆" pitchFamily="49" charset="-122"/>
            </a:endParaRPr>
          </a:p>
        </p:txBody>
      </p:sp>
      <p:sp>
        <p:nvSpPr>
          <p:cNvPr id="441391" name="Text Box 47"/>
          <p:cNvSpPr txBox="1">
            <a:spLocks noChangeArrowheads="1"/>
          </p:cNvSpPr>
          <p:nvPr/>
        </p:nvSpPr>
        <p:spPr bwMode="auto">
          <a:xfrm>
            <a:off x="1496889" y="5989985"/>
            <a:ext cx="6096000" cy="488950"/>
          </a:xfrm>
          <a:prstGeom prst="rect">
            <a:avLst/>
          </a:prstGeom>
          <a:noFill/>
          <a:ln w="9525">
            <a:noFill/>
            <a:miter lim="800000"/>
          </a:ln>
        </p:spPr>
        <p:txBody>
          <a:bodyPr>
            <a:spAutoFit/>
          </a:bodyPr>
          <a:lstStyle/>
          <a:p>
            <a:pPr fontAlgn="base">
              <a:spcBef>
                <a:spcPct val="0"/>
              </a:spcBef>
            </a:pPr>
            <a:r>
              <a:rPr lang="zh-CN" altLang="en-US" sz="2600">
                <a:solidFill>
                  <a:srgbClr val="00008A"/>
                </a:solidFill>
                <a:ea typeface="幼圆" pitchFamily="49" charset="-122"/>
              </a:rPr>
              <a:t>3.</a:t>
            </a:r>
            <a:r>
              <a:rPr lang="zh-CN" altLang="en-US" sz="2600">
                <a:solidFill>
                  <a:srgbClr val="00008A"/>
                </a:solidFill>
                <a:latin typeface="幼圆" pitchFamily="49" charset="-122"/>
                <a:ea typeface="幼圆" pitchFamily="49" charset="-122"/>
              </a:rPr>
              <a:t> 将新结点插到满足条件的结点后面。</a:t>
            </a:r>
            <a:endParaRPr lang="zh-CN" altLang="en-US" sz="2600">
              <a:solidFill>
                <a:srgbClr val="00008A"/>
              </a:solidFill>
              <a:latin typeface="幼圆" pitchFamily="49" charset="-122"/>
              <a:ea typeface="幼圆" pitchFamily="49" charset="-122"/>
            </a:endParaRPr>
          </a:p>
        </p:txBody>
      </p:sp>
      <p:grpSp>
        <p:nvGrpSpPr>
          <p:cNvPr id="7" name="Group 58"/>
          <p:cNvGrpSpPr/>
          <p:nvPr/>
        </p:nvGrpSpPr>
        <p:grpSpPr bwMode="auto">
          <a:xfrm>
            <a:off x="911424" y="68214"/>
            <a:ext cx="4983163" cy="685800"/>
            <a:chOff x="317" y="288"/>
            <a:chExt cx="2626" cy="432"/>
          </a:xfrm>
        </p:grpSpPr>
        <p:sp>
          <p:nvSpPr>
            <p:cNvPr id="52234" name="Rectangle 59"/>
            <p:cNvSpPr>
              <a:spLocks noChangeArrowheads="1"/>
            </p:cNvSpPr>
            <p:nvPr/>
          </p:nvSpPr>
          <p:spPr bwMode="auto">
            <a:xfrm>
              <a:off x="351" y="288"/>
              <a:ext cx="2592" cy="432"/>
            </a:xfrm>
            <a:prstGeom prst="rect">
              <a:avLst/>
            </a:prstGeom>
            <a:solidFill>
              <a:srgbClr val="FFFFCD"/>
            </a:solidFill>
            <a:ln w="12700" cap="sq">
              <a:noFill/>
              <a:miter lim="800000"/>
            </a:ln>
            <a:effectLst>
              <a:outerShdw dist="125724" dir="2700000" algn="ctr" rotWithShape="0">
                <a:srgbClr val="C0C0C0"/>
              </a:outerShdw>
            </a:effectLst>
          </p:spPr>
          <p:txBody>
            <a:bodyPr wrap="none" anchor="ctr"/>
            <a:lstStyle/>
            <a:p>
              <a:endParaRPr lang="zh-CN" altLang="en-US"/>
            </a:p>
          </p:txBody>
        </p:sp>
        <p:sp>
          <p:nvSpPr>
            <p:cNvPr id="52235" name="Rectangle 60"/>
            <p:cNvSpPr>
              <a:spLocks noChangeArrowheads="1"/>
            </p:cNvSpPr>
            <p:nvPr/>
          </p:nvSpPr>
          <p:spPr bwMode="auto">
            <a:xfrm>
              <a:off x="317" y="322"/>
              <a:ext cx="2611" cy="368"/>
            </a:xfrm>
            <a:prstGeom prst="rect">
              <a:avLst/>
            </a:prstGeom>
            <a:noFill/>
            <a:ln w="12700" cap="sq">
              <a:noFill/>
              <a:miter lim="800000"/>
            </a:ln>
          </p:spPr>
          <p:txBody>
            <a:bodyPr>
              <a:spAutoFit/>
            </a:bodyPr>
            <a:lstStyle/>
            <a:p>
              <a:r>
                <a:rPr kumimoji="1" lang="zh-CN" altLang="en-US" sz="3200">
                  <a:solidFill>
                    <a:srgbClr val="000096"/>
                  </a:solidFill>
                  <a:latin typeface="幼圆" pitchFamily="49" charset="-122"/>
                  <a:ea typeface="幼圆" pitchFamily="49" charset="-122"/>
                </a:rPr>
                <a:t> </a:t>
              </a:r>
              <a:r>
                <a:rPr kumimoji="1" lang="en-US" altLang="zh-CN" sz="3200">
                  <a:solidFill>
                    <a:srgbClr val="000096"/>
                  </a:solidFill>
                  <a:latin typeface="幼圆" pitchFamily="49" charset="-122"/>
                  <a:ea typeface="幼圆" pitchFamily="49" charset="-122"/>
                </a:rPr>
                <a:t>2.5.2 </a:t>
              </a:r>
              <a:r>
                <a:rPr kumimoji="1" lang="zh-CN" altLang="en-US" sz="3200">
                  <a:solidFill>
                    <a:srgbClr val="000096"/>
                  </a:solidFill>
                  <a:latin typeface="幼圆" pitchFamily="49" charset="-122"/>
                  <a:ea typeface="幼圆" pitchFamily="49" charset="-122"/>
                </a:rPr>
                <a:t>双向链表的插入</a:t>
              </a:r>
              <a:endParaRPr kumimoji="1" lang="zh-CN" altLang="en-US" sz="3200">
                <a:solidFill>
                  <a:srgbClr val="000096"/>
                </a:solidFill>
                <a:latin typeface="幼圆" pitchFamily="49" charset="-122"/>
                <a:ea typeface="幼圆" pitchFamily="49"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441352"/>
                                        </p:tgtEl>
                                        <p:attrNameLst>
                                          <p:attrName>style.visibility</p:attrName>
                                        </p:attrNameLst>
                                      </p:cBhvr>
                                      <p:to>
                                        <p:strVal val="visible"/>
                                      </p:to>
                                    </p:set>
                                    <p:animEffect transition="in" filter="wipe(right)">
                                      <p:cBhvr>
                                        <p:cTn id="12" dur="500"/>
                                        <p:tgtEl>
                                          <p:spTgt spid="441352"/>
                                        </p:tgtEl>
                                      </p:cBhvr>
                                    </p:animEffect>
                                  </p:childTnLst>
                                </p:cTn>
                              </p:par>
                            </p:childTnLst>
                          </p:cTn>
                        </p:par>
                      </p:childTnLst>
                    </p:cTn>
                  </p:par>
                  <p:par>
                    <p:cTn id="13" fill="hold">
                      <p:stCondLst>
                        <p:cond delay="indefinite"/>
                      </p:stCondLst>
                      <p:childTnLst>
                        <p:par>
                          <p:cTn id="14" fill="hold">
                            <p:stCondLst>
                              <p:cond delay="0"/>
                            </p:stCondLst>
                            <p:childTnLst>
                              <p:par>
                                <p:cTn id="15" presetID="17"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p:cTn id="17" dur="500" fill="hold"/>
                                        <p:tgtEl>
                                          <p:spTgt spid="3"/>
                                        </p:tgtEl>
                                        <p:attrNameLst>
                                          <p:attrName>ppt_w</p:attrName>
                                        </p:attrNameLst>
                                      </p:cBhvr>
                                      <p:tavLst>
                                        <p:tav tm="0">
                                          <p:val>
                                            <p:fltVal val="0"/>
                                          </p:val>
                                        </p:tav>
                                        <p:tav tm="100000">
                                          <p:val>
                                            <p:strVal val="#ppt_w"/>
                                          </p:val>
                                        </p:tav>
                                      </p:tavLst>
                                    </p:anim>
                                    <p:anim calcmode="lin" valueType="num">
                                      <p:cBhvr>
                                        <p:cTn id="18" dur="500" fill="hold"/>
                                        <p:tgtEl>
                                          <p:spTgt spid="3"/>
                                        </p:tgtEl>
                                        <p:attrNameLst>
                                          <p:attrName>ppt_h</p:attrName>
                                        </p:attrNameLst>
                                      </p:cBhvr>
                                      <p:tavLst>
                                        <p:tav tm="0">
                                          <p:val>
                                            <p:strVal val="#ppt_h"/>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2" presetClass="entr" presetSubtype="8" fill="hold" grpId="0" nodeType="clickEffect">
                                  <p:stCondLst>
                                    <p:cond delay="0"/>
                                  </p:stCondLst>
                                  <p:childTnLst>
                                    <p:set>
                                      <p:cBhvr>
                                        <p:cTn id="22" dur="1" fill="hold">
                                          <p:stCondLst>
                                            <p:cond delay="0"/>
                                          </p:stCondLst>
                                        </p:cTn>
                                        <p:tgtEl>
                                          <p:spTgt spid="441388"/>
                                        </p:tgtEl>
                                        <p:attrNameLst>
                                          <p:attrName>style.visibility</p:attrName>
                                        </p:attrNameLst>
                                      </p:cBhvr>
                                      <p:to>
                                        <p:strVal val="visible"/>
                                      </p:to>
                                    </p:set>
                                    <p:animEffect transition="in" filter="slide(fromLeft)">
                                      <p:cBhvr>
                                        <p:cTn id="23" dur="500"/>
                                        <p:tgtEl>
                                          <p:spTgt spid="441388"/>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441389"/>
                                        </p:tgtEl>
                                        <p:attrNameLst>
                                          <p:attrName>style.visibility</p:attrName>
                                        </p:attrNameLst>
                                      </p:cBhvr>
                                      <p:to>
                                        <p:strVal val="visible"/>
                                      </p:to>
                                    </p:set>
                                    <p:animEffect transition="in" filter="dissolve">
                                      <p:cBhvr>
                                        <p:cTn id="28" dur="500"/>
                                        <p:tgtEl>
                                          <p:spTgt spid="441389"/>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441390"/>
                                        </p:tgtEl>
                                        <p:attrNameLst>
                                          <p:attrName>style.visibility</p:attrName>
                                        </p:attrNameLst>
                                      </p:cBhvr>
                                      <p:to>
                                        <p:strVal val="visible"/>
                                      </p:to>
                                    </p:set>
                                    <p:animEffect transition="in" filter="dissolve">
                                      <p:cBhvr>
                                        <p:cTn id="33" dur="500"/>
                                        <p:tgtEl>
                                          <p:spTgt spid="441390"/>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grpId="0" nodeType="clickEffect">
                                  <p:stCondLst>
                                    <p:cond delay="0"/>
                                  </p:stCondLst>
                                  <p:childTnLst>
                                    <p:set>
                                      <p:cBhvr>
                                        <p:cTn id="37" dur="1" fill="hold">
                                          <p:stCondLst>
                                            <p:cond delay="0"/>
                                          </p:stCondLst>
                                        </p:cTn>
                                        <p:tgtEl>
                                          <p:spTgt spid="441391"/>
                                        </p:tgtEl>
                                        <p:attrNameLst>
                                          <p:attrName>style.visibility</p:attrName>
                                        </p:attrNameLst>
                                      </p:cBhvr>
                                      <p:to>
                                        <p:strVal val="visible"/>
                                      </p:to>
                                    </p:set>
                                    <p:animEffect transition="in" filter="dissolve">
                                      <p:cBhvr>
                                        <p:cTn id="38" dur="500"/>
                                        <p:tgtEl>
                                          <p:spTgt spid="4413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1352" grpId="0" autoUpdateAnimBg="0"/>
      <p:bldP spid="441388" grpId="0" autoUpdateAnimBg="0"/>
      <p:bldP spid="441389" grpId="0" autoUpdateAnimBg="0"/>
      <p:bldP spid="441390" grpId="0" autoUpdateAnimBg="0"/>
      <p:bldP spid="441391" grpId="0" autoUpdateAnimBg="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bwMode="auto">
          <a:xfrm>
            <a:off x="1801813" y="287339"/>
            <a:ext cx="7908926" cy="1343025"/>
            <a:chOff x="202" y="240"/>
            <a:chExt cx="4982" cy="846"/>
          </a:xfrm>
        </p:grpSpPr>
        <p:grpSp>
          <p:nvGrpSpPr>
            <p:cNvPr id="3" name="Group 3"/>
            <p:cNvGrpSpPr/>
            <p:nvPr/>
          </p:nvGrpSpPr>
          <p:grpSpPr bwMode="auto">
            <a:xfrm>
              <a:off x="707" y="240"/>
              <a:ext cx="4477" cy="827"/>
              <a:chOff x="540" y="2016"/>
              <a:chExt cx="4477" cy="827"/>
            </a:xfrm>
          </p:grpSpPr>
          <p:sp>
            <p:nvSpPr>
              <p:cNvPr id="53349" name="Line 4"/>
              <p:cNvSpPr>
                <a:spLocks noChangeShapeType="1"/>
              </p:cNvSpPr>
              <p:nvPr/>
            </p:nvSpPr>
            <p:spPr bwMode="auto">
              <a:xfrm>
                <a:off x="1396" y="2496"/>
                <a:ext cx="336"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53350" name="Line 5"/>
              <p:cNvSpPr>
                <a:spLocks noChangeShapeType="1"/>
              </p:cNvSpPr>
              <p:nvPr/>
            </p:nvSpPr>
            <p:spPr bwMode="auto">
              <a:xfrm>
                <a:off x="2219" y="2496"/>
                <a:ext cx="336"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53351" name="Line 6"/>
              <p:cNvSpPr>
                <a:spLocks noChangeShapeType="1"/>
              </p:cNvSpPr>
              <p:nvPr/>
            </p:nvSpPr>
            <p:spPr bwMode="auto">
              <a:xfrm>
                <a:off x="3951" y="2496"/>
                <a:ext cx="336"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53352" name="Line 7"/>
              <p:cNvSpPr>
                <a:spLocks noChangeShapeType="1"/>
              </p:cNvSpPr>
              <p:nvPr/>
            </p:nvSpPr>
            <p:spPr bwMode="auto">
              <a:xfrm>
                <a:off x="3109" y="2496"/>
                <a:ext cx="336"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53353" name="Rectangle 8"/>
              <p:cNvSpPr>
                <a:spLocks noChangeArrowheads="1"/>
              </p:cNvSpPr>
              <p:nvPr/>
            </p:nvSpPr>
            <p:spPr bwMode="auto">
              <a:xfrm>
                <a:off x="1056" y="2400"/>
                <a:ext cx="288" cy="240"/>
              </a:xfrm>
              <a:prstGeom prst="rect">
                <a:avLst/>
              </a:prstGeom>
              <a:noFill/>
              <a:ln w="25400" cap="sq">
                <a:solidFill>
                  <a:schemeClr val="accent2"/>
                </a:solidFill>
                <a:miter lim="800000"/>
              </a:ln>
            </p:spPr>
            <p:txBody>
              <a:bodyPr wrap="none" anchor="ctr"/>
              <a:lstStyle/>
              <a:p>
                <a:endParaRPr lang="zh-CN" altLang="en-US"/>
              </a:p>
            </p:txBody>
          </p:sp>
          <p:sp>
            <p:nvSpPr>
              <p:cNvPr id="53354" name="Rectangle 9"/>
              <p:cNvSpPr>
                <a:spLocks noChangeArrowheads="1"/>
              </p:cNvSpPr>
              <p:nvPr/>
            </p:nvSpPr>
            <p:spPr bwMode="auto">
              <a:xfrm>
                <a:off x="1344" y="2400"/>
                <a:ext cx="144" cy="240"/>
              </a:xfrm>
              <a:prstGeom prst="rect">
                <a:avLst/>
              </a:prstGeom>
              <a:noFill/>
              <a:ln w="25400" cap="sq">
                <a:solidFill>
                  <a:schemeClr val="accent2"/>
                </a:solidFill>
                <a:miter lim="800000"/>
              </a:ln>
            </p:spPr>
            <p:txBody>
              <a:bodyPr wrap="none" anchor="ctr"/>
              <a:lstStyle/>
              <a:p>
                <a:endParaRPr lang="zh-CN" altLang="en-US"/>
              </a:p>
            </p:txBody>
          </p:sp>
          <p:sp>
            <p:nvSpPr>
              <p:cNvPr id="53355" name="Rectangle 10"/>
              <p:cNvSpPr>
                <a:spLocks noChangeArrowheads="1"/>
              </p:cNvSpPr>
              <p:nvPr/>
            </p:nvSpPr>
            <p:spPr bwMode="auto">
              <a:xfrm>
                <a:off x="908" y="2400"/>
                <a:ext cx="144" cy="240"/>
              </a:xfrm>
              <a:prstGeom prst="rect">
                <a:avLst/>
              </a:prstGeom>
              <a:noFill/>
              <a:ln w="25400" cap="sq">
                <a:solidFill>
                  <a:schemeClr val="accent2"/>
                </a:solidFill>
                <a:miter lim="800000"/>
              </a:ln>
            </p:spPr>
            <p:txBody>
              <a:bodyPr wrap="none" anchor="ctr"/>
              <a:lstStyle/>
              <a:p>
                <a:endParaRPr lang="zh-CN" altLang="en-US"/>
              </a:p>
            </p:txBody>
          </p:sp>
          <p:grpSp>
            <p:nvGrpSpPr>
              <p:cNvPr id="4" name="Group 11"/>
              <p:cNvGrpSpPr/>
              <p:nvPr/>
            </p:nvGrpSpPr>
            <p:grpSpPr bwMode="auto">
              <a:xfrm>
                <a:off x="1735" y="2400"/>
                <a:ext cx="580" cy="240"/>
                <a:chOff x="775" y="1056"/>
                <a:chExt cx="580" cy="240"/>
              </a:xfrm>
            </p:grpSpPr>
            <p:sp>
              <p:nvSpPr>
                <p:cNvPr id="53380" name="Rectangle 12"/>
                <p:cNvSpPr>
                  <a:spLocks noChangeArrowheads="1"/>
                </p:cNvSpPr>
                <p:nvPr/>
              </p:nvSpPr>
              <p:spPr bwMode="auto">
                <a:xfrm>
                  <a:off x="923" y="1056"/>
                  <a:ext cx="288" cy="240"/>
                </a:xfrm>
                <a:prstGeom prst="rect">
                  <a:avLst/>
                </a:prstGeom>
                <a:noFill/>
                <a:ln w="25400" cap="sq">
                  <a:solidFill>
                    <a:srgbClr val="000099"/>
                  </a:solidFill>
                  <a:miter lim="800000"/>
                </a:ln>
              </p:spPr>
              <p:txBody>
                <a:bodyPr wrap="none" anchor="ctr"/>
                <a:lstStyle/>
                <a:p>
                  <a:endParaRPr lang="zh-CN" altLang="en-US"/>
                </a:p>
              </p:txBody>
            </p:sp>
            <p:sp>
              <p:nvSpPr>
                <p:cNvPr id="53381" name="Rectangle 13"/>
                <p:cNvSpPr>
                  <a:spLocks noChangeArrowheads="1"/>
                </p:cNvSpPr>
                <p:nvPr/>
              </p:nvSpPr>
              <p:spPr bwMode="auto">
                <a:xfrm>
                  <a:off x="1211" y="1056"/>
                  <a:ext cx="144" cy="240"/>
                </a:xfrm>
                <a:prstGeom prst="rect">
                  <a:avLst/>
                </a:prstGeom>
                <a:noFill/>
                <a:ln w="25400" cap="sq">
                  <a:solidFill>
                    <a:srgbClr val="000099"/>
                  </a:solidFill>
                  <a:miter lim="800000"/>
                </a:ln>
              </p:spPr>
              <p:txBody>
                <a:bodyPr wrap="none" anchor="ctr"/>
                <a:lstStyle/>
                <a:p>
                  <a:endParaRPr lang="zh-CN" altLang="en-US"/>
                </a:p>
              </p:txBody>
            </p:sp>
            <p:sp>
              <p:nvSpPr>
                <p:cNvPr id="53382" name="Rectangle 14"/>
                <p:cNvSpPr>
                  <a:spLocks noChangeArrowheads="1"/>
                </p:cNvSpPr>
                <p:nvPr/>
              </p:nvSpPr>
              <p:spPr bwMode="auto">
                <a:xfrm>
                  <a:off x="775" y="1056"/>
                  <a:ext cx="144" cy="240"/>
                </a:xfrm>
                <a:prstGeom prst="rect">
                  <a:avLst/>
                </a:prstGeom>
                <a:noFill/>
                <a:ln w="25400" cap="sq">
                  <a:solidFill>
                    <a:srgbClr val="000099"/>
                  </a:solidFill>
                  <a:miter lim="800000"/>
                </a:ln>
              </p:spPr>
              <p:txBody>
                <a:bodyPr wrap="none" anchor="ctr"/>
                <a:lstStyle/>
                <a:p>
                  <a:endParaRPr lang="zh-CN" altLang="en-US"/>
                </a:p>
              </p:txBody>
            </p:sp>
          </p:grpSp>
          <p:grpSp>
            <p:nvGrpSpPr>
              <p:cNvPr id="5" name="Group 15"/>
              <p:cNvGrpSpPr/>
              <p:nvPr/>
            </p:nvGrpSpPr>
            <p:grpSpPr bwMode="auto">
              <a:xfrm>
                <a:off x="3463" y="2400"/>
                <a:ext cx="580" cy="240"/>
                <a:chOff x="775" y="1056"/>
                <a:chExt cx="580" cy="240"/>
              </a:xfrm>
            </p:grpSpPr>
            <p:sp>
              <p:nvSpPr>
                <p:cNvPr id="53377" name="Rectangle 16"/>
                <p:cNvSpPr>
                  <a:spLocks noChangeArrowheads="1"/>
                </p:cNvSpPr>
                <p:nvPr/>
              </p:nvSpPr>
              <p:spPr bwMode="auto">
                <a:xfrm>
                  <a:off x="923" y="1056"/>
                  <a:ext cx="288" cy="240"/>
                </a:xfrm>
                <a:prstGeom prst="rect">
                  <a:avLst/>
                </a:prstGeom>
                <a:noFill/>
                <a:ln w="25400" cap="sq">
                  <a:solidFill>
                    <a:srgbClr val="000099"/>
                  </a:solidFill>
                  <a:miter lim="800000"/>
                </a:ln>
              </p:spPr>
              <p:txBody>
                <a:bodyPr wrap="none" anchor="ctr"/>
                <a:lstStyle/>
                <a:p>
                  <a:endParaRPr lang="zh-CN" altLang="en-US"/>
                </a:p>
              </p:txBody>
            </p:sp>
            <p:sp>
              <p:nvSpPr>
                <p:cNvPr id="53378" name="Rectangle 17"/>
                <p:cNvSpPr>
                  <a:spLocks noChangeArrowheads="1"/>
                </p:cNvSpPr>
                <p:nvPr/>
              </p:nvSpPr>
              <p:spPr bwMode="auto">
                <a:xfrm>
                  <a:off x="1211" y="1056"/>
                  <a:ext cx="144" cy="240"/>
                </a:xfrm>
                <a:prstGeom prst="rect">
                  <a:avLst/>
                </a:prstGeom>
                <a:noFill/>
                <a:ln w="25400" cap="sq">
                  <a:solidFill>
                    <a:srgbClr val="000099"/>
                  </a:solidFill>
                  <a:miter lim="800000"/>
                </a:ln>
              </p:spPr>
              <p:txBody>
                <a:bodyPr wrap="none" anchor="ctr"/>
                <a:lstStyle/>
                <a:p>
                  <a:endParaRPr lang="zh-CN" altLang="en-US"/>
                </a:p>
              </p:txBody>
            </p:sp>
            <p:sp>
              <p:nvSpPr>
                <p:cNvPr id="53379" name="Rectangle 18"/>
                <p:cNvSpPr>
                  <a:spLocks noChangeArrowheads="1"/>
                </p:cNvSpPr>
                <p:nvPr/>
              </p:nvSpPr>
              <p:spPr bwMode="auto">
                <a:xfrm>
                  <a:off x="775" y="1056"/>
                  <a:ext cx="144" cy="240"/>
                </a:xfrm>
                <a:prstGeom prst="rect">
                  <a:avLst/>
                </a:prstGeom>
                <a:noFill/>
                <a:ln w="25400" cap="sq">
                  <a:solidFill>
                    <a:srgbClr val="000099"/>
                  </a:solidFill>
                  <a:miter lim="800000"/>
                </a:ln>
              </p:spPr>
              <p:txBody>
                <a:bodyPr wrap="none" anchor="ctr"/>
                <a:lstStyle/>
                <a:p>
                  <a:endParaRPr lang="zh-CN" altLang="en-US"/>
                </a:p>
              </p:txBody>
            </p:sp>
          </p:grpSp>
          <p:grpSp>
            <p:nvGrpSpPr>
              <p:cNvPr id="6" name="Group 19"/>
              <p:cNvGrpSpPr/>
              <p:nvPr/>
            </p:nvGrpSpPr>
            <p:grpSpPr bwMode="auto">
              <a:xfrm>
                <a:off x="4290" y="2400"/>
                <a:ext cx="580" cy="240"/>
                <a:chOff x="775" y="1056"/>
                <a:chExt cx="580" cy="240"/>
              </a:xfrm>
            </p:grpSpPr>
            <p:sp>
              <p:nvSpPr>
                <p:cNvPr id="53374" name="Rectangle 20"/>
                <p:cNvSpPr>
                  <a:spLocks noChangeArrowheads="1"/>
                </p:cNvSpPr>
                <p:nvPr/>
              </p:nvSpPr>
              <p:spPr bwMode="auto">
                <a:xfrm>
                  <a:off x="923" y="1056"/>
                  <a:ext cx="288" cy="240"/>
                </a:xfrm>
                <a:prstGeom prst="rect">
                  <a:avLst/>
                </a:prstGeom>
                <a:noFill/>
                <a:ln w="25400" cap="sq">
                  <a:solidFill>
                    <a:srgbClr val="000099"/>
                  </a:solidFill>
                  <a:miter lim="800000"/>
                </a:ln>
              </p:spPr>
              <p:txBody>
                <a:bodyPr wrap="none" anchor="ctr"/>
                <a:lstStyle/>
                <a:p>
                  <a:endParaRPr lang="zh-CN" altLang="en-US"/>
                </a:p>
              </p:txBody>
            </p:sp>
            <p:sp>
              <p:nvSpPr>
                <p:cNvPr id="53375" name="Rectangle 21"/>
                <p:cNvSpPr>
                  <a:spLocks noChangeArrowheads="1"/>
                </p:cNvSpPr>
                <p:nvPr/>
              </p:nvSpPr>
              <p:spPr bwMode="auto">
                <a:xfrm>
                  <a:off x="1211" y="1056"/>
                  <a:ext cx="144" cy="240"/>
                </a:xfrm>
                <a:prstGeom prst="rect">
                  <a:avLst/>
                </a:prstGeom>
                <a:noFill/>
                <a:ln w="25400" cap="sq">
                  <a:solidFill>
                    <a:srgbClr val="000099"/>
                  </a:solidFill>
                  <a:miter lim="800000"/>
                </a:ln>
              </p:spPr>
              <p:txBody>
                <a:bodyPr wrap="none" anchor="ctr"/>
                <a:lstStyle/>
                <a:p>
                  <a:endParaRPr lang="zh-CN" altLang="en-US"/>
                </a:p>
              </p:txBody>
            </p:sp>
            <p:sp>
              <p:nvSpPr>
                <p:cNvPr id="53376" name="Rectangle 22"/>
                <p:cNvSpPr>
                  <a:spLocks noChangeArrowheads="1"/>
                </p:cNvSpPr>
                <p:nvPr/>
              </p:nvSpPr>
              <p:spPr bwMode="auto">
                <a:xfrm>
                  <a:off x="775" y="1056"/>
                  <a:ext cx="144" cy="240"/>
                </a:xfrm>
                <a:prstGeom prst="rect">
                  <a:avLst/>
                </a:prstGeom>
                <a:noFill/>
                <a:ln w="25400" cap="sq">
                  <a:solidFill>
                    <a:srgbClr val="000099"/>
                  </a:solidFill>
                  <a:miter lim="800000"/>
                </a:ln>
              </p:spPr>
              <p:txBody>
                <a:bodyPr wrap="none" anchor="ctr"/>
                <a:lstStyle/>
                <a:p>
                  <a:endParaRPr lang="zh-CN" altLang="en-US"/>
                </a:p>
              </p:txBody>
            </p:sp>
          </p:grpSp>
          <p:sp>
            <p:nvSpPr>
              <p:cNvPr id="53359" name="Line 23"/>
              <p:cNvSpPr>
                <a:spLocks noChangeShapeType="1"/>
              </p:cNvSpPr>
              <p:nvPr/>
            </p:nvSpPr>
            <p:spPr bwMode="auto">
              <a:xfrm flipH="1">
                <a:off x="1477" y="2592"/>
                <a:ext cx="336"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53360" name="Line 24"/>
              <p:cNvSpPr>
                <a:spLocks noChangeShapeType="1"/>
              </p:cNvSpPr>
              <p:nvPr/>
            </p:nvSpPr>
            <p:spPr bwMode="auto">
              <a:xfrm flipH="1">
                <a:off x="2315" y="2592"/>
                <a:ext cx="336"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53361" name="Line 25"/>
              <p:cNvSpPr>
                <a:spLocks noChangeShapeType="1"/>
              </p:cNvSpPr>
              <p:nvPr/>
            </p:nvSpPr>
            <p:spPr bwMode="auto">
              <a:xfrm flipH="1">
                <a:off x="3205" y="2592"/>
                <a:ext cx="336"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53362" name="Line 26"/>
              <p:cNvSpPr>
                <a:spLocks noChangeShapeType="1"/>
              </p:cNvSpPr>
              <p:nvPr/>
            </p:nvSpPr>
            <p:spPr bwMode="auto">
              <a:xfrm flipH="1">
                <a:off x="4069" y="2581"/>
                <a:ext cx="336"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53363" name="Rectangle 27"/>
              <p:cNvSpPr>
                <a:spLocks noChangeArrowheads="1"/>
              </p:cNvSpPr>
              <p:nvPr/>
            </p:nvSpPr>
            <p:spPr bwMode="auto">
              <a:xfrm>
                <a:off x="2779" y="2352"/>
                <a:ext cx="275" cy="291"/>
              </a:xfrm>
              <a:prstGeom prst="rect">
                <a:avLst/>
              </a:prstGeom>
              <a:noFill/>
              <a:ln w="12700" cap="sq">
                <a:noFill/>
                <a:miter lim="800000"/>
              </a:ln>
            </p:spPr>
            <p:txBody>
              <a:bodyPr wrap="none">
                <a:spAutoFit/>
              </a:bodyPr>
              <a:lstStyle/>
              <a:p>
                <a:pPr algn="ctr"/>
                <a:r>
                  <a:rPr lang="zh-CN" altLang="en-US" sz="2400">
                    <a:solidFill>
                      <a:schemeClr val="bg1"/>
                    </a:solidFill>
                    <a:ea typeface="宋体" pitchFamily="2" charset="-122"/>
                    <a:cs typeface="Times New Roman" panose="02020503050405090304" pitchFamily="18" charset="0"/>
                  </a:rPr>
                  <a:t>…</a:t>
                </a:r>
                <a:endParaRPr lang="zh-CN" altLang="en-US" sz="2400">
                  <a:solidFill>
                    <a:schemeClr val="bg1"/>
                  </a:solidFill>
                  <a:ea typeface="宋体" pitchFamily="2" charset="-122"/>
                  <a:cs typeface="Times New Roman" panose="02020503050405090304" pitchFamily="18" charset="0"/>
                </a:endParaRPr>
              </a:p>
            </p:txBody>
          </p:sp>
          <p:sp>
            <p:nvSpPr>
              <p:cNvPr id="53364" name="Rectangle 28"/>
              <p:cNvSpPr>
                <a:spLocks noChangeArrowheads="1"/>
              </p:cNvSpPr>
              <p:nvPr/>
            </p:nvSpPr>
            <p:spPr bwMode="auto">
              <a:xfrm>
                <a:off x="540" y="2016"/>
                <a:ext cx="294" cy="271"/>
              </a:xfrm>
              <a:prstGeom prst="rect">
                <a:avLst/>
              </a:prstGeom>
              <a:noFill/>
              <a:ln w="12700" cap="sq">
                <a:noFill/>
                <a:miter lim="800000"/>
              </a:ln>
            </p:spPr>
            <p:txBody>
              <a:bodyPr wrap="none">
                <a:spAutoFit/>
              </a:bodyPr>
              <a:lstStyle/>
              <a:p>
                <a:pPr algn="ctr"/>
                <a:r>
                  <a:rPr lang="en-US" altLang="zh-CN" sz="2200">
                    <a:solidFill>
                      <a:srgbClr val="FF3300"/>
                    </a:solidFill>
                    <a:ea typeface="宋体" pitchFamily="2" charset="-122"/>
                  </a:rPr>
                  <a:t>list</a:t>
                </a:r>
                <a:endParaRPr lang="en-US" altLang="zh-CN" sz="2200">
                  <a:solidFill>
                    <a:srgbClr val="FF3300"/>
                  </a:solidFill>
                  <a:ea typeface="宋体" pitchFamily="2" charset="-122"/>
                </a:endParaRPr>
              </a:p>
            </p:txBody>
          </p:sp>
          <p:sp>
            <p:nvSpPr>
              <p:cNvPr id="53365" name="Line 29"/>
              <p:cNvSpPr>
                <a:spLocks noChangeShapeType="1"/>
              </p:cNvSpPr>
              <p:nvPr/>
            </p:nvSpPr>
            <p:spPr bwMode="auto">
              <a:xfrm>
                <a:off x="757" y="2256"/>
                <a:ext cx="144" cy="144"/>
              </a:xfrm>
              <a:prstGeom prst="line">
                <a:avLst/>
              </a:prstGeom>
              <a:noFill/>
              <a:ln w="19050" cap="sq">
                <a:solidFill>
                  <a:schemeClr val="accent2"/>
                </a:solidFill>
                <a:round/>
                <a:tailEnd type="triangle" w="med" len="med"/>
              </a:ln>
            </p:spPr>
            <p:txBody>
              <a:bodyPr wrap="none" anchor="ctr"/>
              <a:lstStyle/>
              <a:p>
                <a:endParaRPr lang="zh-CN" altLang="en-US"/>
              </a:p>
            </p:txBody>
          </p:sp>
          <p:sp>
            <p:nvSpPr>
              <p:cNvPr id="53366" name="Line 30"/>
              <p:cNvSpPr>
                <a:spLocks noChangeShapeType="1"/>
              </p:cNvSpPr>
              <p:nvPr/>
            </p:nvSpPr>
            <p:spPr bwMode="auto">
              <a:xfrm>
                <a:off x="4777" y="2496"/>
                <a:ext cx="240" cy="0"/>
              </a:xfrm>
              <a:prstGeom prst="line">
                <a:avLst/>
              </a:prstGeom>
              <a:noFill/>
              <a:ln w="19050" cap="sq">
                <a:solidFill>
                  <a:schemeClr val="tx1"/>
                </a:solidFill>
                <a:round/>
              </a:ln>
            </p:spPr>
            <p:txBody>
              <a:bodyPr wrap="none" anchor="ctr"/>
              <a:lstStyle/>
              <a:p>
                <a:endParaRPr lang="zh-CN" altLang="en-US"/>
              </a:p>
            </p:txBody>
          </p:sp>
          <p:sp>
            <p:nvSpPr>
              <p:cNvPr id="53367" name="Line 31"/>
              <p:cNvSpPr>
                <a:spLocks noChangeShapeType="1"/>
              </p:cNvSpPr>
              <p:nvPr/>
            </p:nvSpPr>
            <p:spPr bwMode="auto">
              <a:xfrm>
                <a:off x="985" y="2208"/>
                <a:ext cx="4032" cy="0"/>
              </a:xfrm>
              <a:prstGeom prst="line">
                <a:avLst/>
              </a:prstGeom>
              <a:noFill/>
              <a:ln w="19050" cap="sq">
                <a:solidFill>
                  <a:srgbClr val="000000"/>
                </a:solidFill>
                <a:round/>
              </a:ln>
            </p:spPr>
            <p:txBody>
              <a:bodyPr wrap="none" anchor="ctr"/>
              <a:lstStyle/>
              <a:p>
                <a:endParaRPr lang="zh-CN" altLang="en-US"/>
              </a:p>
            </p:txBody>
          </p:sp>
          <p:sp>
            <p:nvSpPr>
              <p:cNvPr id="53368" name="Line 32"/>
              <p:cNvSpPr>
                <a:spLocks noChangeShapeType="1"/>
              </p:cNvSpPr>
              <p:nvPr/>
            </p:nvSpPr>
            <p:spPr bwMode="auto">
              <a:xfrm>
                <a:off x="5017" y="2208"/>
                <a:ext cx="0" cy="288"/>
              </a:xfrm>
              <a:prstGeom prst="line">
                <a:avLst/>
              </a:prstGeom>
              <a:noFill/>
              <a:ln w="19050" cap="sq">
                <a:solidFill>
                  <a:schemeClr val="tx1"/>
                </a:solidFill>
                <a:round/>
              </a:ln>
            </p:spPr>
            <p:txBody>
              <a:bodyPr wrap="none" anchor="ctr"/>
              <a:lstStyle/>
              <a:p>
                <a:endParaRPr lang="zh-CN" altLang="en-US"/>
              </a:p>
            </p:txBody>
          </p:sp>
          <p:sp>
            <p:nvSpPr>
              <p:cNvPr id="53369" name="Line 33"/>
              <p:cNvSpPr>
                <a:spLocks noChangeShapeType="1"/>
              </p:cNvSpPr>
              <p:nvPr/>
            </p:nvSpPr>
            <p:spPr bwMode="auto">
              <a:xfrm flipH="1">
                <a:off x="937" y="2208"/>
                <a:ext cx="48" cy="192"/>
              </a:xfrm>
              <a:prstGeom prst="line">
                <a:avLst/>
              </a:prstGeom>
              <a:noFill/>
              <a:ln w="19050" cap="sq">
                <a:solidFill>
                  <a:schemeClr val="tx1"/>
                </a:solidFill>
                <a:round/>
                <a:tailEnd type="triangle" w="med" len="med"/>
              </a:ln>
            </p:spPr>
            <p:txBody>
              <a:bodyPr wrap="none" anchor="ctr"/>
              <a:lstStyle/>
              <a:p>
                <a:endParaRPr lang="zh-CN" altLang="en-US"/>
              </a:p>
            </p:txBody>
          </p:sp>
          <p:sp>
            <p:nvSpPr>
              <p:cNvPr id="53370" name="Line 34"/>
              <p:cNvSpPr>
                <a:spLocks noChangeShapeType="1"/>
              </p:cNvSpPr>
              <p:nvPr/>
            </p:nvSpPr>
            <p:spPr bwMode="auto">
              <a:xfrm>
                <a:off x="749" y="2544"/>
                <a:ext cx="240" cy="0"/>
              </a:xfrm>
              <a:prstGeom prst="line">
                <a:avLst/>
              </a:prstGeom>
              <a:noFill/>
              <a:ln w="19050" cap="sq">
                <a:solidFill>
                  <a:schemeClr val="tx1"/>
                </a:solidFill>
                <a:round/>
              </a:ln>
            </p:spPr>
            <p:txBody>
              <a:bodyPr wrap="none" anchor="ctr"/>
              <a:lstStyle/>
              <a:p>
                <a:endParaRPr lang="zh-CN" altLang="en-US"/>
              </a:p>
            </p:txBody>
          </p:sp>
          <p:sp>
            <p:nvSpPr>
              <p:cNvPr id="53371" name="Line 35"/>
              <p:cNvSpPr>
                <a:spLocks noChangeShapeType="1"/>
              </p:cNvSpPr>
              <p:nvPr/>
            </p:nvSpPr>
            <p:spPr bwMode="auto">
              <a:xfrm>
                <a:off x="745" y="2843"/>
                <a:ext cx="4032" cy="0"/>
              </a:xfrm>
              <a:prstGeom prst="line">
                <a:avLst/>
              </a:prstGeom>
              <a:noFill/>
              <a:ln w="19050" cap="sq">
                <a:solidFill>
                  <a:srgbClr val="000000"/>
                </a:solidFill>
                <a:round/>
              </a:ln>
            </p:spPr>
            <p:txBody>
              <a:bodyPr wrap="none" anchor="ctr"/>
              <a:lstStyle/>
              <a:p>
                <a:endParaRPr lang="zh-CN" altLang="en-US"/>
              </a:p>
            </p:txBody>
          </p:sp>
          <p:sp>
            <p:nvSpPr>
              <p:cNvPr id="53372" name="Line 36"/>
              <p:cNvSpPr>
                <a:spLocks noChangeShapeType="1"/>
              </p:cNvSpPr>
              <p:nvPr/>
            </p:nvSpPr>
            <p:spPr bwMode="auto">
              <a:xfrm>
                <a:off x="738" y="2544"/>
                <a:ext cx="0" cy="288"/>
              </a:xfrm>
              <a:prstGeom prst="line">
                <a:avLst/>
              </a:prstGeom>
              <a:noFill/>
              <a:ln w="19050" cap="sq">
                <a:solidFill>
                  <a:schemeClr val="tx1"/>
                </a:solidFill>
                <a:round/>
              </a:ln>
            </p:spPr>
            <p:txBody>
              <a:bodyPr wrap="none" anchor="ctr"/>
              <a:lstStyle/>
              <a:p>
                <a:endParaRPr lang="zh-CN" altLang="en-US"/>
              </a:p>
            </p:txBody>
          </p:sp>
          <p:sp>
            <p:nvSpPr>
              <p:cNvPr id="53373" name="Line 37"/>
              <p:cNvSpPr>
                <a:spLocks noChangeShapeType="1"/>
              </p:cNvSpPr>
              <p:nvPr/>
            </p:nvSpPr>
            <p:spPr bwMode="auto">
              <a:xfrm flipV="1">
                <a:off x="4773" y="2640"/>
                <a:ext cx="96" cy="192"/>
              </a:xfrm>
              <a:prstGeom prst="line">
                <a:avLst/>
              </a:prstGeom>
              <a:noFill/>
              <a:ln w="19050" cap="sq">
                <a:solidFill>
                  <a:schemeClr val="tx1"/>
                </a:solidFill>
                <a:round/>
                <a:tailEnd type="triangle" w="med" len="med"/>
              </a:ln>
            </p:spPr>
            <p:txBody>
              <a:bodyPr wrap="none" anchor="ctr"/>
              <a:lstStyle/>
              <a:p>
                <a:endParaRPr lang="zh-CN" altLang="en-US"/>
              </a:p>
            </p:txBody>
          </p:sp>
        </p:grpSp>
        <p:sp>
          <p:nvSpPr>
            <p:cNvPr id="53348" name="Text Box 38"/>
            <p:cNvSpPr txBox="1">
              <a:spLocks noChangeArrowheads="1"/>
            </p:cNvSpPr>
            <p:nvPr/>
          </p:nvSpPr>
          <p:spPr bwMode="auto">
            <a:xfrm>
              <a:off x="202" y="336"/>
              <a:ext cx="343" cy="750"/>
            </a:xfrm>
            <a:prstGeom prst="rect">
              <a:avLst/>
            </a:prstGeom>
            <a:noFill/>
            <a:ln w="12700" cap="sq">
              <a:noFill/>
              <a:miter lim="800000"/>
            </a:ln>
          </p:spPr>
          <p:txBody>
            <a:bodyPr wrap="none">
              <a:spAutoFit/>
            </a:bodyPr>
            <a:lstStyle/>
            <a:p>
              <a:pPr algn="ctr">
                <a:lnSpc>
                  <a:spcPct val="85000"/>
                </a:lnSpc>
                <a:spcBef>
                  <a:spcPct val="0"/>
                </a:spcBef>
              </a:pPr>
              <a:r>
                <a:rPr lang="zh-CN" altLang="en-US" sz="2800" dirty="0">
                  <a:solidFill>
                    <a:srgbClr val="000099"/>
                  </a:solidFill>
                  <a:ea typeface="幼圆" pitchFamily="49" charset="-122"/>
                </a:rPr>
                <a:t>插</a:t>
              </a:r>
              <a:endParaRPr lang="zh-CN" altLang="en-US" sz="2800" dirty="0">
                <a:solidFill>
                  <a:srgbClr val="000099"/>
                </a:solidFill>
                <a:ea typeface="幼圆" pitchFamily="49" charset="-122"/>
              </a:endParaRPr>
            </a:p>
            <a:p>
              <a:pPr algn="ctr">
                <a:lnSpc>
                  <a:spcPct val="85000"/>
                </a:lnSpc>
                <a:spcBef>
                  <a:spcPct val="0"/>
                </a:spcBef>
              </a:pPr>
              <a:r>
                <a:rPr lang="zh-CN" altLang="en-US" sz="2800" dirty="0">
                  <a:solidFill>
                    <a:srgbClr val="000099"/>
                  </a:solidFill>
                  <a:ea typeface="幼圆" pitchFamily="49" charset="-122"/>
                </a:rPr>
                <a:t>入</a:t>
              </a:r>
              <a:endParaRPr lang="zh-CN" altLang="en-US" sz="2800" dirty="0">
                <a:solidFill>
                  <a:srgbClr val="000099"/>
                </a:solidFill>
                <a:ea typeface="幼圆" pitchFamily="49" charset="-122"/>
              </a:endParaRPr>
            </a:p>
            <a:p>
              <a:pPr algn="ctr">
                <a:lnSpc>
                  <a:spcPct val="85000"/>
                </a:lnSpc>
                <a:spcBef>
                  <a:spcPct val="0"/>
                </a:spcBef>
              </a:pPr>
              <a:r>
                <a:rPr lang="zh-CN" altLang="en-US" sz="2800" dirty="0">
                  <a:solidFill>
                    <a:srgbClr val="000099"/>
                  </a:solidFill>
                  <a:ea typeface="幼圆" pitchFamily="49" charset="-122"/>
                </a:rPr>
                <a:t>前</a:t>
              </a:r>
              <a:endParaRPr lang="zh-CN" altLang="en-US" sz="2800" dirty="0">
                <a:solidFill>
                  <a:srgbClr val="000099"/>
                </a:solidFill>
                <a:ea typeface="幼圆" pitchFamily="49" charset="-122"/>
              </a:endParaRPr>
            </a:p>
          </p:txBody>
        </p:sp>
      </p:grpSp>
      <p:grpSp>
        <p:nvGrpSpPr>
          <p:cNvPr id="7" name="Group 39"/>
          <p:cNvGrpSpPr/>
          <p:nvPr/>
        </p:nvGrpSpPr>
        <p:grpSpPr bwMode="auto">
          <a:xfrm>
            <a:off x="5414642" y="3092054"/>
            <a:ext cx="1004888" cy="828675"/>
            <a:chOff x="2391" y="2448"/>
            <a:chExt cx="633" cy="522"/>
          </a:xfrm>
        </p:grpSpPr>
        <p:grpSp>
          <p:nvGrpSpPr>
            <p:cNvPr id="8" name="Group 40"/>
            <p:cNvGrpSpPr/>
            <p:nvPr/>
          </p:nvGrpSpPr>
          <p:grpSpPr bwMode="auto">
            <a:xfrm>
              <a:off x="2400" y="2448"/>
              <a:ext cx="624" cy="288"/>
              <a:chOff x="1296" y="2688"/>
              <a:chExt cx="624" cy="288"/>
            </a:xfrm>
          </p:grpSpPr>
          <p:sp>
            <p:nvSpPr>
              <p:cNvPr id="53344" name="Rectangle 41"/>
              <p:cNvSpPr>
                <a:spLocks noChangeArrowheads="1"/>
              </p:cNvSpPr>
              <p:nvPr/>
            </p:nvSpPr>
            <p:spPr bwMode="auto">
              <a:xfrm>
                <a:off x="1440" y="2688"/>
                <a:ext cx="336" cy="288"/>
              </a:xfrm>
              <a:prstGeom prst="rect">
                <a:avLst/>
              </a:prstGeom>
              <a:noFill/>
              <a:ln w="25400" cap="sq">
                <a:solidFill>
                  <a:srgbClr val="FF0000"/>
                </a:solidFill>
                <a:miter lim="800000"/>
              </a:ln>
            </p:spPr>
            <p:txBody>
              <a:bodyPr wrap="none" anchor="ctr"/>
              <a:lstStyle/>
              <a:p>
                <a:endParaRPr lang="zh-CN" altLang="en-US"/>
              </a:p>
            </p:txBody>
          </p:sp>
          <p:sp>
            <p:nvSpPr>
              <p:cNvPr id="53345" name="Rectangle 42"/>
              <p:cNvSpPr>
                <a:spLocks noChangeArrowheads="1"/>
              </p:cNvSpPr>
              <p:nvPr/>
            </p:nvSpPr>
            <p:spPr bwMode="auto">
              <a:xfrm>
                <a:off x="1776" y="2688"/>
                <a:ext cx="144" cy="288"/>
              </a:xfrm>
              <a:prstGeom prst="rect">
                <a:avLst/>
              </a:prstGeom>
              <a:noFill/>
              <a:ln w="25400" cap="sq">
                <a:solidFill>
                  <a:srgbClr val="FF0000"/>
                </a:solidFill>
                <a:miter lim="800000"/>
              </a:ln>
            </p:spPr>
            <p:txBody>
              <a:bodyPr wrap="none" anchor="ctr"/>
              <a:lstStyle/>
              <a:p>
                <a:endParaRPr lang="zh-CN" altLang="en-US"/>
              </a:p>
            </p:txBody>
          </p:sp>
          <p:sp>
            <p:nvSpPr>
              <p:cNvPr id="53346" name="Rectangle 43"/>
              <p:cNvSpPr>
                <a:spLocks noChangeArrowheads="1"/>
              </p:cNvSpPr>
              <p:nvPr/>
            </p:nvSpPr>
            <p:spPr bwMode="auto">
              <a:xfrm>
                <a:off x="1296" y="2688"/>
                <a:ext cx="144" cy="288"/>
              </a:xfrm>
              <a:prstGeom prst="rect">
                <a:avLst/>
              </a:prstGeom>
              <a:noFill/>
              <a:ln w="25400" cap="sq">
                <a:solidFill>
                  <a:srgbClr val="FF0000"/>
                </a:solidFill>
                <a:miter lim="800000"/>
              </a:ln>
            </p:spPr>
            <p:txBody>
              <a:bodyPr wrap="none" anchor="ctr"/>
              <a:lstStyle/>
              <a:p>
                <a:endParaRPr lang="zh-CN" altLang="en-US"/>
              </a:p>
            </p:txBody>
          </p:sp>
        </p:grpSp>
        <p:sp>
          <p:nvSpPr>
            <p:cNvPr id="53343" name="Text Box 44"/>
            <p:cNvSpPr txBox="1">
              <a:spLocks noChangeArrowheads="1"/>
            </p:cNvSpPr>
            <p:nvPr/>
          </p:nvSpPr>
          <p:spPr bwMode="auto">
            <a:xfrm>
              <a:off x="2391" y="2640"/>
              <a:ext cx="219" cy="330"/>
            </a:xfrm>
            <a:prstGeom prst="rect">
              <a:avLst/>
            </a:prstGeom>
            <a:noFill/>
            <a:ln w="12700" cap="sq">
              <a:noFill/>
              <a:miter lim="800000"/>
            </a:ln>
          </p:spPr>
          <p:txBody>
            <a:bodyPr wrap="none">
              <a:spAutoFit/>
            </a:bodyPr>
            <a:lstStyle/>
            <a:p>
              <a:pPr algn="ctr"/>
              <a:r>
                <a:rPr lang="en-US" altLang="zh-CN" sz="2800">
                  <a:solidFill>
                    <a:srgbClr val="000099"/>
                  </a:solidFill>
                </a:rPr>
                <a:t>p</a:t>
              </a:r>
              <a:endParaRPr lang="en-US" altLang="zh-CN" sz="2800">
                <a:solidFill>
                  <a:srgbClr val="000099"/>
                </a:solidFill>
              </a:endParaRPr>
            </a:p>
          </p:txBody>
        </p:sp>
      </p:grpSp>
      <p:sp>
        <p:nvSpPr>
          <p:cNvPr id="609325" name="Text Box 45"/>
          <p:cNvSpPr txBox="1">
            <a:spLocks noChangeArrowheads="1"/>
          </p:cNvSpPr>
          <p:nvPr/>
        </p:nvSpPr>
        <p:spPr bwMode="auto">
          <a:xfrm>
            <a:off x="5640067" y="3079354"/>
            <a:ext cx="784225" cy="492443"/>
          </a:xfrm>
          <a:prstGeom prst="rect">
            <a:avLst/>
          </a:prstGeom>
          <a:noFill/>
          <a:ln w="12700" cap="sq">
            <a:noFill/>
            <a:miter lim="800000"/>
          </a:ln>
        </p:spPr>
        <p:txBody>
          <a:bodyPr>
            <a:spAutoFit/>
          </a:bodyPr>
          <a:lstStyle/>
          <a:p>
            <a:r>
              <a:rPr lang="en-US" altLang="zh-CN" sz="2600" dirty="0"/>
              <a:t>item</a:t>
            </a:r>
            <a:endParaRPr lang="en-US" altLang="zh-CN" sz="2600" dirty="0"/>
          </a:p>
        </p:txBody>
      </p:sp>
      <p:grpSp>
        <p:nvGrpSpPr>
          <p:cNvPr id="9" name="Group 46"/>
          <p:cNvGrpSpPr/>
          <p:nvPr/>
        </p:nvGrpSpPr>
        <p:grpSpPr bwMode="auto">
          <a:xfrm>
            <a:off x="1847528" y="1685528"/>
            <a:ext cx="6694488" cy="1054100"/>
            <a:chOff x="144" y="1488"/>
            <a:chExt cx="4217" cy="664"/>
          </a:xfrm>
        </p:grpSpPr>
        <p:grpSp>
          <p:nvGrpSpPr>
            <p:cNvPr id="10" name="Group 47"/>
            <p:cNvGrpSpPr/>
            <p:nvPr/>
          </p:nvGrpSpPr>
          <p:grpSpPr bwMode="auto">
            <a:xfrm>
              <a:off x="1680" y="1776"/>
              <a:ext cx="624" cy="288"/>
              <a:chOff x="1296" y="2688"/>
              <a:chExt cx="624" cy="288"/>
            </a:xfrm>
          </p:grpSpPr>
          <p:sp>
            <p:nvSpPr>
              <p:cNvPr id="53339" name="Rectangle 48"/>
              <p:cNvSpPr>
                <a:spLocks noChangeArrowheads="1"/>
              </p:cNvSpPr>
              <p:nvPr/>
            </p:nvSpPr>
            <p:spPr bwMode="auto">
              <a:xfrm>
                <a:off x="1440" y="2688"/>
                <a:ext cx="336" cy="288"/>
              </a:xfrm>
              <a:prstGeom prst="rect">
                <a:avLst/>
              </a:prstGeom>
              <a:noFill/>
              <a:ln w="25400" cap="sq">
                <a:solidFill>
                  <a:srgbClr val="003366"/>
                </a:solidFill>
                <a:miter lim="800000"/>
              </a:ln>
            </p:spPr>
            <p:txBody>
              <a:bodyPr wrap="none" anchor="ctr"/>
              <a:lstStyle/>
              <a:p>
                <a:endParaRPr lang="zh-CN" altLang="en-US"/>
              </a:p>
            </p:txBody>
          </p:sp>
          <p:sp>
            <p:nvSpPr>
              <p:cNvPr id="53340" name="Rectangle 49"/>
              <p:cNvSpPr>
                <a:spLocks noChangeArrowheads="1"/>
              </p:cNvSpPr>
              <p:nvPr/>
            </p:nvSpPr>
            <p:spPr bwMode="auto">
              <a:xfrm>
                <a:off x="1776" y="2688"/>
                <a:ext cx="144" cy="288"/>
              </a:xfrm>
              <a:prstGeom prst="rect">
                <a:avLst/>
              </a:prstGeom>
              <a:noFill/>
              <a:ln w="25400" cap="sq">
                <a:solidFill>
                  <a:srgbClr val="003366"/>
                </a:solidFill>
                <a:miter lim="800000"/>
              </a:ln>
            </p:spPr>
            <p:txBody>
              <a:bodyPr wrap="none" anchor="ctr"/>
              <a:lstStyle/>
              <a:p>
                <a:endParaRPr lang="zh-CN" altLang="en-US"/>
              </a:p>
            </p:txBody>
          </p:sp>
          <p:sp>
            <p:nvSpPr>
              <p:cNvPr id="53341" name="Rectangle 50"/>
              <p:cNvSpPr>
                <a:spLocks noChangeArrowheads="1"/>
              </p:cNvSpPr>
              <p:nvPr/>
            </p:nvSpPr>
            <p:spPr bwMode="auto">
              <a:xfrm>
                <a:off x="1296" y="2688"/>
                <a:ext cx="144" cy="288"/>
              </a:xfrm>
              <a:prstGeom prst="rect">
                <a:avLst/>
              </a:prstGeom>
              <a:noFill/>
              <a:ln w="25400" cap="sq">
                <a:solidFill>
                  <a:srgbClr val="003366"/>
                </a:solidFill>
                <a:miter lim="800000"/>
              </a:ln>
            </p:spPr>
            <p:txBody>
              <a:bodyPr wrap="none" anchor="ctr"/>
              <a:lstStyle/>
              <a:p>
                <a:endParaRPr lang="zh-CN" altLang="en-US"/>
              </a:p>
            </p:txBody>
          </p:sp>
        </p:grpSp>
        <p:grpSp>
          <p:nvGrpSpPr>
            <p:cNvPr id="11" name="Group 51"/>
            <p:cNvGrpSpPr/>
            <p:nvPr/>
          </p:nvGrpSpPr>
          <p:grpSpPr bwMode="auto">
            <a:xfrm>
              <a:off x="3072" y="1776"/>
              <a:ext cx="624" cy="288"/>
              <a:chOff x="1296" y="2688"/>
              <a:chExt cx="624" cy="288"/>
            </a:xfrm>
          </p:grpSpPr>
          <p:sp>
            <p:nvSpPr>
              <p:cNvPr id="53336" name="Rectangle 52"/>
              <p:cNvSpPr>
                <a:spLocks noChangeArrowheads="1"/>
              </p:cNvSpPr>
              <p:nvPr/>
            </p:nvSpPr>
            <p:spPr bwMode="auto">
              <a:xfrm>
                <a:off x="1440" y="2688"/>
                <a:ext cx="336" cy="288"/>
              </a:xfrm>
              <a:prstGeom prst="rect">
                <a:avLst/>
              </a:prstGeom>
              <a:noFill/>
              <a:ln w="25400" cap="sq">
                <a:solidFill>
                  <a:srgbClr val="003366"/>
                </a:solidFill>
                <a:miter lim="800000"/>
              </a:ln>
            </p:spPr>
            <p:txBody>
              <a:bodyPr wrap="none" anchor="ctr"/>
              <a:lstStyle/>
              <a:p>
                <a:endParaRPr lang="zh-CN" altLang="en-US"/>
              </a:p>
            </p:txBody>
          </p:sp>
          <p:sp>
            <p:nvSpPr>
              <p:cNvPr id="53337" name="Rectangle 53"/>
              <p:cNvSpPr>
                <a:spLocks noChangeArrowheads="1"/>
              </p:cNvSpPr>
              <p:nvPr/>
            </p:nvSpPr>
            <p:spPr bwMode="auto">
              <a:xfrm>
                <a:off x="1776" y="2688"/>
                <a:ext cx="144" cy="288"/>
              </a:xfrm>
              <a:prstGeom prst="rect">
                <a:avLst/>
              </a:prstGeom>
              <a:noFill/>
              <a:ln w="25400" cap="sq">
                <a:solidFill>
                  <a:srgbClr val="003366"/>
                </a:solidFill>
                <a:miter lim="800000"/>
              </a:ln>
            </p:spPr>
            <p:txBody>
              <a:bodyPr wrap="none" anchor="ctr"/>
              <a:lstStyle/>
              <a:p>
                <a:endParaRPr lang="zh-CN" altLang="en-US"/>
              </a:p>
            </p:txBody>
          </p:sp>
          <p:sp>
            <p:nvSpPr>
              <p:cNvPr id="53338" name="Rectangle 54"/>
              <p:cNvSpPr>
                <a:spLocks noChangeArrowheads="1"/>
              </p:cNvSpPr>
              <p:nvPr/>
            </p:nvSpPr>
            <p:spPr bwMode="auto">
              <a:xfrm>
                <a:off x="1296" y="2688"/>
                <a:ext cx="144" cy="288"/>
              </a:xfrm>
              <a:prstGeom prst="rect">
                <a:avLst/>
              </a:prstGeom>
              <a:noFill/>
              <a:ln w="25400" cap="sq">
                <a:solidFill>
                  <a:srgbClr val="003366"/>
                </a:solidFill>
                <a:miter lim="800000"/>
              </a:ln>
            </p:spPr>
            <p:txBody>
              <a:bodyPr wrap="none" anchor="ctr"/>
              <a:lstStyle/>
              <a:p>
                <a:endParaRPr lang="zh-CN" altLang="en-US"/>
              </a:p>
            </p:txBody>
          </p:sp>
        </p:grpSp>
        <p:sp>
          <p:nvSpPr>
            <p:cNvPr id="53325" name="Line 55"/>
            <p:cNvSpPr>
              <a:spLocks noChangeShapeType="1"/>
            </p:cNvSpPr>
            <p:nvPr/>
          </p:nvSpPr>
          <p:spPr bwMode="auto">
            <a:xfrm>
              <a:off x="2256" y="1872"/>
              <a:ext cx="816" cy="0"/>
            </a:xfrm>
            <a:prstGeom prst="line">
              <a:avLst/>
            </a:prstGeom>
            <a:noFill/>
            <a:ln w="19050" cap="sq">
              <a:solidFill>
                <a:srgbClr val="003366"/>
              </a:solidFill>
              <a:round/>
              <a:tailEnd type="triangle" w="med" len="med"/>
            </a:ln>
          </p:spPr>
          <p:txBody>
            <a:bodyPr wrap="none" anchor="ctr"/>
            <a:lstStyle/>
            <a:p>
              <a:endParaRPr lang="zh-CN" altLang="en-US"/>
            </a:p>
          </p:txBody>
        </p:sp>
        <p:sp>
          <p:nvSpPr>
            <p:cNvPr id="53326" name="Rectangle 56"/>
            <p:cNvSpPr>
              <a:spLocks noChangeArrowheads="1"/>
            </p:cNvSpPr>
            <p:nvPr/>
          </p:nvSpPr>
          <p:spPr bwMode="auto">
            <a:xfrm>
              <a:off x="1906" y="1738"/>
              <a:ext cx="176" cy="233"/>
            </a:xfrm>
            <a:prstGeom prst="rect">
              <a:avLst/>
            </a:prstGeom>
            <a:noFill/>
            <a:ln w="12700" cap="sq">
              <a:noFill/>
              <a:miter lim="800000"/>
            </a:ln>
          </p:spPr>
          <p:txBody>
            <a:bodyPr wrap="none">
              <a:spAutoFit/>
            </a:bodyPr>
            <a:lstStyle/>
            <a:p>
              <a:pPr algn="ctr"/>
              <a:r>
                <a:rPr lang="en-US" altLang="zh-CN">
                  <a:solidFill>
                    <a:schemeClr val="accent2"/>
                  </a:solidFill>
                </a:rPr>
                <a:t>x</a:t>
              </a:r>
              <a:endParaRPr lang="en-US" altLang="zh-CN">
                <a:solidFill>
                  <a:schemeClr val="accent2"/>
                </a:solidFill>
              </a:endParaRPr>
            </a:p>
          </p:txBody>
        </p:sp>
        <p:sp>
          <p:nvSpPr>
            <p:cNvPr id="53327" name="Rectangle 57"/>
            <p:cNvSpPr>
              <a:spLocks noChangeArrowheads="1"/>
            </p:cNvSpPr>
            <p:nvPr/>
          </p:nvSpPr>
          <p:spPr bwMode="auto">
            <a:xfrm>
              <a:off x="1619" y="1488"/>
              <a:ext cx="226" cy="349"/>
            </a:xfrm>
            <a:prstGeom prst="rect">
              <a:avLst/>
            </a:prstGeom>
            <a:noFill/>
            <a:ln w="12700" cap="sq">
              <a:noFill/>
              <a:miter lim="800000"/>
            </a:ln>
          </p:spPr>
          <p:txBody>
            <a:bodyPr wrap="none">
              <a:spAutoFit/>
            </a:bodyPr>
            <a:lstStyle/>
            <a:p>
              <a:pPr algn="ctr"/>
              <a:r>
                <a:rPr lang="en-US" altLang="zh-CN" sz="3000">
                  <a:solidFill>
                    <a:srgbClr val="000099"/>
                  </a:solidFill>
                </a:rPr>
                <a:t>q</a:t>
              </a:r>
              <a:endParaRPr lang="en-US" altLang="zh-CN" sz="3000">
                <a:solidFill>
                  <a:srgbClr val="000099"/>
                </a:solidFill>
              </a:endParaRPr>
            </a:p>
          </p:txBody>
        </p:sp>
        <p:sp>
          <p:nvSpPr>
            <p:cNvPr id="53328" name="Line 58"/>
            <p:cNvSpPr>
              <a:spLocks noChangeShapeType="1"/>
            </p:cNvSpPr>
            <p:nvPr/>
          </p:nvSpPr>
          <p:spPr bwMode="auto">
            <a:xfrm flipH="1">
              <a:off x="2304" y="1968"/>
              <a:ext cx="816" cy="0"/>
            </a:xfrm>
            <a:prstGeom prst="line">
              <a:avLst/>
            </a:prstGeom>
            <a:noFill/>
            <a:ln w="19050" cap="sq">
              <a:solidFill>
                <a:srgbClr val="003366"/>
              </a:solidFill>
              <a:round/>
              <a:tailEnd type="triangle" w="med" len="med"/>
            </a:ln>
          </p:spPr>
          <p:txBody>
            <a:bodyPr wrap="none" anchor="ctr"/>
            <a:lstStyle/>
            <a:p>
              <a:endParaRPr lang="zh-CN" altLang="en-US"/>
            </a:p>
          </p:txBody>
        </p:sp>
        <p:sp>
          <p:nvSpPr>
            <p:cNvPr id="53329" name="Line 59"/>
            <p:cNvSpPr>
              <a:spLocks noChangeShapeType="1"/>
            </p:cNvSpPr>
            <p:nvPr/>
          </p:nvSpPr>
          <p:spPr bwMode="auto">
            <a:xfrm flipH="1">
              <a:off x="3696" y="1968"/>
              <a:ext cx="288" cy="0"/>
            </a:xfrm>
            <a:prstGeom prst="line">
              <a:avLst/>
            </a:prstGeom>
            <a:noFill/>
            <a:ln w="19050" cap="sq">
              <a:solidFill>
                <a:srgbClr val="003366"/>
              </a:solidFill>
              <a:round/>
              <a:tailEnd type="triangle" w="med" len="med"/>
            </a:ln>
          </p:spPr>
          <p:txBody>
            <a:bodyPr wrap="none" anchor="ctr"/>
            <a:lstStyle/>
            <a:p>
              <a:endParaRPr lang="zh-CN" altLang="en-US"/>
            </a:p>
          </p:txBody>
        </p:sp>
        <p:sp>
          <p:nvSpPr>
            <p:cNvPr id="53330" name="Line 60"/>
            <p:cNvSpPr>
              <a:spLocks noChangeShapeType="1"/>
            </p:cNvSpPr>
            <p:nvPr/>
          </p:nvSpPr>
          <p:spPr bwMode="auto">
            <a:xfrm flipV="1">
              <a:off x="1344" y="1850"/>
              <a:ext cx="336" cy="0"/>
            </a:xfrm>
            <a:prstGeom prst="line">
              <a:avLst/>
            </a:prstGeom>
            <a:noFill/>
            <a:ln w="19050" cap="sq">
              <a:solidFill>
                <a:srgbClr val="003366"/>
              </a:solidFill>
              <a:round/>
              <a:tailEnd type="triangle" w="med" len="med"/>
            </a:ln>
          </p:spPr>
          <p:txBody>
            <a:bodyPr wrap="none" anchor="ctr"/>
            <a:lstStyle/>
            <a:p>
              <a:endParaRPr lang="zh-CN" altLang="en-US"/>
            </a:p>
          </p:txBody>
        </p:sp>
        <p:sp>
          <p:nvSpPr>
            <p:cNvPr id="53331" name="Line 61"/>
            <p:cNvSpPr>
              <a:spLocks noChangeShapeType="1"/>
            </p:cNvSpPr>
            <p:nvPr/>
          </p:nvSpPr>
          <p:spPr bwMode="auto">
            <a:xfrm flipV="1">
              <a:off x="3626" y="1872"/>
              <a:ext cx="336" cy="0"/>
            </a:xfrm>
            <a:prstGeom prst="line">
              <a:avLst/>
            </a:prstGeom>
            <a:noFill/>
            <a:ln w="19050" cap="sq">
              <a:solidFill>
                <a:srgbClr val="003366"/>
              </a:solidFill>
              <a:round/>
              <a:tailEnd type="triangle" w="med" len="med"/>
            </a:ln>
          </p:spPr>
          <p:txBody>
            <a:bodyPr wrap="none" anchor="ctr"/>
            <a:lstStyle/>
            <a:p>
              <a:endParaRPr lang="zh-CN" altLang="en-US"/>
            </a:p>
          </p:txBody>
        </p:sp>
        <p:sp>
          <p:nvSpPr>
            <p:cNvPr id="53332" name="Line 62"/>
            <p:cNvSpPr>
              <a:spLocks noChangeShapeType="1"/>
            </p:cNvSpPr>
            <p:nvPr/>
          </p:nvSpPr>
          <p:spPr bwMode="auto">
            <a:xfrm flipH="1">
              <a:off x="1344" y="1968"/>
              <a:ext cx="432" cy="0"/>
            </a:xfrm>
            <a:prstGeom prst="line">
              <a:avLst/>
            </a:prstGeom>
            <a:noFill/>
            <a:ln w="19050" cap="sq">
              <a:solidFill>
                <a:srgbClr val="003366"/>
              </a:solidFill>
              <a:round/>
              <a:tailEnd type="triangle" w="med" len="med"/>
            </a:ln>
          </p:spPr>
          <p:txBody>
            <a:bodyPr wrap="none" anchor="ctr"/>
            <a:lstStyle/>
            <a:p>
              <a:endParaRPr lang="zh-CN" altLang="en-US"/>
            </a:p>
          </p:txBody>
        </p:sp>
        <p:sp>
          <p:nvSpPr>
            <p:cNvPr id="53333" name="Rectangle 63"/>
            <p:cNvSpPr>
              <a:spLocks noChangeArrowheads="1"/>
            </p:cNvSpPr>
            <p:nvPr/>
          </p:nvSpPr>
          <p:spPr bwMode="auto">
            <a:xfrm>
              <a:off x="1065" y="1728"/>
              <a:ext cx="275" cy="291"/>
            </a:xfrm>
            <a:prstGeom prst="rect">
              <a:avLst/>
            </a:prstGeom>
            <a:noFill/>
            <a:ln w="12700" cap="sq">
              <a:noFill/>
              <a:miter lim="800000"/>
            </a:ln>
          </p:spPr>
          <p:txBody>
            <a:bodyPr wrap="none">
              <a:spAutoFit/>
            </a:bodyPr>
            <a:lstStyle/>
            <a:p>
              <a:pPr algn="ctr"/>
              <a:r>
                <a:rPr lang="zh-CN" altLang="en-US" sz="2400">
                  <a:solidFill>
                    <a:schemeClr val="bg1"/>
                  </a:solidFill>
                  <a:ea typeface="宋体" pitchFamily="2" charset="-122"/>
                  <a:cs typeface="Times New Roman" panose="02020503050405090304" pitchFamily="18" charset="0"/>
                </a:rPr>
                <a:t>…</a:t>
              </a:r>
              <a:endParaRPr lang="zh-CN" altLang="en-US" sz="2400">
                <a:solidFill>
                  <a:schemeClr val="bg1"/>
                </a:solidFill>
                <a:ea typeface="宋体" pitchFamily="2" charset="-122"/>
                <a:cs typeface="Times New Roman" panose="02020503050405090304" pitchFamily="18" charset="0"/>
              </a:endParaRPr>
            </a:p>
          </p:txBody>
        </p:sp>
        <p:sp>
          <p:nvSpPr>
            <p:cNvPr id="53334" name="Rectangle 64"/>
            <p:cNvSpPr>
              <a:spLocks noChangeArrowheads="1"/>
            </p:cNvSpPr>
            <p:nvPr/>
          </p:nvSpPr>
          <p:spPr bwMode="auto">
            <a:xfrm>
              <a:off x="4086" y="1717"/>
              <a:ext cx="275" cy="291"/>
            </a:xfrm>
            <a:prstGeom prst="rect">
              <a:avLst/>
            </a:prstGeom>
            <a:noFill/>
            <a:ln w="12700" cap="sq">
              <a:noFill/>
              <a:miter lim="800000"/>
            </a:ln>
          </p:spPr>
          <p:txBody>
            <a:bodyPr wrap="none">
              <a:spAutoFit/>
            </a:bodyPr>
            <a:lstStyle/>
            <a:p>
              <a:pPr algn="ctr"/>
              <a:r>
                <a:rPr lang="zh-CN" altLang="en-US" sz="2400">
                  <a:solidFill>
                    <a:schemeClr val="bg1"/>
                  </a:solidFill>
                  <a:ea typeface="宋体" pitchFamily="2" charset="-122"/>
                  <a:cs typeface="Times New Roman" panose="02020503050405090304" pitchFamily="18" charset="0"/>
                </a:rPr>
                <a:t>…</a:t>
              </a:r>
              <a:endParaRPr lang="zh-CN" altLang="en-US" sz="2400">
                <a:solidFill>
                  <a:schemeClr val="bg1"/>
                </a:solidFill>
                <a:ea typeface="宋体" pitchFamily="2" charset="-122"/>
                <a:cs typeface="Times New Roman" panose="02020503050405090304" pitchFamily="18" charset="0"/>
              </a:endParaRPr>
            </a:p>
          </p:txBody>
        </p:sp>
        <p:sp>
          <p:nvSpPr>
            <p:cNvPr id="53335" name="Rectangle 65"/>
            <p:cNvSpPr>
              <a:spLocks noChangeArrowheads="1"/>
            </p:cNvSpPr>
            <p:nvPr/>
          </p:nvSpPr>
          <p:spPr bwMode="auto">
            <a:xfrm>
              <a:off x="144" y="1632"/>
              <a:ext cx="336" cy="520"/>
            </a:xfrm>
            <a:prstGeom prst="rect">
              <a:avLst/>
            </a:prstGeom>
            <a:noFill/>
            <a:ln w="12700" cap="sq">
              <a:noFill/>
              <a:miter lim="800000"/>
            </a:ln>
          </p:spPr>
          <p:txBody>
            <a:bodyPr>
              <a:spAutoFit/>
            </a:bodyPr>
            <a:lstStyle/>
            <a:p>
              <a:pPr algn="ctr">
                <a:lnSpc>
                  <a:spcPct val="85000"/>
                </a:lnSpc>
                <a:spcBef>
                  <a:spcPct val="0"/>
                </a:spcBef>
              </a:pPr>
              <a:r>
                <a:rPr lang="zh-CN" altLang="en-US" sz="2800" dirty="0">
                  <a:solidFill>
                    <a:srgbClr val="000099"/>
                  </a:solidFill>
                  <a:ea typeface="幼圆" pitchFamily="49" charset="-122"/>
                </a:rPr>
                <a:t>插</a:t>
              </a:r>
              <a:endParaRPr lang="zh-CN" altLang="en-US" sz="2800" dirty="0">
                <a:solidFill>
                  <a:srgbClr val="000099"/>
                </a:solidFill>
                <a:ea typeface="幼圆" pitchFamily="49" charset="-122"/>
              </a:endParaRPr>
            </a:p>
            <a:p>
              <a:pPr algn="ctr">
                <a:lnSpc>
                  <a:spcPct val="85000"/>
                </a:lnSpc>
                <a:spcBef>
                  <a:spcPct val="0"/>
                </a:spcBef>
              </a:pPr>
              <a:r>
                <a:rPr lang="zh-CN" altLang="en-US" sz="2800" dirty="0">
                  <a:solidFill>
                    <a:srgbClr val="000099"/>
                  </a:solidFill>
                  <a:ea typeface="幼圆" pitchFamily="49" charset="-122"/>
                </a:rPr>
                <a:t>入</a:t>
              </a:r>
              <a:endParaRPr lang="zh-CN" altLang="en-US" sz="2800" dirty="0">
                <a:solidFill>
                  <a:srgbClr val="000099"/>
                </a:solidFill>
                <a:ea typeface="幼圆" pitchFamily="49" charset="-122"/>
              </a:endParaRPr>
            </a:p>
          </p:txBody>
        </p:sp>
      </p:grpSp>
      <p:sp>
        <p:nvSpPr>
          <p:cNvPr id="609346" name="Line 66"/>
          <p:cNvSpPr>
            <a:spLocks noChangeShapeType="1"/>
          </p:cNvSpPr>
          <p:nvPr/>
        </p:nvSpPr>
        <p:spPr bwMode="auto">
          <a:xfrm flipH="1" flipV="1">
            <a:off x="5235253" y="2599928"/>
            <a:ext cx="304800" cy="685800"/>
          </a:xfrm>
          <a:prstGeom prst="line">
            <a:avLst/>
          </a:prstGeom>
          <a:noFill/>
          <a:ln w="31750" cap="sq">
            <a:solidFill>
              <a:srgbClr val="FF0000"/>
            </a:solidFill>
            <a:round/>
            <a:tailEnd type="triangle" w="med" len="med"/>
          </a:ln>
        </p:spPr>
        <p:txBody>
          <a:bodyPr wrap="none" anchor="ctr"/>
          <a:lstStyle/>
          <a:p>
            <a:endParaRPr lang="zh-CN" altLang="en-US"/>
          </a:p>
        </p:txBody>
      </p:sp>
      <p:grpSp>
        <p:nvGrpSpPr>
          <p:cNvPr id="12" name="Group 67"/>
          <p:cNvGrpSpPr/>
          <p:nvPr/>
        </p:nvGrpSpPr>
        <p:grpSpPr bwMode="auto">
          <a:xfrm>
            <a:off x="5335266" y="2330054"/>
            <a:ext cx="1262062" cy="803275"/>
            <a:chOff x="2437" y="1872"/>
            <a:chExt cx="795" cy="506"/>
          </a:xfrm>
        </p:grpSpPr>
        <p:sp>
          <p:nvSpPr>
            <p:cNvPr id="53321" name="Line 68"/>
            <p:cNvSpPr>
              <a:spLocks noChangeShapeType="1"/>
            </p:cNvSpPr>
            <p:nvPr/>
          </p:nvSpPr>
          <p:spPr bwMode="auto">
            <a:xfrm rot="241254" flipH="1">
              <a:off x="2987" y="1898"/>
              <a:ext cx="245" cy="480"/>
            </a:xfrm>
            <a:prstGeom prst="line">
              <a:avLst/>
            </a:prstGeom>
            <a:noFill/>
            <a:ln w="25400" cap="sq">
              <a:solidFill>
                <a:srgbClr val="339966"/>
              </a:solidFill>
              <a:round/>
              <a:tailEnd type="triangle" w="med" len="med"/>
            </a:ln>
          </p:spPr>
          <p:txBody>
            <a:bodyPr wrap="none" anchor="ctr"/>
            <a:lstStyle/>
            <a:p>
              <a:endParaRPr lang="zh-CN" altLang="en-US"/>
            </a:p>
          </p:txBody>
        </p:sp>
        <p:sp>
          <p:nvSpPr>
            <p:cNvPr id="53322" name="Rectangle 69"/>
            <p:cNvSpPr>
              <a:spLocks noChangeArrowheads="1"/>
            </p:cNvSpPr>
            <p:nvPr/>
          </p:nvSpPr>
          <p:spPr bwMode="auto">
            <a:xfrm>
              <a:off x="2437" y="1872"/>
              <a:ext cx="720" cy="144"/>
            </a:xfrm>
            <a:prstGeom prst="rect">
              <a:avLst/>
            </a:prstGeom>
            <a:solidFill>
              <a:srgbClr val="FFFFFF"/>
            </a:solidFill>
            <a:ln w="12700" cap="sq">
              <a:noFill/>
              <a:miter lim="800000"/>
            </a:ln>
          </p:spPr>
          <p:txBody>
            <a:bodyPr wrap="none" anchor="ctr"/>
            <a:lstStyle/>
            <a:p>
              <a:endParaRPr lang="zh-CN" altLang="en-US"/>
            </a:p>
          </p:txBody>
        </p:sp>
      </p:grpSp>
      <p:grpSp>
        <p:nvGrpSpPr>
          <p:cNvPr id="13" name="Group 70"/>
          <p:cNvGrpSpPr/>
          <p:nvPr/>
        </p:nvGrpSpPr>
        <p:grpSpPr bwMode="auto">
          <a:xfrm>
            <a:off x="5189216" y="2142729"/>
            <a:ext cx="1289050" cy="949325"/>
            <a:chOff x="2352" y="1754"/>
            <a:chExt cx="812" cy="598"/>
          </a:xfrm>
        </p:grpSpPr>
        <p:sp>
          <p:nvSpPr>
            <p:cNvPr id="53319" name="Rectangle 71"/>
            <p:cNvSpPr>
              <a:spLocks noChangeArrowheads="1"/>
            </p:cNvSpPr>
            <p:nvPr/>
          </p:nvSpPr>
          <p:spPr bwMode="auto">
            <a:xfrm>
              <a:off x="2444" y="1754"/>
              <a:ext cx="720" cy="144"/>
            </a:xfrm>
            <a:prstGeom prst="rect">
              <a:avLst/>
            </a:prstGeom>
            <a:solidFill>
              <a:srgbClr val="FFFFFF"/>
            </a:solidFill>
            <a:ln w="12700" cap="sq">
              <a:noFill/>
              <a:miter lim="800000"/>
            </a:ln>
          </p:spPr>
          <p:txBody>
            <a:bodyPr wrap="none" anchor="ctr"/>
            <a:lstStyle/>
            <a:p>
              <a:endParaRPr lang="zh-CN" altLang="en-US"/>
            </a:p>
          </p:txBody>
        </p:sp>
        <p:sp>
          <p:nvSpPr>
            <p:cNvPr id="53320" name="Line 72"/>
            <p:cNvSpPr>
              <a:spLocks noChangeShapeType="1"/>
            </p:cNvSpPr>
            <p:nvPr/>
          </p:nvSpPr>
          <p:spPr bwMode="auto">
            <a:xfrm>
              <a:off x="2352" y="1920"/>
              <a:ext cx="336" cy="432"/>
            </a:xfrm>
            <a:prstGeom prst="line">
              <a:avLst/>
            </a:prstGeom>
            <a:noFill/>
            <a:ln w="25400" cap="sq">
              <a:solidFill>
                <a:srgbClr val="339966"/>
              </a:solidFill>
              <a:round/>
              <a:tailEnd type="triangle" w="med" len="med"/>
            </a:ln>
          </p:spPr>
          <p:txBody>
            <a:bodyPr wrap="none" anchor="ctr"/>
            <a:lstStyle/>
            <a:p>
              <a:endParaRPr lang="zh-CN" altLang="en-US"/>
            </a:p>
          </p:txBody>
        </p:sp>
      </p:grpSp>
      <p:grpSp>
        <p:nvGrpSpPr>
          <p:cNvPr id="14" name="Group 73"/>
          <p:cNvGrpSpPr/>
          <p:nvPr/>
        </p:nvGrpSpPr>
        <p:grpSpPr bwMode="auto">
          <a:xfrm>
            <a:off x="3057203" y="3344467"/>
            <a:ext cx="1931988" cy="504825"/>
            <a:chOff x="954" y="2341"/>
            <a:chExt cx="1217" cy="318"/>
          </a:xfrm>
        </p:grpSpPr>
        <p:sp>
          <p:nvSpPr>
            <p:cNvPr id="53317" name="AutoShape 74"/>
            <p:cNvSpPr>
              <a:spLocks noChangeArrowheads="1"/>
            </p:cNvSpPr>
            <p:nvPr/>
          </p:nvSpPr>
          <p:spPr bwMode="auto">
            <a:xfrm>
              <a:off x="962" y="2371"/>
              <a:ext cx="1056" cy="288"/>
            </a:xfrm>
            <a:prstGeom prst="wedgeRectCallout">
              <a:avLst>
                <a:gd name="adj1" fmla="val 74051"/>
                <a:gd name="adj2" fmla="val -106597"/>
              </a:avLst>
            </a:prstGeom>
            <a:noFill/>
            <a:ln w="41275" cap="sq">
              <a:solidFill>
                <a:srgbClr val="FF0000"/>
              </a:solidFill>
              <a:miter lim="800000"/>
            </a:ln>
          </p:spPr>
          <p:txBody>
            <a:bodyPr anchor="ctr"/>
            <a:lstStyle/>
            <a:p>
              <a:pPr algn="ctr"/>
              <a:endParaRPr lang="zh-CN" altLang="en-US" sz="2600"/>
            </a:p>
          </p:txBody>
        </p:sp>
        <p:sp>
          <p:nvSpPr>
            <p:cNvPr id="53318" name="Rectangle 75"/>
            <p:cNvSpPr>
              <a:spLocks noChangeArrowheads="1"/>
            </p:cNvSpPr>
            <p:nvPr/>
          </p:nvSpPr>
          <p:spPr bwMode="auto">
            <a:xfrm>
              <a:off x="954" y="2341"/>
              <a:ext cx="1217" cy="288"/>
            </a:xfrm>
            <a:prstGeom prst="rect">
              <a:avLst/>
            </a:prstGeom>
            <a:noFill/>
            <a:ln w="12700" cap="sq">
              <a:noFill/>
              <a:miter lim="800000"/>
            </a:ln>
          </p:spPr>
          <p:txBody>
            <a:bodyPr>
              <a:spAutoFit/>
            </a:bodyPr>
            <a:lstStyle/>
            <a:p>
              <a:r>
                <a:rPr lang="zh-CN" altLang="en-US" sz="2400">
                  <a:solidFill>
                    <a:srgbClr val="003399"/>
                  </a:solidFill>
                  <a:ea typeface="幼圆" pitchFamily="49" charset="-122"/>
                </a:rPr>
                <a:t>p</a:t>
              </a:r>
              <a:r>
                <a:rPr lang="zh-CN" altLang="en-US" sz="2400">
                  <a:solidFill>
                    <a:srgbClr val="003399"/>
                  </a:solidFill>
                  <a:latin typeface="宋体" pitchFamily="2" charset="-122"/>
                  <a:ea typeface="宋体" pitchFamily="2" charset="-122"/>
                </a:rPr>
                <a:t>-</a:t>
              </a:r>
              <a:r>
                <a:rPr lang="zh-CN" altLang="en-US" sz="2400">
                  <a:solidFill>
                    <a:srgbClr val="003399"/>
                  </a:solidFill>
                  <a:ea typeface="幼圆" pitchFamily="49" charset="-122"/>
                </a:rPr>
                <a:t>&gt;</a:t>
              </a:r>
              <a:r>
                <a:rPr lang="zh-CN" altLang="zh-CN" sz="2400">
                  <a:solidFill>
                    <a:srgbClr val="003399"/>
                  </a:solidFill>
                  <a:ea typeface="幼圆" pitchFamily="49" charset="-122"/>
                </a:rPr>
                <a:t>llink</a:t>
              </a:r>
              <a:r>
                <a:rPr lang="zh-CN" altLang="en-US" sz="2400">
                  <a:solidFill>
                    <a:srgbClr val="003399"/>
                  </a:solidFill>
                  <a:ea typeface="幼圆" pitchFamily="49" charset="-122"/>
                </a:rPr>
                <a:t>=</a:t>
              </a:r>
              <a:r>
                <a:rPr lang="zh-CN" altLang="zh-CN" sz="2400">
                  <a:solidFill>
                    <a:srgbClr val="003399"/>
                  </a:solidFill>
                  <a:ea typeface="幼圆" pitchFamily="49" charset="-122"/>
                  <a:sym typeface="Symbol" pitchFamily="18" charset="2"/>
                </a:rPr>
                <a:t>q</a:t>
              </a:r>
              <a:r>
                <a:rPr lang="zh-CN" altLang="en-US" sz="2400">
                  <a:solidFill>
                    <a:srgbClr val="003399"/>
                  </a:solidFill>
                  <a:ea typeface="幼圆" pitchFamily="49" charset="-122"/>
                  <a:sym typeface="Symbol" pitchFamily="18" charset="2"/>
                </a:rPr>
                <a:t>;</a:t>
              </a:r>
              <a:endParaRPr lang="en-US" altLang="zh-CN" sz="2400">
                <a:solidFill>
                  <a:srgbClr val="003399"/>
                </a:solidFill>
                <a:ea typeface="幼圆" pitchFamily="49" charset="-122"/>
                <a:sym typeface="Symbol" pitchFamily="18" charset="2"/>
              </a:endParaRPr>
            </a:p>
          </p:txBody>
        </p:sp>
      </p:grpSp>
      <p:grpSp>
        <p:nvGrpSpPr>
          <p:cNvPr id="15" name="Group 76"/>
          <p:cNvGrpSpPr/>
          <p:nvPr/>
        </p:nvGrpSpPr>
        <p:grpSpPr bwMode="auto">
          <a:xfrm>
            <a:off x="7322816" y="3403203"/>
            <a:ext cx="2895600" cy="484188"/>
            <a:chOff x="3504" y="2357"/>
            <a:chExt cx="1824" cy="305"/>
          </a:xfrm>
        </p:grpSpPr>
        <p:sp>
          <p:nvSpPr>
            <p:cNvPr id="53315" name="AutoShape 77"/>
            <p:cNvSpPr>
              <a:spLocks noChangeArrowheads="1"/>
            </p:cNvSpPr>
            <p:nvPr/>
          </p:nvSpPr>
          <p:spPr bwMode="auto">
            <a:xfrm>
              <a:off x="3516" y="2374"/>
              <a:ext cx="1680" cy="288"/>
            </a:xfrm>
            <a:prstGeom prst="wedgeRectCallout">
              <a:avLst>
                <a:gd name="adj1" fmla="val -74523"/>
                <a:gd name="adj2" fmla="val -136111"/>
              </a:avLst>
            </a:prstGeom>
            <a:noFill/>
            <a:ln w="41275" cap="sq">
              <a:solidFill>
                <a:srgbClr val="FF0000"/>
              </a:solidFill>
              <a:miter lim="800000"/>
            </a:ln>
          </p:spPr>
          <p:txBody>
            <a:bodyPr anchor="ctr"/>
            <a:lstStyle/>
            <a:p>
              <a:pPr algn="ctr"/>
              <a:endParaRPr lang="zh-CN" altLang="en-US" sz="2600"/>
            </a:p>
          </p:txBody>
        </p:sp>
        <p:sp>
          <p:nvSpPr>
            <p:cNvPr id="53316" name="Rectangle 78"/>
            <p:cNvSpPr>
              <a:spLocks noChangeArrowheads="1"/>
            </p:cNvSpPr>
            <p:nvPr/>
          </p:nvSpPr>
          <p:spPr bwMode="auto">
            <a:xfrm>
              <a:off x="3504" y="2357"/>
              <a:ext cx="1824" cy="288"/>
            </a:xfrm>
            <a:prstGeom prst="rect">
              <a:avLst/>
            </a:prstGeom>
            <a:noFill/>
            <a:ln w="12700" cap="sq">
              <a:noFill/>
              <a:miter lim="800000"/>
            </a:ln>
          </p:spPr>
          <p:txBody>
            <a:bodyPr>
              <a:spAutoFit/>
            </a:bodyPr>
            <a:lstStyle/>
            <a:p>
              <a:r>
                <a:rPr lang="zh-CN" altLang="en-US" sz="2400">
                  <a:solidFill>
                    <a:srgbClr val="003399"/>
                  </a:solidFill>
                  <a:ea typeface="幼圆" pitchFamily="49" charset="-122"/>
                </a:rPr>
                <a:t>p</a:t>
              </a:r>
              <a:r>
                <a:rPr lang="zh-CN" altLang="en-US" sz="2400">
                  <a:solidFill>
                    <a:srgbClr val="003399"/>
                  </a:solidFill>
                  <a:latin typeface="宋体" pitchFamily="2" charset="-122"/>
                  <a:ea typeface="宋体" pitchFamily="2" charset="-122"/>
                </a:rPr>
                <a:t>-</a:t>
              </a:r>
              <a:r>
                <a:rPr lang="zh-CN" altLang="en-US" sz="2400">
                  <a:solidFill>
                    <a:srgbClr val="003399"/>
                  </a:solidFill>
                  <a:ea typeface="幼圆" pitchFamily="49" charset="-122"/>
                </a:rPr>
                <a:t>&gt;</a:t>
              </a:r>
              <a:r>
                <a:rPr lang="zh-CN" altLang="zh-CN" sz="2400">
                  <a:solidFill>
                    <a:srgbClr val="003399"/>
                  </a:solidFill>
                  <a:ea typeface="幼圆" pitchFamily="49" charset="-122"/>
                </a:rPr>
                <a:t>rlink</a:t>
              </a:r>
              <a:r>
                <a:rPr lang="zh-CN" altLang="en-US" sz="2400">
                  <a:solidFill>
                    <a:srgbClr val="003399"/>
                  </a:solidFill>
                  <a:ea typeface="幼圆" pitchFamily="49" charset="-122"/>
                </a:rPr>
                <a:t>=</a:t>
              </a:r>
              <a:r>
                <a:rPr lang="en-US" altLang="zh-CN" sz="2400">
                  <a:solidFill>
                    <a:srgbClr val="003399"/>
                  </a:solidFill>
                  <a:ea typeface="幼圆" pitchFamily="49" charset="-122"/>
                </a:rPr>
                <a:t>q</a:t>
              </a:r>
              <a:r>
                <a:rPr lang="en-US" altLang="zh-CN" sz="2400">
                  <a:solidFill>
                    <a:srgbClr val="003399"/>
                  </a:solidFill>
                  <a:latin typeface="宋体" pitchFamily="2" charset="-122"/>
                  <a:ea typeface="宋体" pitchFamily="2" charset="-122"/>
                </a:rPr>
                <a:t>-</a:t>
              </a:r>
              <a:r>
                <a:rPr lang="en-US" altLang="zh-CN" sz="2400">
                  <a:solidFill>
                    <a:srgbClr val="003399"/>
                  </a:solidFill>
                  <a:ea typeface="幼圆" pitchFamily="49" charset="-122"/>
                </a:rPr>
                <a:t>&gt;</a:t>
              </a:r>
              <a:r>
                <a:rPr lang="zh-CN" altLang="zh-CN" sz="2400">
                  <a:solidFill>
                    <a:srgbClr val="003399"/>
                  </a:solidFill>
                  <a:ea typeface="幼圆" pitchFamily="49" charset="-122"/>
                  <a:sym typeface="Symbol" pitchFamily="18" charset="2"/>
                </a:rPr>
                <a:t>rlink</a:t>
              </a:r>
              <a:r>
                <a:rPr lang="zh-CN" altLang="en-US" sz="2400">
                  <a:solidFill>
                    <a:srgbClr val="003399"/>
                  </a:solidFill>
                  <a:sym typeface="Symbol" pitchFamily="18" charset="2"/>
                </a:rPr>
                <a:t>;</a:t>
              </a:r>
              <a:endParaRPr lang="en-US" altLang="zh-CN" sz="2400">
                <a:solidFill>
                  <a:srgbClr val="003399"/>
                </a:solidFill>
                <a:sym typeface="Symbol" pitchFamily="18" charset="2"/>
              </a:endParaRPr>
            </a:p>
          </p:txBody>
        </p:sp>
      </p:grpSp>
      <p:sp>
        <p:nvSpPr>
          <p:cNvPr id="609359" name="Line 79"/>
          <p:cNvSpPr>
            <a:spLocks noChangeShapeType="1"/>
          </p:cNvSpPr>
          <p:nvPr/>
        </p:nvSpPr>
        <p:spPr bwMode="auto">
          <a:xfrm flipV="1">
            <a:off x="6281416" y="2599928"/>
            <a:ext cx="304800" cy="685800"/>
          </a:xfrm>
          <a:prstGeom prst="line">
            <a:avLst/>
          </a:prstGeom>
          <a:noFill/>
          <a:ln w="31750" cap="sq">
            <a:solidFill>
              <a:srgbClr val="FF0000"/>
            </a:solidFill>
            <a:round/>
            <a:tailEnd type="triangle" w="med" len="med"/>
          </a:ln>
        </p:spPr>
        <p:txBody>
          <a:bodyPr wrap="none" anchor="ctr"/>
          <a:lstStyle/>
          <a:p>
            <a:endParaRPr lang="zh-CN" altLang="en-US"/>
          </a:p>
        </p:txBody>
      </p:sp>
      <p:grpSp>
        <p:nvGrpSpPr>
          <p:cNvPr id="16" name="Group 80"/>
          <p:cNvGrpSpPr/>
          <p:nvPr/>
        </p:nvGrpSpPr>
        <p:grpSpPr bwMode="auto">
          <a:xfrm>
            <a:off x="7896201" y="2708921"/>
            <a:ext cx="3000375" cy="484187"/>
            <a:chOff x="3877" y="1925"/>
            <a:chExt cx="1890" cy="305"/>
          </a:xfrm>
        </p:grpSpPr>
        <p:sp>
          <p:nvSpPr>
            <p:cNvPr id="53313" name="AutoShape 81"/>
            <p:cNvSpPr>
              <a:spLocks noChangeArrowheads="1"/>
            </p:cNvSpPr>
            <p:nvPr/>
          </p:nvSpPr>
          <p:spPr bwMode="auto">
            <a:xfrm>
              <a:off x="3888" y="1942"/>
              <a:ext cx="1668" cy="288"/>
            </a:xfrm>
            <a:prstGeom prst="wedgeRectCallout">
              <a:avLst>
                <a:gd name="adj1" fmla="val -100000"/>
                <a:gd name="adj2" fmla="val -32986"/>
              </a:avLst>
            </a:prstGeom>
            <a:noFill/>
            <a:ln w="44450" cap="sq">
              <a:solidFill>
                <a:srgbClr val="2EB9B6"/>
              </a:solidFill>
              <a:miter lim="800000"/>
            </a:ln>
          </p:spPr>
          <p:txBody>
            <a:bodyPr anchor="ctr"/>
            <a:lstStyle/>
            <a:p>
              <a:pPr algn="ctr"/>
              <a:endParaRPr lang="zh-CN" altLang="en-US" sz="2600"/>
            </a:p>
          </p:txBody>
        </p:sp>
        <p:sp>
          <p:nvSpPr>
            <p:cNvPr id="53314" name="Rectangle 82"/>
            <p:cNvSpPr>
              <a:spLocks noChangeArrowheads="1"/>
            </p:cNvSpPr>
            <p:nvPr/>
          </p:nvSpPr>
          <p:spPr bwMode="auto">
            <a:xfrm>
              <a:off x="3877" y="1925"/>
              <a:ext cx="1890" cy="288"/>
            </a:xfrm>
            <a:prstGeom prst="rect">
              <a:avLst/>
            </a:prstGeom>
            <a:noFill/>
            <a:ln w="12700" cap="sq">
              <a:noFill/>
              <a:miter lim="800000"/>
            </a:ln>
          </p:spPr>
          <p:txBody>
            <a:bodyPr>
              <a:spAutoFit/>
            </a:bodyPr>
            <a:lstStyle/>
            <a:p>
              <a:r>
                <a:rPr lang="zh-CN" altLang="en-US" sz="2400">
                  <a:solidFill>
                    <a:srgbClr val="003399"/>
                  </a:solidFill>
                  <a:ea typeface="幼圆" pitchFamily="49" charset="-122"/>
                </a:rPr>
                <a:t>q</a:t>
              </a:r>
              <a:r>
                <a:rPr lang="zh-CN" altLang="en-US" sz="2400">
                  <a:solidFill>
                    <a:srgbClr val="003399"/>
                  </a:solidFill>
                  <a:latin typeface="宋体" pitchFamily="2" charset="-122"/>
                  <a:ea typeface="宋体" pitchFamily="2" charset="-122"/>
                </a:rPr>
                <a:t>-</a:t>
              </a:r>
              <a:r>
                <a:rPr lang="zh-CN" altLang="en-US" sz="2400">
                  <a:solidFill>
                    <a:srgbClr val="003399"/>
                  </a:solidFill>
                  <a:ea typeface="幼圆" pitchFamily="49" charset="-122"/>
                </a:rPr>
                <a:t>&gt;</a:t>
              </a:r>
              <a:r>
                <a:rPr lang="en-US" altLang="zh-CN" sz="2400">
                  <a:solidFill>
                    <a:srgbClr val="003399"/>
                  </a:solidFill>
                  <a:ea typeface="幼圆" pitchFamily="49" charset="-122"/>
                </a:rPr>
                <a:t>r</a:t>
              </a:r>
              <a:r>
                <a:rPr lang="zh-CN" altLang="zh-CN" sz="2400">
                  <a:solidFill>
                    <a:srgbClr val="003399"/>
                  </a:solidFill>
                  <a:ea typeface="幼圆" pitchFamily="49" charset="-122"/>
                </a:rPr>
                <a:t>link</a:t>
              </a:r>
              <a:r>
                <a:rPr lang="zh-CN" altLang="en-US" sz="2400">
                  <a:solidFill>
                    <a:srgbClr val="003399"/>
                  </a:solidFill>
                  <a:latin typeface="宋体" pitchFamily="2" charset="-122"/>
                  <a:ea typeface="宋体" pitchFamily="2" charset="-122"/>
                </a:rPr>
                <a:t>-</a:t>
              </a:r>
              <a:r>
                <a:rPr lang="zh-CN" altLang="en-US" sz="2400">
                  <a:solidFill>
                    <a:srgbClr val="003399"/>
                  </a:solidFill>
                  <a:ea typeface="幼圆" pitchFamily="49" charset="-122"/>
                </a:rPr>
                <a:t>&gt;</a:t>
              </a:r>
              <a:r>
                <a:rPr lang="en-US" altLang="zh-CN" sz="2400">
                  <a:solidFill>
                    <a:srgbClr val="003399"/>
                  </a:solidFill>
                  <a:ea typeface="幼圆" pitchFamily="49" charset="-122"/>
                </a:rPr>
                <a:t>l</a:t>
              </a:r>
              <a:r>
                <a:rPr lang="zh-CN" altLang="zh-CN" sz="2400">
                  <a:solidFill>
                    <a:srgbClr val="003399"/>
                  </a:solidFill>
                  <a:ea typeface="幼圆" pitchFamily="49" charset="-122"/>
                </a:rPr>
                <a:t>link</a:t>
              </a:r>
              <a:r>
                <a:rPr lang="zh-CN" altLang="en-US" sz="2400">
                  <a:solidFill>
                    <a:srgbClr val="003399"/>
                  </a:solidFill>
                  <a:ea typeface="幼圆" pitchFamily="49" charset="-122"/>
                </a:rPr>
                <a:t>=</a:t>
              </a:r>
              <a:r>
                <a:rPr lang="zh-CN" altLang="zh-CN" sz="2400">
                  <a:solidFill>
                    <a:srgbClr val="003399"/>
                  </a:solidFill>
                  <a:ea typeface="幼圆" pitchFamily="49" charset="-122"/>
                  <a:sym typeface="Symbol" pitchFamily="18" charset="2"/>
                </a:rPr>
                <a:t>p</a:t>
              </a:r>
              <a:r>
                <a:rPr lang="zh-CN" altLang="en-US" sz="2400">
                  <a:solidFill>
                    <a:srgbClr val="003399"/>
                  </a:solidFill>
                  <a:ea typeface="幼圆" pitchFamily="49" charset="-122"/>
                  <a:sym typeface="Symbol" pitchFamily="18" charset="2"/>
                </a:rPr>
                <a:t>;</a:t>
              </a:r>
              <a:endParaRPr lang="en-US" altLang="zh-CN" sz="2400">
                <a:solidFill>
                  <a:srgbClr val="003399"/>
                </a:solidFill>
                <a:ea typeface="幼圆" pitchFamily="49" charset="-122"/>
                <a:sym typeface="Symbol" pitchFamily="18" charset="2"/>
              </a:endParaRPr>
            </a:p>
          </p:txBody>
        </p:sp>
      </p:grpSp>
      <p:grpSp>
        <p:nvGrpSpPr>
          <p:cNvPr id="17" name="Group 83"/>
          <p:cNvGrpSpPr/>
          <p:nvPr/>
        </p:nvGrpSpPr>
        <p:grpSpPr bwMode="auto">
          <a:xfrm>
            <a:off x="2135560" y="2780929"/>
            <a:ext cx="1924050" cy="490537"/>
            <a:chOff x="468" y="1990"/>
            <a:chExt cx="1212" cy="309"/>
          </a:xfrm>
        </p:grpSpPr>
        <p:sp>
          <p:nvSpPr>
            <p:cNvPr id="53311" name="AutoShape 84"/>
            <p:cNvSpPr>
              <a:spLocks noChangeArrowheads="1"/>
            </p:cNvSpPr>
            <p:nvPr/>
          </p:nvSpPr>
          <p:spPr bwMode="auto">
            <a:xfrm>
              <a:off x="480" y="2011"/>
              <a:ext cx="1104" cy="288"/>
            </a:xfrm>
            <a:prstGeom prst="wedgeRectCallout">
              <a:avLst>
                <a:gd name="adj1" fmla="val 129620"/>
                <a:gd name="adj2" fmla="val -49653"/>
              </a:avLst>
            </a:prstGeom>
            <a:noFill/>
            <a:ln w="44450" cap="sq">
              <a:solidFill>
                <a:srgbClr val="33CCCC"/>
              </a:solidFill>
              <a:miter lim="800000"/>
            </a:ln>
          </p:spPr>
          <p:txBody>
            <a:bodyPr anchor="ctr"/>
            <a:lstStyle/>
            <a:p>
              <a:pPr algn="ctr"/>
              <a:endParaRPr lang="zh-CN" altLang="en-US" sz="2600"/>
            </a:p>
          </p:txBody>
        </p:sp>
        <p:sp>
          <p:nvSpPr>
            <p:cNvPr id="53312" name="Rectangle 85"/>
            <p:cNvSpPr>
              <a:spLocks noChangeArrowheads="1"/>
            </p:cNvSpPr>
            <p:nvPr/>
          </p:nvSpPr>
          <p:spPr bwMode="auto">
            <a:xfrm>
              <a:off x="468" y="1990"/>
              <a:ext cx="1212" cy="288"/>
            </a:xfrm>
            <a:prstGeom prst="rect">
              <a:avLst/>
            </a:prstGeom>
            <a:noFill/>
            <a:ln w="12700" cap="sq">
              <a:noFill/>
              <a:miter lim="800000"/>
            </a:ln>
          </p:spPr>
          <p:txBody>
            <a:bodyPr>
              <a:spAutoFit/>
            </a:bodyPr>
            <a:lstStyle/>
            <a:p>
              <a:r>
                <a:rPr lang="zh-CN" altLang="en-US" sz="2400" dirty="0">
                  <a:solidFill>
                    <a:srgbClr val="003399"/>
                  </a:solidFill>
                  <a:ea typeface="幼圆" pitchFamily="49" charset="-122"/>
                </a:rPr>
                <a:t>q</a:t>
              </a:r>
              <a:r>
                <a:rPr lang="zh-CN" altLang="en-US" sz="2400" dirty="0">
                  <a:solidFill>
                    <a:srgbClr val="003399"/>
                  </a:solidFill>
                  <a:latin typeface="宋体" pitchFamily="2" charset="-122"/>
                  <a:ea typeface="宋体" pitchFamily="2" charset="-122"/>
                </a:rPr>
                <a:t>-</a:t>
              </a:r>
              <a:r>
                <a:rPr lang="zh-CN" altLang="en-US" sz="2400" dirty="0">
                  <a:solidFill>
                    <a:srgbClr val="003399"/>
                  </a:solidFill>
                  <a:ea typeface="幼圆" pitchFamily="49" charset="-122"/>
                </a:rPr>
                <a:t>&gt;</a:t>
              </a:r>
              <a:r>
                <a:rPr lang="zh-CN" altLang="zh-CN" sz="2400" dirty="0">
                  <a:solidFill>
                    <a:srgbClr val="003399"/>
                  </a:solidFill>
                  <a:ea typeface="幼圆" pitchFamily="49" charset="-122"/>
                </a:rPr>
                <a:t>rlink</a:t>
              </a:r>
              <a:r>
                <a:rPr lang="zh-CN" altLang="en-US" sz="2400" dirty="0">
                  <a:solidFill>
                    <a:srgbClr val="003399"/>
                  </a:solidFill>
                  <a:ea typeface="幼圆" pitchFamily="49" charset="-122"/>
                </a:rPr>
                <a:t>=</a:t>
              </a:r>
              <a:r>
                <a:rPr lang="zh-CN" altLang="zh-CN" sz="2400" dirty="0">
                  <a:solidFill>
                    <a:srgbClr val="003399"/>
                  </a:solidFill>
                  <a:ea typeface="幼圆" pitchFamily="49" charset="-122"/>
                  <a:sym typeface="Symbol" pitchFamily="18" charset="2"/>
                </a:rPr>
                <a:t>p</a:t>
              </a:r>
              <a:r>
                <a:rPr lang="zh-CN" altLang="en-US" sz="2400" dirty="0">
                  <a:solidFill>
                    <a:srgbClr val="003399"/>
                  </a:solidFill>
                  <a:ea typeface="幼圆" pitchFamily="49" charset="-122"/>
                  <a:sym typeface="Symbol" pitchFamily="18" charset="2"/>
                </a:rPr>
                <a:t>;</a:t>
              </a:r>
              <a:endParaRPr lang="en-US" altLang="zh-CN" sz="2400" dirty="0">
                <a:solidFill>
                  <a:srgbClr val="003399"/>
                </a:solidFill>
                <a:ea typeface="幼圆" pitchFamily="49" charset="-122"/>
                <a:sym typeface="Symbol" pitchFamily="18" charset="2"/>
              </a:endParaRPr>
            </a:p>
          </p:txBody>
        </p:sp>
      </p:grpSp>
      <p:grpSp>
        <p:nvGrpSpPr>
          <p:cNvPr id="18" name="Group 86"/>
          <p:cNvGrpSpPr/>
          <p:nvPr/>
        </p:nvGrpSpPr>
        <p:grpSpPr bwMode="auto">
          <a:xfrm>
            <a:off x="1847528" y="4149081"/>
            <a:ext cx="8458200" cy="1312863"/>
            <a:chOff x="192" y="3120"/>
            <a:chExt cx="5328" cy="827"/>
          </a:xfrm>
        </p:grpSpPr>
        <p:sp>
          <p:nvSpPr>
            <p:cNvPr id="53263" name="Rectangle 87"/>
            <p:cNvSpPr>
              <a:spLocks noChangeArrowheads="1"/>
            </p:cNvSpPr>
            <p:nvPr/>
          </p:nvSpPr>
          <p:spPr bwMode="auto">
            <a:xfrm>
              <a:off x="2290" y="3399"/>
              <a:ext cx="176" cy="233"/>
            </a:xfrm>
            <a:prstGeom prst="rect">
              <a:avLst/>
            </a:prstGeom>
            <a:noFill/>
            <a:ln w="12700" cap="sq">
              <a:noFill/>
              <a:miter lim="800000"/>
            </a:ln>
          </p:spPr>
          <p:txBody>
            <a:bodyPr wrap="none">
              <a:spAutoFit/>
            </a:bodyPr>
            <a:lstStyle/>
            <a:p>
              <a:pPr algn="ctr"/>
              <a:r>
                <a:rPr lang="en-US" altLang="zh-CN">
                  <a:solidFill>
                    <a:schemeClr val="accent2"/>
                  </a:solidFill>
                </a:rPr>
                <a:t>x</a:t>
              </a:r>
              <a:endParaRPr lang="en-US" altLang="zh-CN">
                <a:solidFill>
                  <a:schemeClr val="accent2"/>
                </a:solidFill>
              </a:endParaRPr>
            </a:p>
          </p:txBody>
        </p:sp>
        <p:sp>
          <p:nvSpPr>
            <p:cNvPr id="53264" name="Rectangle 88"/>
            <p:cNvSpPr>
              <a:spLocks noChangeArrowheads="1"/>
            </p:cNvSpPr>
            <p:nvPr/>
          </p:nvSpPr>
          <p:spPr bwMode="auto">
            <a:xfrm>
              <a:off x="2040" y="3208"/>
              <a:ext cx="226" cy="349"/>
            </a:xfrm>
            <a:prstGeom prst="rect">
              <a:avLst/>
            </a:prstGeom>
            <a:noFill/>
            <a:ln w="12700" cap="sq">
              <a:noFill/>
              <a:miter lim="800000"/>
            </a:ln>
          </p:spPr>
          <p:txBody>
            <a:bodyPr wrap="none">
              <a:spAutoFit/>
            </a:bodyPr>
            <a:lstStyle/>
            <a:p>
              <a:pPr algn="ctr"/>
              <a:r>
                <a:rPr lang="en-US" altLang="zh-CN" sz="3000">
                  <a:solidFill>
                    <a:srgbClr val="000099"/>
                  </a:solidFill>
                </a:rPr>
                <a:t>q</a:t>
              </a:r>
              <a:endParaRPr lang="en-US" altLang="zh-CN" sz="3000">
                <a:solidFill>
                  <a:srgbClr val="000099"/>
                </a:solidFill>
              </a:endParaRPr>
            </a:p>
          </p:txBody>
        </p:sp>
        <p:sp>
          <p:nvSpPr>
            <p:cNvPr id="53265" name="Line 89"/>
            <p:cNvSpPr>
              <a:spLocks noChangeShapeType="1"/>
            </p:cNvSpPr>
            <p:nvPr/>
          </p:nvSpPr>
          <p:spPr bwMode="auto">
            <a:xfrm flipH="1">
              <a:off x="2703" y="3629"/>
              <a:ext cx="288" cy="0"/>
            </a:xfrm>
            <a:prstGeom prst="line">
              <a:avLst/>
            </a:prstGeom>
            <a:noFill/>
            <a:ln w="19050" cap="sq">
              <a:solidFill>
                <a:srgbClr val="FF0000"/>
              </a:solidFill>
              <a:round/>
              <a:tailEnd type="triangle" w="med" len="med"/>
            </a:ln>
          </p:spPr>
          <p:txBody>
            <a:bodyPr wrap="none" anchor="ctr"/>
            <a:lstStyle/>
            <a:p>
              <a:endParaRPr lang="zh-CN" altLang="en-US"/>
            </a:p>
          </p:txBody>
        </p:sp>
        <p:sp>
          <p:nvSpPr>
            <p:cNvPr id="53266" name="Line 90"/>
            <p:cNvSpPr>
              <a:spLocks noChangeShapeType="1"/>
            </p:cNvSpPr>
            <p:nvPr/>
          </p:nvSpPr>
          <p:spPr bwMode="auto">
            <a:xfrm flipV="1">
              <a:off x="2592" y="3533"/>
              <a:ext cx="288" cy="0"/>
            </a:xfrm>
            <a:prstGeom prst="line">
              <a:avLst/>
            </a:prstGeom>
            <a:noFill/>
            <a:ln w="22225" cap="sq">
              <a:solidFill>
                <a:srgbClr val="339966"/>
              </a:solidFill>
              <a:round/>
              <a:tailEnd type="triangle" w="med" len="med"/>
            </a:ln>
          </p:spPr>
          <p:txBody>
            <a:bodyPr wrap="none" anchor="ctr"/>
            <a:lstStyle/>
            <a:p>
              <a:endParaRPr lang="zh-CN" altLang="en-US"/>
            </a:p>
          </p:txBody>
        </p:sp>
        <p:sp>
          <p:nvSpPr>
            <p:cNvPr id="53267" name="Rectangle 91"/>
            <p:cNvSpPr>
              <a:spLocks noChangeArrowheads="1"/>
            </p:cNvSpPr>
            <p:nvPr/>
          </p:nvSpPr>
          <p:spPr bwMode="auto">
            <a:xfrm>
              <a:off x="4451" y="3378"/>
              <a:ext cx="275" cy="291"/>
            </a:xfrm>
            <a:prstGeom prst="rect">
              <a:avLst/>
            </a:prstGeom>
            <a:noFill/>
            <a:ln w="12700" cap="sq">
              <a:noFill/>
              <a:miter lim="800000"/>
            </a:ln>
          </p:spPr>
          <p:txBody>
            <a:bodyPr wrap="none">
              <a:spAutoFit/>
            </a:bodyPr>
            <a:lstStyle/>
            <a:p>
              <a:pPr algn="ctr"/>
              <a:r>
                <a:rPr lang="zh-CN" altLang="en-US" sz="2400">
                  <a:solidFill>
                    <a:schemeClr val="bg1"/>
                  </a:solidFill>
                  <a:ea typeface="宋体" pitchFamily="2" charset="-122"/>
                  <a:cs typeface="Times New Roman" panose="02020503050405090304" pitchFamily="18" charset="0"/>
                </a:rPr>
                <a:t>…</a:t>
              </a:r>
              <a:endParaRPr lang="zh-CN" altLang="en-US" sz="2400">
                <a:solidFill>
                  <a:schemeClr val="bg1"/>
                </a:solidFill>
                <a:ea typeface="宋体" pitchFamily="2" charset="-122"/>
                <a:cs typeface="Times New Roman" panose="02020503050405090304" pitchFamily="18" charset="0"/>
              </a:endParaRPr>
            </a:p>
          </p:txBody>
        </p:sp>
        <p:sp>
          <p:nvSpPr>
            <p:cNvPr id="53268" name="Rectangle 92"/>
            <p:cNvSpPr>
              <a:spLocks noChangeArrowheads="1"/>
            </p:cNvSpPr>
            <p:nvPr/>
          </p:nvSpPr>
          <p:spPr bwMode="auto">
            <a:xfrm>
              <a:off x="1752" y="3393"/>
              <a:ext cx="275" cy="291"/>
            </a:xfrm>
            <a:prstGeom prst="rect">
              <a:avLst/>
            </a:prstGeom>
            <a:noFill/>
            <a:ln w="12700" cap="sq">
              <a:noFill/>
              <a:miter lim="800000"/>
            </a:ln>
          </p:spPr>
          <p:txBody>
            <a:bodyPr wrap="none">
              <a:spAutoFit/>
            </a:bodyPr>
            <a:lstStyle/>
            <a:p>
              <a:pPr algn="ctr"/>
              <a:r>
                <a:rPr lang="zh-CN" altLang="en-US" sz="2400">
                  <a:solidFill>
                    <a:schemeClr val="bg1"/>
                  </a:solidFill>
                  <a:ea typeface="宋体" pitchFamily="2" charset="-122"/>
                  <a:cs typeface="Times New Roman" panose="02020503050405090304" pitchFamily="18" charset="0"/>
                </a:rPr>
                <a:t>…</a:t>
              </a:r>
              <a:endParaRPr lang="zh-CN" altLang="en-US" sz="2400">
                <a:solidFill>
                  <a:schemeClr val="bg1"/>
                </a:solidFill>
                <a:ea typeface="宋体" pitchFamily="2" charset="-122"/>
                <a:cs typeface="Times New Roman" panose="02020503050405090304" pitchFamily="18" charset="0"/>
              </a:endParaRPr>
            </a:p>
          </p:txBody>
        </p:sp>
        <p:sp>
          <p:nvSpPr>
            <p:cNvPr id="53269" name="Rectangle 93"/>
            <p:cNvSpPr>
              <a:spLocks noChangeArrowheads="1"/>
            </p:cNvSpPr>
            <p:nvPr/>
          </p:nvSpPr>
          <p:spPr bwMode="auto">
            <a:xfrm>
              <a:off x="192" y="3197"/>
              <a:ext cx="336" cy="750"/>
            </a:xfrm>
            <a:prstGeom prst="rect">
              <a:avLst/>
            </a:prstGeom>
            <a:noFill/>
            <a:ln w="12700" cap="sq">
              <a:noFill/>
              <a:miter lim="800000"/>
            </a:ln>
          </p:spPr>
          <p:txBody>
            <a:bodyPr>
              <a:spAutoFit/>
            </a:bodyPr>
            <a:lstStyle/>
            <a:p>
              <a:pPr algn="ctr">
                <a:lnSpc>
                  <a:spcPct val="85000"/>
                </a:lnSpc>
                <a:spcBef>
                  <a:spcPct val="0"/>
                </a:spcBef>
              </a:pPr>
              <a:r>
                <a:rPr lang="zh-CN" altLang="en-US" sz="2800" dirty="0">
                  <a:solidFill>
                    <a:srgbClr val="000099"/>
                  </a:solidFill>
                  <a:ea typeface="幼圆" pitchFamily="49" charset="-122"/>
                </a:rPr>
                <a:t>插</a:t>
              </a:r>
              <a:endParaRPr lang="zh-CN" altLang="en-US" sz="2800" dirty="0">
                <a:solidFill>
                  <a:srgbClr val="000099"/>
                </a:solidFill>
                <a:ea typeface="幼圆" pitchFamily="49" charset="-122"/>
              </a:endParaRPr>
            </a:p>
            <a:p>
              <a:pPr algn="ctr">
                <a:lnSpc>
                  <a:spcPct val="85000"/>
                </a:lnSpc>
                <a:spcBef>
                  <a:spcPct val="0"/>
                </a:spcBef>
              </a:pPr>
              <a:r>
                <a:rPr lang="zh-CN" altLang="en-US" sz="2800" dirty="0">
                  <a:solidFill>
                    <a:srgbClr val="000099"/>
                  </a:solidFill>
                  <a:ea typeface="幼圆" pitchFamily="49" charset="-122"/>
                </a:rPr>
                <a:t>入后</a:t>
              </a:r>
              <a:endParaRPr lang="zh-CN" altLang="en-US" sz="2800" dirty="0">
                <a:solidFill>
                  <a:srgbClr val="000099"/>
                </a:solidFill>
                <a:ea typeface="幼圆" pitchFamily="49" charset="-122"/>
              </a:endParaRPr>
            </a:p>
          </p:txBody>
        </p:sp>
        <p:sp>
          <p:nvSpPr>
            <p:cNvPr id="53270" name="Line 94"/>
            <p:cNvSpPr>
              <a:spLocks noChangeShapeType="1"/>
            </p:cNvSpPr>
            <p:nvPr/>
          </p:nvSpPr>
          <p:spPr bwMode="auto">
            <a:xfrm flipV="1">
              <a:off x="1152" y="3245"/>
              <a:ext cx="4368" cy="0"/>
            </a:xfrm>
            <a:prstGeom prst="line">
              <a:avLst/>
            </a:prstGeom>
            <a:noFill/>
            <a:ln w="25400" cap="sq">
              <a:solidFill>
                <a:schemeClr val="tx1"/>
              </a:solidFill>
              <a:round/>
            </a:ln>
          </p:spPr>
          <p:txBody>
            <a:bodyPr wrap="none" anchor="ctr"/>
            <a:lstStyle/>
            <a:p>
              <a:endParaRPr lang="zh-CN" altLang="en-US"/>
            </a:p>
          </p:txBody>
        </p:sp>
        <p:sp>
          <p:nvSpPr>
            <p:cNvPr id="53271" name="Rectangle 95"/>
            <p:cNvSpPr>
              <a:spLocks noChangeArrowheads="1"/>
            </p:cNvSpPr>
            <p:nvPr/>
          </p:nvSpPr>
          <p:spPr bwMode="auto">
            <a:xfrm>
              <a:off x="2963" y="3438"/>
              <a:ext cx="429" cy="301"/>
            </a:xfrm>
            <a:prstGeom prst="rect">
              <a:avLst/>
            </a:prstGeom>
            <a:noFill/>
            <a:ln w="12700" cap="sq">
              <a:noFill/>
              <a:miter lim="800000"/>
            </a:ln>
          </p:spPr>
          <p:txBody>
            <a:bodyPr wrap="none">
              <a:spAutoFit/>
            </a:bodyPr>
            <a:lstStyle/>
            <a:p>
              <a:pPr algn="ctr"/>
              <a:r>
                <a:rPr lang="en-US" altLang="zh-CN" sz="2500" dirty="0"/>
                <a:t>item</a:t>
              </a:r>
              <a:endParaRPr lang="en-US" altLang="zh-CN" sz="2500" dirty="0"/>
            </a:p>
          </p:txBody>
        </p:sp>
        <p:sp>
          <p:nvSpPr>
            <p:cNvPr id="53272" name="Rectangle 96"/>
            <p:cNvSpPr>
              <a:spLocks noChangeArrowheads="1"/>
            </p:cNvSpPr>
            <p:nvPr/>
          </p:nvSpPr>
          <p:spPr bwMode="auto">
            <a:xfrm>
              <a:off x="2821" y="3213"/>
              <a:ext cx="226" cy="349"/>
            </a:xfrm>
            <a:prstGeom prst="rect">
              <a:avLst/>
            </a:prstGeom>
            <a:noFill/>
            <a:ln w="12700" cap="sq">
              <a:noFill/>
              <a:miter lim="800000"/>
            </a:ln>
          </p:spPr>
          <p:txBody>
            <a:bodyPr wrap="none">
              <a:spAutoFit/>
            </a:bodyPr>
            <a:lstStyle/>
            <a:p>
              <a:pPr algn="ctr"/>
              <a:r>
                <a:rPr lang="en-US" altLang="zh-CN" sz="3000" dirty="0">
                  <a:solidFill>
                    <a:srgbClr val="000099"/>
                  </a:solidFill>
                </a:rPr>
                <a:t>p</a:t>
              </a:r>
              <a:endParaRPr lang="en-US" altLang="zh-CN" sz="3000" dirty="0">
                <a:solidFill>
                  <a:srgbClr val="000099"/>
                </a:solidFill>
              </a:endParaRPr>
            </a:p>
          </p:txBody>
        </p:sp>
        <p:sp>
          <p:nvSpPr>
            <p:cNvPr id="53273" name="Rectangle 97"/>
            <p:cNvSpPr>
              <a:spLocks noChangeArrowheads="1"/>
            </p:cNvSpPr>
            <p:nvPr/>
          </p:nvSpPr>
          <p:spPr bwMode="auto">
            <a:xfrm>
              <a:off x="1156" y="3474"/>
              <a:ext cx="288" cy="240"/>
            </a:xfrm>
            <a:prstGeom prst="rect">
              <a:avLst/>
            </a:prstGeom>
            <a:noFill/>
            <a:ln w="25400" cap="sq">
              <a:solidFill>
                <a:srgbClr val="000099"/>
              </a:solidFill>
              <a:miter lim="800000"/>
            </a:ln>
          </p:spPr>
          <p:txBody>
            <a:bodyPr wrap="none" anchor="ctr"/>
            <a:lstStyle/>
            <a:p>
              <a:endParaRPr lang="zh-CN" altLang="en-US"/>
            </a:p>
          </p:txBody>
        </p:sp>
        <p:sp>
          <p:nvSpPr>
            <p:cNvPr id="53274" name="Rectangle 98"/>
            <p:cNvSpPr>
              <a:spLocks noChangeArrowheads="1"/>
            </p:cNvSpPr>
            <p:nvPr/>
          </p:nvSpPr>
          <p:spPr bwMode="auto">
            <a:xfrm>
              <a:off x="1444" y="3474"/>
              <a:ext cx="144" cy="240"/>
            </a:xfrm>
            <a:prstGeom prst="rect">
              <a:avLst/>
            </a:prstGeom>
            <a:noFill/>
            <a:ln w="25400" cap="sq">
              <a:solidFill>
                <a:srgbClr val="000099"/>
              </a:solidFill>
              <a:miter lim="800000"/>
            </a:ln>
          </p:spPr>
          <p:txBody>
            <a:bodyPr wrap="none" anchor="ctr"/>
            <a:lstStyle/>
            <a:p>
              <a:endParaRPr lang="zh-CN" altLang="en-US"/>
            </a:p>
          </p:txBody>
        </p:sp>
        <p:sp>
          <p:nvSpPr>
            <p:cNvPr id="53275" name="Rectangle 99"/>
            <p:cNvSpPr>
              <a:spLocks noChangeArrowheads="1"/>
            </p:cNvSpPr>
            <p:nvPr/>
          </p:nvSpPr>
          <p:spPr bwMode="auto">
            <a:xfrm>
              <a:off x="1008" y="3474"/>
              <a:ext cx="144" cy="240"/>
            </a:xfrm>
            <a:prstGeom prst="rect">
              <a:avLst/>
            </a:prstGeom>
            <a:noFill/>
            <a:ln w="25400" cap="sq">
              <a:solidFill>
                <a:srgbClr val="000099"/>
              </a:solidFill>
              <a:miter lim="800000"/>
            </a:ln>
          </p:spPr>
          <p:txBody>
            <a:bodyPr wrap="none" anchor="ctr"/>
            <a:lstStyle/>
            <a:p>
              <a:endParaRPr lang="zh-CN" altLang="en-US"/>
            </a:p>
          </p:txBody>
        </p:sp>
        <p:grpSp>
          <p:nvGrpSpPr>
            <p:cNvPr id="19" name="Group 100"/>
            <p:cNvGrpSpPr/>
            <p:nvPr/>
          </p:nvGrpSpPr>
          <p:grpSpPr bwMode="auto">
            <a:xfrm>
              <a:off x="2112" y="3474"/>
              <a:ext cx="580" cy="240"/>
              <a:chOff x="775" y="1056"/>
              <a:chExt cx="580" cy="240"/>
            </a:xfrm>
          </p:grpSpPr>
          <p:sp>
            <p:nvSpPr>
              <p:cNvPr id="53308" name="Rectangle 101"/>
              <p:cNvSpPr>
                <a:spLocks noChangeArrowheads="1"/>
              </p:cNvSpPr>
              <p:nvPr/>
            </p:nvSpPr>
            <p:spPr bwMode="auto">
              <a:xfrm>
                <a:off x="923" y="1056"/>
                <a:ext cx="288" cy="240"/>
              </a:xfrm>
              <a:prstGeom prst="rect">
                <a:avLst/>
              </a:prstGeom>
              <a:noFill/>
              <a:ln w="25400" cap="sq">
                <a:solidFill>
                  <a:srgbClr val="000099"/>
                </a:solidFill>
                <a:miter lim="800000"/>
              </a:ln>
            </p:spPr>
            <p:txBody>
              <a:bodyPr wrap="none" anchor="ctr"/>
              <a:lstStyle/>
              <a:p>
                <a:endParaRPr lang="zh-CN" altLang="en-US"/>
              </a:p>
            </p:txBody>
          </p:sp>
          <p:sp>
            <p:nvSpPr>
              <p:cNvPr id="53309" name="Rectangle 102"/>
              <p:cNvSpPr>
                <a:spLocks noChangeArrowheads="1"/>
              </p:cNvSpPr>
              <p:nvPr/>
            </p:nvSpPr>
            <p:spPr bwMode="auto">
              <a:xfrm>
                <a:off x="1211" y="1056"/>
                <a:ext cx="144" cy="240"/>
              </a:xfrm>
              <a:prstGeom prst="rect">
                <a:avLst/>
              </a:prstGeom>
              <a:noFill/>
              <a:ln w="25400" cap="sq">
                <a:solidFill>
                  <a:srgbClr val="000099"/>
                </a:solidFill>
                <a:miter lim="800000"/>
              </a:ln>
            </p:spPr>
            <p:txBody>
              <a:bodyPr wrap="none" anchor="ctr"/>
              <a:lstStyle/>
              <a:p>
                <a:endParaRPr lang="zh-CN" altLang="en-US"/>
              </a:p>
            </p:txBody>
          </p:sp>
          <p:sp>
            <p:nvSpPr>
              <p:cNvPr id="53310" name="Rectangle 103"/>
              <p:cNvSpPr>
                <a:spLocks noChangeArrowheads="1"/>
              </p:cNvSpPr>
              <p:nvPr/>
            </p:nvSpPr>
            <p:spPr bwMode="auto">
              <a:xfrm>
                <a:off x="775" y="1056"/>
                <a:ext cx="144" cy="240"/>
              </a:xfrm>
              <a:prstGeom prst="rect">
                <a:avLst/>
              </a:prstGeom>
              <a:noFill/>
              <a:ln w="25400" cap="sq">
                <a:solidFill>
                  <a:srgbClr val="000099"/>
                </a:solidFill>
                <a:miter lim="800000"/>
              </a:ln>
            </p:spPr>
            <p:txBody>
              <a:bodyPr wrap="none" anchor="ctr"/>
              <a:lstStyle/>
              <a:p>
                <a:endParaRPr lang="zh-CN" altLang="en-US"/>
              </a:p>
            </p:txBody>
          </p:sp>
        </p:grpSp>
        <p:grpSp>
          <p:nvGrpSpPr>
            <p:cNvPr id="20" name="Group 104"/>
            <p:cNvGrpSpPr/>
            <p:nvPr/>
          </p:nvGrpSpPr>
          <p:grpSpPr bwMode="auto">
            <a:xfrm>
              <a:off x="2880" y="3474"/>
              <a:ext cx="580" cy="240"/>
              <a:chOff x="775" y="1056"/>
              <a:chExt cx="580" cy="240"/>
            </a:xfrm>
          </p:grpSpPr>
          <p:sp>
            <p:nvSpPr>
              <p:cNvPr id="53305" name="Rectangle 105"/>
              <p:cNvSpPr>
                <a:spLocks noChangeArrowheads="1"/>
              </p:cNvSpPr>
              <p:nvPr/>
            </p:nvSpPr>
            <p:spPr bwMode="auto">
              <a:xfrm>
                <a:off x="923" y="1056"/>
                <a:ext cx="288" cy="240"/>
              </a:xfrm>
              <a:prstGeom prst="rect">
                <a:avLst/>
              </a:prstGeom>
              <a:noFill/>
              <a:ln w="25400" cap="sq">
                <a:solidFill>
                  <a:srgbClr val="FF0000"/>
                </a:solidFill>
                <a:miter lim="800000"/>
              </a:ln>
            </p:spPr>
            <p:txBody>
              <a:bodyPr wrap="none" anchor="ctr"/>
              <a:lstStyle/>
              <a:p>
                <a:endParaRPr lang="zh-CN" altLang="en-US"/>
              </a:p>
            </p:txBody>
          </p:sp>
          <p:sp>
            <p:nvSpPr>
              <p:cNvPr id="53306" name="Rectangle 106"/>
              <p:cNvSpPr>
                <a:spLocks noChangeArrowheads="1"/>
              </p:cNvSpPr>
              <p:nvPr/>
            </p:nvSpPr>
            <p:spPr bwMode="auto">
              <a:xfrm>
                <a:off x="1211" y="1056"/>
                <a:ext cx="144" cy="240"/>
              </a:xfrm>
              <a:prstGeom prst="rect">
                <a:avLst/>
              </a:prstGeom>
              <a:noFill/>
              <a:ln w="25400" cap="sq">
                <a:solidFill>
                  <a:srgbClr val="FF0000"/>
                </a:solidFill>
                <a:miter lim="800000"/>
              </a:ln>
            </p:spPr>
            <p:txBody>
              <a:bodyPr wrap="none" anchor="ctr"/>
              <a:lstStyle/>
              <a:p>
                <a:endParaRPr lang="zh-CN" altLang="en-US"/>
              </a:p>
            </p:txBody>
          </p:sp>
          <p:sp>
            <p:nvSpPr>
              <p:cNvPr id="53307" name="Rectangle 107"/>
              <p:cNvSpPr>
                <a:spLocks noChangeArrowheads="1"/>
              </p:cNvSpPr>
              <p:nvPr/>
            </p:nvSpPr>
            <p:spPr bwMode="auto">
              <a:xfrm>
                <a:off x="775" y="1056"/>
                <a:ext cx="144" cy="240"/>
              </a:xfrm>
              <a:prstGeom prst="rect">
                <a:avLst/>
              </a:prstGeom>
              <a:noFill/>
              <a:ln w="25400" cap="sq">
                <a:solidFill>
                  <a:srgbClr val="FF0000"/>
                </a:solidFill>
                <a:miter lim="800000"/>
              </a:ln>
            </p:spPr>
            <p:txBody>
              <a:bodyPr wrap="none" anchor="ctr"/>
              <a:lstStyle/>
              <a:p>
                <a:endParaRPr lang="zh-CN" altLang="en-US"/>
              </a:p>
            </p:txBody>
          </p:sp>
        </p:grpSp>
        <p:grpSp>
          <p:nvGrpSpPr>
            <p:cNvPr id="21" name="Group 108"/>
            <p:cNvGrpSpPr/>
            <p:nvPr/>
          </p:nvGrpSpPr>
          <p:grpSpPr bwMode="auto">
            <a:xfrm>
              <a:off x="3674" y="3474"/>
              <a:ext cx="580" cy="240"/>
              <a:chOff x="775" y="1056"/>
              <a:chExt cx="580" cy="240"/>
            </a:xfrm>
          </p:grpSpPr>
          <p:sp>
            <p:nvSpPr>
              <p:cNvPr id="53302" name="Rectangle 109"/>
              <p:cNvSpPr>
                <a:spLocks noChangeArrowheads="1"/>
              </p:cNvSpPr>
              <p:nvPr/>
            </p:nvSpPr>
            <p:spPr bwMode="auto">
              <a:xfrm>
                <a:off x="923" y="1056"/>
                <a:ext cx="288" cy="240"/>
              </a:xfrm>
              <a:prstGeom prst="rect">
                <a:avLst/>
              </a:prstGeom>
              <a:noFill/>
              <a:ln w="25400" cap="sq">
                <a:solidFill>
                  <a:srgbClr val="000099"/>
                </a:solidFill>
                <a:miter lim="800000"/>
              </a:ln>
            </p:spPr>
            <p:txBody>
              <a:bodyPr wrap="none" anchor="ctr"/>
              <a:lstStyle/>
              <a:p>
                <a:endParaRPr lang="zh-CN" altLang="en-US"/>
              </a:p>
            </p:txBody>
          </p:sp>
          <p:sp>
            <p:nvSpPr>
              <p:cNvPr id="53303" name="Rectangle 110"/>
              <p:cNvSpPr>
                <a:spLocks noChangeArrowheads="1"/>
              </p:cNvSpPr>
              <p:nvPr/>
            </p:nvSpPr>
            <p:spPr bwMode="auto">
              <a:xfrm>
                <a:off x="1211" y="1056"/>
                <a:ext cx="144" cy="240"/>
              </a:xfrm>
              <a:prstGeom prst="rect">
                <a:avLst/>
              </a:prstGeom>
              <a:noFill/>
              <a:ln w="25400" cap="sq">
                <a:solidFill>
                  <a:srgbClr val="000099"/>
                </a:solidFill>
                <a:miter lim="800000"/>
              </a:ln>
            </p:spPr>
            <p:txBody>
              <a:bodyPr wrap="none" anchor="ctr"/>
              <a:lstStyle/>
              <a:p>
                <a:endParaRPr lang="zh-CN" altLang="en-US"/>
              </a:p>
            </p:txBody>
          </p:sp>
          <p:sp>
            <p:nvSpPr>
              <p:cNvPr id="53304" name="Rectangle 111"/>
              <p:cNvSpPr>
                <a:spLocks noChangeArrowheads="1"/>
              </p:cNvSpPr>
              <p:nvPr/>
            </p:nvSpPr>
            <p:spPr bwMode="auto">
              <a:xfrm>
                <a:off x="775" y="1056"/>
                <a:ext cx="144" cy="240"/>
              </a:xfrm>
              <a:prstGeom prst="rect">
                <a:avLst/>
              </a:prstGeom>
              <a:noFill/>
              <a:ln w="25400" cap="sq">
                <a:solidFill>
                  <a:srgbClr val="000099"/>
                </a:solidFill>
                <a:miter lim="800000"/>
              </a:ln>
            </p:spPr>
            <p:txBody>
              <a:bodyPr wrap="none" anchor="ctr"/>
              <a:lstStyle/>
              <a:p>
                <a:endParaRPr lang="zh-CN" altLang="en-US"/>
              </a:p>
            </p:txBody>
          </p:sp>
        </p:grpSp>
        <p:grpSp>
          <p:nvGrpSpPr>
            <p:cNvPr id="22" name="Group 112"/>
            <p:cNvGrpSpPr/>
            <p:nvPr/>
          </p:nvGrpSpPr>
          <p:grpSpPr bwMode="auto">
            <a:xfrm>
              <a:off x="4800" y="3474"/>
              <a:ext cx="580" cy="240"/>
              <a:chOff x="775" y="1056"/>
              <a:chExt cx="580" cy="240"/>
            </a:xfrm>
          </p:grpSpPr>
          <p:sp>
            <p:nvSpPr>
              <p:cNvPr id="53299" name="Rectangle 113"/>
              <p:cNvSpPr>
                <a:spLocks noChangeArrowheads="1"/>
              </p:cNvSpPr>
              <p:nvPr/>
            </p:nvSpPr>
            <p:spPr bwMode="auto">
              <a:xfrm>
                <a:off x="923" y="1056"/>
                <a:ext cx="288" cy="240"/>
              </a:xfrm>
              <a:prstGeom prst="rect">
                <a:avLst/>
              </a:prstGeom>
              <a:noFill/>
              <a:ln w="25400" cap="sq">
                <a:solidFill>
                  <a:srgbClr val="000099"/>
                </a:solidFill>
                <a:miter lim="800000"/>
              </a:ln>
            </p:spPr>
            <p:txBody>
              <a:bodyPr wrap="none" anchor="ctr"/>
              <a:lstStyle/>
              <a:p>
                <a:endParaRPr lang="zh-CN" altLang="en-US"/>
              </a:p>
            </p:txBody>
          </p:sp>
          <p:sp>
            <p:nvSpPr>
              <p:cNvPr id="53300" name="Rectangle 114"/>
              <p:cNvSpPr>
                <a:spLocks noChangeArrowheads="1"/>
              </p:cNvSpPr>
              <p:nvPr/>
            </p:nvSpPr>
            <p:spPr bwMode="auto">
              <a:xfrm>
                <a:off x="1211" y="1056"/>
                <a:ext cx="144" cy="240"/>
              </a:xfrm>
              <a:prstGeom prst="rect">
                <a:avLst/>
              </a:prstGeom>
              <a:noFill/>
              <a:ln w="25400" cap="sq">
                <a:solidFill>
                  <a:srgbClr val="000099"/>
                </a:solidFill>
                <a:miter lim="800000"/>
              </a:ln>
            </p:spPr>
            <p:txBody>
              <a:bodyPr wrap="none" anchor="ctr"/>
              <a:lstStyle/>
              <a:p>
                <a:endParaRPr lang="zh-CN" altLang="en-US"/>
              </a:p>
            </p:txBody>
          </p:sp>
          <p:sp>
            <p:nvSpPr>
              <p:cNvPr id="53301" name="Rectangle 115"/>
              <p:cNvSpPr>
                <a:spLocks noChangeArrowheads="1"/>
              </p:cNvSpPr>
              <p:nvPr/>
            </p:nvSpPr>
            <p:spPr bwMode="auto">
              <a:xfrm>
                <a:off x="775" y="1056"/>
                <a:ext cx="144" cy="240"/>
              </a:xfrm>
              <a:prstGeom prst="rect">
                <a:avLst/>
              </a:prstGeom>
              <a:noFill/>
              <a:ln w="25400" cap="sq">
                <a:solidFill>
                  <a:srgbClr val="000099"/>
                </a:solidFill>
                <a:miter lim="800000"/>
              </a:ln>
            </p:spPr>
            <p:txBody>
              <a:bodyPr wrap="none" anchor="ctr"/>
              <a:lstStyle/>
              <a:p>
                <a:endParaRPr lang="zh-CN" altLang="en-US"/>
              </a:p>
            </p:txBody>
          </p:sp>
        </p:grpSp>
        <p:sp>
          <p:nvSpPr>
            <p:cNvPr id="53280" name="Line 116"/>
            <p:cNvSpPr>
              <a:spLocks noChangeShapeType="1"/>
            </p:cNvSpPr>
            <p:nvPr/>
          </p:nvSpPr>
          <p:spPr bwMode="auto">
            <a:xfrm flipV="1">
              <a:off x="3371" y="3533"/>
              <a:ext cx="288" cy="0"/>
            </a:xfrm>
            <a:prstGeom prst="line">
              <a:avLst/>
            </a:prstGeom>
            <a:noFill/>
            <a:ln w="22225" cap="sq">
              <a:solidFill>
                <a:srgbClr val="FF0000"/>
              </a:solidFill>
              <a:round/>
              <a:tailEnd type="triangle" w="med" len="med"/>
            </a:ln>
          </p:spPr>
          <p:txBody>
            <a:bodyPr wrap="none" anchor="ctr"/>
            <a:lstStyle/>
            <a:p>
              <a:endParaRPr lang="zh-CN" altLang="en-US"/>
            </a:p>
          </p:txBody>
        </p:sp>
        <p:sp>
          <p:nvSpPr>
            <p:cNvPr id="53281" name="Line 117"/>
            <p:cNvSpPr>
              <a:spLocks noChangeShapeType="1"/>
            </p:cNvSpPr>
            <p:nvPr/>
          </p:nvSpPr>
          <p:spPr bwMode="auto">
            <a:xfrm flipV="1">
              <a:off x="4183" y="3533"/>
              <a:ext cx="192" cy="0"/>
            </a:xfrm>
            <a:prstGeom prst="line">
              <a:avLst/>
            </a:prstGeom>
            <a:noFill/>
            <a:ln w="19050" cap="sq">
              <a:solidFill>
                <a:srgbClr val="003366"/>
              </a:solidFill>
              <a:round/>
              <a:tailEnd type="triangle" w="med" len="med"/>
            </a:ln>
          </p:spPr>
          <p:txBody>
            <a:bodyPr wrap="none" anchor="ctr"/>
            <a:lstStyle/>
            <a:p>
              <a:endParaRPr lang="zh-CN" altLang="en-US"/>
            </a:p>
          </p:txBody>
        </p:sp>
        <p:sp>
          <p:nvSpPr>
            <p:cNvPr id="53282" name="Line 118"/>
            <p:cNvSpPr>
              <a:spLocks noChangeShapeType="1"/>
            </p:cNvSpPr>
            <p:nvPr/>
          </p:nvSpPr>
          <p:spPr bwMode="auto">
            <a:xfrm flipV="1">
              <a:off x="4597" y="3533"/>
              <a:ext cx="192" cy="0"/>
            </a:xfrm>
            <a:prstGeom prst="line">
              <a:avLst/>
            </a:prstGeom>
            <a:noFill/>
            <a:ln w="19050" cap="sq">
              <a:solidFill>
                <a:srgbClr val="003366"/>
              </a:solidFill>
              <a:round/>
              <a:tailEnd type="triangle" w="med" len="med"/>
            </a:ln>
          </p:spPr>
          <p:txBody>
            <a:bodyPr wrap="none" anchor="ctr"/>
            <a:lstStyle/>
            <a:p>
              <a:endParaRPr lang="zh-CN" altLang="en-US"/>
            </a:p>
          </p:txBody>
        </p:sp>
        <p:sp>
          <p:nvSpPr>
            <p:cNvPr id="53283" name="Line 119"/>
            <p:cNvSpPr>
              <a:spLocks noChangeShapeType="1"/>
            </p:cNvSpPr>
            <p:nvPr/>
          </p:nvSpPr>
          <p:spPr bwMode="auto">
            <a:xfrm flipV="1">
              <a:off x="1536" y="3533"/>
              <a:ext cx="192" cy="0"/>
            </a:xfrm>
            <a:prstGeom prst="line">
              <a:avLst/>
            </a:prstGeom>
            <a:noFill/>
            <a:ln w="19050" cap="sq">
              <a:solidFill>
                <a:srgbClr val="003366"/>
              </a:solidFill>
              <a:round/>
              <a:tailEnd type="triangle" w="med" len="med"/>
            </a:ln>
          </p:spPr>
          <p:txBody>
            <a:bodyPr wrap="none" anchor="ctr"/>
            <a:lstStyle/>
            <a:p>
              <a:endParaRPr lang="zh-CN" altLang="en-US"/>
            </a:p>
          </p:txBody>
        </p:sp>
        <p:sp>
          <p:nvSpPr>
            <p:cNvPr id="53284" name="Line 120"/>
            <p:cNvSpPr>
              <a:spLocks noChangeShapeType="1"/>
            </p:cNvSpPr>
            <p:nvPr/>
          </p:nvSpPr>
          <p:spPr bwMode="auto">
            <a:xfrm flipV="1">
              <a:off x="1920" y="3533"/>
              <a:ext cx="192" cy="0"/>
            </a:xfrm>
            <a:prstGeom prst="line">
              <a:avLst/>
            </a:prstGeom>
            <a:noFill/>
            <a:ln w="19050" cap="sq">
              <a:solidFill>
                <a:srgbClr val="003366"/>
              </a:solidFill>
              <a:round/>
              <a:tailEnd type="triangle" w="med" len="med"/>
            </a:ln>
          </p:spPr>
          <p:txBody>
            <a:bodyPr wrap="none" anchor="ctr"/>
            <a:lstStyle/>
            <a:p>
              <a:endParaRPr lang="zh-CN" altLang="en-US"/>
            </a:p>
          </p:txBody>
        </p:sp>
        <p:sp>
          <p:nvSpPr>
            <p:cNvPr id="53285" name="Line 121"/>
            <p:cNvSpPr>
              <a:spLocks noChangeShapeType="1"/>
            </p:cNvSpPr>
            <p:nvPr/>
          </p:nvSpPr>
          <p:spPr bwMode="auto">
            <a:xfrm flipH="1">
              <a:off x="3467" y="3629"/>
              <a:ext cx="288" cy="0"/>
            </a:xfrm>
            <a:prstGeom prst="line">
              <a:avLst/>
            </a:prstGeom>
            <a:noFill/>
            <a:ln w="22225" cap="sq">
              <a:solidFill>
                <a:srgbClr val="339966"/>
              </a:solidFill>
              <a:round/>
              <a:tailEnd type="triangle" w="med" len="med"/>
            </a:ln>
          </p:spPr>
          <p:txBody>
            <a:bodyPr wrap="none" anchor="ctr"/>
            <a:lstStyle/>
            <a:p>
              <a:endParaRPr lang="zh-CN" altLang="en-US"/>
            </a:p>
          </p:txBody>
        </p:sp>
        <p:sp>
          <p:nvSpPr>
            <p:cNvPr id="53286" name="Line 122"/>
            <p:cNvSpPr>
              <a:spLocks noChangeShapeType="1"/>
            </p:cNvSpPr>
            <p:nvPr/>
          </p:nvSpPr>
          <p:spPr bwMode="auto">
            <a:xfrm flipH="1">
              <a:off x="1584" y="3629"/>
              <a:ext cx="192" cy="0"/>
            </a:xfrm>
            <a:prstGeom prst="line">
              <a:avLst/>
            </a:prstGeom>
            <a:noFill/>
            <a:ln w="19050" cap="sq">
              <a:solidFill>
                <a:srgbClr val="003366"/>
              </a:solidFill>
              <a:round/>
              <a:tailEnd type="triangle" w="med" len="med"/>
            </a:ln>
          </p:spPr>
          <p:txBody>
            <a:bodyPr wrap="none" anchor="ctr"/>
            <a:lstStyle/>
            <a:p>
              <a:endParaRPr lang="zh-CN" altLang="en-US"/>
            </a:p>
          </p:txBody>
        </p:sp>
        <p:sp>
          <p:nvSpPr>
            <p:cNvPr id="53287" name="Line 123"/>
            <p:cNvSpPr>
              <a:spLocks noChangeShapeType="1"/>
            </p:cNvSpPr>
            <p:nvPr/>
          </p:nvSpPr>
          <p:spPr bwMode="auto">
            <a:xfrm flipH="1">
              <a:off x="2016" y="3629"/>
              <a:ext cx="192" cy="0"/>
            </a:xfrm>
            <a:prstGeom prst="line">
              <a:avLst/>
            </a:prstGeom>
            <a:noFill/>
            <a:ln w="19050" cap="sq">
              <a:solidFill>
                <a:srgbClr val="003366"/>
              </a:solidFill>
              <a:round/>
              <a:tailEnd type="triangle" w="med" len="med"/>
            </a:ln>
          </p:spPr>
          <p:txBody>
            <a:bodyPr wrap="none" anchor="ctr"/>
            <a:lstStyle/>
            <a:p>
              <a:endParaRPr lang="zh-CN" altLang="en-US"/>
            </a:p>
          </p:txBody>
        </p:sp>
        <p:sp>
          <p:nvSpPr>
            <p:cNvPr id="53288" name="Line 124"/>
            <p:cNvSpPr>
              <a:spLocks noChangeShapeType="1"/>
            </p:cNvSpPr>
            <p:nvPr/>
          </p:nvSpPr>
          <p:spPr bwMode="auto">
            <a:xfrm flipH="1">
              <a:off x="4272" y="3629"/>
              <a:ext cx="192" cy="0"/>
            </a:xfrm>
            <a:prstGeom prst="line">
              <a:avLst/>
            </a:prstGeom>
            <a:noFill/>
            <a:ln w="19050" cap="sq">
              <a:solidFill>
                <a:srgbClr val="003366"/>
              </a:solidFill>
              <a:round/>
              <a:tailEnd type="triangle" w="med" len="med"/>
            </a:ln>
          </p:spPr>
          <p:txBody>
            <a:bodyPr wrap="none" anchor="ctr"/>
            <a:lstStyle/>
            <a:p>
              <a:endParaRPr lang="zh-CN" altLang="en-US"/>
            </a:p>
          </p:txBody>
        </p:sp>
        <p:sp>
          <p:nvSpPr>
            <p:cNvPr id="53289" name="Line 125"/>
            <p:cNvSpPr>
              <a:spLocks noChangeShapeType="1"/>
            </p:cNvSpPr>
            <p:nvPr/>
          </p:nvSpPr>
          <p:spPr bwMode="auto">
            <a:xfrm flipH="1">
              <a:off x="4678" y="3640"/>
              <a:ext cx="192" cy="0"/>
            </a:xfrm>
            <a:prstGeom prst="line">
              <a:avLst/>
            </a:prstGeom>
            <a:noFill/>
            <a:ln w="19050" cap="sq">
              <a:solidFill>
                <a:srgbClr val="003366"/>
              </a:solidFill>
              <a:round/>
              <a:tailEnd type="triangle" w="med" len="med"/>
            </a:ln>
          </p:spPr>
          <p:txBody>
            <a:bodyPr wrap="none" anchor="ctr"/>
            <a:lstStyle/>
            <a:p>
              <a:endParaRPr lang="zh-CN" altLang="en-US"/>
            </a:p>
          </p:txBody>
        </p:sp>
        <p:sp>
          <p:nvSpPr>
            <p:cNvPr id="53290" name="Line 126"/>
            <p:cNvSpPr>
              <a:spLocks noChangeShapeType="1"/>
            </p:cNvSpPr>
            <p:nvPr/>
          </p:nvSpPr>
          <p:spPr bwMode="auto">
            <a:xfrm>
              <a:off x="5328" y="3533"/>
              <a:ext cx="192" cy="0"/>
            </a:xfrm>
            <a:prstGeom prst="line">
              <a:avLst/>
            </a:prstGeom>
            <a:noFill/>
            <a:ln w="25400" cap="sq">
              <a:solidFill>
                <a:schemeClr val="tx1"/>
              </a:solidFill>
              <a:round/>
            </a:ln>
          </p:spPr>
          <p:txBody>
            <a:bodyPr wrap="none" anchor="ctr"/>
            <a:lstStyle/>
            <a:p>
              <a:endParaRPr lang="zh-CN" altLang="en-US"/>
            </a:p>
          </p:txBody>
        </p:sp>
        <p:sp>
          <p:nvSpPr>
            <p:cNvPr id="53291" name="Line 127"/>
            <p:cNvSpPr>
              <a:spLocks noChangeShapeType="1"/>
            </p:cNvSpPr>
            <p:nvPr/>
          </p:nvSpPr>
          <p:spPr bwMode="auto">
            <a:xfrm flipV="1">
              <a:off x="5520" y="3245"/>
              <a:ext cx="0" cy="288"/>
            </a:xfrm>
            <a:prstGeom prst="line">
              <a:avLst/>
            </a:prstGeom>
            <a:noFill/>
            <a:ln w="25400" cap="sq">
              <a:solidFill>
                <a:schemeClr val="tx1"/>
              </a:solidFill>
              <a:round/>
            </a:ln>
          </p:spPr>
          <p:txBody>
            <a:bodyPr wrap="none" anchor="ctr"/>
            <a:lstStyle/>
            <a:p>
              <a:endParaRPr lang="zh-CN" altLang="en-US"/>
            </a:p>
          </p:txBody>
        </p:sp>
        <p:sp>
          <p:nvSpPr>
            <p:cNvPr id="53292" name="Line 128"/>
            <p:cNvSpPr>
              <a:spLocks noChangeShapeType="1"/>
            </p:cNvSpPr>
            <p:nvPr/>
          </p:nvSpPr>
          <p:spPr bwMode="auto">
            <a:xfrm flipH="1">
              <a:off x="1056" y="3245"/>
              <a:ext cx="96" cy="240"/>
            </a:xfrm>
            <a:prstGeom prst="line">
              <a:avLst/>
            </a:prstGeom>
            <a:noFill/>
            <a:ln w="25400" cap="sq">
              <a:solidFill>
                <a:schemeClr val="tx1"/>
              </a:solidFill>
              <a:round/>
              <a:tailEnd type="triangle" w="med" len="med"/>
            </a:ln>
          </p:spPr>
          <p:txBody>
            <a:bodyPr wrap="none" anchor="ctr"/>
            <a:lstStyle/>
            <a:p>
              <a:endParaRPr lang="zh-CN" altLang="en-US"/>
            </a:p>
          </p:txBody>
        </p:sp>
        <p:sp>
          <p:nvSpPr>
            <p:cNvPr id="53293" name="Line 129"/>
            <p:cNvSpPr>
              <a:spLocks noChangeShapeType="1"/>
            </p:cNvSpPr>
            <p:nvPr/>
          </p:nvSpPr>
          <p:spPr bwMode="auto">
            <a:xfrm flipV="1">
              <a:off x="864" y="3917"/>
              <a:ext cx="4368" cy="0"/>
            </a:xfrm>
            <a:prstGeom prst="line">
              <a:avLst/>
            </a:prstGeom>
            <a:noFill/>
            <a:ln w="25400" cap="sq">
              <a:solidFill>
                <a:schemeClr val="tx1"/>
              </a:solidFill>
              <a:round/>
            </a:ln>
          </p:spPr>
          <p:txBody>
            <a:bodyPr wrap="none" anchor="ctr"/>
            <a:lstStyle/>
            <a:p>
              <a:endParaRPr lang="zh-CN" altLang="en-US"/>
            </a:p>
          </p:txBody>
        </p:sp>
        <p:sp>
          <p:nvSpPr>
            <p:cNvPr id="53294" name="Line 130"/>
            <p:cNvSpPr>
              <a:spLocks noChangeShapeType="1"/>
            </p:cNvSpPr>
            <p:nvPr/>
          </p:nvSpPr>
          <p:spPr bwMode="auto">
            <a:xfrm>
              <a:off x="868" y="3629"/>
              <a:ext cx="192" cy="0"/>
            </a:xfrm>
            <a:prstGeom prst="line">
              <a:avLst/>
            </a:prstGeom>
            <a:noFill/>
            <a:ln w="25400" cap="sq">
              <a:solidFill>
                <a:schemeClr val="tx1"/>
              </a:solidFill>
              <a:round/>
            </a:ln>
          </p:spPr>
          <p:txBody>
            <a:bodyPr wrap="none" anchor="ctr"/>
            <a:lstStyle/>
            <a:p>
              <a:endParaRPr lang="zh-CN" altLang="en-US"/>
            </a:p>
          </p:txBody>
        </p:sp>
        <p:sp>
          <p:nvSpPr>
            <p:cNvPr id="53295" name="Line 131"/>
            <p:cNvSpPr>
              <a:spLocks noChangeShapeType="1"/>
            </p:cNvSpPr>
            <p:nvPr/>
          </p:nvSpPr>
          <p:spPr bwMode="auto">
            <a:xfrm flipV="1">
              <a:off x="864" y="3629"/>
              <a:ext cx="0" cy="288"/>
            </a:xfrm>
            <a:prstGeom prst="line">
              <a:avLst/>
            </a:prstGeom>
            <a:noFill/>
            <a:ln w="25400" cap="sq">
              <a:solidFill>
                <a:schemeClr val="tx1"/>
              </a:solidFill>
              <a:round/>
            </a:ln>
          </p:spPr>
          <p:txBody>
            <a:bodyPr wrap="none" anchor="ctr"/>
            <a:lstStyle/>
            <a:p>
              <a:endParaRPr lang="zh-CN" altLang="en-US"/>
            </a:p>
          </p:txBody>
        </p:sp>
        <p:sp>
          <p:nvSpPr>
            <p:cNvPr id="53296" name="Line 132"/>
            <p:cNvSpPr>
              <a:spLocks noChangeShapeType="1"/>
            </p:cNvSpPr>
            <p:nvPr/>
          </p:nvSpPr>
          <p:spPr bwMode="auto">
            <a:xfrm flipV="1">
              <a:off x="5247" y="3714"/>
              <a:ext cx="96" cy="192"/>
            </a:xfrm>
            <a:prstGeom prst="line">
              <a:avLst/>
            </a:prstGeom>
            <a:noFill/>
            <a:ln w="22225" cap="sq">
              <a:solidFill>
                <a:srgbClr val="000000"/>
              </a:solidFill>
              <a:round/>
              <a:tailEnd type="triangle" w="med" len="med"/>
            </a:ln>
          </p:spPr>
          <p:txBody>
            <a:bodyPr wrap="none" anchor="ctr"/>
            <a:lstStyle/>
            <a:p>
              <a:endParaRPr lang="zh-CN" altLang="en-US"/>
            </a:p>
          </p:txBody>
        </p:sp>
        <p:sp>
          <p:nvSpPr>
            <p:cNvPr id="53297" name="Rectangle 133"/>
            <p:cNvSpPr>
              <a:spLocks noChangeArrowheads="1"/>
            </p:cNvSpPr>
            <p:nvPr/>
          </p:nvSpPr>
          <p:spPr bwMode="auto">
            <a:xfrm>
              <a:off x="599" y="3120"/>
              <a:ext cx="294" cy="271"/>
            </a:xfrm>
            <a:prstGeom prst="rect">
              <a:avLst/>
            </a:prstGeom>
            <a:noFill/>
            <a:ln w="12700" cap="sq">
              <a:noFill/>
              <a:miter lim="800000"/>
            </a:ln>
          </p:spPr>
          <p:txBody>
            <a:bodyPr wrap="none">
              <a:spAutoFit/>
            </a:bodyPr>
            <a:lstStyle/>
            <a:p>
              <a:pPr algn="ctr"/>
              <a:r>
                <a:rPr lang="en-US" altLang="zh-CN" sz="2200">
                  <a:solidFill>
                    <a:srgbClr val="FF3300"/>
                  </a:solidFill>
                  <a:ea typeface="宋体" pitchFamily="2" charset="-122"/>
                </a:rPr>
                <a:t>list</a:t>
              </a:r>
              <a:endParaRPr lang="en-US" altLang="zh-CN" sz="2200">
                <a:solidFill>
                  <a:srgbClr val="FF3300"/>
                </a:solidFill>
                <a:ea typeface="宋体" pitchFamily="2" charset="-122"/>
              </a:endParaRPr>
            </a:p>
          </p:txBody>
        </p:sp>
        <p:sp>
          <p:nvSpPr>
            <p:cNvPr id="53298" name="Line 134"/>
            <p:cNvSpPr>
              <a:spLocks noChangeShapeType="1"/>
            </p:cNvSpPr>
            <p:nvPr/>
          </p:nvSpPr>
          <p:spPr bwMode="auto">
            <a:xfrm>
              <a:off x="853" y="3315"/>
              <a:ext cx="144" cy="144"/>
            </a:xfrm>
            <a:prstGeom prst="line">
              <a:avLst/>
            </a:prstGeom>
            <a:noFill/>
            <a:ln w="19050" cap="sq">
              <a:solidFill>
                <a:srgbClr val="FF0000"/>
              </a:solidFill>
              <a:round/>
              <a:tailEnd type="triangle" w="med" len="med"/>
            </a:ln>
          </p:spPr>
          <p:txBody>
            <a:bodyPr wrap="none" anchor="ctr"/>
            <a:lstStyle/>
            <a:p>
              <a:endParaRPr lang="zh-CN" altLang="en-US"/>
            </a:p>
          </p:txBody>
        </p:sp>
      </p:grpSp>
      <p:grpSp>
        <p:nvGrpSpPr>
          <p:cNvPr id="135" name="Group 38"/>
          <p:cNvGrpSpPr/>
          <p:nvPr/>
        </p:nvGrpSpPr>
        <p:grpSpPr bwMode="auto">
          <a:xfrm>
            <a:off x="1524000" y="5157193"/>
            <a:ext cx="8829228" cy="1525631"/>
            <a:chOff x="289" y="1200"/>
            <a:chExt cx="5136" cy="2429"/>
          </a:xfrm>
        </p:grpSpPr>
        <p:sp>
          <p:nvSpPr>
            <p:cNvPr id="136" name="Freeform 9"/>
            <p:cNvSpPr/>
            <p:nvPr/>
          </p:nvSpPr>
          <p:spPr bwMode="auto">
            <a:xfrm>
              <a:off x="289" y="1200"/>
              <a:ext cx="5136" cy="2352"/>
            </a:xfrm>
            <a:custGeom>
              <a:avLst/>
              <a:gdLst>
                <a:gd name="T0" fmla="*/ 517 w 4969"/>
                <a:gd name="T1" fmla="*/ 63 h 2578"/>
                <a:gd name="T2" fmla="*/ 1684 w 4969"/>
                <a:gd name="T3" fmla="*/ 68 h 2578"/>
                <a:gd name="T4" fmla="*/ 2638 w 4969"/>
                <a:gd name="T5" fmla="*/ 39 h 2578"/>
                <a:gd name="T6" fmla="*/ 3377 w 4969"/>
                <a:gd name="T7" fmla="*/ 63 h 2578"/>
                <a:gd name="T8" fmla="*/ 4047 w 4969"/>
                <a:gd name="T9" fmla="*/ 99 h 2578"/>
                <a:gd name="T10" fmla="*/ 5455 w 4969"/>
                <a:gd name="T11" fmla="*/ 93 h 2578"/>
                <a:gd name="T12" fmla="*/ 6011 w 4969"/>
                <a:gd name="T13" fmla="*/ 63 h 2578"/>
                <a:gd name="T14" fmla="*/ 6211 w 4969"/>
                <a:gd name="T15" fmla="*/ 111 h 2578"/>
                <a:gd name="T16" fmla="*/ 6181 w 4969"/>
                <a:gd name="T17" fmla="*/ 129 h 2578"/>
                <a:gd name="T18" fmla="*/ 6154 w 4969"/>
                <a:gd name="T19" fmla="*/ 349 h 2578"/>
                <a:gd name="T20" fmla="*/ 6124 w 4969"/>
                <a:gd name="T21" fmla="*/ 539 h 2578"/>
                <a:gd name="T22" fmla="*/ 6099 w 4969"/>
                <a:gd name="T23" fmla="*/ 884 h 2578"/>
                <a:gd name="T24" fmla="*/ 6111 w 4969"/>
                <a:gd name="T25" fmla="*/ 826 h 2578"/>
                <a:gd name="T26" fmla="*/ 6124 w 4969"/>
                <a:gd name="T27" fmla="*/ 794 h 2578"/>
                <a:gd name="T28" fmla="*/ 6140 w 4969"/>
                <a:gd name="T29" fmla="*/ 826 h 2578"/>
                <a:gd name="T30" fmla="*/ 6169 w 4969"/>
                <a:gd name="T31" fmla="*/ 842 h 2578"/>
                <a:gd name="T32" fmla="*/ 6140 w 4969"/>
                <a:gd name="T33" fmla="*/ 1336 h 2578"/>
                <a:gd name="T34" fmla="*/ 4789 w 4969"/>
                <a:gd name="T35" fmla="*/ 1329 h 2578"/>
                <a:gd name="T36" fmla="*/ 4871 w 4969"/>
                <a:gd name="T37" fmla="*/ 1324 h 2578"/>
                <a:gd name="T38" fmla="*/ 3535 w 4969"/>
                <a:gd name="T39" fmla="*/ 1316 h 2578"/>
                <a:gd name="T40" fmla="*/ 2083 w 4969"/>
                <a:gd name="T41" fmla="*/ 1299 h 2578"/>
                <a:gd name="T42" fmla="*/ 1242 w 4969"/>
                <a:gd name="T43" fmla="*/ 1299 h 2578"/>
                <a:gd name="T44" fmla="*/ 161 w 4969"/>
                <a:gd name="T45" fmla="*/ 1353 h 2578"/>
                <a:gd name="T46" fmla="*/ 90 w 4969"/>
                <a:gd name="T47" fmla="*/ 663 h 2578"/>
                <a:gd name="T48" fmla="*/ 133 w 4969"/>
                <a:gd name="T49" fmla="*/ 82 h 2578"/>
                <a:gd name="T50" fmla="*/ 190 w 4969"/>
                <a:gd name="T51" fmla="*/ 88 h 2578"/>
                <a:gd name="T52" fmla="*/ 275 w 4969"/>
                <a:gd name="T53" fmla="*/ 99 h 2578"/>
                <a:gd name="T54" fmla="*/ 389 w 4969"/>
                <a:gd name="T55" fmla="*/ 52 h 2578"/>
                <a:gd name="T56" fmla="*/ 517 w 4969"/>
                <a:gd name="T57" fmla="*/ 63 h 2578"/>
                <a:gd name="T58" fmla="*/ 517 w 4969"/>
                <a:gd name="T59" fmla="*/ 63 h 257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4969" h="2578">
                  <a:moveTo>
                    <a:pt x="410" y="121"/>
                  </a:moveTo>
                  <a:cubicBezTo>
                    <a:pt x="749" y="132"/>
                    <a:pt x="984" y="140"/>
                    <a:pt x="1336" y="132"/>
                  </a:cubicBezTo>
                  <a:cubicBezTo>
                    <a:pt x="1588" y="105"/>
                    <a:pt x="1841" y="98"/>
                    <a:pt x="2093" y="76"/>
                  </a:cubicBezTo>
                  <a:cubicBezTo>
                    <a:pt x="1871" y="226"/>
                    <a:pt x="2499" y="91"/>
                    <a:pt x="2680" y="121"/>
                  </a:cubicBezTo>
                  <a:cubicBezTo>
                    <a:pt x="3241" y="111"/>
                    <a:pt x="3496" y="0"/>
                    <a:pt x="3211" y="189"/>
                  </a:cubicBezTo>
                  <a:cubicBezTo>
                    <a:pt x="2900" y="395"/>
                    <a:pt x="3956" y="182"/>
                    <a:pt x="4329" y="178"/>
                  </a:cubicBezTo>
                  <a:cubicBezTo>
                    <a:pt x="4474" y="140"/>
                    <a:pt x="4621" y="130"/>
                    <a:pt x="4770" y="121"/>
                  </a:cubicBezTo>
                  <a:cubicBezTo>
                    <a:pt x="4910" y="140"/>
                    <a:pt x="4969" y="91"/>
                    <a:pt x="4928" y="212"/>
                  </a:cubicBezTo>
                  <a:cubicBezTo>
                    <a:pt x="4924" y="225"/>
                    <a:pt x="4913" y="234"/>
                    <a:pt x="4905" y="245"/>
                  </a:cubicBezTo>
                  <a:cubicBezTo>
                    <a:pt x="4854" y="402"/>
                    <a:pt x="4898" y="255"/>
                    <a:pt x="4883" y="663"/>
                  </a:cubicBezTo>
                  <a:cubicBezTo>
                    <a:pt x="4875" y="867"/>
                    <a:pt x="4874" y="861"/>
                    <a:pt x="4860" y="1025"/>
                  </a:cubicBezTo>
                  <a:cubicBezTo>
                    <a:pt x="4855" y="1243"/>
                    <a:pt x="4838" y="1462"/>
                    <a:pt x="4838" y="1680"/>
                  </a:cubicBezTo>
                  <a:cubicBezTo>
                    <a:pt x="4838" y="1718"/>
                    <a:pt x="4844" y="1605"/>
                    <a:pt x="4849" y="1567"/>
                  </a:cubicBezTo>
                  <a:cubicBezTo>
                    <a:pt x="4851" y="1548"/>
                    <a:pt x="4856" y="1529"/>
                    <a:pt x="4860" y="1510"/>
                  </a:cubicBezTo>
                  <a:cubicBezTo>
                    <a:pt x="4864" y="1529"/>
                    <a:pt x="4864" y="1549"/>
                    <a:pt x="4871" y="1567"/>
                  </a:cubicBezTo>
                  <a:cubicBezTo>
                    <a:pt x="4876" y="1580"/>
                    <a:pt x="4894" y="1587"/>
                    <a:pt x="4894" y="1601"/>
                  </a:cubicBezTo>
                  <a:cubicBezTo>
                    <a:pt x="4894" y="1913"/>
                    <a:pt x="4879" y="2226"/>
                    <a:pt x="4871" y="2538"/>
                  </a:cubicBezTo>
                  <a:cubicBezTo>
                    <a:pt x="4514" y="2534"/>
                    <a:pt x="4156" y="2535"/>
                    <a:pt x="3799" y="2527"/>
                  </a:cubicBezTo>
                  <a:cubicBezTo>
                    <a:pt x="3776" y="2527"/>
                    <a:pt x="3889" y="2517"/>
                    <a:pt x="3866" y="2516"/>
                  </a:cubicBezTo>
                  <a:cubicBezTo>
                    <a:pt x="3512" y="2508"/>
                    <a:pt x="3159" y="2508"/>
                    <a:pt x="2805" y="2504"/>
                  </a:cubicBezTo>
                  <a:cubicBezTo>
                    <a:pt x="2734" y="2506"/>
                    <a:pt x="1040" y="2578"/>
                    <a:pt x="1653" y="2470"/>
                  </a:cubicBezTo>
                  <a:cubicBezTo>
                    <a:pt x="1450" y="2572"/>
                    <a:pt x="1204" y="2516"/>
                    <a:pt x="986" y="2470"/>
                  </a:cubicBezTo>
                  <a:cubicBezTo>
                    <a:pt x="872" y="2472"/>
                    <a:pt x="318" y="2382"/>
                    <a:pt x="128" y="2572"/>
                  </a:cubicBezTo>
                  <a:cubicBezTo>
                    <a:pt x="0" y="2261"/>
                    <a:pt x="85" y="1659"/>
                    <a:pt x="71" y="1262"/>
                  </a:cubicBezTo>
                  <a:cubicBezTo>
                    <a:pt x="81" y="466"/>
                    <a:pt x="28" y="556"/>
                    <a:pt x="105" y="155"/>
                  </a:cubicBezTo>
                  <a:cubicBezTo>
                    <a:pt x="120" y="159"/>
                    <a:pt x="138" y="157"/>
                    <a:pt x="151" y="166"/>
                  </a:cubicBezTo>
                  <a:cubicBezTo>
                    <a:pt x="211" y="206"/>
                    <a:pt x="126" y="211"/>
                    <a:pt x="218" y="189"/>
                  </a:cubicBezTo>
                  <a:cubicBezTo>
                    <a:pt x="244" y="150"/>
                    <a:pt x="269" y="125"/>
                    <a:pt x="309" y="99"/>
                  </a:cubicBezTo>
                  <a:cubicBezTo>
                    <a:pt x="348" y="107"/>
                    <a:pt x="373" y="111"/>
                    <a:pt x="410" y="121"/>
                  </a:cubicBezTo>
                  <a:cubicBezTo>
                    <a:pt x="410" y="121"/>
                    <a:pt x="501" y="150"/>
                    <a:pt x="410" y="121"/>
                  </a:cubicBezTo>
                  <a:close/>
                </a:path>
              </a:pathLst>
            </a:custGeom>
            <a:solidFill>
              <a:srgbClr val="C9E4FF"/>
            </a:solidFill>
            <a:ln w="31750" cap="sq" cmpd="sng">
              <a:noFill/>
              <a:prstDash val="solid"/>
              <a:round/>
            </a:ln>
            <a:effectLst>
              <a:outerShdw dist="224686" dir="2837437" algn="ctr" rotWithShape="0">
                <a:srgbClr val="B9B9B9"/>
              </a:outerShdw>
            </a:effectLst>
          </p:spPr>
          <p:txBody>
            <a:bodyPr wrap="none" anchor="ctr"/>
            <a:lstStyle/>
            <a:p>
              <a:endParaRPr lang="zh-CN" altLang="en-US"/>
            </a:p>
          </p:txBody>
        </p:sp>
        <p:sp>
          <p:nvSpPr>
            <p:cNvPr id="137" name="Text Box 10"/>
            <p:cNvSpPr txBox="1">
              <a:spLocks noChangeArrowheads="1"/>
            </p:cNvSpPr>
            <p:nvPr/>
          </p:nvSpPr>
          <p:spPr bwMode="auto">
            <a:xfrm>
              <a:off x="655" y="1522"/>
              <a:ext cx="4430" cy="2107"/>
            </a:xfrm>
            <a:prstGeom prst="rect">
              <a:avLst/>
            </a:prstGeom>
            <a:noFill/>
            <a:ln w="9525">
              <a:noFill/>
              <a:miter lim="800000"/>
            </a:ln>
          </p:spPr>
          <p:txBody>
            <a:bodyPr wrap="square">
              <a:spAutoFit/>
            </a:bodyPr>
            <a:lstStyle/>
            <a:p>
              <a:pPr algn="just" fontAlgn="base">
                <a:spcBef>
                  <a:spcPct val="0"/>
                </a:spcBef>
              </a:pPr>
              <a:r>
                <a:rPr lang="zh-CN" altLang="en-US" sz="2000" b="1" dirty="0">
                  <a:solidFill>
                    <a:srgbClr val="000080"/>
                  </a:solidFill>
                  <a:latin typeface="幼圆" pitchFamily="49" charset="-122"/>
                  <a:ea typeface="幼圆" pitchFamily="49" charset="-122"/>
                </a:rPr>
                <a:t>注意</a:t>
              </a:r>
              <a:r>
                <a:rPr lang="zh-CN" altLang="en-US" sz="2000" dirty="0">
                  <a:solidFill>
                    <a:srgbClr val="000080"/>
                  </a:solidFill>
                  <a:latin typeface="幼圆" pitchFamily="49" charset="-122"/>
                  <a:ea typeface="幼圆" pitchFamily="49" charset="-122"/>
                </a:rPr>
                <a:t>：在头</a:t>
              </a:r>
              <a:r>
                <a:rPr lang="en-US" altLang="zh-CN" sz="2000" dirty="0">
                  <a:solidFill>
                    <a:srgbClr val="000080"/>
                  </a:solidFill>
                  <a:latin typeface="幼圆" pitchFamily="49" charset="-122"/>
                  <a:ea typeface="幼圆" pitchFamily="49" charset="-122"/>
                </a:rPr>
                <a:t>(</a:t>
              </a:r>
              <a:r>
                <a:rPr lang="zh-CN" altLang="en-US" sz="2000" dirty="0">
                  <a:solidFill>
                    <a:srgbClr val="000080"/>
                  </a:solidFill>
                  <a:latin typeface="幼圆" pitchFamily="49" charset="-122"/>
                  <a:ea typeface="幼圆" pitchFamily="49" charset="-122"/>
                </a:rPr>
                <a:t>第一个</a:t>
              </a:r>
              <a:r>
                <a:rPr lang="en-US" altLang="zh-CN" sz="2000" dirty="0">
                  <a:solidFill>
                    <a:srgbClr val="000080"/>
                  </a:solidFill>
                  <a:latin typeface="幼圆" pitchFamily="49" charset="-122"/>
                  <a:ea typeface="幼圆" pitchFamily="49" charset="-122"/>
                </a:rPr>
                <a:t>)</a:t>
              </a:r>
              <a:r>
                <a:rPr lang="zh-CN" altLang="en-US" sz="2000" dirty="0">
                  <a:solidFill>
                    <a:srgbClr val="000080"/>
                  </a:solidFill>
                  <a:latin typeface="幼圆" pitchFamily="49" charset="-122"/>
                  <a:ea typeface="幼圆" pitchFamily="49" charset="-122"/>
                </a:rPr>
                <a:t>结点前插入一个结点时，步骤如下：</a:t>
              </a:r>
              <a:endParaRPr lang="en-US" altLang="zh-CN" sz="2000" dirty="0">
                <a:solidFill>
                  <a:srgbClr val="000080"/>
                </a:solidFill>
                <a:latin typeface="幼圆" pitchFamily="49" charset="-122"/>
                <a:ea typeface="幼圆" pitchFamily="49" charset="-122"/>
              </a:endParaRPr>
            </a:p>
            <a:p>
              <a:pPr lvl="2" algn="just" fontAlgn="base">
                <a:spcBef>
                  <a:spcPct val="0"/>
                </a:spcBef>
              </a:pPr>
              <a:r>
                <a:rPr lang="en-US" altLang="zh-CN" sz="2000" b="1" dirty="0">
                  <a:solidFill>
                    <a:srgbClr val="000080"/>
                  </a:solidFill>
                  <a:latin typeface="幼圆" pitchFamily="49" charset="-122"/>
                  <a:ea typeface="幼圆" pitchFamily="49" charset="-122"/>
                </a:rPr>
                <a:t>p-&gt;</a:t>
              </a:r>
              <a:r>
                <a:rPr lang="en-US" altLang="zh-CN" sz="2000" b="1" dirty="0" err="1">
                  <a:solidFill>
                    <a:srgbClr val="000080"/>
                  </a:solidFill>
                  <a:latin typeface="幼圆" pitchFamily="49" charset="-122"/>
                  <a:ea typeface="幼圆" pitchFamily="49" charset="-122"/>
                </a:rPr>
                <a:t>rlink</a:t>
              </a:r>
              <a:r>
                <a:rPr lang="en-US" altLang="zh-CN" sz="2000" b="1" dirty="0">
                  <a:solidFill>
                    <a:srgbClr val="000080"/>
                  </a:solidFill>
                  <a:latin typeface="幼圆" pitchFamily="49" charset="-122"/>
                  <a:ea typeface="幼圆" pitchFamily="49" charset="-122"/>
                </a:rPr>
                <a:t> = list; </a:t>
              </a:r>
              <a:r>
                <a:rPr lang="en-US" altLang="zh-CN" sz="2000" dirty="0">
                  <a:solidFill>
                    <a:srgbClr val="000080"/>
                  </a:solidFill>
                  <a:latin typeface="幼圆" pitchFamily="49" charset="-122"/>
                  <a:ea typeface="幼圆" pitchFamily="49" charset="-122"/>
                </a:rPr>
                <a:t>p-&gt;</a:t>
              </a:r>
              <a:r>
                <a:rPr lang="en-US" altLang="zh-CN" sz="2000" dirty="0" err="1">
                  <a:solidFill>
                    <a:srgbClr val="000080"/>
                  </a:solidFill>
                  <a:latin typeface="幼圆" pitchFamily="49" charset="-122"/>
                  <a:ea typeface="幼圆" pitchFamily="49" charset="-122"/>
                </a:rPr>
                <a:t>llink</a:t>
              </a:r>
              <a:r>
                <a:rPr lang="en-US" altLang="zh-CN" sz="2000" dirty="0">
                  <a:solidFill>
                    <a:srgbClr val="000080"/>
                  </a:solidFill>
                  <a:latin typeface="幼圆" pitchFamily="49" charset="-122"/>
                  <a:ea typeface="幼圆" pitchFamily="49" charset="-122"/>
                </a:rPr>
                <a:t> = list-&gt;</a:t>
              </a:r>
              <a:r>
                <a:rPr lang="en-US" altLang="zh-CN" sz="2000" dirty="0" err="1">
                  <a:solidFill>
                    <a:srgbClr val="000080"/>
                  </a:solidFill>
                  <a:latin typeface="幼圆" pitchFamily="49" charset="-122"/>
                  <a:ea typeface="幼圆" pitchFamily="49" charset="-122"/>
                </a:rPr>
                <a:t>llink</a:t>
              </a:r>
              <a:r>
                <a:rPr lang="en-US" altLang="zh-CN" sz="2000" dirty="0">
                  <a:solidFill>
                    <a:srgbClr val="000080"/>
                  </a:solidFill>
                  <a:latin typeface="幼圆" pitchFamily="49" charset="-122"/>
                  <a:ea typeface="幼圆" pitchFamily="49" charset="-122"/>
                </a:rPr>
                <a:t>;</a:t>
              </a:r>
              <a:endParaRPr lang="en-US" altLang="zh-CN" sz="2000" dirty="0">
                <a:solidFill>
                  <a:srgbClr val="000080"/>
                </a:solidFill>
                <a:latin typeface="幼圆" pitchFamily="49" charset="-122"/>
                <a:ea typeface="幼圆" pitchFamily="49" charset="-122"/>
              </a:endParaRPr>
            </a:p>
            <a:p>
              <a:pPr lvl="2" algn="just" fontAlgn="base">
                <a:spcBef>
                  <a:spcPct val="0"/>
                </a:spcBef>
              </a:pPr>
              <a:r>
                <a:rPr lang="en-US" altLang="zh-CN" sz="2000" dirty="0">
                  <a:solidFill>
                    <a:srgbClr val="000080"/>
                  </a:solidFill>
                  <a:latin typeface="幼圆" pitchFamily="49" charset="-122"/>
                  <a:ea typeface="幼圆" pitchFamily="49" charset="-122"/>
                </a:rPr>
                <a:t>list-&gt;</a:t>
              </a:r>
              <a:r>
                <a:rPr lang="en-US" altLang="zh-CN" sz="2000" dirty="0" err="1">
                  <a:solidFill>
                    <a:srgbClr val="000080"/>
                  </a:solidFill>
                  <a:latin typeface="幼圆" pitchFamily="49" charset="-122"/>
                  <a:ea typeface="幼圆" pitchFamily="49" charset="-122"/>
                </a:rPr>
                <a:t>llink</a:t>
              </a:r>
              <a:r>
                <a:rPr lang="en-US" altLang="zh-CN" sz="2000" dirty="0">
                  <a:solidFill>
                    <a:srgbClr val="000080"/>
                  </a:solidFill>
                  <a:latin typeface="幼圆" pitchFamily="49" charset="-122"/>
                  <a:ea typeface="幼圆" pitchFamily="49" charset="-122"/>
                </a:rPr>
                <a:t>-&gt;</a:t>
              </a:r>
              <a:r>
                <a:rPr lang="en-US" altLang="zh-CN" sz="2000" dirty="0" err="1">
                  <a:solidFill>
                    <a:srgbClr val="000080"/>
                  </a:solidFill>
                  <a:latin typeface="幼圆" pitchFamily="49" charset="-122"/>
                  <a:ea typeface="幼圆" pitchFamily="49" charset="-122"/>
                </a:rPr>
                <a:t>rlink</a:t>
              </a:r>
              <a:r>
                <a:rPr lang="en-US" altLang="zh-CN" sz="2000" dirty="0">
                  <a:solidFill>
                    <a:srgbClr val="000080"/>
                  </a:solidFill>
                  <a:latin typeface="幼圆" pitchFamily="49" charset="-122"/>
                  <a:ea typeface="幼圆" pitchFamily="49" charset="-122"/>
                </a:rPr>
                <a:t> = p; list-&gt;</a:t>
              </a:r>
              <a:r>
                <a:rPr lang="en-US" altLang="zh-CN" sz="2000" dirty="0" err="1">
                  <a:solidFill>
                    <a:srgbClr val="000080"/>
                  </a:solidFill>
                  <a:latin typeface="幼圆" pitchFamily="49" charset="-122"/>
                  <a:ea typeface="幼圆" pitchFamily="49" charset="-122"/>
                </a:rPr>
                <a:t>llink</a:t>
              </a:r>
              <a:r>
                <a:rPr lang="en-US" altLang="zh-CN" sz="2000" dirty="0">
                  <a:solidFill>
                    <a:srgbClr val="000080"/>
                  </a:solidFill>
                  <a:latin typeface="幼圆" pitchFamily="49" charset="-122"/>
                  <a:ea typeface="幼圆" pitchFamily="49" charset="-122"/>
                </a:rPr>
                <a:t> = p;</a:t>
              </a:r>
              <a:endParaRPr lang="en-US" altLang="zh-CN" sz="2000" dirty="0">
                <a:solidFill>
                  <a:srgbClr val="000080"/>
                </a:solidFill>
                <a:latin typeface="幼圆" pitchFamily="49" charset="-122"/>
                <a:ea typeface="幼圆" pitchFamily="49" charset="-122"/>
              </a:endParaRPr>
            </a:p>
            <a:p>
              <a:pPr lvl="2" algn="just" fontAlgn="base">
                <a:spcBef>
                  <a:spcPct val="0"/>
                </a:spcBef>
              </a:pPr>
              <a:r>
                <a:rPr lang="en-US" altLang="zh-CN" sz="2000" b="1" dirty="0">
                  <a:solidFill>
                    <a:srgbClr val="000080"/>
                  </a:solidFill>
                  <a:latin typeface="幼圆" pitchFamily="49" charset="-122"/>
                  <a:ea typeface="幼圆" pitchFamily="49" charset="-122"/>
                </a:rPr>
                <a:t>list = p; </a:t>
              </a:r>
              <a:endParaRPr lang="zh-CN" altLang="en-US" sz="2000" b="1" dirty="0">
                <a:solidFill>
                  <a:srgbClr val="000080"/>
                </a:solidFill>
                <a:latin typeface="幼圆" pitchFamily="49" charset="-122"/>
                <a:ea typeface="幼圆" pitchFamily="49"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slide(fromBottom)">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609325"/>
                                        </p:tgtEl>
                                        <p:attrNameLst>
                                          <p:attrName>style.visibility</p:attrName>
                                        </p:attrNameLst>
                                      </p:cBhvr>
                                      <p:to>
                                        <p:strVal val="visible"/>
                                      </p:to>
                                    </p:set>
                                    <p:anim calcmode="lin" valueType="num">
                                      <p:cBhvr>
                                        <p:cTn id="18" dur="500" fill="hold"/>
                                        <p:tgtEl>
                                          <p:spTgt spid="609325"/>
                                        </p:tgtEl>
                                        <p:attrNameLst>
                                          <p:attrName>ppt_w</p:attrName>
                                        </p:attrNameLst>
                                      </p:cBhvr>
                                      <p:tavLst>
                                        <p:tav tm="0">
                                          <p:val>
                                            <p:fltVal val="0"/>
                                          </p:val>
                                        </p:tav>
                                        <p:tav tm="100000">
                                          <p:val>
                                            <p:strVal val="#ppt_w"/>
                                          </p:val>
                                        </p:tav>
                                      </p:tavLst>
                                    </p:anim>
                                    <p:anim calcmode="lin" valueType="num">
                                      <p:cBhvr>
                                        <p:cTn id="19" dur="500" fill="hold"/>
                                        <p:tgtEl>
                                          <p:spTgt spid="609325"/>
                                        </p:tgtEl>
                                        <p:attrNameLst>
                                          <p:attrName>ppt_h</p:attrName>
                                        </p:attrNameLst>
                                      </p:cBhvr>
                                      <p:tavLst>
                                        <p:tav tm="0">
                                          <p:val>
                                            <p:fltVal val="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609346"/>
                                        </p:tgtEl>
                                        <p:attrNameLst>
                                          <p:attrName>style.visibility</p:attrName>
                                        </p:attrNameLst>
                                      </p:cBhvr>
                                      <p:to>
                                        <p:strVal val="visible"/>
                                      </p:to>
                                    </p:set>
                                    <p:animEffect transition="in" filter="wipe(down)">
                                      <p:cBhvr>
                                        <p:cTn id="24" dur="500"/>
                                        <p:tgtEl>
                                          <p:spTgt spid="609346"/>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609359"/>
                                        </p:tgtEl>
                                        <p:attrNameLst>
                                          <p:attrName>style.visibility</p:attrName>
                                        </p:attrNameLst>
                                      </p:cBhvr>
                                      <p:to>
                                        <p:strVal val="visible"/>
                                      </p:to>
                                    </p:set>
                                    <p:animEffect transition="in" filter="wipe(down)">
                                      <p:cBhvr>
                                        <p:cTn id="29" dur="500"/>
                                        <p:tgtEl>
                                          <p:spTgt spid="609359"/>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wipe(up)">
                                      <p:cBhvr>
                                        <p:cTn id="34" dur="500"/>
                                        <p:tgtEl>
                                          <p:spTgt spid="12"/>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nodeType="click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wipe(up)">
                                      <p:cBhvr>
                                        <p:cTn id="39" dur="500"/>
                                        <p:tgtEl>
                                          <p:spTgt spid="13"/>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wipe(left)">
                                      <p:cBhvr>
                                        <p:cTn id="44" dur="500"/>
                                        <p:tgtEl>
                                          <p:spTgt spid="14"/>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2" fill="hold" nodeType="click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wipe(right)">
                                      <p:cBhvr>
                                        <p:cTn id="49" dur="500"/>
                                        <p:tgtEl>
                                          <p:spTgt spid="15"/>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2" fill="hold" nodeType="clickEffect">
                                  <p:stCondLst>
                                    <p:cond delay="0"/>
                                  </p:stCondLst>
                                  <p:childTnLst>
                                    <p:set>
                                      <p:cBhvr>
                                        <p:cTn id="53" dur="1" fill="hold">
                                          <p:stCondLst>
                                            <p:cond delay="0"/>
                                          </p:stCondLst>
                                        </p:cTn>
                                        <p:tgtEl>
                                          <p:spTgt spid="16"/>
                                        </p:tgtEl>
                                        <p:attrNameLst>
                                          <p:attrName>style.visibility</p:attrName>
                                        </p:attrNameLst>
                                      </p:cBhvr>
                                      <p:to>
                                        <p:strVal val="visible"/>
                                      </p:to>
                                    </p:set>
                                    <p:animEffect transition="in" filter="wipe(right)">
                                      <p:cBhvr>
                                        <p:cTn id="54" dur="500"/>
                                        <p:tgtEl>
                                          <p:spTgt spid="16"/>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17"/>
                                        </p:tgtEl>
                                        <p:attrNameLst>
                                          <p:attrName>style.visibility</p:attrName>
                                        </p:attrNameLst>
                                      </p:cBhvr>
                                      <p:to>
                                        <p:strVal val="visible"/>
                                      </p:to>
                                    </p:set>
                                    <p:animEffect transition="in" filter="wipe(left)">
                                      <p:cBhvr>
                                        <p:cTn id="59" dur="500"/>
                                        <p:tgtEl>
                                          <p:spTgt spid="17"/>
                                        </p:tgtEl>
                                      </p:cBhvr>
                                    </p:animEffect>
                                  </p:childTnLst>
                                </p:cTn>
                              </p:par>
                            </p:childTnLst>
                          </p:cTn>
                        </p:par>
                      </p:childTnLst>
                    </p:cTn>
                  </p:par>
                  <p:par>
                    <p:cTn id="60" fill="hold">
                      <p:stCondLst>
                        <p:cond delay="indefinite"/>
                      </p:stCondLst>
                      <p:childTnLst>
                        <p:par>
                          <p:cTn id="61" fill="hold">
                            <p:stCondLst>
                              <p:cond delay="0"/>
                            </p:stCondLst>
                            <p:childTnLst>
                              <p:par>
                                <p:cTn id="62" presetID="18" presetClass="entr" presetSubtype="12" fill="hold" nodeType="click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strips(downLeft)">
                                      <p:cBhvr>
                                        <p:cTn id="64" dur="500"/>
                                        <p:tgtEl>
                                          <p:spTgt spid="18"/>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2" fill="hold" nodeType="clickEffect">
                                  <p:stCondLst>
                                    <p:cond delay="0"/>
                                  </p:stCondLst>
                                  <p:childTnLst>
                                    <p:set>
                                      <p:cBhvr>
                                        <p:cTn id="68" dur="1" fill="hold">
                                          <p:stCondLst>
                                            <p:cond delay="0"/>
                                          </p:stCondLst>
                                        </p:cTn>
                                        <p:tgtEl>
                                          <p:spTgt spid="135"/>
                                        </p:tgtEl>
                                        <p:attrNameLst>
                                          <p:attrName>style.visibility</p:attrName>
                                        </p:attrNameLst>
                                      </p:cBhvr>
                                      <p:to>
                                        <p:strVal val="visible"/>
                                      </p:to>
                                    </p:set>
                                    <p:animEffect transition="in" filter="wipe(right)">
                                      <p:cBhvr>
                                        <p:cTn id="69" dur="500"/>
                                        <p:tgtEl>
                                          <p:spTgt spid="1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9325" grpId="0"/>
      <p:bldP spid="609346" grpId="0" animBg="1"/>
      <p:bldP spid="609359" grpId="0" animBg="1"/>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0309" name="Text Box 5"/>
          <p:cNvSpPr txBox="1">
            <a:spLocks noChangeArrowheads="1"/>
          </p:cNvSpPr>
          <p:nvPr/>
        </p:nvSpPr>
        <p:spPr bwMode="auto">
          <a:xfrm>
            <a:off x="1893097" y="2140106"/>
            <a:ext cx="10069485" cy="1366528"/>
          </a:xfrm>
          <a:prstGeom prst="rect">
            <a:avLst/>
          </a:prstGeom>
          <a:noFill/>
          <a:ln w="9525">
            <a:noFill/>
            <a:miter lim="800000"/>
          </a:ln>
        </p:spPr>
        <p:txBody>
          <a:bodyPr wrap="square">
            <a:spAutoFit/>
          </a:bodyPr>
          <a:lstStyle/>
          <a:p>
            <a:pPr algn="just" fontAlgn="base">
              <a:lnSpc>
                <a:spcPct val="90000"/>
              </a:lnSpc>
              <a:spcBef>
                <a:spcPct val="0"/>
              </a:spcBef>
            </a:pPr>
            <a:r>
              <a:rPr lang="zh-CN" altLang="zh-CN" sz="2300" dirty="0">
                <a:solidFill>
                  <a:srgbClr val="002F8C"/>
                </a:solidFill>
              </a:rPr>
              <a:t>    </a:t>
            </a:r>
            <a:r>
              <a:rPr lang="zh-CN" altLang="en-US" sz="2300" dirty="0">
                <a:solidFill>
                  <a:srgbClr val="002F8C"/>
                </a:solidFill>
              </a:rPr>
              <a:t>  </a:t>
            </a:r>
            <a:r>
              <a:rPr lang="en-US" altLang="zh-CN" sz="2300" dirty="0">
                <a:solidFill>
                  <a:srgbClr val="002F8C"/>
                </a:solidFill>
              </a:rPr>
              <a:t>                            </a:t>
            </a:r>
            <a:endParaRPr lang="zh-CN" altLang="en-US" sz="2300" dirty="0">
              <a:solidFill>
                <a:srgbClr val="002F8C"/>
              </a:solidFill>
            </a:endParaRPr>
          </a:p>
          <a:p>
            <a:pPr algn="just" fontAlgn="base">
              <a:lnSpc>
                <a:spcPct val="90000"/>
              </a:lnSpc>
              <a:spcBef>
                <a:spcPct val="0"/>
              </a:spcBef>
            </a:pPr>
            <a:r>
              <a:rPr lang="zh-CN" altLang="en-US" sz="2300" dirty="0">
                <a:solidFill>
                  <a:srgbClr val="002F8C"/>
                </a:solidFill>
              </a:rPr>
              <a:t>      </a:t>
            </a:r>
            <a:r>
              <a:rPr lang="en-US" altLang="zh-CN" sz="2300" dirty="0">
                <a:solidFill>
                  <a:srgbClr val="002F8C"/>
                </a:solidFill>
              </a:rPr>
              <a:t>for(q=list; q-&gt;</a:t>
            </a:r>
            <a:r>
              <a:rPr lang="en-US" altLang="zh-CN" sz="2300" dirty="0" err="1">
                <a:solidFill>
                  <a:srgbClr val="002F8C"/>
                </a:solidFill>
              </a:rPr>
              <a:t>rlink</a:t>
            </a:r>
            <a:r>
              <a:rPr lang="en-US" altLang="zh-CN" sz="2300" dirty="0">
                <a:solidFill>
                  <a:srgbClr val="002F8C"/>
                </a:solidFill>
              </a:rPr>
              <a:t>!=list  </a:t>
            </a:r>
            <a:r>
              <a:rPr lang="en-US" altLang="zh-CN" sz="2100" dirty="0">
                <a:solidFill>
                  <a:srgbClr val="002F8C"/>
                </a:solidFill>
              </a:rPr>
              <a:t>&amp;&amp;</a:t>
            </a:r>
            <a:r>
              <a:rPr lang="en-US" altLang="zh-CN" sz="2300" dirty="0">
                <a:solidFill>
                  <a:srgbClr val="002F8C"/>
                </a:solidFill>
              </a:rPr>
              <a:t> q</a:t>
            </a:r>
            <a:r>
              <a:rPr lang="en-US" altLang="zh-CN" sz="2300" dirty="0">
                <a:solidFill>
                  <a:srgbClr val="002F8C"/>
                </a:solidFill>
                <a:latin typeface="宋体" pitchFamily="2" charset="-122"/>
                <a:ea typeface="宋体" pitchFamily="2" charset="-122"/>
              </a:rPr>
              <a:t>-</a:t>
            </a:r>
            <a:r>
              <a:rPr lang="en-US" altLang="zh-CN" sz="2300" dirty="0">
                <a:solidFill>
                  <a:srgbClr val="002F8C"/>
                </a:solidFill>
              </a:rPr>
              <a:t>&gt;data!=x; q=q-&gt;</a:t>
            </a:r>
            <a:r>
              <a:rPr lang="en-US" altLang="zh-CN" sz="2300" dirty="0" err="1">
                <a:solidFill>
                  <a:srgbClr val="002F8C"/>
                </a:solidFill>
              </a:rPr>
              <a:t>rlink</a:t>
            </a:r>
            <a:r>
              <a:rPr lang="en-US" altLang="zh-CN" sz="2300" dirty="0">
                <a:solidFill>
                  <a:srgbClr val="002F8C"/>
                </a:solidFill>
              </a:rPr>
              <a:t>);/* </a:t>
            </a:r>
            <a:r>
              <a:rPr lang="zh-CN" altLang="en-US" sz="2000" dirty="0">
                <a:solidFill>
                  <a:srgbClr val="002F8C"/>
                </a:solidFill>
                <a:ea typeface="幼圆" pitchFamily="49" charset="-122"/>
              </a:rPr>
              <a:t>寻找满足条件的链结点</a:t>
            </a:r>
            <a:r>
              <a:rPr lang="zh-CN" altLang="en-US" sz="2300" dirty="0">
                <a:solidFill>
                  <a:srgbClr val="002F8C"/>
                </a:solidFill>
              </a:rPr>
              <a:t>  */</a:t>
            </a:r>
            <a:endParaRPr lang="en-US" altLang="zh-CN" sz="2300" dirty="0">
              <a:solidFill>
                <a:srgbClr val="002F8C"/>
              </a:solidFill>
            </a:endParaRPr>
          </a:p>
          <a:p>
            <a:pPr algn="just" fontAlgn="base">
              <a:lnSpc>
                <a:spcPct val="90000"/>
              </a:lnSpc>
              <a:spcBef>
                <a:spcPct val="0"/>
              </a:spcBef>
            </a:pPr>
            <a:r>
              <a:rPr lang="en-US" altLang="zh-CN" sz="2300" dirty="0">
                <a:solidFill>
                  <a:srgbClr val="002F8C"/>
                </a:solidFill>
              </a:rPr>
              <a:t>       if(q-&gt;</a:t>
            </a:r>
            <a:r>
              <a:rPr lang="en-US" altLang="zh-CN" sz="2300" dirty="0" err="1">
                <a:solidFill>
                  <a:srgbClr val="002F8C"/>
                </a:solidFill>
              </a:rPr>
              <a:t>rlink</a:t>
            </a:r>
            <a:r>
              <a:rPr lang="en-US" altLang="zh-CN" sz="2300" dirty="0">
                <a:solidFill>
                  <a:srgbClr val="002F8C"/>
                </a:solidFill>
              </a:rPr>
              <a:t>==list&amp;&amp;q-&gt;data!=x)</a:t>
            </a:r>
            <a:endParaRPr lang="en-US" altLang="zh-CN" sz="2300" dirty="0">
              <a:solidFill>
                <a:srgbClr val="002F8C"/>
              </a:solidFill>
            </a:endParaRPr>
          </a:p>
          <a:p>
            <a:pPr algn="just" fontAlgn="base">
              <a:lnSpc>
                <a:spcPct val="90000"/>
              </a:lnSpc>
              <a:spcBef>
                <a:spcPct val="0"/>
              </a:spcBef>
            </a:pPr>
            <a:r>
              <a:rPr lang="en-US" altLang="zh-CN" sz="2300" dirty="0">
                <a:solidFill>
                  <a:srgbClr val="002F8C"/>
                </a:solidFill>
              </a:rPr>
              <a:t>            return </a:t>
            </a:r>
            <a:r>
              <a:rPr lang="en-US" altLang="zh-CN" sz="2300" dirty="0">
                <a:solidFill>
                  <a:srgbClr val="002F8C"/>
                </a:solidFill>
                <a:latin typeface="宋体" pitchFamily="2" charset="-122"/>
                <a:ea typeface="宋体" pitchFamily="2" charset="-122"/>
              </a:rPr>
              <a:t>-</a:t>
            </a:r>
            <a:r>
              <a:rPr lang="en-US" altLang="zh-CN" sz="2300" dirty="0">
                <a:solidFill>
                  <a:srgbClr val="002F8C"/>
                </a:solidFill>
              </a:rPr>
              <a:t>1;                                    /* </a:t>
            </a:r>
            <a:r>
              <a:rPr lang="zh-CN" altLang="en-US" sz="2000" dirty="0">
                <a:solidFill>
                  <a:srgbClr val="002F8C"/>
                </a:solidFill>
                <a:ea typeface="幼圆" pitchFamily="49" charset="-122"/>
              </a:rPr>
              <a:t>没有找到满足条件的结点</a:t>
            </a:r>
            <a:r>
              <a:rPr lang="zh-CN" altLang="en-US" sz="2300" dirty="0">
                <a:solidFill>
                  <a:srgbClr val="002F8C"/>
                </a:solidFill>
              </a:rPr>
              <a:t> */</a:t>
            </a:r>
            <a:endParaRPr lang="zh-CN" altLang="en-US" sz="2300" dirty="0">
              <a:solidFill>
                <a:srgbClr val="002F8C"/>
              </a:solidFill>
            </a:endParaRPr>
          </a:p>
        </p:txBody>
      </p:sp>
      <p:sp>
        <p:nvSpPr>
          <p:cNvPr id="610310" name="Rectangle 6"/>
          <p:cNvSpPr>
            <a:spLocks noChangeArrowheads="1"/>
          </p:cNvSpPr>
          <p:nvPr/>
        </p:nvSpPr>
        <p:spPr bwMode="auto">
          <a:xfrm>
            <a:off x="1694930" y="1143001"/>
            <a:ext cx="8363471" cy="5165725"/>
          </a:xfrm>
          <a:prstGeom prst="rect">
            <a:avLst/>
          </a:prstGeom>
          <a:noFill/>
          <a:ln w="9525">
            <a:noFill/>
            <a:miter lim="800000"/>
          </a:ln>
        </p:spPr>
        <p:txBody>
          <a:bodyPr wrap="square">
            <a:spAutoFit/>
          </a:bodyPr>
          <a:lstStyle/>
          <a:p>
            <a:pPr fontAlgn="base">
              <a:lnSpc>
                <a:spcPct val="85000"/>
              </a:lnSpc>
              <a:spcBef>
                <a:spcPct val="0"/>
              </a:spcBef>
            </a:pPr>
            <a:r>
              <a:rPr lang="en-US" altLang="zh-CN" sz="2300" dirty="0" err="1">
                <a:solidFill>
                  <a:srgbClr val="002F8C"/>
                </a:solidFill>
              </a:rPr>
              <a:t>int</a:t>
            </a:r>
            <a:r>
              <a:rPr lang="en-US" altLang="zh-CN" sz="2300" dirty="0">
                <a:solidFill>
                  <a:srgbClr val="002F8C"/>
                </a:solidFill>
              </a:rPr>
              <a:t>  </a:t>
            </a:r>
            <a:r>
              <a:rPr lang="en-US" altLang="zh-CN" sz="2300" dirty="0" err="1">
                <a:solidFill>
                  <a:srgbClr val="002F8C"/>
                </a:solidFill>
              </a:rPr>
              <a:t>insertDNode</a:t>
            </a:r>
            <a:r>
              <a:rPr lang="en-US" altLang="zh-CN" sz="2300" dirty="0">
                <a:solidFill>
                  <a:srgbClr val="002F8C"/>
                </a:solidFill>
              </a:rPr>
              <a:t>(</a:t>
            </a:r>
            <a:r>
              <a:rPr lang="en-US" altLang="zh-CN" sz="2300" dirty="0" err="1">
                <a:solidFill>
                  <a:srgbClr val="002F8C"/>
                </a:solidFill>
              </a:rPr>
              <a:t>DNodeptr</a:t>
            </a:r>
            <a:r>
              <a:rPr lang="en-US" altLang="zh-CN" sz="2300" dirty="0">
                <a:solidFill>
                  <a:srgbClr val="002F8C"/>
                </a:solidFill>
              </a:rPr>
              <a:t> list, </a:t>
            </a:r>
            <a:r>
              <a:rPr lang="en-US" altLang="zh-CN" sz="2300" dirty="0" err="1">
                <a:solidFill>
                  <a:srgbClr val="002F8C"/>
                </a:solidFill>
              </a:rPr>
              <a:t>ElemType</a:t>
            </a:r>
            <a:r>
              <a:rPr lang="en-US" altLang="zh-CN" sz="2300" dirty="0">
                <a:solidFill>
                  <a:srgbClr val="002F8C"/>
                </a:solidFill>
              </a:rPr>
              <a:t> x, </a:t>
            </a:r>
            <a:r>
              <a:rPr lang="en-US" altLang="zh-CN" sz="2300" dirty="0" err="1">
                <a:solidFill>
                  <a:srgbClr val="002F8C"/>
                </a:solidFill>
              </a:rPr>
              <a:t>ElemType</a:t>
            </a:r>
            <a:r>
              <a:rPr lang="en-US" altLang="zh-CN" sz="2300" dirty="0">
                <a:solidFill>
                  <a:srgbClr val="002F8C"/>
                </a:solidFill>
              </a:rPr>
              <a:t> item)</a:t>
            </a:r>
            <a:endParaRPr lang="en-US" altLang="zh-CN" sz="2300" dirty="0">
              <a:solidFill>
                <a:srgbClr val="002F8C"/>
              </a:solidFill>
            </a:endParaRPr>
          </a:p>
          <a:p>
            <a:pPr fontAlgn="base">
              <a:lnSpc>
                <a:spcPct val="85000"/>
              </a:lnSpc>
              <a:spcBef>
                <a:spcPct val="0"/>
              </a:spcBef>
            </a:pPr>
            <a:r>
              <a:rPr lang="en-US" altLang="zh-CN" sz="2300" dirty="0">
                <a:solidFill>
                  <a:srgbClr val="002F8C"/>
                </a:solidFill>
              </a:rPr>
              <a:t>{</a:t>
            </a:r>
            <a:endParaRPr lang="en-US" altLang="zh-CN" sz="2300" dirty="0">
              <a:solidFill>
                <a:srgbClr val="002F8C"/>
              </a:solidFill>
            </a:endParaRPr>
          </a:p>
          <a:p>
            <a:pPr fontAlgn="base">
              <a:lnSpc>
                <a:spcPct val="85000"/>
              </a:lnSpc>
              <a:spcBef>
                <a:spcPct val="0"/>
              </a:spcBef>
            </a:pPr>
            <a:r>
              <a:rPr lang="en-US" altLang="zh-CN" sz="2300" dirty="0">
                <a:solidFill>
                  <a:srgbClr val="002F8C"/>
                </a:solidFill>
              </a:rPr>
              <a:t>    int </a:t>
            </a:r>
            <a:r>
              <a:rPr lang="en-US" altLang="zh-CN" sz="2300" dirty="0" err="1">
                <a:solidFill>
                  <a:srgbClr val="002F8C"/>
                </a:solidFill>
              </a:rPr>
              <a:t>DNodeptr</a:t>
            </a:r>
            <a:r>
              <a:rPr lang="en-US" altLang="zh-CN" sz="2300" dirty="0">
                <a:solidFill>
                  <a:srgbClr val="002F8C"/>
                </a:solidFill>
              </a:rPr>
              <a:t>  </a:t>
            </a:r>
            <a:r>
              <a:rPr lang="en-US" altLang="zh-CN" sz="2300" dirty="0" err="1">
                <a:solidFill>
                  <a:srgbClr val="002F8C"/>
                </a:solidFill>
              </a:rPr>
              <a:t>p,q</a:t>
            </a:r>
            <a:r>
              <a:rPr lang="en-US" altLang="zh-CN" sz="2300" dirty="0">
                <a:solidFill>
                  <a:srgbClr val="002F8C"/>
                </a:solidFill>
              </a:rPr>
              <a:t>;</a:t>
            </a:r>
            <a:endParaRPr lang="en-US" altLang="zh-CN" sz="2300" dirty="0">
              <a:solidFill>
                <a:srgbClr val="002F8C"/>
              </a:solidFill>
            </a:endParaRPr>
          </a:p>
          <a:p>
            <a:pPr fontAlgn="base">
              <a:lnSpc>
                <a:spcPct val="85000"/>
              </a:lnSpc>
              <a:spcBef>
                <a:spcPct val="0"/>
              </a:spcBef>
            </a:pPr>
            <a:endParaRPr lang="en-US" altLang="zh-CN" sz="2300" dirty="0">
              <a:solidFill>
                <a:srgbClr val="002F8C"/>
              </a:solidFill>
            </a:endParaRPr>
          </a:p>
          <a:p>
            <a:pPr fontAlgn="base">
              <a:lnSpc>
                <a:spcPct val="85000"/>
              </a:lnSpc>
              <a:spcBef>
                <a:spcPct val="0"/>
              </a:spcBef>
            </a:pPr>
            <a:r>
              <a:rPr lang="en-US" altLang="zh-CN" sz="2300" dirty="0">
                <a:solidFill>
                  <a:srgbClr val="002F8C"/>
                </a:solidFill>
              </a:rPr>
              <a:t> </a:t>
            </a:r>
            <a:endParaRPr lang="en-US" altLang="zh-CN" sz="2300" dirty="0">
              <a:solidFill>
                <a:srgbClr val="002F8C"/>
              </a:solidFill>
            </a:endParaRPr>
          </a:p>
          <a:p>
            <a:pPr fontAlgn="base">
              <a:lnSpc>
                <a:spcPct val="85000"/>
              </a:lnSpc>
              <a:spcBef>
                <a:spcPct val="0"/>
              </a:spcBef>
            </a:pPr>
            <a:endParaRPr lang="en-US" altLang="zh-CN" sz="2300" dirty="0">
              <a:solidFill>
                <a:srgbClr val="002F8C"/>
              </a:solidFill>
            </a:endParaRPr>
          </a:p>
          <a:p>
            <a:pPr fontAlgn="base">
              <a:lnSpc>
                <a:spcPct val="85000"/>
              </a:lnSpc>
              <a:spcBef>
                <a:spcPct val="0"/>
              </a:spcBef>
            </a:pPr>
            <a:r>
              <a:rPr lang="en-US" altLang="zh-CN" sz="2300" dirty="0">
                <a:solidFill>
                  <a:srgbClr val="002F8C"/>
                </a:solidFill>
              </a:rPr>
              <a:t> </a:t>
            </a:r>
            <a:endParaRPr lang="en-US" altLang="zh-CN" sz="2300" dirty="0">
              <a:solidFill>
                <a:srgbClr val="002F8C"/>
              </a:solidFill>
            </a:endParaRPr>
          </a:p>
          <a:p>
            <a:pPr fontAlgn="base">
              <a:lnSpc>
                <a:spcPct val="85000"/>
              </a:lnSpc>
              <a:spcBef>
                <a:spcPct val="0"/>
              </a:spcBef>
            </a:pPr>
            <a:endParaRPr lang="en-US" altLang="zh-CN" sz="2300" dirty="0">
              <a:solidFill>
                <a:srgbClr val="002F8C"/>
              </a:solidFill>
            </a:endParaRPr>
          </a:p>
          <a:p>
            <a:pPr fontAlgn="base">
              <a:lnSpc>
                <a:spcPct val="85000"/>
              </a:lnSpc>
              <a:spcBef>
                <a:spcPct val="0"/>
              </a:spcBef>
            </a:pPr>
            <a:endParaRPr lang="en-US" altLang="zh-CN" sz="2300" dirty="0">
              <a:solidFill>
                <a:srgbClr val="002F8C"/>
              </a:solidFill>
            </a:endParaRPr>
          </a:p>
          <a:p>
            <a:pPr fontAlgn="base">
              <a:lnSpc>
                <a:spcPct val="85000"/>
              </a:lnSpc>
              <a:spcBef>
                <a:spcPct val="0"/>
              </a:spcBef>
            </a:pPr>
            <a:endParaRPr lang="en-US" altLang="zh-CN" sz="2300" dirty="0">
              <a:solidFill>
                <a:srgbClr val="002F8C"/>
              </a:solidFill>
            </a:endParaRPr>
          </a:p>
          <a:p>
            <a:pPr fontAlgn="base">
              <a:lnSpc>
                <a:spcPct val="85000"/>
              </a:lnSpc>
              <a:spcBef>
                <a:spcPct val="0"/>
              </a:spcBef>
            </a:pPr>
            <a:endParaRPr lang="en-US" altLang="zh-CN" sz="2300" dirty="0">
              <a:solidFill>
                <a:srgbClr val="002F8C"/>
              </a:solidFill>
            </a:endParaRPr>
          </a:p>
          <a:p>
            <a:pPr fontAlgn="base">
              <a:lnSpc>
                <a:spcPct val="85000"/>
              </a:lnSpc>
              <a:spcBef>
                <a:spcPct val="0"/>
              </a:spcBef>
            </a:pPr>
            <a:endParaRPr lang="en-US" altLang="zh-CN" sz="2300" dirty="0">
              <a:solidFill>
                <a:srgbClr val="002F8C"/>
              </a:solidFill>
            </a:endParaRPr>
          </a:p>
          <a:p>
            <a:pPr fontAlgn="base">
              <a:lnSpc>
                <a:spcPct val="85000"/>
              </a:lnSpc>
              <a:spcBef>
                <a:spcPct val="0"/>
              </a:spcBef>
            </a:pPr>
            <a:endParaRPr lang="en-US" altLang="zh-CN" sz="2300" dirty="0">
              <a:solidFill>
                <a:srgbClr val="002F8C"/>
              </a:solidFill>
            </a:endParaRPr>
          </a:p>
          <a:p>
            <a:pPr fontAlgn="base">
              <a:lnSpc>
                <a:spcPct val="85000"/>
              </a:lnSpc>
              <a:spcBef>
                <a:spcPct val="0"/>
              </a:spcBef>
            </a:pPr>
            <a:endParaRPr lang="en-US" altLang="zh-CN" sz="2300" dirty="0">
              <a:solidFill>
                <a:srgbClr val="002F8C"/>
              </a:solidFill>
            </a:endParaRPr>
          </a:p>
          <a:p>
            <a:pPr fontAlgn="base">
              <a:lnSpc>
                <a:spcPct val="85000"/>
              </a:lnSpc>
              <a:spcBef>
                <a:spcPct val="0"/>
              </a:spcBef>
            </a:pPr>
            <a:endParaRPr lang="en-US" altLang="zh-CN" sz="2300" dirty="0">
              <a:solidFill>
                <a:srgbClr val="002F8C"/>
              </a:solidFill>
            </a:endParaRPr>
          </a:p>
          <a:p>
            <a:pPr fontAlgn="base">
              <a:lnSpc>
                <a:spcPct val="85000"/>
              </a:lnSpc>
              <a:spcBef>
                <a:spcPct val="0"/>
              </a:spcBef>
            </a:pPr>
            <a:endParaRPr lang="en-US" altLang="zh-CN" sz="2300" dirty="0">
              <a:solidFill>
                <a:srgbClr val="002F8C"/>
              </a:solidFill>
            </a:endParaRPr>
          </a:p>
          <a:p>
            <a:pPr fontAlgn="base">
              <a:lnSpc>
                <a:spcPct val="85000"/>
              </a:lnSpc>
              <a:spcBef>
                <a:spcPct val="0"/>
              </a:spcBef>
            </a:pPr>
            <a:r>
              <a:rPr lang="en-US" altLang="zh-CN" sz="2300" dirty="0">
                <a:solidFill>
                  <a:srgbClr val="002F8C"/>
                </a:solidFill>
              </a:rPr>
              <a:t>}</a:t>
            </a:r>
            <a:endParaRPr lang="en-US" altLang="zh-CN" sz="2400" dirty="0">
              <a:solidFill>
                <a:srgbClr val="002F8C"/>
              </a:solidFill>
            </a:endParaRPr>
          </a:p>
        </p:txBody>
      </p:sp>
      <p:sp>
        <p:nvSpPr>
          <p:cNvPr id="610311" name="Rectangle 7"/>
          <p:cNvSpPr>
            <a:spLocks noChangeArrowheads="1"/>
          </p:cNvSpPr>
          <p:nvPr/>
        </p:nvSpPr>
        <p:spPr bwMode="auto">
          <a:xfrm>
            <a:off x="1905001" y="3656013"/>
            <a:ext cx="7380547" cy="694036"/>
          </a:xfrm>
          <a:prstGeom prst="rect">
            <a:avLst/>
          </a:prstGeom>
          <a:noFill/>
          <a:ln w="9525">
            <a:noFill/>
            <a:miter lim="800000"/>
          </a:ln>
        </p:spPr>
        <p:txBody>
          <a:bodyPr wrap="none">
            <a:spAutoFit/>
          </a:bodyPr>
          <a:lstStyle/>
          <a:p>
            <a:pPr fontAlgn="base">
              <a:lnSpc>
                <a:spcPct val="85000"/>
              </a:lnSpc>
              <a:spcBef>
                <a:spcPct val="0"/>
              </a:spcBef>
            </a:pPr>
            <a:r>
              <a:rPr lang="en-US" altLang="zh-CN" sz="2300" dirty="0">
                <a:solidFill>
                  <a:srgbClr val="0066FF"/>
                </a:solidFill>
              </a:rPr>
              <a:t>       p=(</a:t>
            </a:r>
            <a:r>
              <a:rPr lang="en-US" altLang="zh-CN" sz="2300" dirty="0" err="1">
                <a:solidFill>
                  <a:srgbClr val="0066FF"/>
                </a:solidFill>
              </a:rPr>
              <a:t>DNoteptr</a:t>
            </a:r>
            <a:r>
              <a:rPr lang="en-US" altLang="zh-CN" sz="2300" dirty="0">
                <a:solidFill>
                  <a:srgbClr val="0066FF"/>
                </a:solidFill>
              </a:rPr>
              <a:t>)</a:t>
            </a:r>
            <a:r>
              <a:rPr lang="en-US" altLang="zh-CN" sz="2300" dirty="0" err="1">
                <a:solidFill>
                  <a:srgbClr val="0066FF"/>
                </a:solidFill>
              </a:rPr>
              <a:t>malloc</a:t>
            </a:r>
            <a:r>
              <a:rPr lang="en-US" altLang="zh-CN" sz="2300" dirty="0">
                <a:solidFill>
                  <a:srgbClr val="0066FF"/>
                </a:solidFill>
              </a:rPr>
              <a:t>(</a:t>
            </a:r>
            <a:r>
              <a:rPr lang="en-US" altLang="zh-CN" sz="2300" dirty="0" err="1">
                <a:solidFill>
                  <a:srgbClr val="0066FF"/>
                </a:solidFill>
              </a:rPr>
              <a:t>sizeof</a:t>
            </a:r>
            <a:r>
              <a:rPr lang="en-US" altLang="zh-CN" sz="2300" dirty="0">
                <a:solidFill>
                  <a:srgbClr val="0066FF"/>
                </a:solidFill>
              </a:rPr>
              <a:t>(</a:t>
            </a:r>
            <a:r>
              <a:rPr lang="en-US" altLang="zh-CN" sz="2300" dirty="0" err="1">
                <a:solidFill>
                  <a:srgbClr val="0066FF"/>
                </a:solidFill>
              </a:rPr>
              <a:t>DNode</a:t>
            </a:r>
            <a:r>
              <a:rPr lang="en-US" altLang="zh-CN" sz="2300" dirty="0">
                <a:solidFill>
                  <a:srgbClr val="0066FF"/>
                </a:solidFill>
              </a:rPr>
              <a:t>));    </a:t>
            </a:r>
            <a:r>
              <a:rPr lang="en-US" altLang="zh-CN" sz="2300" dirty="0">
                <a:solidFill>
                  <a:srgbClr val="002F8C"/>
                </a:solidFill>
              </a:rPr>
              <a:t>/*  </a:t>
            </a:r>
            <a:r>
              <a:rPr lang="zh-CN" altLang="en-US" sz="2000" dirty="0">
                <a:solidFill>
                  <a:srgbClr val="002F8C"/>
                </a:solidFill>
                <a:ea typeface="幼圆" pitchFamily="49" charset="-122"/>
              </a:rPr>
              <a:t>申请一个新的结点</a:t>
            </a:r>
            <a:r>
              <a:rPr lang="zh-CN" altLang="en-US" sz="2300" dirty="0">
                <a:solidFill>
                  <a:srgbClr val="002F8C"/>
                </a:solidFill>
              </a:rPr>
              <a:t> */</a:t>
            </a:r>
            <a:endParaRPr lang="zh-CN" altLang="en-US" sz="2300" dirty="0">
              <a:solidFill>
                <a:srgbClr val="002F8C"/>
              </a:solidFill>
            </a:endParaRPr>
          </a:p>
          <a:p>
            <a:pPr fontAlgn="base">
              <a:lnSpc>
                <a:spcPct val="85000"/>
              </a:lnSpc>
              <a:spcBef>
                <a:spcPct val="0"/>
              </a:spcBef>
            </a:pPr>
            <a:r>
              <a:rPr lang="zh-CN" altLang="en-US" sz="2300" dirty="0">
                <a:solidFill>
                  <a:srgbClr val="0066FF"/>
                </a:solidFill>
              </a:rPr>
              <a:t>       </a:t>
            </a:r>
            <a:r>
              <a:rPr lang="en-US" altLang="zh-CN" sz="2300" dirty="0">
                <a:solidFill>
                  <a:srgbClr val="0066FF"/>
                </a:solidFill>
              </a:rPr>
              <a:t>p</a:t>
            </a:r>
            <a:r>
              <a:rPr lang="en-US" altLang="zh-CN" sz="2300" dirty="0">
                <a:solidFill>
                  <a:srgbClr val="0066FF"/>
                </a:solidFill>
                <a:latin typeface="宋体" pitchFamily="2" charset="-122"/>
                <a:ea typeface="宋体" pitchFamily="2" charset="-122"/>
              </a:rPr>
              <a:t>-</a:t>
            </a:r>
            <a:r>
              <a:rPr lang="en-US" altLang="zh-CN" sz="2300" dirty="0">
                <a:solidFill>
                  <a:srgbClr val="0066FF"/>
                </a:solidFill>
              </a:rPr>
              <a:t>&gt;data=item;</a:t>
            </a:r>
            <a:endParaRPr lang="en-US" altLang="zh-CN" sz="2400" dirty="0">
              <a:solidFill>
                <a:srgbClr val="0066FF"/>
              </a:solidFill>
            </a:endParaRPr>
          </a:p>
        </p:txBody>
      </p:sp>
      <p:sp>
        <p:nvSpPr>
          <p:cNvPr id="610312" name="Rectangle 8"/>
          <p:cNvSpPr>
            <a:spLocks noChangeArrowheads="1"/>
          </p:cNvSpPr>
          <p:nvPr/>
        </p:nvSpPr>
        <p:spPr bwMode="auto">
          <a:xfrm>
            <a:off x="2351089" y="4244976"/>
            <a:ext cx="2232025" cy="442913"/>
          </a:xfrm>
          <a:prstGeom prst="rect">
            <a:avLst/>
          </a:prstGeom>
          <a:noFill/>
          <a:ln w="9525">
            <a:noFill/>
            <a:miter lim="800000"/>
          </a:ln>
        </p:spPr>
        <p:txBody>
          <a:bodyPr anchor="ctr">
            <a:spAutoFit/>
          </a:bodyPr>
          <a:lstStyle/>
          <a:p>
            <a:pPr fontAlgn="base"/>
            <a:r>
              <a:rPr lang="zh-CN" altLang="zh-CN" sz="2300" dirty="0">
                <a:solidFill>
                  <a:srgbClr val="FF3300"/>
                </a:solidFill>
              </a:rPr>
              <a:t> </a:t>
            </a:r>
            <a:r>
              <a:rPr lang="zh-CN" altLang="en-US" sz="2300" dirty="0">
                <a:solidFill>
                  <a:srgbClr val="FF3300"/>
                </a:solidFill>
              </a:rPr>
              <a:t>p</a:t>
            </a:r>
            <a:r>
              <a:rPr lang="zh-CN" altLang="en-US" sz="2300" dirty="0">
                <a:solidFill>
                  <a:srgbClr val="FF3300"/>
                </a:solidFill>
                <a:latin typeface="宋体" pitchFamily="2" charset="-122"/>
                <a:ea typeface="宋体" pitchFamily="2" charset="-122"/>
              </a:rPr>
              <a:t>-</a:t>
            </a:r>
            <a:r>
              <a:rPr lang="zh-CN" altLang="en-US" sz="2300" dirty="0">
                <a:solidFill>
                  <a:srgbClr val="FF3300"/>
                </a:solidFill>
              </a:rPr>
              <a:t>&gt;</a:t>
            </a:r>
            <a:r>
              <a:rPr lang="en-US" altLang="zh-CN" sz="2300" dirty="0" err="1">
                <a:solidFill>
                  <a:srgbClr val="FF3300"/>
                </a:solidFill>
              </a:rPr>
              <a:t>llink</a:t>
            </a:r>
            <a:r>
              <a:rPr lang="en-US" altLang="zh-CN" sz="2300" dirty="0">
                <a:solidFill>
                  <a:srgbClr val="FF3300"/>
                </a:solidFill>
              </a:rPr>
              <a:t>=q;</a:t>
            </a:r>
            <a:endParaRPr lang="en-US" altLang="zh-CN" sz="2400" dirty="0">
              <a:solidFill>
                <a:srgbClr val="FF3300"/>
              </a:solidFill>
            </a:endParaRPr>
          </a:p>
        </p:txBody>
      </p:sp>
      <p:sp>
        <p:nvSpPr>
          <p:cNvPr id="610313" name="Rectangle 9"/>
          <p:cNvSpPr>
            <a:spLocks noChangeArrowheads="1"/>
          </p:cNvSpPr>
          <p:nvPr/>
        </p:nvSpPr>
        <p:spPr bwMode="auto">
          <a:xfrm>
            <a:off x="2413001" y="4559301"/>
            <a:ext cx="3250952" cy="442913"/>
          </a:xfrm>
          <a:prstGeom prst="rect">
            <a:avLst/>
          </a:prstGeom>
          <a:noFill/>
          <a:ln w="9525">
            <a:noFill/>
            <a:miter lim="800000"/>
          </a:ln>
        </p:spPr>
        <p:txBody>
          <a:bodyPr wrap="square" anchor="ctr">
            <a:spAutoFit/>
          </a:bodyPr>
          <a:lstStyle/>
          <a:p>
            <a:pPr fontAlgn="base"/>
            <a:r>
              <a:rPr lang="en-US" altLang="zh-CN" sz="2300" dirty="0">
                <a:solidFill>
                  <a:srgbClr val="FF3300"/>
                </a:solidFill>
              </a:rPr>
              <a:t>p</a:t>
            </a:r>
            <a:r>
              <a:rPr lang="en-US" altLang="zh-CN" sz="2300" dirty="0">
                <a:solidFill>
                  <a:srgbClr val="FF3300"/>
                </a:solidFill>
                <a:latin typeface="宋体" pitchFamily="2" charset="-122"/>
                <a:ea typeface="宋体" pitchFamily="2" charset="-122"/>
              </a:rPr>
              <a:t>-</a:t>
            </a:r>
            <a:r>
              <a:rPr lang="en-US" altLang="zh-CN" sz="2300" dirty="0">
                <a:solidFill>
                  <a:srgbClr val="FF3300"/>
                </a:solidFill>
              </a:rPr>
              <a:t>&gt;</a:t>
            </a:r>
            <a:r>
              <a:rPr lang="en-US" altLang="zh-CN" sz="2300" dirty="0" err="1">
                <a:solidFill>
                  <a:srgbClr val="FF3300"/>
                </a:solidFill>
              </a:rPr>
              <a:t>rlink</a:t>
            </a:r>
            <a:r>
              <a:rPr lang="en-US" altLang="zh-CN" sz="2300" dirty="0">
                <a:solidFill>
                  <a:srgbClr val="FF3300"/>
                </a:solidFill>
              </a:rPr>
              <a:t>=q</a:t>
            </a:r>
            <a:r>
              <a:rPr lang="en-US" altLang="zh-CN" sz="2300" dirty="0">
                <a:solidFill>
                  <a:srgbClr val="FF3300"/>
                </a:solidFill>
                <a:latin typeface="宋体" pitchFamily="2" charset="-122"/>
                <a:ea typeface="宋体" pitchFamily="2" charset="-122"/>
              </a:rPr>
              <a:t>-</a:t>
            </a:r>
            <a:r>
              <a:rPr lang="en-US" altLang="zh-CN" sz="2300" dirty="0">
                <a:solidFill>
                  <a:srgbClr val="FF3300"/>
                </a:solidFill>
              </a:rPr>
              <a:t>&gt;</a:t>
            </a:r>
            <a:r>
              <a:rPr lang="en-US" altLang="zh-CN" sz="2300" dirty="0" err="1">
                <a:solidFill>
                  <a:srgbClr val="FF3300"/>
                </a:solidFill>
              </a:rPr>
              <a:t>rlink</a:t>
            </a:r>
            <a:r>
              <a:rPr lang="en-US" altLang="zh-CN" sz="2300" dirty="0">
                <a:solidFill>
                  <a:srgbClr val="FF3300"/>
                </a:solidFill>
              </a:rPr>
              <a:t>;</a:t>
            </a:r>
            <a:endParaRPr lang="en-US" altLang="zh-CN" sz="2400" dirty="0">
              <a:solidFill>
                <a:srgbClr val="FF3300"/>
              </a:solidFill>
            </a:endParaRPr>
          </a:p>
        </p:txBody>
      </p:sp>
      <p:sp>
        <p:nvSpPr>
          <p:cNvPr id="610314" name="Rectangle 10"/>
          <p:cNvSpPr>
            <a:spLocks noChangeArrowheads="1"/>
          </p:cNvSpPr>
          <p:nvPr/>
        </p:nvSpPr>
        <p:spPr bwMode="auto">
          <a:xfrm>
            <a:off x="2251076" y="4883151"/>
            <a:ext cx="3351213" cy="442913"/>
          </a:xfrm>
          <a:prstGeom prst="rect">
            <a:avLst/>
          </a:prstGeom>
          <a:noFill/>
          <a:ln w="9525">
            <a:noFill/>
            <a:miter lim="800000"/>
          </a:ln>
        </p:spPr>
        <p:txBody>
          <a:bodyPr anchor="ctr">
            <a:spAutoFit/>
          </a:bodyPr>
          <a:lstStyle/>
          <a:p>
            <a:pPr fontAlgn="base"/>
            <a:r>
              <a:rPr lang="zh-CN" altLang="zh-CN" sz="2300" dirty="0">
                <a:solidFill>
                  <a:srgbClr val="009900"/>
                </a:solidFill>
              </a:rPr>
              <a:t> </a:t>
            </a:r>
            <a:r>
              <a:rPr lang="zh-CN" altLang="en-US" sz="2300" dirty="0">
                <a:solidFill>
                  <a:srgbClr val="009900"/>
                </a:solidFill>
              </a:rPr>
              <a:t> </a:t>
            </a:r>
            <a:r>
              <a:rPr lang="en-US" altLang="zh-CN" sz="2300" dirty="0">
                <a:solidFill>
                  <a:srgbClr val="009900"/>
                </a:solidFill>
              </a:rPr>
              <a:t>q</a:t>
            </a:r>
            <a:r>
              <a:rPr lang="en-US" altLang="zh-CN" sz="2300" dirty="0">
                <a:solidFill>
                  <a:srgbClr val="009900"/>
                </a:solidFill>
                <a:latin typeface="宋体" pitchFamily="2" charset="-122"/>
                <a:ea typeface="宋体" pitchFamily="2" charset="-122"/>
              </a:rPr>
              <a:t>-</a:t>
            </a:r>
            <a:r>
              <a:rPr lang="en-US" altLang="zh-CN" sz="2300" dirty="0">
                <a:solidFill>
                  <a:srgbClr val="009900"/>
                </a:solidFill>
              </a:rPr>
              <a:t>&gt;</a:t>
            </a:r>
            <a:r>
              <a:rPr lang="en-US" altLang="zh-CN" sz="2300" dirty="0" err="1">
                <a:solidFill>
                  <a:srgbClr val="009900"/>
                </a:solidFill>
              </a:rPr>
              <a:t>rlink</a:t>
            </a:r>
            <a:r>
              <a:rPr lang="en-US" altLang="zh-CN" sz="2300" dirty="0">
                <a:solidFill>
                  <a:srgbClr val="009900"/>
                </a:solidFill>
                <a:latin typeface="宋体" pitchFamily="2" charset="-122"/>
                <a:ea typeface="宋体" pitchFamily="2" charset="-122"/>
              </a:rPr>
              <a:t>-</a:t>
            </a:r>
            <a:r>
              <a:rPr lang="en-US" altLang="zh-CN" sz="2300" dirty="0">
                <a:solidFill>
                  <a:srgbClr val="009900"/>
                </a:solidFill>
              </a:rPr>
              <a:t>&gt;</a:t>
            </a:r>
            <a:r>
              <a:rPr lang="en-US" altLang="zh-CN" sz="2300" dirty="0" err="1">
                <a:solidFill>
                  <a:srgbClr val="009900"/>
                </a:solidFill>
              </a:rPr>
              <a:t>llink</a:t>
            </a:r>
            <a:r>
              <a:rPr lang="en-US" altLang="zh-CN" sz="2300" dirty="0">
                <a:solidFill>
                  <a:srgbClr val="009900"/>
                </a:solidFill>
              </a:rPr>
              <a:t>=p;</a:t>
            </a:r>
            <a:endParaRPr lang="en-US" altLang="zh-CN" sz="2300" dirty="0">
              <a:solidFill>
                <a:srgbClr val="009900"/>
              </a:solidFill>
            </a:endParaRPr>
          </a:p>
        </p:txBody>
      </p:sp>
      <p:sp>
        <p:nvSpPr>
          <p:cNvPr id="610315" name="Rectangle 11"/>
          <p:cNvSpPr>
            <a:spLocks noChangeArrowheads="1"/>
          </p:cNvSpPr>
          <p:nvPr/>
        </p:nvSpPr>
        <p:spPr bwMode="auto">
          <a:xfrm>
            <a:off x="2393949" y="5210175"/>
            <a:ext cx="3241671" cy="736600"/>
          </a:xfrm>
          <a:prstGeom prst="rect">
            <a:avLst/>
          </a:prstGeom>
          <a:noFill/>
          <a:ln w="9525">
            <a:noFill/>
            <a:miter lim="800000"/>
          </a:ln>
        </p:spPr>
        <p:txBody>
          <a:bodyPr wrap="square" anchor="ctr">
            <a:spAutoFit/>
          </a:bodyPr>
          <a:lstStyle/>
          <a:p>
            <a:pPr fontAlgn="base">
              <a:lnSpc>
                <a:spcPct val="90000"/>
              </a:lnSpc>
              <a:spcBef>
                <a:spcPct val="0"/>
              </a:spcBef>
            </a:pPr>
            <a:r>
              <a:rPr lang="en-US" altLang="zh-CN" sz="2300" dirty="0">
                <a:solidFill>
                  <a:srgbClr val="009900"/>
                </a:solidFill>
              </a:rPr>
              <a:t>q</a:t>
            </a:r>
            <a:r>
              <a:rPr lang="en-US" altLang="zh-CN" sz="2300" dirty="0">
                <a:solidFill>
                  <a:srgbClr val="009900"/>
                </a:solidFill>
                <a:latin typeface="宋体" pitchFamily="2" charset="-122"/>
                <a:ea typeface="宋体" pitchFamily="2" charset="-122"/>
              </a:rPr>
              <a:t>-</a:t>
            </a:r>
            <a:r>
              <a:rPr lang="en-US" altLang="zh-CN" sz="2300" dirty="0">
                <a:solidFill>
                  <a:srgbClr val="009900"/>
                </a:solidFill>
              </a:rPr>
              <a:t>&gt;</a:t>
            </a:r>
            <a:r>
              <a:rPr lang="en-US" altLang="zh-CN" sz="2300" dirty="0" err="1">
                <a:solidFill>
                  <a:srgbClr val="009900"/>
                </a:solidFill>
              </a:rPr>
              <a:t>rlink</a:t>
            </a:r>
            <a:r>
              <a:rPr lang="en-US" altLang="zh-CN" sz="2300" dirty="0">
                <a:solidFill>
                  <a:srgbClr val="009900"/>
                </a:solidFill>
              </a:rPr>
              <a:t>=p;</a:t>
            </a:r>
            <a:endParaRPr lang="en-US" altLang="zh-CN" sz="2300" dirty="0">
              <a:solidFill>
                <a:srgbClr val="009900"/>
              </a:solidFill>
            </a:endParaRPr>
          </a:p>
          <a:p>
            <a:pPr fontAlgn="base">
              <a:lnSpc>
                <a:spcPct val="90000"/>
              </a:lnSpc>
              <a:spcBef>
                <a:spcPct val="0"/>
              </a:spcBef>
            </a:pPr>
            <a:r>
              <a:rPr lang="en-US" altLang="zh-CN" sz="2400" dirty="0">
                <a:solidFill>
                  <a:srgbClr val="000099"/>
                </a:solidFill>
              </a:rPr>
              <a:t>return 1;</a:t>
            </a:r>
            <a:r>
              <a:rPr lang="en-US" altLang="zh-CN" sz="2400" dirty="0">
                <a:solidFill>
                  <a:srgbClr val="009900"/>
                </a:solidFill>
              </a:rPr>
              <a:t>     </a:t>
            </a:r>
            <a:r>
              <a:rPr lang="en-US" altLang="zh-CN" sz="2000" dirty="0">
                <a:solidFill>
                  <a:srgbClr val="002F8C"/>
                </a:solidFill>
              </a:rPr>
              <a:t>/* </a:t>
            </a:r>
            <a:r>
              <a:rPr lang="zh-CN" altLang="en-US" sz="2000" dirty="0">
                <a:solidFill>
                  <a:srgbClr val="002F8C"/>
                </a:solidFill>
                <a:ea typeface="幼圆" pitchFamily="49" charset="-122"/>
              </a:rPr>
              <a:t>插入成功</a:t>
            </a:r>
            <a:r>
              <a:rPr lang="zh-CN" altLang="en-US" sz="2000" dirty="0">
                <a:solidFill>
                  <a:srgbClr val="002F8C"/>
                </a:solidFill>
              </a:rPr>
              <a:t> */</a:t>
            </a:r>
            <a:endParaRPr lang="zh-CN" altLang="en-US" sz="2000" dirty="0">
              <a:solidFill>
                <a:srgbClr val="002F8C"/>
              </a:solidFill>
            </a:endParaRPr>
          </a:p>
        </p:txBody>
      </p:sp>
      <p:grpSp>
        <p:nvGrpSpPr>
          <p:cNvPr id="2" name="Group 42"/>
          <p:cNvGrpSpPr/>
          <p:nvPr/>
        </p:nvGrpSpPr>
        <p:grpSpPr bwMode="auto">
          <a:xfrm>
            <a:off x="1975170" y="1760538"/>
            <a:ext cx="7842250" cy="1728788"/>
            <a:chOff x="532" y="971"/>
            <a:chExt cx="4940" cy="1089"/>
          </a:xfrm>
        </p:grpSpPr>
        <p:sp>
          <p:nvSpPr>
            <p:cNvPr id="54327" name="Rectangle 43"/>
            <p:cNvSpPr>
              <a:spLocks noChangeArrowheads="1"/>
            </p:cNvSpPr>
            <p:nvPr/>
          </p:nvSpPr>
          <p:spPr bwMode="auto">
            <a:xfrm>
              <a:off x="532" y="1399"/>
              <a:ext cx="3266" cy="661"/>
            </a:xfrm>
            <a:prstGeom prst="rect">
              <a:avLst/>
            </a:prstGeom>
            <a:noFill/>
            <a:ln w="31750">
              <a:solidFill>
                <a:srgbClr val="FF3300"/>
              </a:solidFill>
              <a:prstDash val="lgDash"/>
              <a:miter lim="800000"/>
            </a:ln>
          </p:spPr>
          <p:txBody>
            <a:bodyPr wrap="none" anchor="ctr"/>
            <a:lstStyle/>
            <a:p>
              <a:endParaRPr lang="zh-CN" altLang="en-US"/>
            </a:p>
          </p:txBody>
        </p:sp>
        <p:sp>
          <p:nvSpPr>
            <p:cNvPr id="54328" name="AutoShape 44"/>
            <p:cNvSpPr>
              <a:spLocks noChangeArrowheads="1"/>
            </p:cNvSpPr>
            <p:nvPr/>
          </p:nvSpPr>
          <p:spPr bwMode="auto">
            <a:xfrm>
              <a:off x="3456" y="984"/>
              <a:ext cx="2016" cy="347"/>
            </a:xfrm>
            <a:prstGeom prst="wedgeEllipseCallout">
              <a:avLst>
                <a:gd name="adj1" fmla="val -68153"/>
                <a:gd name="adj2" fmla="val 86023"/>
              </a:avLst>
            </a:prstGeom>
            <a:noFill/>
            <a:ln w="60325" cap="sq">
              <a:solidFill>
                <a:srgbClr val="2EB9B6"/>
              </a:solidFill>
              <a:miter lim="800000"/>
            </a:ln>
          </p:spPr>
          <p:txBody>
            <a:bodyPr anchor="ctr"/>
            <a:lstStyle/>
            <a:p>
              <a:pPr algn="ctr"/>
              <a:endParaRPr lang="zh-CN" altLang="en-US" sz="2600"/>
            </a:p>
          </p:txBody>
        </p:sp>
        <p:sp>
          <p:nvSpPr>
            <p:cNvPr id="54329" name="Text Box 45"/>
            <p:cNvSpPr txBox="1">
              <a:spLocks noChangeArrowheads="1"/>
            </p:cNvSpPr>
            <p:nvPr/>
          </p:nvSpPr>
          <p:spPr bwMode="auto">
            <a:xfrm>
              <a:off x="3512" y="971"/>
              <a:ext cx="1861" cy="291"/>
            </a:xfrm>
            <a:prstGeom prst="rect">
              <a:avLst/>
            </a:prstGeom>
            <a:noFill/>
            <a:ln w="12700" cap="sq">
              <a:noFill/>
              <a:miter lim="800000"/>
            </a:ln>
            <a:effectLst>
              <a:outerShdw dist="12700" dir="5400000" algn="ctr" rotWithShape="0">
                <a:schemeClr val="bg1"/>
              </a:outerShdw>
            </a:effectLst>
          </p:spPr>
          <p:txBody>
            <a:bodyPr wrap="none">
              <a:spAutoFit/>
            </a:bodyPr>
            <a:lstStyle/>
            <a:p>
              <a:pPr algn="ctr"/>
              <a:r>
                <a:rPr lang="zh-CN" altLang="en-US" sz="2400" i="1" dirty="0">
                  <a:solidFill>
                    <a:srgbClr val="FF3300"/>
                  </a:solidFill>
                  <a:ea typeface="黑体" panose="02010609060101010101" pitchFamily="2" charset="-122"/>
                </a:rPr>
                <a:t>寻找满足条件的结点</a:t>
              </a:r>
              <a:endParaRPr lang="zh-CN" altLang="en-US" sz="2400" i="1" dirty="0">
                <a:solidFill>
                  <a:srgbClr val="FF3300"/>
                </a:solidFill>
                <a:ea typeface="黑体" panose="02010609060101010101" pitchFamily="2" charset="-122"/>
              </a:endParaRPr>
            </a:p>
          </p:txBody>
        </p:sp>
      </p:grpSp>
      <p:grpSp>
        <p:nvGrpSpPr>
          <p:cNvPr id="3" name="Group 46"/>
          <p:cNvGrpSpPr/>
          <p:nvPr/>
        </p:nvGrpSpPr>
        <p:grpSpPr bwMode="auto">
          <a:xfrm>
            <a:off x="6553200" y="247650"/>
            <a:ext cx="3124200" cy="660400"/>
            <a:chOff x="3252" y="168"/>
            <a:chExt cx="1968" cy="416"/>
          </a:xfrm>
        </p:grpSpPr>
        <p:sp>
          <p:nvSpPr>
            <p:cNvPr id="54325" name="Freeform 47"/>
            <p:cNvSpPr/>
            <p:nvPr/>
          </p:nvSpPr>
          <p:spPr bwMode="auto">
            <a:xfrm>
              <a:off x="3252" y="168"/>
              <a:ext cx="1968" cy="416"/>
            </a:xfrm>
            <a:custGeom>
              <a:avLst/>
              <a:gdLst>
                <a:gd name="T0" fmla="*/ 9442 w 901"/>
                <a:gd name="T1" fmla="*/ 25 h 416"/>
                <a:gd name="T2" fmla="*/ 79513 w 901"/>
                <a:gd name="T3" fmla="*/ 36 h 416"/>
                <a:gd name="T4" fmla="*/ 90777 w 901"/>
                <a:gd name="T5" fmla="*/ 48 h 416"/>
                <a:gd name="T6" fmla="*/ 88296 w 901"/>
                <a:gd name="T7" fmla="*/ 370 h 416"/>
                <a:gd name="T8" fmla="*/ 23216 w 901"/>
                <a:gd name="T9" fmla="*/ 416 h 416"/>
                <a:gd name="T10" fmla="*/ 4480 w 901"/>
                <a:gd name="T11" fmla="*/ 405 h 416"/>
                <a:gd name="T12" fmla="*/ 749 w 901"/>
                <a:gd name="T13" fmla="*/ 393 h 416"/>
                <a:gd name="T14" fmla="*/ 1937 w 901"/>
                <a:gd name="T15" fmla="*/ 71 h 416"/>
                <a:gd name="T16" fmla="*/ 9442 w 901"/>
                <a:gd name="T17" fmla="*/ 25 h 4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901" h="416">
                  <a:moveTo>
                    <a:pt x="87" y="25"/>
                  </a:moveTo>
                  <a:cubicBezTo>
                    <a:pt x="455" y="62"/>
                    <a:pt x="241" y="50"/>
                    <a:pt x="732" y="36"/>
                  </a:cubicBezTo>
                  <a:cubicBezTo>
                    <a:pt x="767" y="40"/>
                    <a:pt x="823" y="15"/>
                    <a:pt x="836" y="48"/>
                  </a:cubicBezTo>
                  <a:cubicBezTo>
                    <a:pt x="840" y="59"/>
                    <a:pt x="901" y="355"/>
                    <a:pt x="813" y="370"/>
                  </a:cubicBezTo>
                  <a:cubicBezTo>
                    <a:pt x="626" y="401"/>
                    <a:pt x="409" y="393"/>
                    <a:pt x="214" y="416"/>
                  </a:cubicBezTo>
                  <a:cubicBezTo>
                    <a:pt x="156" y="412"/>
                    <a:pt x="98" y="411"/>
                    <a:pt x="41" y="405"/>
                  </a:cubicBezTo>
                  <a:cubicBezTo>
                    <a:pt x="29" y="404"/>
                    <a:pt x="8" y="405"/>
                    <a:pt x="7" y="393"/>
                  </a:cubicBezTo>
                  <a:cubicBezTo>
                    <a:pt x="0" y="286"/>
                    <a:pt x="8" y="178"/>
                    <a:pt x="18" y="71"/>
                  </a:cubicBezTo>
                  <a:cubicBezTo>
                    <a:pt x="20" y="45"/>
                    <a:pt x="64" y="0"/>
                    <a:pt x="87" y="25"/>
                  </a:cubicBezTo>
                  <a:close/>
                </a:path>
              </a:pathLst>
            </a:custGeom>
            <a:solidFill>
              <a:srgbClr val="E7FFE7"/>
            </a:solidFill>
            <a:ln w="12700" cap="sq" cmpd="sng">
              <a:noFill/>
              <a:prstDash val="solid"/>
              <a:round/>
            </a:ln>
            <a:effectLst>
              <a:outerShdw dist="91581" dir="2021404" algn="ctr" rotWithShape="0">
                <a:srgbClr val="C0C0C0"/>
              </a:outerShdw>
            </a:effectLst>
          </p:spPr>
          <p:txBody>
            <a:bodyPr wrap="none" anchor="ctr"/>
            <a:lstStyle/>
            <a:p>
              <a:endParaRPr lang="zh-CN" altLang="en-US"/>
            </a:p>
          </p:txBody>
        </p:sp>
        <p:sp>
          <p:nvSpPr>
            <p:cNvPr id="54326" name="Rectangle 48"/>
            <p:cNvSpPr>
              <a:spLocks noChangeArrowheads="1"/>
            </p:cNvSpPr>
            <p:nvPr/>
          </p:nvSpPr>
          <p:spPr bwMode="auto">
            <a:xfrm rot="-30194">
              <a:off x="3335" y="241"/>
              <a:ext cx="1705" cy="327"/>
            </a:xfrm>
            <a:prstGeom prst="rect">
              <a:avLst/>
            </a:prstGeom>
            <a:noFill/>
            <a:ln w="12700" cap="sq">
              <a:noFill/>
              <a:miter lim="800000"/>
            </a:ln>
            <a:effectLst>
              <a:outerShdw dist="12700" algn="ctr" rotWithShape="0">
                <a:srgbClr val="000000"/>
              </a:outerShdw>
            </a:effectLst>
          </p:spPr>
          <p:txBody>
            <a:bodyPr>
              <a:spAutoFit/>
            </a:bodyPr>
            <a:lstStyle/>
            <a:p>
              <a:r>
                <a:rPr lang="zh-CN" altLang="en-US" sz="2800">
                  <a:solidFill>
                    <a:srgbClr val="FF3300"/>
                  </a:solidFill>
                  <a:ea typeface="幼圆" pitchFamily="49" charset="-122"/>
                </a:rPr>
                <a:t>时间复杂度</a:t>
              </a:r>
              <a:r>
                <a:rPr lang="en-US" altLang="zh-CN" sz="2800">
                  <a:solidFill>
                    <a:srgbClr val="FF3300"/>
                  </a:solidFill>
                  <a:ea typeface="幼圆" pitchFamily="49" charset="-122"/>
                </a:rPr>
                <a:t>O(n)</a:t>
              </a:r>
              <a:endParaRPr lang="zh-CN" altLang="en-US" sz="2800">
                <a:solidFill>
                  <a:srgbClr val="FF3300"/>
                </a:solidFill>
                <a:ea typeface="幼圆" pitchFamily="49" charset="-122"/>
              </a:endParaRPr>
            </a:p>
          </p:txBody>
        </p:sp>
      </p:grpSp>
      <p:grpSp>
        <p:nvGrpSpPr>
          <p:cNvPr id="4" name="Group 72"/>
          <p:cNvGrpSpPr/>
          <p:nvPr/>
        </p:nvGrpSpPr>
        <p:grpSpPr bwMode="auto">
          <a:xfrm>
            <a:off x="839416" y="184449"/>
            <a:ext cx="2073275" cy="930275"/>
            <a:chOff x="168" y="100"/>
            <a:chExt cx="1306" cy="586"/>
          </a:xfrm>
        </p:grpSpPr>
        <p:sp>
          <p:nvSpPr>
            <p:cNvPr id="54323" name="AutoShape 73"/>
            <p:cNvSpPr>
              <a:spLocks noChangeArrowheads="1"/>
            </p:cNvSpPr>
            <p:nvPr/>
          </p:nvSpPr>
          <p:spPr bwMode="auto">
            <a:xfrm rot="4355068">
              <a:off x="472" y="-204"/>
              <a:ext cx="586" cy="1194"/>
            </a:xfrm>
            <a:prstGeom prst="irregularSeal2">
              <a:avLst/>
            </a:prstGeom>
            <a:solidFill>
              <a:srgbClr val="FF0000"/>
            </a:solidFill>
            <a:ln w="57150">
              <a:solidFill>
                <a:srgbClr val="CCFFFF"/>
              </a:solidFill>
              <a:miter lim="800000"/>
            </a:ln>
            <a:effectLst>
              <a:outerShdw dist="132592" dir="1001955" algn="ctr" rotWithShape="0">
                <a:srgbClr val="C0C0C0"/>
              </a:outerShdw>
            </a:effectLst>
          </p:spPr>
          <p:txBody>
            <a:bodyPr wrap="none" anchor="ctr"/>
            <a:lstStyle/>
            <a:p>
              <a:endParaRPr lang="zh-CN" altLang="en-US"/>
            </a:p>
          </p:txBody>
        </p:sp>
        <p:sp>
          <p:nvSpPr>
            <p:cNvPr id="54324" name="Rectangle 74"/>
            <p:cNvSpPr>
              <a:spLocks noChangeArrowheads="1"/>
            </p:cNvSpPr>
            <p:nvPr/>
          </p:nvSpPr>
          <p:spPr bwMode="auto">
            <a:xfrm rot="21339529">
              <a:off x="295" y="186"/>
              <a:ext cx="1179" cy="330"/>
            </a:xfrm>
            <a:prstGeom prst="rect">
              <a:avLst/>
            </a:prstGeom>
            <a:noFill/>
            <a:ln w="9525">
              <a:noFill/>
              <a:miter lim="800000"/>
            </a:ln>
            <a:effectLst>
              <a:outerShdw dist="28398" dir="3806097" algn="ctr" rotWithShape="0">
                <a:schemeClr val="bg1"/>
              </a:outerShdw>
            </a:effectLst>
          </p:spPr>
          <p:txBody>
            <a:bodyPr anchor="ctr">
              <a:spAutoFit/>
            </a:bodyPr>
            <a:lstStyle/>
            <a:p>
              <a:r>
                <a:rPr lang="zh-CN" altLang="en-US" sz="2800" b="1" i="1" dirty="0">
                  <a:solidFill>
                    <a:srgbClr val="FFFF00"/>
                  </a:solidFill>
                  <a:ea typeface="黑体" panose="02010609060101010101" pitchFamily="2" charset="-122"/>
                </a:rPr>
                <a:t>算法</a:t>
              </a:r>
              <a:endParaRPr lang="zh-CN" altLang="en-US" sz="2800" b="1" i="1" dirty="0">
                <a:solidFill>
                  <a:srgbClr val="FFFF00"/>
                </a:solidFill>
                <a:ea typeface="黑体" panose="02010609060101010101" pitchFamily="2" charset="-122"/>
              </a:endParaRPr>
            </a:p>
          </p:txBody>
        </p:sp>
      </p:grpSp>
      <p:sp>
        <p:nvSpPr>
          <p:cNvPr id="54284" name="Rectangle 75"/>
          <p:cNvSpPr>
            <a:spLocks noChangeArrowheads="1"/>
          </p:cNvSpPr>
          <p:nvPr/>
        </p:nvSpPr>
        <p:spPr bwMode="auto">
          <a:xfrm>
            <a:off x="5638800" y="4324350"/>
            <a:ext cx="4724400" cy="2057400"/>
          </a:xfrm>
          <a:prstGeom prst="rect">
            <a:avLst/>
          </a:prstGeom>
          <a:solidFill>
            <a:srgbClr val="EBF5FF"/>
          </a:solidFill>
          <a:ln w="12700" cap="sq">
            <a:noFill/>
            <a:miter lim="800000"/>
          </a:ln>
          <a:effectLst>
            <a:outerShdw dist="125724" dir="2700000" algn="ctr" rotWithShape="0">
              <a:srgbClr val="DDDDDD"/>
            </a:outerShdw>
          </a:effectLst>
        </p:spPr>
        <p:txBody>
          <a:bodyPr wrap="none" anchor="ctr"/>
          <a:lstStyle/>
          <a:p>
            <a:endParaRPr lang="zh-CN" altLang="en-US"/>
          </a:p>
        </p:txBody>
      </p:sp>
      <p:grpSp>
        <p:nvGrpSpPr>
          <p:cNvPr id="5" name="Group 76"/>
          <p:cNvGrpSpPr/>
          <p:nvPr/>
        </p:nvGrpSpPr>
        <p:grpSpPr bwMode="auto">
          <a:xfrm>
            <a:off x="6742113" y="4843463"/>
            <a:ext cx="1046162" cy="334962"/>
            <a:chOff x="1488" y="3024"/>
            <a:chExt cx="720" cy="240"/>
          </a:xfrm>
        </p:grpSpPr>
        <p:sp>
          <p:nvSpPr>
            <p:cNvPr id="54320" name="Rectangle 77"/>
            <p:cNvSpPr>
              <a:spLocks noChangeArrowheads="1"/>
            </p:cNvSpPr>
            <p:nvPr/>
          </p:nvSpPr>
          <p:spPr bwMode="auto">
            <a:xfrm>
              <a:off x="1680" y="3024"/>
              <a:ext cx="336" cy="240"/>
            </a:xfrm>
            <a:prstGeom prst="rect">
              <a:avLst/>
            </a:prstGeom>
            <a:noFill/>
            <a:ln w="22225">
              <a:solidFill>
                <a:srgbClr val="000080"/>
              </a:solidFill>
              <a:miter lim="800000"/>
            </a:ln>
          </p:spPr>
          <p:txBody>
            <a:bodyPr wrap="none" anchor="ctr"/>
            <a:lstStyle/>
            <a:p>
              <a:endParaRPr lang="zh-CN" altLang="en-US"/>
            </a:p>
          </p:txBody>
        </p:sp>
        <p:sp>
          <p:nvSpPr>
            <p:cNvPr id="54321" name="Rectangle 78"/>
            <p:cNvSpPr>
              <a:spLocks noChangeArrowheads="1"/>
            </p:cNvSpPr>
            <p:nvPr/>
          </p:nvSpPr>
          <p:spPr bwMode="auto">
            <a:xfrm>
              <a:off x="2016" y="3024"/>
              <a:ext cx="192" cy="240"/>
            </a:xfrm>
            <a:prstGeom prst="rect">
              <a:avLst/>
            </a:prstGeom>
            <a:noFill/>
            <a:ln w="22225">
              <a:solidFill>
                <a:srgbClr val="000080"/>
              </a:solidFill>
              <a:miter lim="800000"/>
            </a:ln>
          </p:spPr>
          <p:txBody>
            <a:bodyPr wrap="none" anchor="ctr"/>
            <a:lstStyle/>
            <a:p>
              <a:endParaRPr lang="zh-CN" altLang="en-US"/>
            </a:p>
          </p:txBody>
        </p:sp>
        <p:sp>
          <p:nvSpPr>
            <p:cNvPr id="54322" name="Rectangle 79"/>
            <p:cNvSpPr>
              <a:spLocks noChangeArrowheads="1"/>
            </p:cNvSpPr>
            <p:nvPr/>
          </p:nvSpPr>
          <p:spPr bwMode="auto">
            <a:xfrm>
              <a:off x="1488" y="3024"/>
              <a:ext cx="192" cy="240"/>
            </a:xfrm>
            <a:prstGeom prst="rect">
              <a:avLst/>
            </a:prstGeom>
            <a:noFill/>
            <a:ln w="22225">
              <a:solidFill>
                <a:srgbClr val="000080"/>
              </a:solidFill>
              <a:miter lim="800000"/>
            </a:ln>
          </p:spPr>
          <p:txBody>
            <a:bodyPr wrap="none" anchor="ctr"/>
            <a:lstStyle/>
            <a:p>
              <a:endParaRPr lang="zh-CN" altLang="en-US"/>
            </a:p>
          </p:txBody>
        </p:sp>
      </p:grpSp>
      <p:grpSp>
        <p:nvGrpSpPr>
          <p:cNvPr id="6" name="Group 80"/>
          <p:cNvGrpSpPr/>
          <p:nvPr/>
        </p:nvGrpSpPr>
        <p:grpSpPr bwMode="auto">
          <a:xfrm>
            <a:off x="7580313" y="5513388"/>
            <a:ext cx="1046162" cy="334962"/>
            <a:chOff x="1488" y="3024"/>
            <a:chExt cx="720" cy="240"/>
          </a:xfrm>
        </p:grpSpPr>
        <p:sp>
          <p:nvSpPr>
            <p:cNvPr id="54317" name="Rectangle 81"/>
            <p:cNvSpPr>
              <a:spLocks noChangeArrowheads="1"/>
            </p:cNvSpPr>
            <p:nvPr/>
          </p:nvSpPr>
          <p:spPr bwMode="auto">
            <a:xfrm>
              <a:off x="1680" y="3024"/>
              <a:ext cx="336" cy="240"/>
            </a:xfrm>
            <a:prstGeom prst="rect">
              <a:avLst/>
            </a:prstGeom>
            <a:noFill/>
            <a:ln w="22225">
              <a:solidFill>
                <a:srgbClr val="FF3300"/>
              </a:solidFill>
              <a:miter lim="800000"/>
            </a:ln>
          </p:spPr>
          <p:txBody>
            <a:bodyPr wrap="none" anchor="ctr"/>
            <a:lstStyle/>
            <a:p>
              <a:endParaRPr lang="zh-CN" altLang="en-US"/>
            </a:p>
          </p:txBody>
        </p:sp>
        <p:sp>
          <p:nvSpPr>
            <p:cNvPr id="54318" name="Rectangle 82"/>
            <p:cNvSpPr>
              <a:spLocks noChangeArrowheads="1"/>
            </p:cNvSpPr>
            <p:nvPr/>
          </p:nvSpPr>
          <p:spPr bwMode="auto">
            <a:xfrm>
              <a:off x="2016" y="3024"/>
              <a:ext cx="192" cy="240"/>
            </a:xfrm>
            <a:prstGeom prst="rect">
              <a:avLst/>
            </a:prstGeom>
            <a:noFill/>
            <a:ln w="22225">
              <a:solidFill>
                <a:srgbClr val="FF3300"/>
              </a:solidFill>
              <a:miter lim="800000"/>
            </a:ln>
          </p:spPr>
          <p:txBody>
            <a:bodyPr wrap="none" anchor="ctr"/>
            <a:lstStyle/>
            <a:p>
              <a:endParaRPr lang="zh-CN" altLang="en-US"/>
            </a:p>
          </p:txBody>
        </p:sp>
        <p:sp>
          <p:nvSpPr>
            <p:cNvPr id="54319" name="Rectangle 83"/>
            <p:cNvSpPr>
              <a:spLocks noChangeArrowheads="1"/>
            </p:cNvSpPr>
            <p:nvPr/>
          </p:nvSpPr>
          <p:spPr bwMode="auto">
            <a:xfrm>
              <a:off x="1488" y="3024"/>
              <a:ext cx="192" cy="240"/>
            </a:xfrm>
            <a:prstGeom prst="rect">
              <a:avLst/>
            </a:prstGeom>
            <a:noFill/>
            <a:ln w="22225">
              <a:solidFill>
                <a:srgbClr val="FF3300"/>
              </a:solidFill>
              <a:miter lim="800000"/>
            </a:ln>
          </p:spPr>
          <p:txBody>
            <a:bodyPr wrap="none" anchor="ctr"/>
            <a:lstStyle/>
            <a:p>
              <a:endParaRPr lang="zh-CN" altLang="en-US"/>
            </a:p>
          </p:txBody>
        </p:sp>
      </p:grpSp>
      <p:grpSp>
        <p:nvGrpSpPr>
          <p:cNvPr id="7" name="Group 84"/>
          <p:cNvGrpSpPr/>
          <p:nvPr/>
        </p:nvGrpSpPr>
        <p:grpSpPr bwMode="auto">
          <a:xfrm>
            <a:off x="8382001" y="4822826"/>
            <a:ext cx="1046163" cy="334963"/>
            <a:chOff x="1488" y="3024"/>
            <a:chExt cx="720" cy="240"/>
          </a:xfrm>
        </p:grpSpPr>
        <p:sp>
          <p:nvSpPr>
            <p:cNvPr id="54314" name="Rectangle 85"/>
            <p:cNvSpPr>
              <a:spLocks noChangeArrowheads="1"/>
            </p:cNvSpPr>
            <p:nvPr/>
          </p:nvSpPr>
          <p:spPr bwMode="auto">
            <a:xfrm>
              <a:off x="1680" y="3024"/>
              <a:ext cx="336" cy="240"/>
            </a:xfrm>
            <a:prstGeom prst="rect">
              <a:avLst/>
            </a:prstGeom>
            <a:noFill/>
            <a:ln w="22225">
              <a:solidFill>
                <a:srgbClr val="000080"/>
              </a:solidFill>
              <a:miter lim="800000"/>
            </a:ln>
          </p:spPr>
          <p:txBody>
            <a:bodyPr wrap="none" anchor="ctr"/>
            <a:lstStyle/>
            <a:p>
              <a:endParaRPr lang="zh-CN" altLang="en-US"/>
            </a:p>
          </p:txBody>
        </p:sp>
        <p:sp>
          <p:nvSpPr>
            <p:cNvPr id="54315" name="Rectangle 86"/>
            <p:cNvSpPr>
              <a:spLocks noChangeArrowheads="1"/>
            </p:cNvSpPr>
            <p:nvPr/>
          </p:nvSpPr>
          <p:spPr bwMode="auto">
            <a:xfrm>
              <a:off x="2016" y="3024"/>
              <a:ext cx="192" cy="240"/>
            </a:xfrm>
            <a:prstGeom prst="rect">
              <a:avLst/>
            </a:prstGeom>
            <a:noFill/>
            <a:ln w="22225">
              <a:solidFill>
                <a:srgbClr val="000080"/>
              </a:solidFill>
              <a:miter lim="800000"/>
            </a:ln>
          </p:spPr>
          <p:txBody>
            <a:bodyPr wrap="none" anchor="ctr"/>
            <a:lstStyle/>
            <a:p>
              <a:endParaRPr lang="zh-CN" altLang="en-US"/>
            </a:p>
          </p:txBody>
        </p:sp>
        <p:sp>
          <p:nvSpPr>
            <p:cNvPr id="54316" name="Rectangle 87"/>
            <p:cNvSpPr>
              <a:spLocks noChangeArrowheads="1"/>
            </p:cNvSpPr>
            <p:nvPr/>
          </p:nvSpPr>
          <p:spPr bwMode="auto">
            <a:xfrm>
              <a:off x="1488" y="3024"/>
              <a:ext cx="192" cy="240"/>
            </a:xfrm>
            <a:prstGeom prst="rect">
              <a:avLst/>
            </a:prstGeom>
            <a:noFill/>
            <a:ln w="22225">
              <a:solidFill>
                <a:srgbClr val="000080"/>
              </a:solidFill>
              <a:miter lim="800000"/>
            </a:ln>
          </p:spPr>
          <p:txBody>
            <a:bodyPr wrap="none" anchor="ctr"/>
            <a:lstStyle/>
            <a:p>
              <a:endParaRPr lang="zh-CN" altLang="en-US"/>
            </a:p>
          </p:txBody>
        </p:sp>
      </p:grpSp>
      <p:sp>
        <p:nvSpPr>
          <p:cNvPr id="54288" name="Line 88"/>
          <p:cNvSpPr>
            <a:spLocks noChangeShapeType="1"/>
          </p:cNvSpPr>
          <p:nvPr/>
        </p:nvSpPr>
        <p:spPr bwMode="auto">
          <a:xfrm>
            <a:off x="6464301" y="4910138"/>
            <a:ext cx="277813" cy="0"/>
          </a:xfrm>
          <a:prstGeom prst="line">
            <a:avLst/>
          </a:prstGeom>
          <a:noFill/>
          <a:ln w="15875">
            <a:solidFill>
              <a:srgbClr val="000080"/>
            </a:solidFill>
            <a:round/>
            <a:tailEnd type="triangle" w="med" len="med"/>
          </a:ln>
        </p:spPr>
        <p:txBody>
          <a:bodyPr wrap="none" anchor="ctr"/>
          <a:lstStyle/>
          <a:p>
            <a:endParaRPr lang="zh-CN" altLang="en-US"/>
          </a:p>
        </p:txBody>
      </p:sp>
      <p:sp>
        <p:nvSpPr>
          <p:cNvPr id="54289" name="Line 89"/>
          <p:cNvSpPr>
            <a:spLocks noChangeShapeType="1"/>
          </p:cNvSpPr>
          <p:nvPr/>
        </p:nvSpPr>
        <p:spPr bwMode="auto">
          <a:xfrm>
            <a:off x="9323388" y="4910138"/>
            <a:ext cx="349250" cy="0"/>
          </a:xfrm>
          <a:prstGeom prst="line">
            <a:avLst/>
          </a:prstGeom>
          <a:noFill/>
          <a:ln w="15875">
            <a:solidFill>
              <a:srgbClr val="000080"/>
            </a:solidFill>
            <a:round/>
            <a:tailEnd type="triangle" w="med" len="med"/>
          </a:ln>
        </p:spPr>
        <p:txBody>
          <a:bodyPr wrap="none" anchor="ctr"/>
          <a:lstStyle/>
          <a:p>
            <a:endParaRPr lang="zh-CN" altLang="en-US"/>
          </a:p>
        </p:txBody>
      </p:sp>
      <p:sp>
        <p:nvSpPr>
          <p:cNvPr id="54290" name="Line 90"/>
          <p:cNvSpPr>
            <a:spLocks noChangeShapeType="1"/>
          </p:cNvSpPr>
          <p:nvPr/>
        </p:nvSpPr>
        <p:spPr bwMode="auto">
          <a:xfrm flipH="1">
            <a:off x="6464301" y="5045075"/>
            <a:ext cx="347663" cy="0"/>
          </a:xfrm>
          <a:prstGeom prst="line">
            <a:avLst/>
          </a:prstGeom>
          <a:noFill/>
          <a:ln w="15875">
            <a:solidFill>
              <a:srgbClr val="000080"/>
            </a:solidFill>
            <a:round/>
            <a:tailEnd type="triangle" w="med" len="med"/>
          </a:ln>
        </p:spPr>
        <p:txBody>
          <a:bodyPr wrap="none" anchor="ctr"/>
          <a:lstStyle/>
          <a:p>
            <a:endParaRPr lang="zh-CN" altLang="en-US"/>
          </a:p>
        </p:txBody>
      </p:sp>
      <p:sp>
        <p:nvSpPr>
          <p:cNvPr id="54291" name="Line 91"/>
          <p:cNvSpPr>
            <a:spLocks noChangeShapeType="1"/>
          </p:cNvSpPr>
          <p:nvPr/>
        </p:nvSpPr>
        <p:spPr bwMode="auto">
          <a:xfrm flipH="1">
            <a:off x="9463088" y="5045075"/>
            <a:ext cx="277812" cy="0"/>
          </a:xfrm>
          <a:prstGeom prst="line">
            <a:avLst/>
          </a:prstGeom>
          <a:noFill/>
          <a:ln w="15875">
            <a:solidFill>
              <a:srgbClr val="000080"/>
            </a:solidFill>
            <a:round/>
            <a:tailEnd type="triangle" w="med" len="med"/>
          </a:ln>
        </p:spPr>
        <p:txBody>
          <a:bodyPr wrap="none" anchor="ctr"/>
          <a:lstStyle/>
          <a:p>
            <a:endParaRPr lang="zh-CN" altLang="en-US"/>
          </a:p>
        </p:txBody>
      </p:sp>
      <p:sp>
        <p:nvSpPr>
          <p:cNvPr id="54292" name="Text Box 92"/>
          <p:cNvSpPr txBox="1">
            <a:spLocks noChangeArrowheads="1"/>
          </p:cNvSpPr>
          <p:nvPr/>
        </p:nvSpPr>
        <p:spPr bwMode="auto">
          <a:xfrm>
            <a:off x="6092145" y="4710114"/>
            <a:ext cx="436337" cy="461665"/>
          </a:xfrm>
          <a:prstGeom prst="rect">
            <a:avLst/>
          </a:prstGeom>
          <a:noFill/>
          <a:ln w="9525">
            <a:noFill/>
            <a:miter lim="800000"/>
          </a:ln>
        </p:spPr>
        <p:txBody>
          <a:bodyPr wrap="none">
            <a:spAutoFit/>
          </a:bodyPr>
          <a:lstStyle/>
          <a:p>
            <a:pPr algn="ctr"/>
            <a:r>
              <a:rPr lang="zh-CN" altLang="en-US" sz="2400" dirty="0">
                <a:solidFill>
                  <a:srgbClr val="003264"/>
                </a:solidFill>
                <a:ea typeface="宋体" pitchFamily="2" charset="-122"/>
                <a:cs typeface="Times New Roman" panose="02020503050405090304" pitchFamily="18" charset="0"/>
              </a:rPr>
              <a:t>…</a:t>
            </a:r>
            <a:endParaRPr lang="zh-CN" altLang="en-US" sz="2400" dirty="0">
              <a:solidFill>
                <a:srgbClr val="003264"/>
              </a:solidFill>
              <a:ea typeface="宋体" pitchFamily="2" charset="-122"/>
              <a:cs typeface="Times New Roman" panose="02020503050405090304" pitchFamily="18" charset="0"/>
            </a:endParaRPr>
          </a:p>
        </p:txBody>
      </p:sp>
      <p:sp>
        <p:nvSpPr>
          <p:cNvPr id="54293" name="Text Box 93"/>
          <p:cNvSpPr txBox="1">
            <a:spLocks noChangeArrowheads="1"/>
          </p:cNvSpPr>
          <p:nvPr/>
        </p:nvSpPr>
        <p:spPr bwMode="auto">
          <a:xfrm>
            <a:off x="9749745" y="4710114"/>
            <a:ext cx="436337" cy="461665"/>
          </a:xfrm>
          <a:prstGeom prst="rect">
            <a:avLst/>
          </a:prstGeom>
          <a:noFill/>
          <a:ln w="9525">
            <a:noFill/>
            <a:miter lim="800000"/>
          </a:ln>
        </p:spPr>
        <p:txBody>
          <a:bodyPr wrap="none">
            <a:spAutoFit/>
          </a:bodyPr>
          <a:lstStyle/>
          <a:p>
            <a:pPr algn="ctr"/>
            <a:r>
              <a:rPr lang="zh-CN" altLang="en-US" sz="2400">
                <a:solidFill>
                  <a:srgbClr val="003264"/>
                </a:solidFill>
                <a:ea typeface="宋体" pitchFamily="2" charset="-122"/>
                <a:cs typeface="Times New Roman" panose="02020503050405090304" pitchFamily="18" charset="0"/>
              </a:rPr>
              <a:t>…</a:t>
            </a:r>
            <a:endParaRPr lang="zh-CN" altLang="en-US" sz="2400">
              <a:solidFill>
                <a:srgbClr val="003264"/>
              </a:solidFill>
              <a:ea typeface="宋体" pitchFamily="2" charset="-122"/>
              <a:cs typeface="Times New Roman" panose="02020503050405090304" pitchFamily="18" charset="0"/>
            </a:endParaRPr>
          </a:p>
        </p:txBody>
      </p:sp>
      <p:sp>
        <p:nvSpPr>
          <p:cNvPr id="54294" name="Line 94"/>
          <p:cNvSpPr>
            <a:spLocks noChangeShapeType="1"/>
          </p:cNvSpPr>
          <p:nvPr/>
        </p:nvSpPr>
        <p:spPr bwMode="auto">
          <a:xfrm>
            <a:off x="7704138" y="5045076"/>
            <a:ext cx="69850" cy="468313"/>
          </a:xfrm>
          <a:prstGeom prst="line">
            <a:avLst/>
          </a:prstGeom>
          <a:noFill/>
          <a:ln w="22225">
            <a:solidFill>
              <a:srgbClr val="339966"/>
            </a:solidFill>
            <a:round/>
            <a:tailEnd type="triangle" w="med" len="med"/>
          </a:ln>
        </p:spPr>
        <p:txBody>
          <a:bodyPr wrap="none" anchor="ctr"/>
          <a:lstStyle/>
          <a:p>
            <a:endParaRPr lang="zh-CN" altLang="en-US"/>
          </a:p>
        </p:txBody>
      </p:sp>
      <p:sp>
        <p:nvSpPr>
          <p:cNvPr id="54295" name="Line 95"/>
          <p:cNvSpPr>
            <a:spLocks noChangeShapeType="1"/>
          </p:cNvSpPr>
          <p:nvPr/>
        </p:nvSpPr>
        <p:spPr bwMode="auto">
          <a:xfrm flipH="1">
            <a:off x="8401050" y="5045076"/>
            <a:ext cx="69850" cy="468313"/>
          </a:xfrm>
          <a:prstGeom prst="line">
            <a:avLst/>
          </a:prstGeom>
          <a:noFill/>
          <a:ln w="22225">
            <a:solidFill>
              <a:srgbClr val="339966"/>
            </a:solidFill>
            <a:round/>
            <a:tailEnd type="triangle" w="med" len="med"/>
          </a:ln>
        </p:spPr>
        <p:txBody>
          <a:bodyPr wrap="none" anchor="ctr"/>
          <a:lstStyle/>
          <a:p>
            <a:endParaRPr lang="zh-CN" altLang="en-US"/>
          </a:p>
        </p:txBody>
      </p:sp>
      <p:sp>
        <p:nvSpPr>
          <p:cNvPr id="54296" name="Line 96"/>
          <p:cNvSpPr>
            <a:spLocks noChangeShapeType="1"/>
          </p:cNvSpPr>
          <p:nvPr/>
        </p:nvSpPr>
        <p:spPr bwMode="auto">
          <a:xfrm flipH="1" flipV="1">
            <a:off x="7646988" y="5180013"/>
            <a:ext cx="68262" cy="469900"/>
          </a:xfrm>
          <a:prstGeom prst="line">
            <a:avLst/>
          </a:prstGeom>
          <a:noFill/>
          <a:ln w="22225">
            <a:solidFill>
              <a:srgbClr val="FF0000"/>
            </a:solidFill>
            <a:round/>
            <a:tailEnd type="triangle" w="med" len="med"/>
          </a:ln>
        </p:spPr>
        <p:txBody>
          <a:bodyPr wrap="none" anchor="ctr"/>
          <a:lstStyle/>
          <a:p>
            <a:endParaRPr lang="zh-CN" altLang="en-US"/>
          </a:p>
        </p:txBody>
      </p:sp>
      <p:sp>
        <p:nvSpPr>
          <p:cNvPr id="54297" name="Line 97"/>
          <p:cNvSpPr>
            <a:spLocks noChangeShapeType="1"/>
          </p:cNvSpPr>
          <p:nvPr/>
        </p:nvSpPr>
        <p:spPr bwMode="auto">
          <a:xfrm flipV="1">
            <a:off x="8474075" y="5178425"/>
            <a:ext cx="69850" cy="469900"/>
          </a:xfrm>
          <a:prstGeom prst="line">
            <a:avLst/>
          </a:prstGeom>
          <a:noFill/>
          <a:ln w="22225">
            <a:solidFill>
              <a:srgbClr val="FF0000"/>
            </a:solidFill>
            <a:round/>
            <a:tailEnd type="triangle" w="med" len="med"/>
          </a:ln>
        </p:spPr>
        <p:txBody>
          <a:bodyPr wrap="none" anchor="ctr"/>
          <a:lstStyle/>
          <a:p>
            <a:endParaRPr lang="zh-CN" altLang="en-US"/>
          </a:p>
        </p:txBody>
      </p:sp>
      <p:sp>
        <p:nvSpPr>
          <p:cNvPr id="54298" name="Text Box 98"/>
          <p:cNvSpPr txBox="1">
            <a:spLocks noChangeArrowheads="1"/>
          </p:cNvSpPr>
          <p:nvPr/>
        </p:nvSpPr>
        <p:spPr bwMode="auto">
          <a:xfrm>
            <a:off x="7130973" y="4776789"/>
            <a:ext cx="311304" cy="461665"/>
          </a:xfrm>
          <a:prstGeom prst="rect">
            <a:avLst/>
          </a:prstGeom>
          <a:noFill/>
          <a:ln w="9525">
            <a:noFill/>
            <a:miter lim="800000"/>
          </a:ln>
        </p:spPr>
        <p:txBody>
          <a:bodyPr wrap="none">
            <a:spAutoFit/>
          </a:bodyPr>
          <a:lstStyle/>
          <a:p>
            <a:pPr algn="ctr"/>
            <a:r>
              <a:rPr lang="en-US" altLang="zh-CN" sz="2400">
                <a:solidFill>
                  <a:srgbClr val="FF3300"/>
                </a:solidFill>
                <a:ea typeface="宋体" pitchFamily="2" charset="-122"/>
              </a:rPr>
              <a:t>x</a:t>
            </a:r>
            <a:endParaRPr lang="en-US" altLang="zh-CN" sz="2400">
              <a:solidFill>
                <a:srgbClr val="FF3300"/>
              </a:solidFill>
              <a:ea typeface="宋体" pitchFamily="2" charset="-122"/>
            </a:endParaRPr>
          </a:p>
        </p:txBody>
      </p:sp>
      <p:sp>
        <p:nvSpPr>
          <p:cNvPr id="54299" name="Text Box 99"/>
          <p:cNvSpPr txBox="1">
            <a:spLocks noChangeArrowheads="1"/>
          </p:cNvSpPr>
          <p:nvPr/>
        </p:nvSpPr>
        <p:spPr bwMode="auto">
          <a:xfrm>
            <a:off x="7841057" y="5478463"/>
            <a:ext cx="542136" cy="369332"/>
          </a:xfrm>
          <a:prstGeom prst="rect">
            <a:avLst/>
          </a:prstGeom>
          <a:noFill/>
          <a:ln w="9525">
            <a:noFill/>
            <a:miter lim="800000"/>
          </a:ln>
        </p:spPr>
        <p:txBody>
          <a:bodyPr wrap="none">
            <a:spAutoFit/>
          </a:bodyPr>
          <a:lstStyle/>
          <a:p>
            <a:pPr algn="ctr"/>
            <a:r>
              <a:rPr lang="en-US" altLang="zh-CN">
                <a:solidFill>
                  <a:srgbClr val="FF3300"/>
                </a:solidFill>
                <a:ea typeface="宋体" pitchFamily="2" charset="-122"/>
              </a:rPr>
              <a:t>item</a:t>
            </a:r>
            <a:endParaRPr lang="en-US" altLang="zh-CN">
              <a:solidFill>
                <a:srgbClr val="FF3300"/>
              </a:solidFill>
              <a:ea typeface="宋体" pitchFamily="2" charset="-122"/>
            </a:endParaRPr>
          </a:p>
        </p:txBody>
      </p:sp>
      <p:sp>
        <p:nvSpPr>
          <p:cNvPr id="54300" name="Line 100"/>
          <p:cNvSpPr>
            <a:spLocks noChangeShapeType="1"/>
          </p:cNvSpPr>
          <p:nvPr/>
        </p:nvSpPr>
        <p:spPr bwMode="auto">
          <a:xfrm>
            <a:off x="7650163" y="4945063"/>
            <a:ext cx="696912" cy="0"/>
          </a:xfrm>
          <a:prstGeom prst="line">
            <a:avLst/>
          </a:prstGeom>
          <a:noFill/>
          <a:ln w="9525">
            <a:solidFill>
              <a:srgbClr val="969696"/>
            </a:solidFill>
            <a:prstDash val="dash"/>
            <a:round/>
            <a:tailEnd type="triangle" w="med" len="med"/>
          </a:ln>
        </p:spPr>
        <p:txBody>
          <a:bodyPr wrap="none" anchor="ctr"/>
          <a:lstStyle/>
          <a:p>
            <a:endParaRPr lang="zh-CN" altLang="en-US"/>
          </a:p>
        </p:txBody>
      </p:sp>
      <p:sp>
        <p:nvSpPr>
          <p:cNvPr id="54301" name="Line 101"/>
          <p:cNvSpPr>
            <a:spLocks noChangeShapeType="1"/>
          </p:cNvSpPr>
          <p:nvPr/>
        </p:nvSpPr>
        <p:spPr bwMode="auto">
          <a:xfrm flipH="1">
            <a:off x="7858125" y="5045075"/>
            <a:ext cx="698500" cy="0"/>
          </a:xfrm>
          <a:prstGeom prst="line">
            <a:avLst/>
          </a:prstGeom>
          <a:noFill/>
          <a:ln w="9525">
            <a:solidFill>
              <a:srgbClr val="969696"/>
            </a:solidFill>
            <a:prstDash val="dash"/>
            <a:round/>
            <a:tailEnd type="triangle" w="med" len="med"/>
          </a:ln>
        </p:spPr>
        <p:txBody>
          <a:bodyPr wrap="none" anchor="ctr"/>
          <a:lstStyle/>
          <a:p>
            <a:endParaRPr lang="zh-CN" altLang="en-US"/>
          </a:p>
        </p:txBody>
      </p:sp>
      <p:sp>
        <p:nvSpPr>
          <p:cNvPr id="54302" name="Text Box 102"/>
          <p:cNvSpPr txBox="1">
            <a:spLocks noChangeArrowheads="1"/>
          </p:cNvSpPr>
          <p:nvPr/>
        </p:nvSpPr>
        <p:spPr bwMode="auto">
          <a:xfrm>
            <a:off x="6724650" y="4441826"/>
            <a:ext cx="311150" cy="396875"/>
          </a:xfrm>
          <a:prstGeom prst="rect">
            <a:avLst/>
          </a:prstGeom>
          <a:noFill/>
          <a:ln w="9525">
            <a:noFill/>
            <a:miter lim="800000"/>
          </a:ln>
        </p:spPr>
        <p:txBody>
          <a:bodyPr wrap="none">
            <a:spAutoFit/>
          </a:bodyPr>
          <a:lstStyle/>
          <a:p>
            <a:pPr algn="ctr"/>
            <a:r>
              <a:rPr lang="en-US" altLang="zh-CN" sz="2000" i="1">
                <a:solidFill>
                  <a:schemeClr val="accent2"/>
                </a:solidFill>
                <a:ea typeface="宋体" pitchFamily="2" charset="-122"/>
              </a:rPr>
              <a:t>q</a:t>
            </a:r>
            <a:endParaRPr lang="en-US" altLang="zh-CN" sz="2000" i="1">
              <a:solidFill>
                <a:schemeClr val="accent2"/>
              </a:solidFill>
              <a:ea typeface="宋体" pitchFamily="2" charset="-122"/>
            </a:endParaRPr>
          </a:p>
        </p:txBody>
      </p:sp>
      <p:sp>
        <p:nvSpPr>
          <p:cNvPr id="54303" name="Text Box 103"/>
          <p:cNvSpPr txBox="1">
            <a:spLocks noChangeArrowheads="1"/>
          </p:cNvSpPr>
          <p:nvPr/>
        </p:nvSpPr>
        <p:spPr bwMode="auto">
          <a:xfrm>
            <a:off x="7596188" y="5773739"/>
            <a:ext cx="311150" cy="396875"/>
          </a:xfrm>
          <a:prstGeom prst="rect">
            <a:avLst/>
          </a:prstGeom>
          <a:noFill/>
          <a:ln w="9525">
            <a:noFill/>
            <a:miter lim="800000"/>
          </a:ln>
        </p:spPr>
        <p:txBody>
          <a:bodyPr wrap="none">
            <a:spAutoFit/>
          </a:bodyPr>
          <a:lstStyle/>
          <a:p>
            <a:pPr algn="ctr"/>
            <a:r>
              <a:rPr lang="en-US" altLang="zh-CN" sz="2000" i="1">
                <a:solidFill>
                  <a:schemeClr val="accent2"/>
                </a:solidFill>
                <a:ea typeface="宋体" pitchFamily="2" charset="-122"/>
              </a:rPr>
              <a:t>p</a:t>
            </a:r>
            <a:endParaRPr lang="en-US" altLang="zh-CN" sz="2000" i="1">
              <a:solidFill>
                <a:schemeClr val="accent2"/>
              </a:solidFill>
              <a:ea typeface="宋体" pitchFamily="2" charset="-122"/>
            </a:endParaRPr>
          </a:p>
        </p:txBody>
      </p:sp>
      <p:grpSp>
        <p:nvGrpSpPr>
          <p:cNvPr id="8" name="Group 104"/>
          <p:cNvGrpSpPr/>
          <p:nvPr/>
        </p:nvGrpSpPr>
        <p:grpSpPr bwMode="auto">
          <a:xfrm>
            <a:off x="2335212" y="3694113"/>
            <a:ext cx="5552913" cy="2543200"/>
            <a:chOff x="511" y="2327"/>
            <a:chExt cx="3224" cy="1623"/>
          </a:xfrm>
        </p:grpSpPr>
        <p:sp>
          <p:nvSpPr>
            <p:cNvPr id="54305" name="Line 105"/>
            <p:cNvSpPr>
              <a:spLocks noChangeShapeType="1"/>
            </p:cNvSpPr>
            <p:nvPr/>
          </p:nvSpPr>
          <p:spPr bwMode="auto">
            <a:xfrm>
              <a:off x="521" y="2327"/>
              <a:ext cx="0" cy="1225"/>
            </a:xfrm>
            <a:prstGeom prst="line">
              <a:avLst/>
            </a:prstGeom>
            <a:noFill/>
            <a:ln w="41275">
              <a:solidFill>
                <a:schemeClr val="hlink"/>
              </a:solidFill>
              <a:round/>
            </a:ln>
          </p:spPr>
          <p:txBody>
            <a:bodyPr wrap="none" anchor="ctr"/>
            <a:lstStyle/>
            <a:p>
              <a:endParaRPr lang="zh-CN" altLang="en-US"/>
            </a:p>
          </p:txBody>
        </p:sp>
        <p:sp>
          <p:nvSpPr>
            <p:cNvPr id="54306" name="Line 106"/>
            <p:cNvSpPr>
              <a:spLocks noChangeShapeType="1"/>
            </p:cNvSpPr>
            <p:nvPr/>
          </p:nvSpPr>
          <p:spPr bwMode="auto">
            <a:xfrm rot="5400000" flipV="1">
              <a:off x="2120" y="721"/>
              <a:ext cx="1" cy="3220"/>
            </a:xfrm>
            <a:prstGeom prst="line">
              <a:avLst/>
            </a:prstGeom>
            <a:noFill/>
            <a:ln w="41275">
              <a:solidFill>
                <a:schemeClr val="hlink"/>
              </a:solidFill>
              <a:round/>
            </a:ln>
          </p:spPr>
          <p:txBody>
            <a:bodyPr wrap="none" anchor="ctr"/>
            <a:lstStyle/>
            <a:p>
              <a:endParaRPr lang="zh-CN" altLang="en-US"/>
            </a:p>
          </p:txBody>
        </p:sp>
        <p:sp>
          <p:nvSpPr>
            <p:cNvPr id="54307" name="Line 107"/>
            <p:cNvSpPr>
              <a:spLocks noChangeShapeType="1"/>
            </p:cNvSpPr>
            <p:nvPr/>
          </p:nvSpPr>
          <p:spPr bwMode="auto">
            <a:xfrm flipV="1">
              <a:off x="3728" y="2334"/>
              <a:ext cx="0" cy="227"/>
            </a:xfrm>
            <a:prstGeom prst="line">
              <a:avLst/>
            </a:prstGeom>
            <a:noFill/>
            <a:ln w="41275">
              <a:solidFill>
                <a:schemeClr val="hlink"/>
              </a:solidFill>
              <a:round/>
            </a:ln>
          </p:spPr>
          <p:txBody>
            <a:bodyPr wrap="none" anchor="ctr"/>
            <a:lstStyle/>
            <a:p>
              <a:endParaRPr lang="zh-CN" altLang="en-US"/>
            </a:p>
          </p:txBody>
        </p:sp>
        <p:sp>
          <p:nvSpPr>
            <p:cNvPr id="54308" name="Line 108"/>
            <p:cNvSpPr>
              <a:spLocks noChangeShapeType="1"/>
            </p:cNvSpPr>
            <p:nvPr/>
          </p:nvSpPr>
          <p:spPr bwMode="auto">
            <a:xfrm rot="5400000" flipV="1">
              <a:off x="2987" y="1819"/>
              <a:ext cx="0" cy="1497"/>
            </a:xfrm>
            <a:prstGeom prst="line">
              <a:avLst/>
            </a:prstGeom>
            <a:noFill/>
            <a:ln w="41275">
              <a:solidFill>
                <a:schemeClr val="hlink"/>
              </a:solidFill>
              <a:round/>
            </a:ln>
          </p:spPr>
          <p:txBody>
            <a:bodyPr wrap="none" anchor="ctr"/>
            <a:lstStyle/>
            <a:p>
              <a:endParaRPr lang="zh-CN" altLang="en-US"/>
            </a:p>
          </p:txBody>
        </p:sp>
        <p:sp>
          <p:nvSpPr>
            <p:cNvPr id="54309" name="Line 109"/>
            <p:cNvSpPr>
              <a:spLocks noChangeShapeType="1"/>
            </p:cNvSpPr>
            <p:nvPr/>
          </p:nvSpPr>
          <p:spPr bwMode="auto">
            <a:xfrm>
              <a:off x="2245" y="2568"/>
              <a:ext cx="0" cy="967"/>
            </a:xfrm>
            <a:prstGeom prst="line">
              <a:avLst/>
            </a:prstGeom>
            <a:noFill/>
            <a:ln w="41275">
              <a:solidFill>
                <a:schemeClr val="hlink"/>
              </a:solidFill>
              <a:round/>
            </a:ln>
          </p:spPr>
          <p:txBody>
            <a:bodyPr wrap="none" anchor="ctr"/>
            <a:lstStyle/>
            <a:p>
              <a:endParaRPr lang="zh-CN" altLang="en-US"/>
            </a:p>
          </p:txBody>
        </p:sp>
        <p:sp>
          <p:nvSpPr>
            <p:cNvPr id="54310" name="Line 110"/>
            <p:cNvSpPr>
              <a:spLocks noChangeShapeType="1"/>
            </p:cNvSpPr>
            <p:nvPr/>
          </p:nvSpPr>
          <p:spPr bwMode="auto">
            <a:xfrm rot="5400000" flipV="1">
              <a:off x="1383" y="2676"/>
              <a:ext cx="0" cy="1724"/>
            </a:xfrm>
            <a:prstGeom prst="line">
              <a:avLst/>
            </a:prstGeom>
            <a:noFill/>
            <a:ln w="41275">
              <a:solidFill>
                <a:schemeClr val="hlink"/>
              </a:solidFill>
              <a:round/>
            </a:ln>
          </p:spPr>
          <p:txBody>
            <a:bodyPr wrap="none" anchor="ctr"/>
            <a:lstStyle/>
            <a:p>
              <a:endParaRPr lang="zh-CN" altLang="en-US"/>
            </a:p>
          </p:txBody>
        </p:sp>
        <p:sp>
          <p:nvSpPr>
            <p:cNvPr id="54311" name="Line 111"/>
            <p:cNvSpPr>
              <a:spLocks noChangeShapeType="1"/>
            </p:cNvSpPr>
            <p:nvPr/>
          </p:nvSpPr>
          <p:spPr bwMode="auto">
            <a:xfrm>
              <a:off x="2971" y="3657"/>
              <a:ext cx="0" cy="0"/>
            </a:xfrm>
            <a:prstGeom prst="line">
              <a:avLst/>
            </a:prstGeom>
            <a:noFill/>
            <a:ln w="9525">
              <a:solidFill>
                <a:srgbClr val="FFFF00"/>
              </a:solidFill>
              <a:round/>
            </a:ln>
          </p:spPr>
          <p:txBody>
            <a:bodyPr wrap="none" anchor="ctr"/>
            <a:lstStyle/>
            <a:p>
              <a:endParaRPr lang="zh-CN" altLang="en-US"/>
            </a:p>
          </p:txBody>
        </p:sp>
        <p:sp>
          <p:nvSpPr>
            <p:cNvPr id="54312" name="AutoShape 112"/>
            <p:cNvSpPr>
              <a:spLocks noChangeArrowheads="1"/>
            </p:cNvSpPr>
            <p:nvPr/>
          </p:nvSpPr>
          <p:spPr bwMode="auto">
            <a:xfrm>
              <a:off x="2835" y="3566"/>
              <a:ext cx="666" cy="384"/>
            </a:xfrm>
            <a:prstGeom prst="wedgeEllipseCallout">
              <a:avLst>
                <a:gd name="adj1" fmla="val -129130"/>
                <a:gd name="adj2" fmla="val -96356"/>
              </a:avLst>
            </a:prstGeom>
            <a:solidFill>
              <a:srgbClr val="5BE0FF"/>
            </a:solidFill>
            <a:ln w="9525">
              <a:noFill/>
              <a:miter lim="800000"/>
            </a:ln>
            <a:effectLst>
              <a:outerShdw dist="35921" dir="2700000" algn="ctr" rotWithShape="0">
                <a:srgbClr val="9D9D9D"/>
              </a:outerShdw>
            </a:effectLst>
          </p:spPr>
          <p:txBody>
            <a:bodyPr anchor="ctr"/>
            <a:lstStyle/>
            <a:p>
              <a:pPr algn="ctr"/>
              <a:endParaRPr lang="zh-CN" altLang="en-US" sz="2600"/>
            </a:p>
          </p:txBody>
        </p:sp>
        <p:sp>
          <p:nvSpPr>
            <p:cNvPr id="54313" name="Rectangle 113"/>
            <p:cNvSpPr>
              <a:spLocks noChangeArrowheads="1"/>
            </p:cNvSpPr>
            <p:nvPr/>
          </p:nvSpPr>
          <p:spPr bwMode="auto">
            <a:xfrm>
              <a:off x="2863" y="3566"/>
              <a:ext cx="771" cy="346"/>
            </a:xfrm>
            <a:prstGeom prst="rect">
              <a:avLst/>
            </a:prstGeom>
            <a:noFill/>
            <a:ln w="9525">
              <a:noFill/>
              <a:miter lim="800000"/>
            </a:ln>
            <a:effectLst>
              <a:outerShdw dist="12700" algn="ctr" rotWithShape="0">
                <a:srgbClr val="000000"/>
              </a:outerShdw>
            </a:effectLst>
          </p:spPr>
          <p:txBody>
            <a:bodyPr>
              <a:spAutoFit/>
            </a:bodyPr>
            <a:lstStyle/>
            <a:p>
              <a:r>
                <a:rPr lang="en-US" altLang="zh-CN" sz="3000">
                  <a:solidFill>
                    <a:srgbClr val="FF3300"/>
                  </a:solidFill>
                </a:rPr>
                <a:t>O</a:t>
              </a:r>
              <a:r>
                <a:rPr lang="en-US" altLang="zh-CN" sz="2800">
                  <a:solidFill>
                    <a:srgbClr val="FF3300"/>
                  </a:solidFill>
                </a:rPr>
                <a:t>(1)</a:t>
              </a:r>
              <a:endParaRPr lang="zh-CN" altLang="en-US" sz="2800">
                <a:solidFill>
                  <a:srgbClr val="FF3300"/>
                </a:solidFill>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0309"/>
                                        </p:tgtEl>
                                        <p:attrNameLst>
                                          <p:attrName>style.visibility</p:attrName>
                                        </p:attrNameLst>
                                      </p:cBhvr>
                                      <p:to>
                                        <p:strVal val="visible"/>
                                      </p:to>
                                    </p:set>
                                    <p:animEffect transition="in" filter="wipe(left)">
                                      <p:cBhvr>
                                        <p:cTn id="7" dur="500"/>
                                        <p:tgtEl>
                                          <p:spTgt spid="61030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10311"/>
                                        </p:tgtEl>
                                        <p:attrNameLst>
                                          <p:attrName>style.visibility</p:attrName>
                                        </p:attrNameLst>
                                      </p:cBhvr>
                                      <p:to>
                                        <p:strVal val="visible"/>
                                      </p:to>
                                    </p:set>
                                    <p:animEffect transition="in" filter="dissolve">
                                      <p:cBhvr>
                                        <p:cTn id="17" dur="500"/>
                                        <p:tgtEl>
                                          <p:spTgt spid="610311"/>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3"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 calcmode="lin" valueType="num">
                                      <p:cBhvr additive="base">
                                        <p:cTn id="22" dur="500" fill="hold"/>
                                        <p:tgtEl>
                                          <p:spTgt spid="3"/>
                                        </p:tgtEl>
                                        <p:attrNameLst>
                                          <p:attrName>ppt_x</p:attrName>
                                        </p:attrNameLst>
                                      </p:cBhvr>
                                      <p:tavLst>
                                        <p:tav tm="0">
                                          <p:val>
                                            <p:strVal val="1+#ppt_w/2"/>
                                          </p:val>
                                        </p:tav>
                                        <p:tav tm="100000">
                                          <p:val>
                                            <p:strVal val="#ppt_x"/>
                                          </p:val>
                                        </p:tav>
                                      </p:tavLst>
                                    </p:anim>
                                    <p:anim calcmode="lin" valueType="num">
                                      <p:cBhvr additive="base">
                                        <p:cTn id="23" dur="500" fill="hold"/>
                                        <p:tgtEl>
                                          <p:spTgt spid="3"/>
                                        </p:tgtEl>
                                        <p:attrNameLst>
                                          <p:attrName>ppt_y</p:attrName>
                                        </p:attrNameLst>
                                      </p:cBhvr>
                                      <p:tavLst>
                                        <p:tav tm="0">
                                          <p:val>
                                            <p:strVal val="0-#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610312"/>
                                        </p:tgtEl>
                                        <p:attrNameLst>
                                          <p:attrName>style.visibility</p:attrName>
                                        </p:attrNameLst>
                                      </p:cBhvr>
                                      <p:to>
                                        <p:strVal val="visible"/>
                                      </p:to>
                                    </p:set>
                                    <p:animEffect transition="in" filter="blinds(horizontal)">
                                      <p:cBhvr>
                                        <p:cTn id="28" dur="500"/>
                                        <p:tgtEl>
                                          <p:spTgt spid="610312"/>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610313"/>
                                        </p:tgtEl>
                                        <p:attrNameLst>
                                          <p:attrName>style.visibility</p:attrName>
                                        </p:attrNameLst>
                                      </p:cBhvr>
                                      <p:to>
                                        <p:strVal val="visible"/>
                                      </p:to>
                                    </p:set>
                                    <p:animEffect transition="in" filter="blinds(horizontal)">
                                      <p:cBhvr>
                                        <p:cTn id="31" dur="500"/>
                                        <p:tgtEl>
                                          <p:spTgt spid="610313"/>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610314"/>
                                        </p:tgtEl>
                                        <p:attrNameLst>
                                          <p:attrName>style.visibility</p:attrName>
                                        </p:attrNameLst>
                                      </p:cBhvr>
                                      <p:to>
                                        <p:strVal val="visible"/>
                                      </p:to>
                                    </p:set>
                                    <p:animEffect transition="in" filter="blinds(horizontal)">
                                      <p:cBhvr>
                                        <p:cTn id="34" dur="500"/>
                                        <p:tgtEl>
                                          <p:spTgt spid="610314"/>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610315"/>
                                        </p:tgtEl>
                                        <p:attrNameLst>
                                          <p:attrName>style.visibility</p:attrName>
                                        </p:attrNameLst>
                                      </p:cBhvr>
                                      <p:to>
                                        <p:strVal val="visible"/>
                                      </p:to>
                                    </p:set>
                                    <p:animEffect transition="in" filter="blinds(horizontal)">
                                      <p:cBhvr>
                                        <p:cTn id="37" dur="500"/>
                                        <p:tgtEl>
                                          <p:spTgt spid="610315"/>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box(in)">
                                      <p:cBhvr>
                                        <p:cTn id="4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0309" grpId="0" autoUpdateAnimBg="0"/>
      <p:bldP spid="610311" grpId="0" autoUpdateAnimBg="0"/>
      <p:bldP spid="610312" grpId="0"/>
      <p:bldP spid="610313" grpId="0"/>
      <p:bldP spid="610314" grpId="0"/>
      <p:bldP spid="610315"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61"/>
          <p:cNvGrpSpPr/>
          <p:nvPr/>
        </p:nvGrpSpPr>
        <p:grpSpPr bwMode="auto">
          <a:xfrm>
            <a:off x="911424" y="1196752"/>
            <a:ext cx="7343775" cy="1292225"/>
            <a:chOff x="567" y="709"/>
            <a:chExt cx="4626" cy="814"/>
          </a:xfrm>
        </p:grpSpPr>
        <p:sp>
          <p:nvSpPr>
            <p:cNvPr id="55340" name="Rectangle 6"/>
            <p:cNvSpPr>
              <a:spLocks noChangeArrowheads="1"/>
            </p:cNvSpPr>
            <p:nvPr/>
          </p:nvSpPr>
          <p:spPr bwMode="auto">
            <a:xfrm>
              <a:off x="567" y="709"/>
              <a:ext cx="4626" cy="814"/>
            </a:xfrm>
            <a:prstGeom prst="rect">
              <a:avLst/>
            </a:prstGeom>
            <a:solidFill>
              <a:srgbClr val="C9FFFF"/>
            </a:solidFill>
            <a:ln w="12700" cap="sq">
              <a:noFill/>
              <a:miter lim="800000"/>
            </a:ln>
            <a:effectLst>
              <a:outerShdw dist="161645" dir="2700000" algn="ctr" rotWithShape="0">
                <a:srgbClr val="999999"/>
              </a:outerShdw>
            </a:effectLst>
          </p:spPr>
          <p:txBody>
            <a:bodyPr wrap="none" anchor="ctr"/>
            <a:lstStyle/>
            <a:p>
              <a:endParaRPr lang="zh-CN" altLang="en-US"/>
            </a:p>
          </p:txBody>
        </p:sp>
        <p:sp>
          <p:nvSpPr>
            <p:cNvPr id="55341" name="Rectangle 7"/>
            <p:cNvSpPr>
              <a:spLocks noChangeArrowheads="1"/>
            </p:cNvSpPr>
            <p:nvPr/>
          </p:nvSpPr>
          <p:spPr bwMode="auto">
            <a:xfrm rot="28639">
              <a:off x="816" y="797"/>
              <a:ext cx="864" cy="365"/>
            </a:xfrm>
            <a:prstGeom prst="rect">
              <a:avLst/>
            </a:prstGeom>
            <a:noFill/>
            <a:ln w="12700" cap="sq">
              <a:noFill/>
              <a:miter lim="800000"/>
            </a:ln>
            <a:effectLst>
              <a:outerShdw dist="12700" algn="ctr" rotWithShape="0">
                <a:schemeClr val="bg1"/>
              </a:outerShdw>
            </a:effectLst>
          </p:spPr>
          <p:txBody>
            <a:bodyPr>
              <a:spAutoFit/>
            </a:bodyPr>
            <a:lstStyle/>
            <a:p>
              <a:r>
                <a:rPr lang="zh-CN" altLang="en-US" sz="3200">
                  <a:solidFill>
                    <a:srgbClr val="FF3300"/>
                  </a:solidFill>
                  <a:latin typeface="黑体" panose="02010609060101010101" pitchFamily="2" charset="-122"/>
                  <a:ea typeface="黑体" panose="02010609060101010101" pitchFamily="2" charset="-122"/>
                </a:rPr>
                <a:t>功能</a:t>
              </a:r>
              <a:endParaRPr lang="zh-CN" altLang="en-US" sz="3200">
                <a:solidFill>
                  <a:srgbClr val="FF3300"/>
                </a:solidFill>
                <a:latin typeface="黑体" panose="02010609060101010101" pitchFamily="2" charset="-122"/>
                <a:ea typeface="黑体" panose="02010609060101010101" pitchFamily="2" charset="-122"/>
              </a:endParaRPr>
            </a:p>
          </p:txBody>
        </p:sp>
        <p:sp>
          <p:nvSpPr>
            <p:cNvPr id="55342" name="Rectangle 8"/>
            <p:cNvSpPr>
              <a:spLocks noChangeArrowheads="1"/>
            </p:cNvSpPr>
            <p:nvPr/>
          </p:nvSpPr>
          <p:spPr bwMode="auto">
            <a:xfrm>
              <a:off x="839" y="799"/>
              <a:ext cx="4324" cy="650"/>
            </a:xfrm>
            <a:prstGeom prst="rect">
              <a:avLst/>
            </a:prstGeom>
            <a:noFill/>
            <a:ln w="12700" cap="sq">
              <a:noFill/>
              <a:miter lim="800000"/>
            </a:ln>
          </p:spPr>
          <p:txBody>
            <a:bodyPr>
              <a:spAutoFit/>
            </a:bodyPr>
            <a:lstStyle/>
            <a:p>
              <a:pPr fontAlgn="base">
                <a:lnSpc>
                  <a:spcPct val="110000"/>
                </a:lnSpc>
                <a:spcBef>
                  <a:spcPct val="0"/>
                </a:spcBef>
              </a:pPr>
              <a:r>
                <a:rPr lang="zh-CN" altLang="en-US" sz="2800" dirty="0">
                  <a:solidFill>
                    <a:srgbClr val="002F8C"/>
                  </a:solidFill>
                  <a:latin typeface="幼圆" pitchFamily="49" charset="-122"/>
                  <a:ea typeface="幼圆" pitchFamily="49" charset="-122"/>
                </a:rPr>
                <a:t>     删除非空双向循环链表中数据域的内容为</a:t>
              </a:r>
              <a:r>
                <a:rPr lang="en-US" altLang="zh-CN" sz="2800" dirty="0">
                  <a:solidFill>
                    <a:srgbClr val="002F8C"/>
                  </a:solidFill>
                  <a:ea typeface="幼圆" pitchFamily="49" charset="-122"/>
                </a:rPr>
                <a:t>x</a:t>
              </a:r>
              <a:r>
                <a:rPr lang="zh-CN" altLang="en-US" sz="2800" dirty="0">
                  <a:solidFill>
                    <a:srgbClr val="002F8C"/>
                  </a:solidFill>
                  <a:latin typeface="幼圆" pitchFamily="49" charset="-122"/>
                  <a:ea typeface="幼圆" pitchFamily="49" charset="-122"/>
                </a:rPr>
                <a:t>的链结点。</a:t>
              </a:r>
              <a:endParaRPr lang="zh-CN" altLang="en-US" sz="2800" dirty="0">
                <a:solidFill>
                  <a:srgbClr val="002F8C"/>
                </a:solidFill>
                <a:latin typeface="幼圆" pitchFamily="49" charset="-122"/>
                <a:ea typeface="幼圆" pitchFamily="49" charset="-122"/>
              </a:endParaRPr>
            </a:p>
          </p:txBody>
        </p:sp>
      </p:grpSp>
      <p:grpSp>
        <p:nvGrpSpPr>
          <p:cNvPr id="3" name="Group 9"/>
          <p:cNvGrpSpPr/>
          <p:nvPr/>
        </p:nvGrpSpPr>
        <p:grpSpPr bwMode="auto">
          <a:xfrm>
            <a:off x="874961" y="2780134"/>
            <a:ext cx="7107238" cy="1312863"/>
            <a:chOff x="540" y="2016"/>
            <a:chExt cx="4477" cy="827"/>
          </a:xfrm>
        </p:grpSpPr>
        <p:sp>
          <p:nvSpPr>
            <p:cNvPr id="55306" name="Line 10"/>
            <p:cNvSpPr>
              <a:spLocks noChangeShapeType="1"/>
            </p:cNvSpPr>
            <p:nvPr/>
          </p:nvSpPr>
          <p:spPr bwMode="auto">
            <a:xfrm>
              <a:off x="1396" y="2496"/>
              <a:ext cx="336"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55307" name="Line 11"/>
            <p:cNvSpPr>
              <a:spLocks noChangeShapeType="1"/>
            </p:cNvSpPr>
            <p:nvPr/>
          </p:nvSpPr>
          <p:spPr bwMode="auto">
            <a:xfrm>
              <a:off x="2219" y="2496"/>
              <a:ext cx="336"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55308" name="Line 12"/>
            <p:cNvSpPr>
              <a:spLocks noChangeShapeType="1"/>
            </p:cNvSpPr>
            <p:nvPr/>
          </p:nvSpPr>
          <p:spPr bwMode="auto">
            <a:xfrm>
              <a:off x="3951" y="2496"/>
              <a:ext cx="336"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55309" name="Line 13"/>
            <p:cNvSpPr>
              <a:spLocks noChangeShapeType="1"/>
            </p:cNvSpPr>
            <p:nvPr/>
          </p:nvSpPr>
          <p:spPr bwMode="auto">
            <a:xfrm>
              <a:off x="3109" y="2496"/>
              <a:ext cx="336"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55310" name="Rectangle 14"/>
            <p:cNvSpPr>
              <a:spLocks noChangeArrowheads="1"/>
            </p:cNvSpPr>
            <p:nvPr/>
          </p:nvSpPr>
          <p:spPr bwMode="auto">
            <a:xfrm>
              <a:off x="1056" y="2400"/>
              <a:ext cx="288" cy="240"/>
            </a:xfrm>
            <a:prstGeom prst="rect">
              <a:avLst/>
            </a:prstGeom>
            <a:noFill/>
            <a:ln w="25400" cap="sq">
              <a:solidFill>
                <a:schemeClr val="accent2"/>
              </a:solidFill>
              <a:miter lim="800000"/>
            </a:ln>
          </p:spPr>
          <p:txBody>
            <a:bodyPr wrap="none" anchor="ctr"/>
            <a:lstStyle/>
            <a:p>
              <a:endParaRPr lang="zh-CN" altLang="en-US" dirty="0">
                <a:noFill/>
              </a:endParaRPr>
            </a:p>
          </p:txBody>
        </p:sp>
        <p:sp>
          <p:nvSpPr>
            <p:cNvPr id="55311" name="Rectangle 15"/>
            <p:cNvSpPr>
              <a:spLocks noChangeArrowheads="1"/>
            </p:cNvSpPr>
            <p:nvPr/>
          </p:nvSpPr>
          <p:spPr bwMode="auto">
            <a:xfrm>
              <a:off x="1344" y="2400"/>
              <a:ext cx="144" cy="240"/>
            </a:xfrm>
            <a:prstGeom prst="rect">
              <a:avLst/>
            </a:prstGeom>
            <a:noFill/>
            <a:ln w="25400" cap="sq">
              <a:solidFill>
                <a:schemeClr val="accent2"/>
              </a:solidFill>
              <a:miter lim="800000"/>
            </a:ln>
          </p:spPr>
          <p:txBody>
            <a:bodyPr wrap="none" anchor="ctr"/>
            <a:lstStyle/>
            <a:p>
              <a:endParaRPr lang="zh-CN" altLang="en-US"/>
            </a:p>
          </p:txBody>
        </p:sp>
        <p:sp>
          <p:nvSpPr>
            <p:cNvPr id="55312" name="Rectangle 16"/>
            <p:cNvSpPr>
              <a:spLocks noChangeArrowheads="1"/>
            </p:cNvSpPr>
            <p:nvPr/>
          </p:nvSpPr>
          <p:spPr bwMode="auto">
            <a:xfrm>
              <a:off x="908" y="2400"/>
              <a:ext cx="144" cy="240"/>
            </a:xfrm>
            <a:prstGeom prst="rect">
              <a:avLst/>
            </a:prstGeom>
            <a:noFill/>
            <a:ln w="25400" cap="sq">
              <a:solidFill>
                <a:schemeClr val="accent2"/>
              </a:solidFill>
              <a:miter lim="800000"/>
            </a:ln>
          </p:spPr>
          <p:txBody>
            <a:bodyPr wrap="none" anchor="ctr"/>
            <a:lstStyle/>
            <a:p>
              <a:endParaRPr lang="zh-CN" altLang="en-US"/>
            </a:p>
          </p:txBody>
        </p:sp>
        <p:grpSp>
          <p:nvGrpSpPr>
            <p:cNvPr id="4" name="Group 17"/>
            <p:cNvGrpSpPr/>
            <p:nvPr/>
          </p:nvGrpSpPr>
          <p:grpSpPr bwMode="auto">
            <a:xfrm>
              <a:off x="1735" y="2400"/>
              <a:ext cx="580" cy="240"/>
              <a:chOff x="775" y="1056"/>
              <a:chExt cx="580" cy="240"/>
            </a:xfrm>
          </p:grpSpPr>
          <p:sp>
            <p:nvSpPr>
              <p:cNvPr id="55337" name="Rectangle 18"/>
              <p:cNvSpPr>
                <a:spLocks noChangeArrowheads="1"/>
              </p:cNvSpPr>
              <p:nvPr/>
            </p:nvSpPr>
            <p:spPr bwMode="auto">
              <a:xfrm>
                <a:off x="923" y="1056"/>
                <a:ext cx="288" cy="240"/>
              </a:xfrm>
              <a:prstGeom prst="rect">
                <a:avLst/>
              </a:prstGeom>
              <a:noFill/>
              <a:ln w="25400" cap="sq">
                <a:solidFill>
                  <a:srgbClr val="000099"/>
                </a:solidFill>
                <a:miter lim="800000"/>
              </a:ln>
            </p:spPr>
            <p:txBody>
              <a:bodyPr wrap="none" anchor="ctr"/>
              <a:lstStyle/>
              <a:p>
                <a:endParaRPr lang="zh-CN" altLang="en-US"/>
              </a:p>
            </p:txBody>
          </p:sp>
          <p:sp>
            <p:nvSpPr>
              <p:cNvPr id="55338" name="Rectangle 19"/>
              <p:cNvSpPr>
                <a:spLocks noChangeArrowheads="1"/>
              </p:cNvSpPr>
              <p:nvPr/>
            </p:nvSpPr>
            <p:spPr bwMode="auto">
              <a:xfrm>
                <a:off x="1211" y="1056"/>
                <a:ext cx="144" cy="240"/>
              </a:xfrm>
              <a:prstGeom prst="rect">
                <a:avLst/>
              </a:prstGeom>
              <a:noFill/>
              <a:ln w="25400" cap="sq">
                <a:solidFill>
                  <a:srgbClr val="000099"/>
                </a:solidFill>
                <a:miter lim="800000"/>
              </a:ln>
            </p:spPr>
            <p:txBody>
              <a:bodyPr wrap="none" anchor="ctr"/>
              <a:lstStyle/>
              <a:p>
                <a:endParaRPr lang="zh-CN" altLang="en-US"/>
              </a:p>
            </p:txBody>
          </p:sp>
          <p:sp>
            <p:nvSpPr>
              <p:cNvPr id="55339" name="Rectangle 20"/>
              <p:cNvSpPr>
                <a:spLocks noChangeArrowheads="1"/>
              </p:cNvSpPr>
              <p:nvPr/>
            </p:nvSpPr>
            <p:spPr bwMode="auto">
              <a:xfrm>
                <a:off x="775" y="1056"/>
                <a:ext cx="144" cy="240"/>
              </a:xfrm>
              <a:prstGeom prst="rect">
                <a:avLst/>
              </a:prstGeom>
              <a:noFill/>
              <a:ln w="25400" cap="sq">
                <a:solidFill>
                  <a:srgbClr val="000099"/>
                </a:solidFill>
                <a:miter lim="800000"/>
              </a:ln>
            </p:spPr>
            <p:txBody>
              <a:bodyPr wrap="none" anchor="ctr"/>
              <a:lstStyle/>
              <a:p>
                <a:endParaRPr lang="zh-CN" altLang="en-US"/>
              </a:p>
            </p:txBody>
          </p:sp>
        </p:grpSp>
        <p:grpSp>
          <p:nvGrpSpPr>
            <p:cNvPr id="5" name="Group 21"/>
            <p:cNvGrpSpPr/>
            <p:nvPr/>
          </p:nvGrpSpPr>
          <p:grpSpPr bwMode="auto">
            <a:xfrm>
              <a:off x="3463" y="2400"/>
              <a:ext cx="580" cy="240"/>
              <a:chOff x="775" y="1056"/>
              <a:chExt cx="580" cy="240"/>
            </a:xfrm>
          </p:grpSpPr>
          <p:sp>
            <p:nvSpPr>
              <p:cNvPr id="55334" name="Rectangle 22"/>
              <p:cNvSpPr>
                <a:spLocks noChangeArrowheads="1"/>
              </p:cNvSpPr>
              <p:nvPr/>
            </p:nvSpPr>
            <p:spPr bwMode="auto">
              <a:xfrm>
                <a:off x="923" y="1056"/>
                <a:ext cx="288" cy="240"/>
              </a:xfrm>
              <a:prstGeom prst="rect">
                <a:avLst/>
              </a:prstGeom>
              <a:noFill/>
              <a:ln w="25400" cap="sq">
                <a:solidFill>
                  <a:srgbClr val="000099"/>
                </a:solidFill>
                <a:miter lim="800000"/>
              </a:ln>
            </p:spPr>
            <p:txBody>
              <a:bodyPr wrap="none" anchor="ctr"/>
              <a:lstStyle/>
              <a:p>
                <a:endParaRPr lang="zh-CN" altLang="en-US"/>
              </a:p>
            </p:txBody>
          </p:sp>
          <p:sp>
            <p:nvSpPr>
              <p:cNvPr id="55335" name="Rectangle 23"/>
              <p:cNvSpPr>
                <a:spLocks noChangeArrowheads="1"/>
              </p:cNvSpPr>
              <p:nvPr/>
            </p:nvSpPr>
            <p:spPr bwMode="auto">
              <a:xfrm>
                <a:off x="1211" y="1056"/>
                <a:ext cx="144" cy="240"/>
              </a:xfrm>
              <a:prstGeom prst="rect">
                <a:avLst/>
              </a:prstGeom>
              <a:noFill/>
              <a:ln w="25400" cap="sq">
                <a:solidFill>
                  <a:srgbClr val="000099"/>
                </a:solidFill>
                <a:miter lim="800000"/>
              </a:ln>
            </p:spPr>
            <p:txBody>
              <a:bodyPr wrap="none" anchor="ctr"/>
              <a:lstStyle/>
              <a:p>
                <a:endParaRPr lang="zh-CN" altLang="en-US"/>
              </a:p>
            </p:txBody>
          </p:sp>
          <p:sp>
            <p:nvSpPr>
              <p:cNvPr id="55336" name="Rectangle 24"/>
              <p:cNvSpPr>
                <a:spLocks noChangeArrowheads="1"/>
              </p:cNvSpPr>
              <p:nvPr/>
            </p:nvSpPr>
            <p:spPr bwMode="auto">
              <a:xfrm>
                <a:off x="775" y="1056"/>
                <a:ext cx="144" cy="240"/>
              </a:xfrm>
              <a:prstGeom prst="rect">
                <a:avLst/>
              </a:prstGeom>
              <a:noFill/>
              <a:ln w="25400" cap="sq">
                <a:solidFill>
                  <a:srgbClr val="000099"/>
                </a:solidFill>
                <a:miter lim="800000"/>
              </a:ln>
            </p:spPr>
            <p:txBody>
              <a:bodyPr wrap="none" anchor="ctr"/>
              <a:lstStyle/>
              <a:p>
                <a:endParaRPr lang="zh-CN" altLang="en-US"/>
              </a:p>
            </p:txBody>
          </p:sp>
        </p:grpSp>
        <p:grpSp>
          <p:nvGrpSpPr>
            <p:cNvPr id="6" name="Group 25"/>
            <p:cNvGrpSpPr/>
            <p:nvPr/>
          </p:nvGrpSpPr>
          <p:grpSpPr bwMode="auto">
            <a:xfrm>
              <a:off x="4290" y="2400"/>
              <a:ext cx="580" cy="240"/>
              <a:chOff x="775" y="1056"/>
              <a:chExt cx="580" cy="240"/>
            </a:xfrm>
          </p:grpSpPr>
          <p:sp>
            <p:nvSpPr>
              <p:cNvPr id="55331" name="Rectangle 26"/>
              <p:cNvSpPr>
                <a:spLocks noChangeArrowheads="1"/>
              </p:cNvSpPr>
              <p:nvPr/>
            </p:nvSpPr>
            <p:spPr bwMode="auto">
              <a:xfrm>
                <a:off x="923" y="1056"/>
                <a:ext cx="288" cy="240"/>
              </a:xfrm>
              <a:prstGeom prst="rect">
                <a:avLst/>
              </a:prstGeom>
              <a:noFill/>
              <a:ln w="25400" cap="sq">
                <a:solidFill>
                  <a:srgbClr val="000099"/>
                </a:solidFill>
                <a:miter lim="800000"/>
              </a:ln>
            </p:spPr>
            <p:txBody>
              <a:bodyPr wrap="none" anchor="ctr"/>
              <a:lstStyle/>
              <a:p>
                <a:endParaRPr lang="zh-CN" altLang="en-US"/>
              </a:p>
            </p:txBody>
          </p:sp>
          <p:sp>
            <p:nvSpPr>
              <p:cNvPr id="55332" name="Rectangle 27"/>
              <p:cNvSpPr>
                <a:spLocks noChangeArrowheads="1"/>
              </p:cNvSpPr>
              <p:nvPr/>
            </p:nvSpPr>
            <p:spPr bwMode="auto">
              <a:xfrm>
                <a:off x="1211" y="1056"/>
                <a:ext cx="144" cy="240"/>
              </a:xfrm>
              <a:prstGeom prst="rect">
                <a:avLst/>
              </a:prstGeom>
              <a:noFill/>
              <a:ln w="25400" cap="sq">
                <a:solidFill>
                  <a:srgbClr val="000099"/>
                </a:solidFill>
                <a:miter lim="800000"/>
              </a:ln>
            </p:spPr>
            <p:txBody>
              <a:bodyPr wrap="none" anchor="ctr"/>
              <a:lstStyle/>
              <a:p>
                <a:endParaRPr lang="zh-CN" altLang="en-US"/>
              </a:p>
            </p:txBody>
          </p:sp>
          <p:sp>
            <p:nvSpPr>
              <p:cNvPr id="55333" name="Rectangle 28"/>
              <p:cNvSpPr>
                <a:spLocks noChangeArrowheads="1"/>
              </p:cNvSpPr>
              <p:nvPr/>
            </p:nvSpPr>
            <p:spPr bwMode="auto">
              <a:xfrm>
                <a:off x="775" y="1056"/>
                <a:ext cx="144" cy="240"/>
              </a:xfrm>
              <a:prstGeom prst="rect">
                <a:avLst/>
              </a:prstGeom>
              <a:noFill/>
              <a:ln w="25400" cap="sq">
                <a:solidFill>
                  <a:srgbClr val="000099"/>
                </a:solidFill>
                <a:miter lim="800000"/>
              </a:ln>
            </p:spPr>
            <p:txBody>
              <a:bodyPr wrap="none" anchor="ctr"/>
              <a:lstStyle/>
              <a:p>
                <a:endParaRPr lang="zh-CN" altLang="en-US"/>
              </a:p>
            </p:txBody>
          </p:sp>
        </p:grpSp>
        <p:sp>
          <p:nvSpPr>
            <p:cNvPr id="55316" name="Line 29"/>
            <p:cNvSpPr>
              <a:spLocks noChangeShapeType="1"/>
            </p:cNvSpPr>
            <p:nvPr/>
          </p:nvSpPr>
          <p:spPr bwMode="auto">
            <a:xfrm flipH="1">
              <a:off x="1477" y="2592"/>
              <a:ext cx="336"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55317" name="Line 30"/>
            <p:cNvSpPr>
              <a:spLocks noChangeShapeType="1"/>
            </p:cNvSpPr>
            <p:nvPr/>
          </p:nvSpPr>
          <p:spPr bwMode="auto">
            <a:xfrm flipH="1">
              <a:off x="2315" y="2592"/>
              <a:ext cx="336"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55318" name="Line 31"/>
            <p:cNvSpPr>
              <a:spLocks noChangeShapeType="1"/>
            </p:cNvSpPr>
            <p:nvPr/>
          </p:nvSpPr>
          <p:spPr bwMode="auto">
            <a:xfrm flipH="1">
              <a:off x="3205" y="2592"/>
              <a:ext cx="336"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55319" name="Line 32"/>
            <p:cNvSpPr>
              <a:spLocks noChangeShapeType="1"/>
            </p:cNvSpPr>
            <p:nvPr/>
          </p:nvSpPr>
          <p:spPr bwMode="auto">
            <a:xfrm flipH="1">
              <a:off x="4069" y="2581"/>
              <a:ext cx="336"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55320" name="Rectangle 33"/>
            <p:cNvSpPr>
              <a:spLocks noChangeArrowheads="1"/>
            </p:cNvSpPr>
            <p:nvPr/>
          </p:nvSpPr>
          <p:spPr bwMode="auto">
            <a:xfrm>
              <a:off x="2779" y="2352"/>
              <a:ext cx="275" cy="291"/>
            </a:xfrm>
            <a:prstGeom prst="rect">
              <a:avLst/>
            </a:prstGeom>
            <a:noFill/>
            <a:ln w="12700" cap="sq">
              <a:noFill/>
              <a:miter lim="800000"/>
            </a:ln>
          </p:spPr>
          <p:txBody>
            <a:bodyPr wrap="none">
              <a:spAutoFit/>
            </a:bodyPr>
            <a:lstStyle/>
            <a:p>
              <a:pPr algn="ctr"/>
              <a:r>
                <a:rPr lang="zh-CN" altLang="en-US" sz="2400">
                  <a:solidFill>
                    <a:schemeClr val="bg1"/>
                  </a:solidFill>
                  <a:ea typeface="宋体" pitchFamily="2" charset="-122"/>
                  <a:cs typeface="Times New Roman" panose="02020503050405090304" pitchFamily="18" charset="0"/>
                </a:rPr>
                <a:t>…</a:t>
              </a:r>
              <a:endParaRPr lang="zh-CN" altLang="en-US" sz="2400">
                <a:solidFill>
                  <a:schemeClr val="bg1"/>
                </a:solidFill>
                <a:ea typeface="宋体" pitchFamily="2" charset="-122"/>
                <a:cs typeface="Times New Roman" panose="02020503050405090304" pitchFamily="18" charset="0"/>
              </a:endParaRPr>
            </a:p>
          </p:txBody>
        </p:sp>
        <p:sp>
          <p:nvSpPr>
            <p:cNvPr id="55321" name="Rectangle 34"/>
            <p:cNvSpPr>
              <a:spLocks noChangeArrowheads="1"/>
            </p:cNvSpPr>
            <p:nvPr/>
          </p:nvSpPr>
          <p:spPr bwMode="auto">
            <a:xfrm>
              <a:off x="540" y="2016"/>
              <a:ext cx="294" cy="271"/>
            </a:xfrm>
            <a:prstGeom prst="rect">
              <a:avLst/>
            </a:prstGeom>
            <a:noFill/>
            <a:ln w="12700" cap="sq">
              <a:noFill/>
              <a:miter lim="800000"/>
            </a:ln>
          </p:spPr>
          <p:txBody>
            <a:bodyPr wrap="none">
              <a:spAutoFit/>
            </a:bodyPr>
            <a:lstStyle/>
            <a:p>
              <a:pPr algn="ctr"/>
              <a:r>
                <a:rPr lang="en-US" altLang="zh-CN" sz="2200">
                  <a:solidFill>
                    <a:srgbClr val="FF3300"/>
                  </a:solidFill>
                  <a:ea typeface="宋体" pitchFamily="2" charset="-122"/>
                </a:rPr>
                <a:t>list</a:t>
              </a:r>
              <a:endParaRPr lang="en-US" altLang="zh-CN" sz="2200">
                <a:solidFill>
                  <a:srgbClr val="FF3300"/>
                </a:solidFill>
                <a:ea typeface="宋体" pitchFamily="2" charset="-122"/>
              </a:endParaRPr>
            </a:p>
          </p:txBody>
        </p:sp>
        <p:sp>
          <p:nvSpPr>
            <p:cNvPr id="55322" name="Line 35"/>
            <p:cNvSpPr>
              <a:spLocks noChangeShapeType="1"/>
            </p:cNvSpPr>
            <p:nvPr/>
          </p:nvSpPr>
          <p:spPr bwMode="auto">
            <a:xfrm>
              <a:off x="757" y="2256"/>
              <a:ext cx="144" cy="144"/>
            </a:xfrm>
            <a:prstGeom prst="line">
              <a:avLst/>
            </a:prstGeom>
            <a:noFill/>
            <a:ln w="19050" cap="sq">
              <a:solidFill>
                <a:schemeClr val="accent2"/>
              </a:solidFill>
              <a:round/>
              <a:tailEnd type="triangle" w="med" len="med"/>
            </a:ln>
          </p:spPr>
          <p:txBody>
            <a:bodyPr wrap="none" anchor="ctr"/>
            <a:lstStyle/>
            <a:p>
              <a:endParaRPr lang="zh-CN" altLang="en-US"/>
            </a:p>
          </p:txBody>
        </p:sp>
        <p:sp>
          <p:nvSpPr>
            <p:cNvPr id="55323" name="Line 36"/>
            <p:cNvSpPr>
              <a:spLocks noChangeShapeType="1"/>
            </p:cNvSpPr>
            <p:nvPr/>
          </p:nvSpPr>
          <p:spPr bwMode="auto">
            <a:xfrm>
              <a:off x="4777" y="2496"/>
              <a:ext cx="240" cy="0"/>
            </a:xfrm>
            <a:prstGeom prst="line">
              <a:avLst/>
            </a:prstGeom>
            <a:noFill/>
            <a:ln w="19050" cap="sq">
              <a:solidFill>
                <a:schemeClr val="tx1"/>
              </a:solidFill>
              <a:round/>
            </a:ln>
          </p:spPr>
          <p:txBody>
            <a:bodyPr wrap="none" anchor="ctr"/>
            <a:lstStyle/>
            <a:p>
              <a:endParaRPr lang="zh-CN" altLang="en-US"/>
            </a:p>
          </p:txBody>
        </p:sp>
        <p:sp>
          <p:nvSpPr>
            <p:cNvPr id="55324" name="Line 37"/>
            <p:cNvSpPr>
              <a:spLocks noChangeShapeType="1"/>
            </p:cNvSpPr>
            <p:nvPr/>
          </p:nvSpPr>
          <p:spPr bwMode="auto">
            <a:xfrm>
              <a:off x="985" y="2208"/>
              <a:ext cx="4032" cy="0"/>
            </a:xfrm>
            <a:prstGeom prst="line">
              <a:avLst/>
            </a:prstGeom>
            <a:noFill/>
            <a:ln w="19050" cap="sq">
              <a:solidFill>
                <a:srgbClr val="000000"/>
              </a:solidFill>
              <a:round/>
            </a:ln>
          </p:spPr>
          <p:txBody>
            <a:bodyPr wrap="none" anchor="ctr"/>
            <a:lstStyle/>
            <a:p>
              <a:endParaRPr lang="zh-CN" altLang="en-US"/>
            </a:p>
          </p:txBody>
        </p:sp>
        <p:sp>
          <p:nvSpPr>
            <p:cNvPr id="55325" name="Line 38"/>
            <p:cNvSpPr>
              <a:spLocks noChangeShapeType="1"/>
            </p:cNvSpPr>
            <p:nvPr/>
          </p:nvSpPr>
          <p:spPr bwMode="auto">
            <a:xfrm>
              <a:off x="5017" y="2208"/>
              <a:ext cx="0" cy="288"/>
            </a:xfrm>
            <a:prstGeom prst="line">
              <a:avLst/>
            </a:prstGeom>
            <a:noFill/>
            <a:ln w="19050" cap="sq">
              <a:solidFill>
                <a:schemeClr val="tx1"/>
              </a:solidFill>
              <a:round/>
            </a:ln>
          </p:spPr>
          <p:txBody>
            <a:bodyPr wrap="none" anchor="ctr"/>
            <a:lstStyle/>
            <a:p>
              <a:endParaRPr lang="zh-CN" altLang="en-US"/>
            </a:p>
          </p:txBody>
        </p:sp>
        <p:sp>
          <p:nvSpPr>
            <p:cNvPr id="55326" name="Line 39"/>
            <p:cNvSpPr>
              <a:spLocks noChangeShapeType="1"/>
            </p:cNvSpPr>
            <p:nvPr/>
          </p:nvSpPr>
          <p:spPr bwMode="auto">
            <a:xfrm flipH="1">
              <a:off x="937" y="2208"/>
              <a:ext cx="48" cy="192"/>
            </a:xfrm>
            <a:prstGeom prst="line">
              <a:avLst/>
            </a:prstGeom>
            <a:noFill/>
            <a:ln w="19050" cap="sq">
              <a:solidFill>
                <a:schemeClr val="tx1"/>
              </a:solidFill>
              <a:round/>
              <a:tailEnd type="triangle" w="med" len="med"/>
            </a:ln>
          </p:spPr>
          <p:txBody>
            <a:bodyPr wrap="none" anchor="ctr"/>
            <a:lstStyle/>
            <a:p>
              <a:endParaRPr lang="zh-CN" altLang="en-US"/>
            </a:p>
          </p:txBody>
        </p:sp>
        <p:sp>
          <p:nvSpPr>
            <p:cNvPr id="55327" name="Line 40"/>
            <p:cNvSpPr>
              <a:spLocks noChangeShapeType="1"/>
            </p:cNvSpPr>
            <p:nvPr/>
          </p:nvSpPr>
          <p:spPr bwMode="auto">
            <a:xfrm>
              <a:off x="749" y="2544"/>
              <a:ext cx="240" cy="0"/>
            </a:xfrm>
            <a:prstGeom prst="line">
              <a:avLst/>
            </a:prstGeom>
            <a:noFill/>
            <a:ln w="19050" cap="sq">
              <a:solidFill>
                <a:schemeClr val="tx1"/>
              </a:solidFill>
              <a:round/>
            </a:ln>
          </p:spPr>
          <p:txBody>
            <a:bodyPr wrap="none" anchor="ctr"/>
            <a:lstStyle/>
            <a:p>
              <a:endParaRPr lang="zh-CN" altLang="en-US"/>
            </a:p>
          </p:txBody>
        </p:sp>
        <p:sp>
          <p:nvSpPr>
            <p:cNvPr id="55328" name="Line 41"/>
            <p:cNvSpPr>
              <a:spLocks noChangeShapeType="1"/>
            </p:cNvSpPr>
            <p:nvPr/>
          </p:nvSpPr>
          <p:spPr bwMode="auto">
            <a:xfrm>
              <a:off x="745" y="2843"/>
              <a:ext cx="4032" cy="0"/>
            </a:xfrm>
            <a:prstGeom prst="line">
              <a:avLst/>
            </a:prstGeom>
            <a:noFill/>
            <a:ln w="19050" cap="sq">
              <a:solidFill>
                <a:srgbClr val="000000"/>
              </a:solidFill>
              <a:round/>
            </a:ln>
          </p:spPr>
          <p:txBody>
            <a:bodyPr wrap="none" anchor="ctr"/>
            <a:lstStyle/>
            <a:p>
              <a:endParaRPr lang="zh-CN" altLang="en-US"/>
            </a:p>
          </p:txBody>
        </p:sp>
        <p:sp>
          <p:nvSpPr>
            <p:cNvPr id="55329" name="Line 42"/>
            <p:cNvSpPr>
              <a:spLocks noChangeShapeType="1"/>
            </p:cNvSpPr>
            <p:nvPr/>
          </p:nvSpPr>
          <p:spPr bwMode="auto">
            <a:xfrm>
              <a:off x="738" y="2544"/>
              <a:ext cx="0" cy="288"/>
            </a:xfrm>
            <a:prstGeom prst="line">
              <a:avLst/>
            </a:prstGeom>
            <a:noFill/>
            <a:ln w="19050" cap="sq">
              <a:solidFill>
                <a:schemeClr val="tx1"/>
              </a:solidFill>
              <a:round/>
            </a:ln>
          </p:spPr>
          <p:txBody>
            <a:bodyPr wrap="none" anchor="ctr"/>
            <a:lstStyle/>
            <a:p>
              <a:endParaRPr lang="zh-CN" altLang="en-US"/>
            </a:p>
          </p:txBody>
        </p:sp>
        <p:sp>
          <p:nvSpPr>
            <p:cNvPr id="55330" name="Line 43"/>
            <p:cNvSpPr>
              <a:spLocks noChangeShapeType="1"/>
            </p:cNvSpPr>
            <p:nvPr/>
          </p:nvSpPr>
          <p:spPr bwMode="auto">
            <a:xfrm flipV="1">
              <a:off x="4773" y="2640"/>
              <a:ext cx="96" cy="192"/>
            </a:xfrm>
            <a:prstGeom prst="line">
              <a:avLst/>
            </a:prstGeom>
            <a:noFill/>
            <a:ln w="19050" cap="sq">
              <a:solidFill>
                <a:schemeClr val="tx1"/>
              </a:solidFill>
              <a:round/>
              <a:tailEnd type="triangle" w="med" len="med"/>
            </a:ln>
          </p:spPr>
          <p:txBody>
            <a:bodyPr wrap="none" anchor="ctr"/>
            <a:lstStyle/>
            <a:p>
              <a:endParaRPr lang="zh-CN" altLang="en-US"/>
            </a:p>
          </p:txBody>
        </p:sp>
      </p:grpSp>
      <p:sp>
        <p:nvSpPr>
          <p:cNvPr id="440364" name="Rectangle 44"/>
          <p:cNvSpPr>
            <a:spLocks noChangeArrowheads="1"/>
          </p:cNvSpPr>
          <p:nvPr/>
        </p:nvSpPr>
        <p:spPr bwMode="auto">
          <a:xfrm>
            <a:off x="324049" y="4652739"/>
            <a:ext cx="2849563" cy="519113"/>
          </a:xfrm>
          <a:prstGeom prst="rect">
            <a:avLst/>
          </a:prstGeom>
          <a:noFill/>
          <a:ln w="12700" cap="sq">
            <a:noFill/>
            <a:miter lim="800000"/>
          </a:ln>
          <a:effectLst>
            <a:outerShdw dist="12700" dir="5400000" algn="ctr" rotWithShape="0">
              <a:schemeClr val="bg1"/>
            </a:outerShdw>
          </a:effectLst>
        </p:spPr>
        <p:txBody>
          <a:bodyPr>
            <a:spAutoFit/>
          </a:bodyPr>
          <a:lstStyle/>
          <a:p>
            <a:r>
              <a:rPr lang="zh-CN" altLang="en-US" sz="2800" i="1" dirty="0">
                <a:solidFill>
                  <a:srgbClr val="FF3300"/>
                </a:solidFill>
                <a:latin typeface="黑体" panose="02010609060101010101" pitchFamily="2" charset="-122"/>
                <a:ea typeface="黑体" panose="02010609060101010101" pitchFamily="2" charset="-122"/>
              </a:rPr>
              <a:t>需要做的工作:</a:t>
            </a:r>
            <a:endParaRPr lang="zh-CN" altLang="en-US" sz="2800" i="1" dirty="0">
              <a:solidFill>
                <a:srgbClr val="FF3300"/>
              </a:solidFill>
              <a:latin typeface="黑体" panose="02010609060101010101" pitchFamily="2" charset="-122"/>
              <a:ea typeface="黑体" panose="02010609060101010101" pitchFamily="2" charset="-122"/>
            </a:endParaRPr>
          </a:p>
        </p:txBody>
      </p:sp>
      <p:sp>
        <p:nvSpPr>
          <p:cNvPr id="440365" name="Text Box 45"/>
          <p:cNvSpPr txBox="1">
            <a:spLocks noChangeArrowheads="1"/>
          </p:cNvSpPr>
          <p:nvPr/>
        </p:nvSpPr>
        <p:spPr bwMode="auto">
          <a:xfrm>
            <a:off x="857448" y="5216301"/>
            <a:ext cx="4419600" cy="488950"/>
          </a:xfrm>
          <a:prstGeom prst="rect">
            <a:avLst/>
          </a:prstGeom>
          <a:noFill/>
          <a:ln w="9525">
            <a:noFill/>
            <a:miter lim="800000"/>
          </a:ln>
        </p:spPr>
        <p:txBody>
          <a:bodyPr>
            <a:spAutoFit/>
          </a:bodyPr>
          <a:lstStyle/>
          <a:p>
            <a:r>
              <a:rPr lang="zh-CN" altLang="en-US" sz="2600">
                <a:solidFill>
                  <a:srgbClr val="002F8C"/>
                </a:solidFill>
                <a:ea typeface="幼圆" pitchFamily="49" charset="-122"/>
              </a:rPr>
              <a:t>1.</a:t>
            </a:r>
            <a:r>
              <a:rPr lang="zh-CN" altLang="en-US" sz="2600">
                <a:solidFill>
                  <a:srgbClr val="002F8C"/>
                </a:solidFill>
                <a:latin typeface="幼圆" pitchFamily="49" charset="-122"/>
                <a:ea typeface="幼圆" pitchFamily="49" charset="-122"/>
              </a:rPr>
              <a:t> 找到满足条件的结点；</a:t>
            </a:r>
            <a:endParaRPr lang="zh-CN" altLang="en-US" sz="2600">
              <a:solidFill>
                <a:srgbClr val="002F8C"/>
              </a:solidFill>
              <a:latin typeface="幼圆" pitchFamily="49" charset="-122"/>
              <a:ea typeface="幼圆" pitchFamily="49" charset="-122"/>
            </a:endParaRPr>
          </a:p>
        </p:txBody>
      </p:sp>
      <p:sp>
        <p:nvSpPr>
          <p:cNvPr id="440366" name="Text Box 46"/>
          <p:cNvSpPr txBox="1">
            <a:spLocks noChangeArrowheads="1"/>
          </p:cNvSpPr>
          <p:nvPr/>
        </p:nvSpPr>
        <p:spPr bwMode="auto">
          <a:xfrm>
            <a:off x="857448" y="5629051"/>
            <a:ext cx="6858000" cy="488950"/>
          </a:xfrm>
          <a:prstGeom prst="rect">
            <a:avLst/>
          </a:prstGeom>
          <a:noFill/>
          <a:ln w="9525">
            <a:noFill/>
            <a:miter lim="800000"/>
          </a:ln>
        </p:spPr>
        <p:txBody>
          <a:bodyPr>
            <a:spAutoFit/>
          </a:bodyPr>
          <a:lstStyle/>
          <a:p>
            <a:r>
              <a:rPr lang="zh-CN" altLang="en-US" sz="2600">
                <a:solidFill>
                  <a:srgbClr val="002F8C"/>
                </a:solidFill>
                <a:ea typeface="幼圆" pitchFamily="49" charset="-122"/>
              </a:rPr>
              <a:t>2.</a:t>
            </a:r>
            <a:r>
              <a:rPr lang="zh-CN" altLang="en-US" sz="2600">
                <a:solidFill>
                  <a:srgbClr val="002F8C"/>
                </a:solidFill>
                <a:latin typeface="幼圆" pitchFamily="49" charset="-122"/>
                <a:ea typeface="幼圆" pitchFamily="49" charset="-122"/>
              </a:rPr>
              <a:t> 若找到，删除(并释放)满足条件的结点。</a:t>
            </a:r>
            <a:endParaRPr lang="zh-CN" altLang="en-US" sz="2600">
              <a:solidFill>
                <a:srgbClr val="002F8C"/>
              </a:solidFill>
              <a:latin typeface="幼圆" pitchFamily="49" charset="-122"/>
              <a:ea typeface="幼圆" pitchFamily="49" charset="-122"/>
            </a:endParaRPr>
          </a:p>
        </p:txBody>
      </p:sp>
      <p:grpSp>
        <p:nvGrpSpPr>
          <p:cNvPr id="7" name="Group 57"/>
          <p:cNvGrpSpPr/>
          <p:nvPr/>
        </p:nvGrpSpPr>
        <p:grpSpPr bwMode="auto">
          <a:xfrm>
            <a:off x="753319" y="42864"/>
            <a:ext cx="4983163" cy="685800"/>
            <a:chOff x="317" y="288"/>
            <a:chExt cx="2626" cy="432"/>
          </a:xfrm>
        </p:grpSpPr>
        <p:sp>
          <p:nvSpPr>
            <p:cNvPr id="55304" name="Rectangle 58"/>
            <p:cNvSpPr>
              <a:spLocks noChangeArrowheads="1"/>
            </p:cNvSpPr>
            <p:nvPr/>
          </p:nvSpPr>
          <p:spPr bwMode="auto">
            <a:xfrm>
              <a:off x="351" y="288"/>
              <a:ext cx="2592" cy="432"/>
            </a:xfrm>
            <a:prstGeom prst="rect">
              <a:avLst/>
            </a:prstGeom>
            <a:solidFill>
              <a:srgbClr val="FFFFCD"/>
            </a:solidFill>
            <a:ln w="12700" cap="sq">
              <a:noFill/>
              <a:miter lim="800000"/>
            </a:ln>
            <a:effectLst>
              <a:outerShdw dist="125724" dir="2700000" algn="ctr" rotWithShape="0">
                <a:srgbClr val="C0C0C0"/>
              </a:outerShdw>
            </a:effectLst>
          </p:spPr>
          <p:txBody>
            <a:bodyPr wrap="none" anchor="ctr"/>
            <a:lstStyle/>
            <a:p>
              <a:endParaRPr lang="zh-CN" altLang="en-US"/>
            </a:p>
          </p:txBody>
        </p:sp>
        <p:sp>
          <p:nvSpPr>
            <p:cNvPr id="55305" name="Rectangle 59"/>
            <p:cNvSpPr>
              <a:spLocks noChangeArrowheads="1"/>
            </p:cNvSpPr>
            <p:nvPr/>
          </p:nvSpPr>
          <p:spPr bwMode="auto">
            <a:xfrm>
              <a:off x="317" y="322"/>
              <a:ext cx="2611" cy="368"/>
            </a:xfrm>
            <a:prstGeom prst="rect">
              <a:avLst/>
            </a:prstGeom>
            <a:noFill/>
            <a:ln w="12700" cap="sq">
              <a:noFill/>
              <a:miter lim="800000"/>
            </a:ln>
          </p:spPr>
          <p:txBody>
            <a:bodyPr>
              <a:spAutoFit/>
            </a:bodyPr>
            <a:lstStyle/>
            <a:p>
              <a:r>
                <a:rPr kumimoji="1" lang="zh-CN" altLang="en-US" sz="3200" dirty="0">
                  <a:solidFill>
                    <a:srgbClr val="000096"/>
                  </a:solidFill>
                  <a:latin typeface="幼圆" pitchFamily="49" charset="-122"/>
                  <a:ea typeface="幼圆" pitchFamily="49" charset="-122"/>
                </a:rPr>
                <a:t> </a:t>
              </a:r>
              <a:r>
                <a:rPr kumimoji="1" lang="en-US" altLang="zh-CN" sz="3200" dirty="0">
                  <a:solidFill>
                    <a:srgbClr val="000096"/>
                  </a:solidFill>
                  <a:latin typeface="幼圆" pitchFamily="49" charset="-122"/>
                  <a:ea typeface="幼圆" pitchFamily="49" charset="-122"/>
                </a:rPr>
                <a:t>2.5.3 </a:t>
              </a:r>
              <a:r>
                <a:rPr kumimoji="1" lang="zh-CN" altLang="en-US" sz="3200" dirty="0">
                  <a:solidFill>
                    <a:srgbClr val="000096"/>
                  </a:solidFill>
                  <a:latin typeface="幼圆" pitchFamily="49" charset="-122"/>
                  <a:ea typeface="幼圆" pitchFamily="49" charset="-122"/>
                </a:rPr>
                <a:t>双向链表的删除</a:t>
              </a:r>
              <a:endParaRPr kumimoji="1" lang="zh-CN" altLang="en-US" sz="3200" dirty="0">
                <a:solidFill>
                  <a:srgbClr val="000096"/>
                </a:solidFill>
                <a:latin typeface="幼圆" pitchFamily="49" charset="-122"/>
                <a:ea typeface="幼圆" pitchFamily="49"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40364"/>
                                        </p:tgtEl>
                                        <p:attrNameLst>
                                          <p:attrName>style.visibility</p:attrName>
                                        </p:attrNameLst>
                                      </p:cBhvr>
                                      <p:to>
                                        <p:strVal val="visible"/>
                                      </p:to>
                                    </p:set>
                                    <p:animEffect transition="in" filter="blinds(horizontal)">
                                      <p:cBhvr>
                                        <p:cTn id="7" dur="500"/>
                                        <p:tgtEl>
                                          <p:spTgt spid="440364"/>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40365"/>
                                        </p:tgtEl>
                                        <p:attrNameLst>
                                          <p:attrName>style.visibility</p:attrName>
                                        </p:attrNameLst>
                                      </p:cBhvr>
                                      <p:to>
                                        <p:strVal val="visible"/>
                                      </p:to>
                                    </p:set>
                                    <p:animEffect transition="in" filter="blinds(horizontal)">
                                      <p:cBhvr>
                                        <p:cTn id="10" dur="500"/>
                                        <p:tgtEl>
                                          <p:spTgt spid="440365"/>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440366"/>
                                        </p:tgtEl>
                                        <p:attrNameLst>
                                          <p:attrName>style.visibility</p:attrName>
                                        </p:attrNameLst>
                                      </p:cBhvr>
                                      <p:to>
                                        <p:strVal val="visible"/>
                                      </p:to>
                                    </p:set>
                                    <p:animEffect transition="in" filter="blinds(horizontal)">
                                      <p:cBhvr>
                                        <p:cTn id="13" dur="500"/>
                                        <p:tgtEl>
                                          <p:spTgt spid="4403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64" grpId="0"/>
      <p:bldP spid="440365" grpId="0"/>
      <p:bldP spid="440366" grpId="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bwMode="auto">
          <a:xfrm>
            <a:off x="1775520" y="1"/>
            <a:ext cx="7908926" cy="1343025"/>
            <a:chOff x="202" y="240"/>
            <a:chExt cx="4982" cy="846"/>
          </a:xfrm>
        </p:grpSpPr>
        <p:grpSp>
          <p:nvGrpSpPr>
            <p:cNvPr id="3" name="Group 3"/>
            <p:cNvGrpSpPr/>
            <p:nvPr/>
          </p:nvGrpSpPr>
          <p:grpSpPr bwMode="auto">
            <a:xfrm>
              <a:off x="707" y="240"/>
              <a:ext cx="4477" cy="827"/>
              <a:chOff x="540" y="2016"/>
              <a:chExt cx="4477" cy="827"/>
            </a:xfrm>
          </p:grpSpPr>
          <p:sp>
            <p:nvSpPr>
              <p:cNvPr id="56402" name="Line 4"/>
              <p:cNvSpPr>
                <a:spLocks noChangeShapeType="1"/>
              </p:cNvSpPr>
              <p:nvPr/>
            </p:nvSpPr>
            <p:spPr bwMode="auto">
              <a:xfrm>
                <a:off x="1396" y="2496"/>
                <a:ext cx="336"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56403" name="Line 5"/>
              <p:cNvSpPr>
                <a:spLocks noChangeShapeType="1"/>
              </p:cNvSpPr>
              <p:nvPr/>
            </p:nvSpPr>
            <p:spPr bwMode="auto">
              <a:xfrm>
                <a:off x="2219" y="2496"/>
                <a:ext cx="336"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56404" name="Line 6"/>
              <p:cNvSpPr>
                <a:spLocks noChangeShapeType="1"/>
              </p:cNvSpPr>
              <p:nvPr/>
            </p:nvSpPr>
            <p:spPr bwMode="auto">
              <a:xfrm>
                <a:off x="3951" y="2496"/>
                <a:ext cx="336"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56405" name="Line 7"/>
              <p:cNvSpPr>
                <a:spLocks noChangeShapeType="1"/>
              </p:cNvSpPr>
              <p:nvPr/>
            </p:nvSpPr>
            <p:spPr bwMode="auto">
              <a:xfrm>
                <a:off x="3109" y="2496"/>
                <a:ext cx="336"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56406" name="Rectangle 8"/>
              <p:cNvSpPr>
                <a:spLocks noChangeArrowheads="1"/>
              </p:cNvSpPr>
              <p:nvPr/>
            </p:nvSpPr>
            <p:spPr bwMode="auto">
              <a:xfrm>
                <a:off x="1056" y="2400"/>
                <a:ext cx="288" cy="240"/>
              </a:xfrm>
              <a:prstGeom prst="rect">
                <a:avLst/>
              </a:prstGeom>
              <a:noFill/>
              <a:ln w="25400" cap="sq">
                <a:solidFill>
                  <a:schemeClr val="accent2"/>
                </a:solidFill>
                <a:miter lim="800000"/>
              </a:ln>
            </p:spPr>
            <p:txBody>
              <a:bodyPr wrap="none" anchor="ctr"/>
              <a:lstStyle/>
              <a:p>
                <a:endParaRPr lang="zh-CN" altLang="en-US"/>
              </a:p>
            </p:txBody>
          </p:sp>
          <p:sp>
            <p:nvSpPr>
              <p:cNvPr id="56407" name="Rectangle 9"/>
              <p:cNvSpPr>
                <a:spLocks noChangeArrowheads="1"/>
              </p:cNvSpPr>
              <p:nvPr/>
            </p:nvSpPr>
            <p:spPr bwMode="auto">
              <a:xfrm>
                <a:off x="1344" y="2400"/>
                <a:ext cx="144" cy="240"/>
              </a:xfrm>
              <a:prstGeom prst="rect">
                <a:avLst/>
              </a:prstGeom>
              <a:noFill/>
              <a:ln w="25400" cap="sq">
                <a:solidFill>
                  <a:schemeClr val="tx1"/>
                </a:solidFill>
                <a:miter lim="800000"/>
              </a:ln>
            </p:spPr>
            <p:txBody>
              <a:bodyPr wrap="none" anchor="ctr"/>
              <a:lstStyle/>
              <a:p>
                <a:endParaRPr lang="zh-CN" altLang="en-US"/>
              </a:p>
            </p:txBody>
          </p:sp>
          <p:sp>
            <p:nvSpPr>
              <p:cNvPr id="56408" name="Rectangle 10"/>
              <p:cNvSpPr>
                <a:spLocks noChangeArrowheads="1"/>
              </p:cNvSpPr>
              <p:nvPr/>
            </p:nvSpPr>
            <p:spPr bwMode="auto">
              <a:xfrm>
                <a:off x="908" y="2400"/>
                <a:ext cx="144" cy="240"/>
              </a:xfrm>
              <a:prstGeom prst="rect">
                <a:avLst/>
              </a:prstGeom>
              <a:noFill/>
              <a:ln w="25400" cap="sq">
                <a:solidFill>
                  <a:schemeClr val="accent2"/>
                </a:solidFill>
                <a:miter lim="800000"/>
              </a:ln>
            </p:spPr>
            <p:txBody>
              <a:bodyPr wrap="none" anchor="ctr"/>
              <a:lstStyle/>
              <a:p>
                <a:endParaRPr lang="zh-CN" altLang="en-US"/>
              </a:p>
            </p:txBody>
          </p:sp>
          <p:grpSp>
            <p:nvGrpSpPr>
              <p:cNvPr id="4" name="Group 11"/>
              <p:cNvGrpSpPr/>
              <p:nvPr/>
            </p:nvGrpSpPr>
            <p:grpSpPr bwMode="auto">
              <a:xfrm>
                <a:off x="1735" y="2400"/>
                <a:ext cx="580" cy="240"/>
                <a:chOff x="775" y="1056"/>
                <a:chExt cx="580" cy="240"/>
              </a:xfrm>
            </p:grpSpPr>
            <p:sp>
              <p:nvSpPr>
                <p:cNvPr id="56433" name="Rectangle 12"/>
                <p:cNvSpPr>
                  <a:spLocks noChangeArrowheads="1"/>
                </p:cNvSpPr>
                <p:nvPr/>
              </p:nvSpPr>
              <p:spPr bwMode="auto">
                <a:xfrm>
                  <a:off x="923" y="1056"/>
                  <a:ext cx="288" cy="240"/>
                </a:xfrm>
                <a:prstGeom prst="rect">
                  <a:avLst/>
                </a:prstGeom>
                <a:noFill/>
                <a:ln w="25400" cap="sq">
                  <a:solidFill>
                    <a:srgbClr val="000099"/>
                  </a:solidFill>
                  <a:miter lim="800000"/>
                </a:ln>
              </p:spPr>
              <p:txBody>
                <a:bodyPr wrap="none" anchor="ctr"/>
                <a:lstStyle/>
                <a:p>
                  <a:endParaRPr lang="zh-CN" altLang="en-US"/>
                </a:p>
              </p:txBody>
            </p:sp>
            <p:sp>
              <p:nvSpPr>
                <p:cNvPr id="56434" name="Rectangle 13"/>
                <p:cNvSpPr>
                  <a:spLocks noChangeArrowheads="1"/>
                </p:cNvSpPr>
                <p:nvPr/>
              </p:nvSpPr>
              <p:spPr bwMode="auto">
                <a:xfrm>
                  <a:off x="1211" y="1056"/>
                  <a:ext cx="144" cy="240"/>
                </a:xfrm>
                <a:prstGeom prst="rect">
                  <a:avLst/>
                </a:prstGeom>
                <a:noFill/>
                <a:ln w="25400" cap="sq">
                  <a:solidFill>
                    <a:srgbClr val="000099"/>
                  </a:solidFill>
                  <a:miter lim="800000"/>
                </a:ln>
              </p:spPr>
              <p:txBody>
                <a:bodyPr wrap="none" anchor="ctr"/>
                <a:lstStyle/>
                <a:p>
                  <a:endParaRPr lang="zh-CN" altLang="en-US"/>
                </a:p>
              </p:txBody>
            </p:sp>
            <p:sp>
              <p:nvSpPr>
                <p:cNvPr id="56435" name="Rectangle 14"/>
                <p:cNvSpPr>
                  <a:spLocks noChangeArrowheads="1"/>
                </p:cNvSpPr>
                <p:nvPr/>
              </p:nvSpPr>
              <p:spPr bwMode="auto">
                <a:xfrm>
                  <a:off x="775" y="1056"/>
                  <a:ext cx="144" cy="240"/>
                </a:xfrm>
                <a:prstGeom prst="rect">
                  <a:avLst/>
                </a:prstGeom>
                <a:noFill/>
                <a:ln w="25400" cap="sq">
                  <a:solidFill>
                    <a:srgbClr val="000099"/>
                  </a:solidFill>
                  <a:miter lim="800000"/>
                </a:ln>
              </p:spPr>
              <p:txBody>
                <a:bodyPr wrap="none" anchor="ctr"/>
                <a:lstStyle/>
                <a:p>
                  <a:endParaRPr lang="zh-CN" altLang="en-US"/>
                </a:p>
              </p:txBody>
            </p:sp>
          </p:grpSp>
          <p:grpSp>
            <p:nvGrpSpPr>
              <p:cNvPr id="5" name="Group 15"/>
              <p:cNvGrpSpPr/>
              <p:nvPr/>
            </p:nvGrpSpPr>
            <p:grpSpPr bwMode="auto">
              <a:xfrm>
                <a:off x="3463" y="2400"/>
                <a:ext cx="580" cy="240"/>
                <a:chOff x="775" y="1056"/>
                <a:chExt cx="580" cy="240"/>
              </a:xfrm>
            </p:grpSpPr>
            <p:sp>
              <p:nvSpPr>
                <p:cNvPr id="56430" name="Rectangle 16"/>
                <p:cNvSpPr>
                  <a:spLocks noChangeArrowheads="1"/>
                </p:cNvSpPr>
                <p:nvPr/>
              </p:nvSpPr>
              <p:spPr bwMode="auto">
                <a:xfrm>
                  <a:off x="923" y="1056"/>
                  <a:ext cx="288" cy="240"/>
                </a:xfrm>
                <a:prstGeom prst="rect">
                  <a:avLst/>
                </a:prstGeom>
                <a:noFill/>
                <a:ln w="25400" cap="sq">
                  <a:solidFill>
                    <a:srgbClr val="000099"/>
                  </a:solidFill>
                  <a:miter lim="800000"/>
                </a:ln>
              </p:spPr>
              <p:txBody>
                <a:bodyPr wrap="none" anchor="ctr"/>
                <a:lstStyle/>
                <a:p>
                  <a:endParaRPr lang="zh-CN" altLang="en-US"/>
                </a:p>
              </p:txBody>
            </p:sp>
            <p:sp>
              <p:nvSpPr>
                <p:cNvPr id="56431" name="Rectangle 17"/>
                <p:cNvSpPr>
                  <a:spLocks noChangeArrowheads="1"/>
                </p:cNvSpPr>
                <p:nvPr/>
              </p:nvSpPr>
              <p:spPr bwMode="auto">
                <a:xfrm>
                  <a:off x="1211" y="1056"/>
                  <a:ext cx="144" cy="240"/>
                </a:xfrm>
                <a:prstGeom prst="rect">
                  <a:avLst/>
                </a:prstGeom>
                <a:noFill/>
                <a:ln w="25400" cap="sq">
                  <a:solidFill>
                    <a:srgbClr val="000099"/>
                  </a:solidFill>
                  <a:miter lim="800000"/>
                </a:ln>
              </p:spPr>
              <p:txBody>
                <a:bodyPr wrap="none" anchor="ctr"/>
                <a:lstStyle/>
                <a:p>
                  <a:endParaRPr lang="zh-CN" altLang="en-US"/>
                </a:p>
              </p:txBody>
            </p:sp>
            <p:sp>
              <p:nvSpPr>
                <p:cNvPr id="56432" name="Rectangle 18"/>
                <p:cNvSpPr>
                  <a:spLocks noChangeArrowheads="1"/>
                </p:cNvSpPr>
                <p:nvPr/>
              </p:nvSpPr>
              <p:spPr bwMode="auto">
                <a:xfrm>
                  <a:off x="775" y="1056"/>
                  <a:ext cx="144" cy="240"/>
                </a:xfrm>
                <a:prstGeom prst="rect">
                  <a:avLst/>
                </a:prstGeom>
                <a:noFill/>
                <a:ln w="25400" cap="sq">
                  <a:solidFill>
                    <a:srgbClr val="000099"/>
                  </a:solidFill>
                  <a:miter lim="800000"/>
                </a:ln>
              </p:spPr>
              <p:txBody>
                <a:bodyPr wrap="none" anchor="ctr"/>
                <a:lstStyle/>
                <a:p>
                  <a:endParaRPr lang="zh-CN" altLang="en-US"/>
                </a:p>
              </p:txBody>
            </p:sp>
          </p:grpSp>
          <p:grpSp>
            <p:nvGrpSpPr>
              <p:cNvPr id="6" name="Group 19"/>
              <p:cNvGrpSpPr/>
              <p:nvPr/>
            </p:nvGrpSpPr>
            <p:grpSpPr bwMode="auto">
              <a:xfrm>
                <a:off x="4290" y="2400"/>
                <a:ext cx="580" cy="240"/>
                <a:chOff x="775" y="1056"/>
                <a:chExt cx="580" cy="240"/>
              </a:xfrm>
            </p:grpSpPr>
            <p:sp>
              <p:nvSpPr>
                <p:cNvPr id="56427" name="Rectangle 20"/>
                <p:cNvSpPr>
                  <a:spLocks noChangeArrowheads="1"/>
                </p:cNvSpPr>
                <p:nvPr/>
              </p:nvSpPr>
              <p:spPr bwMode="auto">
                <a:xfrm>
                  <a:off x="923" y="1056"/>
                  <a:ext cx="288" cy="240"/>
                </a:xfrm>
                <a:prstGeom prst="rect">
                  <a:avLst/>
                </a:prstGeom>
                <a:noFill/>
                <a:ln w="25400" cap="sq">
                  <a:solidFill>
                    <a:srgbClr val="000099"/>
                  </a:solidFill>
                  <a:miter lim="800000"/>
                </a:ln>
              </p:spPr>
              <p:txBody>
                <a:bodyPr wrap="none" anchor="ctr"/>
                <a:lstStyle/>
                <a:p>
                  <a:endParaRPr lang="zh-CN" altLang="en-US"/>
                </a:p>
              </p:txBody>
            </p:sp>
            <p:sp>
              <p:nvSpPr>
                <p:cNvPr id="56428" name="Rectangle 21"/>
                <p:cNvSpPr>
                  <a:spLocks noChangeArrowheads="1"/>
                </p:cNvSpPr>
                <p:nvPr/>
              </p:nvSpPr>
              <p:spPr bwMode="auto">
                <a:xfrm>
                  <a:off x="1211" y="1056"/>
                  <a:ext cx="144" cy="240"/>
                </a:xfrm>
                <a:prstGeom prst="rect">
                  <a:avLst/>
                </a:prstGeom>
                <a:noFill/>
                <a:ln w="25400" cap="sq">
                  <a:solidFill>
                    <a:srgbClr val="000099"/>
                  </a:solidFill>
                  <a:miter lim="800000"/>
                </a:ln>
              </p:spPr>
              <p:txBody>
                <a:bodyPr wrap="none" anchor="ctr"/>
                <a:lstStyle/>
                <a:p>
                  <a:endParaRPr lang="zh-CN" altLang="en-US"/>
                </a:p>
              </p:txBody>
            </p:sp>
            <p:sp>
              <p:nvSpPr>
                <p:cNvPr id="56429" name="Rectangle 22"/>
                <p:cNvSpPr>
                  <a:spLocks noChangeArrowheads="1"/>
                </p:cNvSpPr>
                <p:nvPr/>
              </p:nvSpPr>
              <p:spPr bwMode="auto">
                <a:xfrm>
                  <a:off x="775" y="1056"/>
                  <a:ext cx="144" cy="240"/>
                </a:xfrm>
                <a:prstGeom prst="rect">
                  <a:avLst/>
                </a:prstGeom>
                <a:noFill/>
                <a:ln w="25400" cap="sq">
                  <a:solidFill>
                    <a:srgbClr val="000099"/>
                  </a:solidFill>
                  <a:miter lim="800000"/>
                </a:ln>
              </p:spPr>
              <p:txBody>
                <a:bodyPr wrap="none" anchor="ctr"/>
                <a:lstStyle/>
                <a:p>
                  <a:endParaRPr lang="zh-CN" altLang="en-US"/>
                </a:p>
              </p:txBody>
            </p:sp>
          </p:grpSp>
          <p:sp>
            <p:nvSpPr>
              <p:cNvPr id="56412" name="Line 23"/>
              <p:cNvSpPr>
                <a:spLocks noChangeShapeType="1"/>
              </p:cNvSpPr>
              <p:nvPr/>
            </p:nvSpPr>
            <p:spPr bwMode="auto">
              <a:xfrm flipH="1">
                <a:off x="1477" y="2592"/>
                <a:ext cx="336"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56413" name="Line 24"/>
              <p:cNvSpPr>
                <a:spLocks noChangeShapeType="1"/>
              </p:cNvSpPr>
              <p:nvPr/>
            </p:nvSpPr>
            <p:spPr bwMode="auto">
              <a:xfrm flipH="1">
                <a:off x="2315" y="2592"/>
                <a:ext cx="336"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56414" name="Line 25"/>
              <p:cNvSpPr>
                <a:spLocks noChangeShapeType="1"/>
              </p:cNvSpPr>
              <p:nvPr/>
            </p:nvSpPr>
            <p:spPr bwMode="auto">
              <a:xfrm flipH="1">
                <a:off x="3205" y="2592"/>
                <a:ext cx="336"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56415" name="Line 26"/>
              <p:cNvSpPr>
                <a:spLocks noChangeShapeType="1"/>
              </p:cNvSpPr>
              <p:nvPr/>
            </p:nvSpPr>
            <p:spPr bwMode="auto">
              <a:xfrm flipH="1">
                <a:off x="4069" y="2581"/>
                <a:ext cx="336"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56416" name="Rectangle 27"/>
              <p:cNvSpPr>
                <a:spLocks noChangeArrowheads="1"/>
              </p:cNvSpPr>
              <p:nvPr/>
            </p:nvSpPr>
            <p:spPr bwMode="auto">
              <a:xfrm>
                <a:off x="2779" y="2352"/>
                <a:ext cx="275" cy="291"/>
              </a:xfrm>
              <a:prstGeom prst="rect">
                <a:avLst/>
              </a:prstGeom>
              <a:noFill/>
              <a:ln w="12700" cap="sq">
                <a:noFill/>
                <a:miter lim="800000"/>
              </a:ln>
            </p:spPr>
            <p:txBody>
              <a:bodyPr wrap="none">
                <a:spAutoFit/>
              </a:bodyPr>
              <a:lstStyle/>
              <a:p>
                <a:pPr algn="ctr"/>
                <a:r>
                  <a:rPr lang="zh-CN" altLang="en-US" sz="2400">
                    <a:solidFill>
                      <a:schemeClr val="bg1"/>
                    </a:solidFill>
                    <a:ea typeface="宋体" pitchFamily="2" charset="-122"/>
                    <a:cs typeface="Times New Roman" panose="02020503050405090304" pitchFamily="18" charset="0"/>
                  </a:rPr>
                  <a:t>…</a:t>
                </a:r>
                <a:endParaRPr lang="zh-CN" altLang="en-US" sz="2400">
                  <a:solidFill>
                    <a:schemeClr val="bg1"/>
                  </a:solidFill>
                  <a:ea typeface="宋体" pitchFamily="2" charset="-122"/>
                  <a:cs typeface="Times New Roman" panose="02020503050405090304" pitchFamily="18" charset="0"/>
                </a:endParaRPr>
              </a:p>
            </p:txBody>
          </p:sp>
          <p:sp>
            <p:nvSpPr>
              <p:cNvPr id="56417" name="Rectangle 28"/>
              <p:cNvSpPr>
                <a:spLocks noChangeArrowheads="1"/>
              </p:cNvSpPr>
              <p:nvPr/>
            </p:nvSpPr>
            <p:spPr bwMode="auto">
              <a:xfrm>
                <a:off x="540" y="2016"/>
                <a:ext cx="294" cy="271"/>
              </a:xfrm>
              <a:prstGeom prst="rect">
                <a:avLst/>
              </a:prstGeom>
              <a:noFill/>
              <a:ln w="12700" cap="sq">
                <a:noFill/>
                <a:miter lim="800000"/>
              </a:ln>
            </p:spPr>
            <p:txBody>
              <a:bodyPr wrap="none">
                <a:spAutoFit/>
              </a:bodyPr>
              <a:lstStyle/>
              <a:p>
                <a:pPr algn="ctr"/>
                <a:r>
                  <a:rPr lang="en-US" altLang="zh-CN" sz="2200">
                    <a:solidFill>
                      <a:srgbClr val="FF3300"/>
                    </a:solidFill>
                    <a:ea typeface="宋体" pitchFamily="2" charset="-122"/>
                  </a:rPr>
                  <a:t>list</a:t>
                </a:r>
                <a:endParaRPr lang="en-US" altLang="zh-CN" sz="2200">
                  <a:solidFill>
                    <a:srgbClr val="FF3300"/>
                  </a:solidFill>
                  <a:ea typeface="宋体" pitchFamily="2" charset="-122"/>
                </a:endParaRPr>
              </a:p>
            </p:txBody>
          </p:sp>
          <p:sp>
            <p:nvSpPr>
              <p:cNvPr id="56418" name="Line 29"/>
              <p:cNvSpPr>
                <a:spLocks noChangeShapeType="1"/>
              </p:cNvSpPr>
              <p:nvPr/>
            </p:nvSpPr>
            <p:spPr bwMode="auto">
              <a:xfrm>
                <a:off x="757" y="2256"/>
                <a:ext cx="144" cy="144"/>
              </a:xfrm>
              <a:prstGeom prst="line">
                <a:avLst/>
              </a:prstGeom>
              <a:noFill/>
              <a:ln w="19050" cap="sq">
                <a:solidFill>
                  <a:schemeClr val="accent2"/>
                </a:solidFill>
                <a:round/>
                <a:tailEnd type="triangle" w="med" len="med"/>
              </a:ln>
            </p:spPr>
            <p:txBody>
              <a:bodyPr wrap="none" anchor="ctr"/>
              <a:lstStyle/>
              <a:p>
                <a:endParaRPr lang="zh-CN" altLang="en-US"/>
              </a:p>
            </p:txBody>
          </p:sp>
          <p:sp>
            <p:nvSpPr>
              <p:cNvPr id="56419" name="Line 30"/>
              <p:cNvSpPr>
                <a:spLocks noChangeShapeType="1"/>
              </p:cNvSpPr>
              <p:nvPr/>
            </p:nvSpPr>
            <p:spPr bwMode="auto">
              <a:xfrm>
                <a:off x="4777" y="2496"/>
                <a:ext cx="240" cy="0"/>
              </a:xfrm>
              <a:prstGeom prst="line">
                <a:avLst/>
              </a:prstGeom>
              <a:noFill/>
              <a:ln w="19050" cap="sq">
                <a:solidFill>
                  <a:schemeClr val="tx1"/>
                </a:solidFill>
                <a:round/>
              </a:ln>
            </p:spPr>
            <p:txBody>
              <a:bodyPr wrap="none" anchor="ctr"/>
              <a:lstStyle/>
              <a:p>
                <a:endParaRPr lang="zh-CN" altLang="en-US"/>
              </a:p>
            </p:txBody>
          </p:sp>
          <p:sp>
            <p:nvSpPr>
              <p:cNvPr id="56420" name="Line 31"/>
              <p:cNvSpPr>
                <a:spLocks noChangeShapeType="1"/>
              </p:cNvSpPr>
              <p:nvPr/>
            </p:nvSpPr>
            <p:spPr bwMode="auto">
              <a:xfrm>
                <a:off x="985" y="2208"/>
                <a:ext cx="4032" cy="0"/>
              </a:xfrm>
              <a:prstGeom prst="line">
                <a:avLst/>
              </a:prstGeom>
              <a:noFill/>
              <a:ln w="19050" cap="sq">
                <a:solidFill>
                  <a:srgbClr val="000000"/>
                </a:solidFill>
                <a:round/>
              </a:ln>
            </p:spPr>
            <p:txBody>
              <a:bodyPr wrap="none" anchor="ctr"/>
              <a:lstStyle/>
              <a:p>
                <a:endParaRPr lang="zh-CN" altLang="en-US"/>
              </a:p>
            </p:txBody>
          </p:sp>
          <p:sp>
            <p:nvSpPr>
              <p:cNvPr id="56421" name="Line 32"/>
              <p:cNvSpPr>
                <a:spLocks noChangeShapeType="1"/>
              </p:cNvSpPr>
              <p:nvPr/>
            </p:nvSpPr>
            <p:spPr bwMode="auto">
              <a:xfrm>
                <a:off x="5017" y="2208"/>
                <a:ext cx="0" cy="288"/>
              </a:xfrm>
              <a:prstGeom prst="line">
                <a:avLst/>
              </a:prstGeom>
              <a:noFill/>
              <a:ln w="19050" cap="sq">
                <a:solidFill>
                  <a:schemeClr val="tx1"/>
                </a:solidFill>
                <a:round/>
              </a:ln>
            </p:spPr>
            <p:txBody>
              <a:bodyPr wrap="none" anchor="ctr"/>
              <a:lstStyle/>
              <a:p>
                <a:endParaRPr lang="zh-CN" altLang="en-US"/>
              </a:p>
            </p:txBody>
          </p:sp>
          <p:sp>
            <p:nvSpPr>
              <p:cNvPr id="56422" name="Line 33"/>
              <p:cNvSpPr>
                <a:spLocks noChangeShapeType="1"/>
              </p:cNvSpPr>
              <p:nvPr/>
            </p:nvSpPr>
            <p:spPr bwMode="auto">
              <a:xfrm flipH="1">
                <a:off x="937" y="2208"/>
                <a:ext cx="48" cy="192"/>
              </a:xfrm>
              <a:prstGeom prst="line">
                <a:avLst/>
              </a:prstGeom>
              <a:noFill/>
              <a:ln w="19050" cap="sq">
                <a:solidFill>
                  <a:schemeClr val="bg1"/>
                </a:solidFill>
                <a:round/>
                <a:tailEnd type="triangle" w="med" len="med"/>
              </a:ln>
            </p:spPr>
            <p:txBody>
              <a:bodyPr wrap="none" anchor="ctr"/>
              <a:lstStyle/>
              <a:p>
                <a:endParaRPr lang="zh-CN" altLang="en-US"/>
              </a:p>
            </p:txBody>
          </p:sp>
          <p:sp>
            <p:nvSpPr>
              <p:cNvPr id="56423" name="Line 34"/>
              <p:cNvSpPr>
                <a:spLocks noChangeShapeType="1"/>
              </p:cNvSpPr>
              <p:nvPr/>
            </p:nvSpPr>
            <p:spPr bwMode="auto">
              <a:xfrm>
                <a:off x="749" y="2544"/>
                <a:ext cx="240" cy="0"/>
              </a:xfrm>
              <a:prstGeom prst="line">
                <a:avLst/>
              </a:prstGeom>
              <a:noFill/>
              <a:ln w="19050" cap="sq">
                <a:solidFill>
                  <a:schemeClr val="tx1"/>
                </a:solidFill>
                <a:round/>
              </a:ln>
            </p:spPr>
            <p:txBody>
              <a:bodyPr wrap="none" anchor="ctr"/>
              <a:lstStyle/>
              <a:p>
                <a:endParaRPr lang="zh-CN" altLang="en-US"/>
              </a:p>
            </p:txBody>
          </p:sp>
          <p:sp>
            <p:nvSpPr>
              <p:cNvPr id="56424" name="Line 35"/>
              <p:cNvSpPr>
                <a:spLocks noChangeShapeType="1"/>
              </p:cNvSpPr>
              <p:nvPr/>
            </p:nvSpPr>
            <p:spPr bwMode="auto">
              <a:xfrm>
                <a:off x="745" y="2843"/>
                <a:ext cx="4032" cy="0"/>
              </a:xfrm>
              <a:prstGeom prst="line">
                <a:avLst/>
              </a:prstGeom>
              <a:noFill/>
              <a:ln w="19050" cap="sq">
                <a:solidFill>
                  <a:srgbClr val="000000"/>
                </a:solidFill>
                <a:round/>
              </a:ln>
            </p:spPr>
            <p:txBody>
              <a:bodyPr wrap="none" anchor="ctr"/>
              <a:lstStyle/>
              <a:p>
                <a:endParaRPr lang="zh-CN" altLang="en-US"/>
              </a:p>
            </p:txBody>
          </p:sp>
          <p:sp>
            <p:nvSpPr>
              <p:cNvPr id="56425" name="Line 36"/>
              <p:cNvSpPr>
                <a:spLocks noChangeShapeType="1"/>
              </p:cNvSpPr>
              <p:nvPr/>
            </p:nvSpPr>
            <p:spPr bwMode="auto">
              <a:xfrm>
                <a:off x="738" y="2544"/>
                <a:ext cx="0" cy="288"/>
              </a:xfrm>
              <a:prstGeom prst="line">
                <a:avLst/>
              </a:prstGeom>
              <a:noFill/>
              <a:ln w="19050" cap="sq">
                <a:solidFill>
                  <a:schemeClr val="tx1"/>
                </a:solidFill>
                <a:round/>
              </a:ln>
            </p:spPr>
            <p:txBody>
              <a:bodyPr wrap="none" anchor="ctr"/>
              <a:lstStyle/>
              <a:p>
                <a:endParaRPr lang="zh-CN" altLang="en-US"/>
              </a:p>
            </p:txBody>
          </p:sp>
          <p:sp>
            <p:nvSpPr>
              <p:cNvPr id="56426" name="Line 37"/>
              <p:cNvSpPr>
                <a:spLocks noChangeShapeType="1"/>
              </p:cNvSpPr>
              <p:nvPr/>
            </p:nvSpPr>
            <p:spPr bwMode="auto">
              <a:xfrm flipV="1">
                <a:off x="4773" y="2640"/>
                <a:ext cx="96" cy="192"/>
              </a:xfrm>
              <a:prstGeom prst="line">
                <a:avLst/>
              </a:prstGeom>
              <a:noFill/>
              <a:ln w="19050" cap="sq">
                <a:solidFill>
                  <a:schemeClr val="tx1"/>
                </a:solidFill>
                <a:round/>
                <a:tailEnd type="triangle" w="med" len="med"/>
              </a:ln>
            </p:spPr>
            <p:txBody>
              <a:bodyPr wrap="none" anchor="ctr"/>
              <a:lstStyle/>
              <a:p>
                <a:endParaRPr lang="zh-CN" altLang="en-US"/>
              </a:p>
            </p:txBody>
          </p:sp>
        </p:grpSp>
        <p:sp>
          <p:nvSpPr>
            <p:cNvPr id="56401" name="Text Box 38"/>
            <p:cNvSpPr txBox="1">
              <a:spLocks noChangeArrowheads="1"/>
            </p:cNvSpPr>
            <p:nvPr/>
          </p:nvSpPr>
          <p:spPr bwMode="auto">
            <a:xfrm>
              <a:off x="202" y="336"/>
              <a:ext cx="343" cy="750"/>
            </a:xfrm>
            <a:prstGeom prst="rect">
              <a:avLst/>
            </a:prstGeom>
            <a:noFill/>
            <a:ln w="12700" cap="sq">
              <a:noFill/>
              <a:miter lim="800000"/>
            </a:ln>
          </p:spPr>
          <p:txBody>
            <a:bodyPr wrap="none">
              <a:spAutoFit/>
            </a:bodyPr>
            <a:lstStyle/>
            <a:p>
              <a:pPr algn="ctr">
                <a:lnSpc>
                  <a:spcPct val="85000"/>
                </a:lnSpc>
                <a:spcBef>
                  <a:spcPct val="0"/>
                </a:spcBef>
              </a:pPr>
              <a:r>
                <a:rPr lang="zh-CN" altLang="en-US" sz="2800" dirty="0">
                  <a:solidFill>
                    <a:srgbClr val="000099"/>
                  </a:solidFill>
                  <a:ea typeface="幼圆" pitchFamily="49" charset="-122"/>
                </a:rPr>
                <a:t>删</a:t>
              </a:r>
              <a:endParaRPr lang="zh-CN" altLang="en-US" sz="2800" dirty="0">
                <a:solidFill>
                  <a:srgbClr val="000099"/>
                </a:solidFill>
                <a:ea typeface="幼圆" pitchFamily="49" charset="-122"/>
              </a:endParaRPr>
            </a:p>
            <a:p>
              <a:pPr algn="ctr">
                <a:lnSpc>
                  <a:spcPct val="85000"/>
                </a:lnSpc>
                <a:spcBef>
                  <a:spcPct val="0"/>
                </a:spcBef>
              </a:pPr>
              <a:r>
                <a:rPr lang="zh-CN" altLang="en-US" sz="2800" dirty="0">
                  <a:solidFill>
                    <a:srgbClr val="000099"/>
                  </a:solidFill>
                  <a:ea typeface="幼圆" pitchFamily="49" charset="-122"/>
                </a:rPr>
                <a:t>除</a:t>
              </a:r>
              <a:endParaRPr lang="zh-CN" altLang="en-US" sz="2800" dirty="0">
                <a:solidFill>
                  <a:srgbClr val="000099"/>
                </a:solidFill>
                <a:ea typeface="幼圆" pitchFamily="49" charset="-122"/>
              </a:endParaRPr>
            </a:p>
            <a:p>
              <a:pPr algn="ctr">
                <a:lnSpc>
                  <a:spcPct val="85000"/>
                </a:lnSpc>
                <a:spcBef>
                  <a:spcPct val="0"/>
                </a:spcBef>
              </a:pPr>
              <a:r>
                <a:rPr lang="zh-CN" altLang="en-US" sz="2800" dirty="0">
                  <a:solidFill>
                    <a:srgbClr val="000099"/>
                  </a:solidFill>
                  <a:ea typeface="幼圆" pitchFamily="49" charset="-122"/>
                </a:rPr>
                <a:t>前</a:t>
              </a:r>
              <a:endParaRPr lang="zh-CN" altLang="en-US" sz="2800" dirty="0">
                <a:solidFill>
                  <a:srgbClr val="000099"/>
                </a:solidFill>
                <a:ea typeface="幼圆" pitchFamily="49" charset="-122"/>
              </a:endParaRPr>
            </a:p>
          </p:txBody>
        </p:sp>
      </p:grpSp>
      <p:grpSp>
        <p:nvGrpSpPr>
          <p:cNvPr id="7" name="Group 74"/>
          <p:cNvGrpSpPr/>
          <p:nvPr/>
        </p:nvGrpSpPr>
        <p:grpSpPr bwMode="auto">
          <a:xfrm>
            <a:off x="1836738" y="2060848"/>
            <a:ext cx="6926263" cy="1060450"/>
            <a:chOff x="277" y="1658"/>
            <a:chExt cx="4363" cy="668"/>
          </a:xfrm>
        </p:grpSpPr>
        <p:grpSp>
          <p:nvGrpSpPr>
            <p:cNvPr id="8" name="Group 40"/>
            <p:cNvGrpSpPr/>
            <p:nvPr/>
          </p:nvGrpSpPr>
          <p:grpSpPr bwMode="auto">
            <a:xfrm>
              <a:off x="1706" y="1909"/>
              <a:ext cx="624" cy="288"/>
              <a:chOff x="1296" y="2688"/>
              <a:chExt cx="624" cy="288"/>
            </a:xfrm>
          </p:grpSpPr>
          <p:sp>
            <p:nvSpPr>
              <p:cNvPr id="56397" name="Rectangle 41"/>
              <p:cNvSpPr>
                <a:spLocks noChangeArrowheads="1"/>
              </p:cNvSpPr>
              <p:nvPr/>
            </p:nvSpPr>
            <p:spPr bwMode="auto">
              <a:xfrm>
                <a:off x="1440" y="2688"/>
                <a:ext cx="336" cy="288"/>
              </a:xfrm>
              <a:prstGeom prst="rect">
                <a:avLst/>
              </a:prstGeom>
              <a:noFill/>
              <a:ln w="25400" cap="sq">
                <a:solidFill>
                  <a:srgbClr val="003366"/>
                </a:solidFill>
                <a:miter lim="800000"/>
              </a:ln>
            </p:spPr>
            <p:txBody>
              <a:bodyPr wrap="none" anchor="ctr"/>
              <a:lstStyle/>
              <a:p>
                <a:endParaRPr lang="zh-CN" altLang="en-US"/>
              </a:p>
            </p:txBody>
          </p:sp>
          <p:sp>
            <p:nvSpPr>
              <p:cNvPr id="56398" name="Rectangle 42"/>
              <p:cNvSpPr>
                <a:spLocks noChangeArrowheads="1"/>
              </p:cNvSpPr>
              <p:nvPr/>
            </p:nvSpPr>
            <p:spPr bwMode="auto">
              <a:xfrm>
                <a:off x="1776" y="2688"/>
                <a:ext cx="144" cy="288"/>
              </a:xfrm>
              <a:prstGeom prst="rect">
                <a:avLst/>
              </a:prstGeom>
              <a:noFill/>
              <a:ln w="25400" cap="sq">
                <a:solidFill>
                  <a:srgbClr val="003366"/>
                </a:solidFill>
                <a:miter lim="800000"/>
              </a:ln>
            </p:spPr>
            <p:txBody>
              <a:bodyPr wrap="none" anchor="ctr"/>
              <a:lstStyle/>
              <a:p>
                <a:endParaRPr lang="zh-CN" altLang="en-US"/>
              </a:p>
            </p:txBody>
          </p:sp>
          <p:sp>
            <p:nvSpPr>
              <p:cNvPr id="56399" name="Rectangle 43"/>
              <p:cNvSpPr>
                <a:spLocks noChangeArrowheads="1"/>
              </p:cNvSpPr>
              <p:nvPr/>
            </p:nvSpPr>
            <p:spPr bwMode="auto">
              <a:xfrm>
                <a:off x="1296" y="2688"/>
                <a:ext cx="144" cy="288"/>
              </a:xfrm>
              <a:prstGeom prst="rect">
                <a:avLst/>
              </a:prstGeom>
              <a:noFill/>
              <a:ln w="25400" cap="sq">
                <a:solidFill>
                  <a:srgbClr val="003366"/>
                </a:solidFill>
                <a:miter lim="800000"/>
              </a:ln>
            </p:spPr>
            <p:txBody>
              <a:bodyPr wrap="none" anchor="ctr"/>
              <a:lstStyle/>
              <a:p>
                <a:endParaRPr lang="zh-CN" altLang="en-US"/>
              </a:p>
            </p:txBody>
          </p:sp>
        </p:grpSp>
        <p:grpSp>
          <p:nvGrpSpPr>
            <p:cNvPr id="9" name="Group 44"/>
            <p:cNvGrpSpPr/>
            <p:nvPr/>
          </p:nvGrpSpPr>
          <p:grpSpPr bwMode="auto">
            <a:xfrm>
              <a:off x="3445" y="1909"/>
              <a:ext cx="624" cy="288"/>
              <a:chOff x="1296" y="2688"/>
              <a:chExt cx="624" cy="288"/>
            </a:xfrm>
          </p:grpSpPr>
          <p:sp>
            <p:nvSpPr>
              <p:cNvPr id="56394" name="Rectangle 45"/>
              <p:cNvSpPr>
                <a:spLocks noChangeArrowheads="1"/>
              </p:cNvSpPr>
              <p:nvPr/>
            </p:nvSpPr>
            <p:spPr bwMode="auto">
              <a:xfrm>
                <a:off x="1440" y="2688"/>
                <a:ext cx="336" cy="288"/>
              </a:xfrm>
              <a:prstGeom prst="rect">
                <a:avLst/>
              </a:prstGeom>
              <a:noFill/>
              <a:ln w="25400" cap="sq">
                <a:solidFill>
                  <a:srgbClr val="003366"/>
                </a:solidFill>
                <a:miter lim="800000"/>
              </a:ln>
            </p:spPr>
            <p:txBody>
              <a:bodyPr wrap="none" anchor="ctr"/>
              <a:lstStyle/>
              <a:p>
                <a:endParaRPr lang="zh-CN" altLang="en-US"/>
              </a:p>
            </p:txBody>
          </p:sp>
          <p:sp>
            <p:nvSpPr>
              <p:cNvPr id="56395" name="Rectangle 46"/>
              <p:cNvSpPr>
                <a:spLocks noChangeArrowheads="1"/>
              </p:cNvSpPr>
              <p:nvPr/>
            </p:nvSpPr>
            <p:spPr bwMode="auto">
              <a:xfrm>
                <a:off x="1776" y="2688"/>
                <a:ext cx="144" cy="288"/>
              </a:xfrm>
              <a:prstGeom prst="rect">
                <a:avLst/>
              </a:prstGeom>
              <a:noFill/>
              <a:ln w="25400" cap="sq">
                <a:solidFill>
                  <a:srgbClr val="003366"/>
                </a:solidFill>
                <a:miter lim="800000"/>
              </a:ln>
            </p:spPr>
            <p:txBody>
              <a:bodyPr wrap="none" anchor="ctr"/>
              <a:lstStyle/>
              <a:p>
                <a:endParaRPr lang="zh-CN" altLang="en-US"/>
              </a:p>
            </p:txBody>
          </p:sp>
          <p:sp>
            <p:nvSpPr>
              <p:cNvPr id="56396" name="Rectangle 47"/>
              <p:cNvSpPr>
                <a:spLocks noChangeArrowheads="1"/>
              </p:cNvSpPr>
              <p:nvPr/>
            </p:nvSpPr>
            <p:spPr bwMode="auto">
              <a:xfrm>
                <a:off x="1296" y="2688"/>
                <a:ext cx="144" cy="288"/>
              </a:xfrm>
              <a:prstGeom prst="rect">
                <a:avLst/>
              </a:prstGeom>
              <a:noFill/>
              <a:ln w="25400" cap="sq">
                <a:solidFill>
                  <a:srgbClr val="003366"/>
                </a:solidFill>
                <a:miter lim="800000"/>
              </a:ln>
            </p:spPr>
            <p:txBody>
              <a:bodyPr wrap="none" anchor="ctr"/>
              <a:lstStyle/>
              <a:p>
                <a:endParaRPr lang="zh-CN" altLang="en-US"/>
              </a:p>
            </p:txBody>
          </p:sp>
        </p:grpSp>
        <p:sp>
          <p:nvSpPr>
            <p:cNvPr id="56377" name="Rectangle 49"/>
            <p:cNvSpPr>
              <a:spLocks noChangeArrowheads="1"/>
            </p:cNvSpPr>
            <p:nvPr/>
          </p:nvSpPr>
          <p:spPr bwMode="auto">
            <a:xfrm>
              <a:off x="2801" y="1861"/>
              <a:ext cx="176" cy="233"/>
            </a:xfrm>
            <a:prstGeom prst="rect">
              <a:avLst/>
            </a:prstGeom>
            <a:noFill/>
            <a:ln w="12700" cap="sq">
              <a:noFill/>
              <a:miter lim="800000"/>
            </a:ln>
          </p:spPr>
          <p:txBody>
            <a:bodyPr wrap="none">
              <a:spAutoFit/>
            </a:bodyPr>
            <a:lstStyle/>
            <a:p>
              <a:pPr algn="ctr"/>
              <a:r>
                <a:rPr lang="en-US" altLang="zh-CN">
                  <a:solidFill>
                    <a:schemeClr val="accent2"/>
                  </a:solidFill>
                </a:rPr>
                <a:t>x</a:t>
              </a:r>
              <a:endParaRPr lang="en-US" altLang="zh-CN">
                <a:solidFill>
                  <a:schemeClr val="accent2"/>
                </a:solidFill>
              </a:endParaRPr>
            </a:p>
          </p:txBody>
        </p:sp>
        <p:sp>
          <p:nvSpPr>
            <p:cNvPr id="56378" name="Rectangle 50"/>
            <p:cNvSpPr>
              <a:spLocks noChangeArrowheads="1"/>
            </p:cNvSpPr>
            <p:nvPr/>
          </p:nvSpPr>
          <p:spPr bwMode="auto">
            <a:xfrm>
              <a:off x="2522" y="1658"/>
              <a:ext cx="226" cy="349"/>
            </a:xfrm>
            <a:prstGeom prst="rect">
              <a:avLst/>
            </a:prstGeom>
            <a:noFill/>
            <a:ln w="12700" cap="sq">
              <a:noFill/>
              <a:miter lim="800000"/>
            </a:ln>
          </p:spPr>
          <p:txBody>
            <a:bodyPr wrap="none">
              <a:spAutoFit/>
            </a:bodyPr>
            <a:lstStyle/>
            <a:p>
              <a:pPr algn="ctr"/>
              <a:r>
                <a:rPr lang="en-US" altLang="zh-CN" sz="3000">
                  <a:solidFill>
                    <a:srgbClr val="000099"/>
                  </a:solidFill>
                </a:rPr>
                <a:t>q</a:t>
              </a:r>
              <a:endParaRPr lang="en-US" altLang="zh-CN" sz="3000">
                <a:solidFill>
                  <a:srgbClr val="000099"/>
                </a:solidFill>
              </a:endParaRPr>
            </a:p>
          </p:txBody>
        </p:sp>
        <p:sp>
          <p:nvSpPr>
            <p:cNvPr id="56379" name="Line 52"/>
            <p:cNvSpPr>
              <a:spLocks noChangeShapeType="1"/>
            </p:cNvSpPr>
            <p:nvPr/>
          </p:nvSpPr>
          <p:spPr bwMode="auto">
            <a:xfrm flipH="1">
              <a:off x="4069" y="2112"/>
              <a:ext cx="288" cy="0"/>
            </a:xfrm>
            <a:prstGeom prst="line">
              <a:avLst/>
            </a:prstGeom>
            <a:noFill/>
            <a:ln w="19050" cap="sq">
              <a:solidFill>
                <a:srgbClr val="003366"/>
              </a:solidFill>
              <a:round/>
              <a:tailEnd type="triangle" w="med" len="med"/>
            </a:ln>
          </p:spPr>
          <p:txBody>
            <a:bodyPr wrap="none" anchor="ctr"/>
            <a:lstStyle/>
            <a:p>
              <a:endParaRPr lang="zh-CN" altLang="en-US"/>
            </a:p>
          </p:txBody>
        </p:sp>
        <p:sp>
          <p:nvSpPr>
            <p:cNvPr id="56380" name="Line 53"/>
            <p:cNvSpPr>
              <a:spLocks noChangeShapeType="1"/>
            </p:cNvSpPr>
            <p:nvPr/>
          </p:nvSpPr>
          <p:spPr bwMode="auto">
            <a:xfrm flipV="1">
              <a:off x="3102" y="1994"/>
              <a:ext cx="336" cy="0"/>
            </a:xfrm>
            <a:prstGeom prst="line">
              <a:avLst/>
            </a:prstGeom>
            <a:noFill/>
            <a:ln w="19050" cap="sq">
              <a:solidFill>
                <a:srgbClr val="003366"/>
              </a:solidFill>
              <a:round/>
              <a:tailEnd type="triangle" w="med" len="med"/>
            </a:ln>
          </p:spPr>
          <p:txBody>
            <a:bodyPr wrap="none" anchor="ctr"/>
            <a:lstStyle/>
            <a:p>
              <a:endParaRPr lang="zh-CN" altLang="en-US"/>
            </a:p>
          </p:txBody>
        </p:sp>
        <p:sp>
          <p:nvSpPr>
            <p:cNvPr id="56381" name="Line 54"/>
            <p:cNvSpPr>
              <a:spLocks noChangeShapeType="1"/>
            </p:cNvSpPr>
            <p:nvPr/>
          </p:nvSpPr>
          <p:spPr bwMode="auto">
            <a:xfrm flipV="1">
              <a:off x="4021" y="2016"/>
              <a:ext cx="336" cy="0"/>
            </a:xfrm>
            <a:prstGeom prst="line">
              <a:avLst/>
            </a:prstGeom>
            <a:noFill/>
            <a:ln w="19050" cap="sq">
              <a:solidFill>
                <a:srgbClr val="003366"/>
              </a:solidFill>
              <a:round/>
              <a:tailEnd type="triangle" w="med" len="med"/>
            </a:ln>
          </p:spPr>
          <p:txBody>
            <a:bodyPr wrap="none" anchor="ctr"/>
            <a:lstStyle/>
            <a:p>
              <a:endParaRPr lang="zh-CN" altLang="en-US"/>
            </a:p>
          </p:txBody>
        </p:sp>
        <p:sp>
          <p:nvSpPr>
            <p:cNvPr id="56382" name="Line 55"/>
            <p:cNvSpPr>
              <a:spLocks noChangeShapeType="1"/>
            </p:cNvSpPr>
            <p:nvPr/>
          </p:nvSpPr>
          <p:spPr bwMode="auto">
            <a:xfrm flipH="1">
              <a:off x="2341" y="2112"/>
              <a:ext cx="288" cy="0"/>
            </a:xfrm>
            <a:prstGeom prst="line">
              <a:avLst/>
            </a:prstGeom>
            <a:noFill/>
            <a:ln w="19050" cap="sq">
              <a:solidFill>
                <a:srgbClr val="003366"/>
              </a:solidFill>
              <a:round/>
              <a:tailEnd type="triangle" w="med" len="med"/>
            </a:ln>
          </p:spPr>
          <p:txBody>
            <a:bodyPr wrap="none" anchor="ctr"/>
            <a:lstStyle/>
            <a:p>
              <a:endParaRPr lang="zh-CN" altLang="en-US"/>
            </a:p>
          </p:txBody>
        </p:sp>
        <p:sp>
          <p:nvSpPr>
            <p:cNvPr id="56383" name="Rectangle 56"/>
            <p:cNvSpPr>
              <a:spLocks noChangeArrowheads="1"/>
            </p:cNvSpPr>
            <p:nvPr/>
          </p:nvSpPr>
          <p:spPr bwMode="auto">
            <a:xfrm>
              <a:off x="1186" y="1872"/>
              <a:ext cx="275" cy="291"/>
            </a:xfrm>
            <a:prstGeom prst="rect">
              <a:avLst/>
            </a:prstGeom>
            <a:noFill/>
            <a:ln w="12700" cap="sq">
              <a:noFill/>
              <a:miter lim="800000"/>
            </a:ln>
          </p:spPr>
          <p:txBody>
            <a:bodyPr wrap="none">
              <a:spAutoFit/>
            </a:bodyPr>
            <a:lstStyle/>
            <a:p>
              <a:pPr algn="ctr"/>
              <a:r>
                <a:rPr lang="zh-CN" altLang="en-US" sz="2400">
                  <a:solidFill>
                    <a:schemeClr val="bg1"/>
                  </a:solidFill>
                  <a:ea typeface="宋体" pitchFamily="2" charset="-122"/>
                  <a:cs typeface="Times New Roman" panose="02020503050405090304" pitchFamily="18" charset="0"/>
                </a:rPr>
                <a:t>…</a:t>
              </a:r>
              <a:endParaRPr lang="zh-CN" altLang="en-US" sz="2400">
                <a:solidFill>
                  <a:schemeClr val="bg1"/>
                </a:solidFill>
                <a:ea typeface="宋体" pitchFamily="2" charset="-122"/>
                <a:cs typeface="Times New Roman" panose="02020503050405090304" pitchFamily="18" charset="0"/>
              </a:endParaRPr>
            </a:p>
          </p:txBody>
        </p:sp>
        <p:sp>
          <p:nvSpPr>
            <p:cNvPr id="56384" name="Rectangle 57"/>
            <p:cNvSpPr>
              <a:spLocks noChangeArrowheads="1"/>
            </p:cNvSpPr>
            <p:nvPr/>
          </p:nvSpPr>
          <p:spPr bwMode="auto">
            <a:xfrm>
              <a:off x="4365" y="1861"/>
              <a:ext cx="275" cy="291"/>
            </a:xfrm>
            <a:prstGeom prst="rect">
              <a:avLst/>
            </a:prstGeom>
            <a:noFill/>
            <a:ln w="12700" cap="sq">
              <a:noFill/>
              <a:miter lim="800000"/>
            </a:ln>
          </p:spPr>
          <p:txBody>
            <a:bodyPr wrap="none">
              <a:spAutoFit/>
            </a:bodyPr>
            <a:lstStyle/>
            <a:p>
              <a:pPr algn="ctr"/>
              <a:r>
                <a:rPr lang="zh-CN" altLang="en-US" sz="2400">
                  <a:solidFill>
                    <a:schemeClr val="bg1"/>
                  </a:solidFill>
                  <a:ea typeface="宋体" pitchFamily="2" charset="-122"/>
                  <a:cs typeface="Times New Roman" panose="02020503050405090304" pitchFamily="18" charset="0"/>
                </a:rPr>
                <a:t>…</a:t>
              </a:r>
              <a:endParaRPr lang="zh-CN" altLang="en-US" sz="2400">
                <a:solidFill>
                  <a:schemeClr val="bg1"/>
                </a:solidFill>
                <a:ea typeface="宋体" pitchFamily="2" charset="-122"/>
                <a:cs typeface="Times New Roman" panose="02020503050405090304" pitchFamily="18" charset="0"/>
              </a:endParaRPr>
            </a:p>
          </p:txBody>
        </p:sp>
        <p:sp>
          <p:nvSpPr>
            <p:cNvPr id="56385" name="Rectangle 58"/>
            <p:cNvSpPr>
              <a:spLocks noChangeArrowheads="1"/>
            </p:cNvSpPr>
            <p:nvPr/>
          </p:nvSpPr>
          <p:spPr bwMode="auto">
            <a:xfrm>
              <a:off x="277" y="1806"/>
              <a:ext cx="336" cy="520"/>
            </a:xfrm>
            <a:prstGeom prst="rect">
              <a:avLst/>
            </a:prstGeom>
            <a:noFill/>
            <a:ln w="12700" cap="sq">
              <a:noFill/>
              <a:miter lim="800000"/>
            </a:ln>
          </p:spPr>
          <p:txBody>
            <a:bodyPr>
              <a:spAutoFit/>
            </a:bodyPr>
            <a:lstStyle/>
            <a:p>
              <a:pPr algn="ctr">
                <a:lnSpc>
                  <a:spcPct val="85000"/>
                </a:lnSpc>
                <a:spcBef>
                  <a:spcPct val="0"/>
                </a:spcBef>
              </a:pPr>
              <a:r>
                <a:rPr lang="zh-CN" altLang="en-US" sz="2800" dirty="0">
                  <a:solidFill>
                    <a:srgbClr val="000099"/>
                  </a:solidFill>
                  <a:ea typeface="幼圆" pitchFamily="49" charset="-122"/>
                </a:rPr>
                <a:t>删除</a:t>
              </a:r>
              <a:endParaRPr lang="zh-CN" altLang="en-US" sz="2800" dirty="0">
                <a:solidFill>
                  <a:srgbClr val="000099"/>
                </a:solidFill>
                <a:ea typeface="幼圆" pitchFamily="49" charset="-122"/>
              </a:endParaRPr>
            </a:p>
          </p:txBody>
        </p:sp>
        <p:grpSp>
          <p:nvGrpSpPr>
            <p:cNvPr id="10" name="Group 59"/>
            <p:cNvGrpSpPr/>
            <p:nvPr/>
          </p:nvGrpSpPr>
          <p:grpSpPr bwMode="auto">
            <a:xfrm>
              <a:off x="2566" y="1909"/>
              <a:ext cx="624" cy="288"/>
              <a:chOff x="1296" y="2688"/>
              <a:chExt cx="624" cy="288"/>
            </a:xfrm>
          </p:grpSpPr>
          <p:sp>
            <p:nvSpPr>
              <p:cNvPr id="56391" name="Rectangle 60"/>
              <p:cNvSpPr>
                <a:spLocks noChangeArrowheads="1"/>
              </p:cNvSpPr>
              <p:nvPr/>
            </p:nvSpPr>
            <p:spPr bwMode="auto">
              <a:xfrm>
                <a:off x="1440" y="2688"/>
                <a:ext cx="336" cy="288"/>
              </a:xfrm>
              <a:prstGeom prst="rect">
                <a:avLst/>
              </a:prstGeom>
              <a:noFill/>
              <a:ln w="25400" cap="sq">
                <a:solidFill>
                  <a:srgbClr val="FF0000"/>
                </a:solidFill>
                <a:miter lim="800000"/>
              </a:ln>
            </p:spPr>
            <p:txBody>
              <a:bodyPr wrap="none" anchor="ctr"/>
              <a:lstStyle/>
              <a:p>
                <a:endParaRPr lang="zh-CN" altLang="en-US"/>
              </a:p>
            </p:txBody>
          </p:sp>
          <p:sp>
            <p:nvSpPr>
              <p:cNvPr id="56392" name="Rectangle 61"/>
              <p:cNvSpPr>
                <a:spLocks noChangeArrowheads="1"/>
              </p:cNvSpPr>
              <p:nvPr/>
            </p:nvSpPr>
            <p:spPr bwMode="auto">
              <a:xfrm>
                <a:off x="1776" y="2688"/>
                <a:ext cx="144" cy="288"/>
              </a:xfrm>
              <a:prstGeom prst="rect">
                <a:avLst/>
              </a:prstGeom>
              <a:noFill/>
              <a:ln w="25400" cap="sq">
                <a:solidFill>
                  <a:srgbClr val="FF0000"/>
                </a:solidFill>
                <a:miter lim="800000"/>
              </a:ln>
            </p:spPr>
            <p:txBody>
              <a:bodyPr wrap="none" anchor="ctr"/>
              <a:lstStyle/>
              <a:p>
                <a:endParaRPr lang="zh-CN" altLang="en-US"/>
              </a:p>
            </p:txBody>
          </p:sp>
          <p:sp>
            <p:nvSpPr>
              <p:cNvPr id="56393" name="Rectangle 62"/>
              <p:cNvSpPr>
                <a:spLocks noChangeArrowheads="1"/>
              </p:cNvSpPr>
              <p:nvPr/>
            </p:nvSpPr>
            <p:spPr bwMode="auto">
              <a:xfrm>
                <a:off x="1296" y="2688"/>
                <a:ext cx="144" cy="288"/>
              </a:xfrm>
              <a:prstGeom prst="rect">
                <a:avLst/>
              </a:prstGeom>
              <a:noFill/>
              <a:ln w="25400" cap="sq">
                <a:solidFill>
                  <a:srgbClr val="FF0000"/>
                </a:solidFill>
                <a:miter lim="800000"/>
              </a:ln>
            </p:spPr>
            <p:txBody>
              <a:bodyPr wrap="none" anchor="ctr"/>
              <a:lstStyle/>
              <a:p>
                <a:endParaRPr lang="zh-CN" altLang="en-US"/>
              </a:p>
            </p:txBody>
          </p:sp>
        </p:grpSp>
        <p:sp>
          <p:nvSpPr>
            <p:cNvPr id="56387" name="Line 64"/>
            <p:cNvSpPr>
              <a:spLocks noChangeShapeType="1"/>
            </p:cNvSpPr>
            <p:nvPr/>
          </p:nvSpPr>
          <p:spPr bwMode="auto">
            <a:xfrm>
              <a:off x="2282" y="2001"/>
              <a:ext cx="288" cy="0"/>
            </a:xfrm>
            <a:prstGeom prst="line">
              <a:avLst/>
            </a:prstGeom>
            <a:noFill/>
            <a:ln w="19050" cap="sq">
              <a:solidFill>
                <a:srgbClr val="003366"/>
              </a:solidFill>
              <a:round/>
              <a:tailEnd type="triangle" w="med" len="med"/>
            </a:ln>
          </p:spPr>
          <p:txBody>
            <a:bodyPr wrap="none" anchor="ctr"/>
            <a:lstStyle/>
            <a:p>
              <a:endParaRPr lang="zh-CN" altLang="en-US"/>
            </a:p>
          </p:txBody>
        </p:sp>
        <p:sp>
          <p:nvSpPr>
            <p:cNvPr id="56388" name="Line 65"/>
            <p:cNvSpPr>
              <a:spLocks noChangeShapeType="1"/>
            </p:cNvSpPr>
            <p:nvPr/>
          </p:nvSpPr>
          <p:spPr bwMode="auto">
            <a:xfrm flipH="1">
              <a:off x="3209" y="2112"/>
              <a:ext cx="288" cy="0"/>
            </a:xfrm>
            <a:prstGeom prst="line">
              <a:avLst/>
            </a:prstGeom>
            <a:noFill/>
            <a:ln w="19050" cap="sq">
              <a:solidFill>
                <a:srgbClr val="003366"/>
              </a:solidFill>
              <a:round/>
              <a:tailEnd type="triangle" w="med" len="med"/>
            </a:ln>
          </p:spPr>
          <p:txBody>
            <a:bodyPr wrap="none" anchor="ctr"/>
            <a:lstStyle/>
            <a:p>
              <a:endParaRPr lang="zh-CN" altLang="en-US"/>
            </a:p>
          </p:txBody>
        </p:sp>
        <p:sp>
          <p:nvSpPr>
            <p:cNvPr id="56389" name="Line 66"/>
            <p:cNvSpPr>
              <a:spLocks noChangeShapeType="1"/>
            </p:cNvSpPr>
            <p:nvPr/>
          </p:nvSpPr>
          <p:spPr bwMode="auto">
            <a:xfrm flipH="1">
              <a:off x="1481" y="2112"/>
              <a:ext cx="288" cy="0"/>
            </a:xfrm>
            <a:prstGeom prst="line">
              <a:avLst/>
            </a:prstGeom>
            <a:noFill/>
            <a:ln w="19050" cap="sq">
              <a:solidFill>
                <a:srgbClr val="003366"/>
              </a:solidFill>
              <a:round/>
              <a:tailEnd type="triangle" w="med" len="med"/>
            </a:ln>
          </p:spPr>
          <p:txBody>
            <a:bodyPr wrap="none" anchor="ctr"/>
            <a:lstStyle/>
            <a:p>
              <a:endParaRPr lang="zh-CN" altLang="en-US"/>
            </a:p>
          </p:txBody>
        </p:sp>
        <p:sp>
          <p:nvSpPr>
            <p:cNvPr id="56390" name="Line 67"/>
            <p:cNvSpPr>
              <a:spLocks noChangeShapeType="1"/>
            </p:cNvSpPr>
            <p:nvPr/>
          </p:nvSpPr>
          <p:spPr bwMode="auto">
            <a:xfrm flipV="1">
              <a:off x="1429" y="1968"/>
              <a:ext cx="251" cy="0"/>
            </a:xfrm>
            <a:prstGeom prst="line">
              <a:avLst/>
            </a:prstGeom>
            <a:noFill/>
            <a:ln w="19050" cap="sq">
              <a:solidFill>
                <a:srgbClr val="003366"/>
              </a:solidFill>
              <a:round/>
              <a:tailEnd type="triangle" w="med" len="med"/>
            </a:ln>
          </p:spPr>
          <p:txBody>
            <a:bodyPr wrap="none" anchor="ctr"/>
            <a:lstStyle/>
            <a:p>
              <a:endParaRPr lang="zh-CN" altLang="en-US"/>
            </a:p>
          </p:txBody>
        </p:sp>
      </p:grpSp>
      <p:grpSp>
        <p:nvGrpSpPr>
          <p:cNvPr id="11" name="Group 75"/>
          <p:cNvGrpSpPr/>
          <p:nvPr/>
        </p:nvGrpSpPr>
        <p:grpSpPr bwMode="auto">
          <a:xfrm>
            <a:off x="4975226" y="1984648"/>
            <a:ext cx="1951037" cy="712788"/>
            <a:chOff x="2256" y="1620"/>
            <a:chExt cx="1229" cy="449"/>
          </a:xfrm>
        </p:grpSpPr>
        <p:sp>
          <p:nvSpPr>
            <p:cNvPr id="56373" name="Rectangle 76"/>
            <p:cNvSpPr>
              <a:spLocks noChangeArrowheads="1"/>
            </p:cNvSpPr>
            <p:nvPr/>
          </p:nvSpPr>
          <p:spPr bwMode="auto">
            <a:xfrm>
              <a:off x="2346" y="1931"/>
              <a:ext cx="211" cy="138"/>
            </a:xfrm>
            <a:prstGeom prst="rect">
              <a:avLst/>
            </a:prstGeom>
            <a:solidFill>
              <a:srgbClr val="FFFFFF"/>
            </a:solidFill>
            <a:ln w="12700" cap="sq">
              <a:noFill/>
              <a:miter lim="800000"/>
            </a:ln>
          </p:spPr>
          <p:txBody>
            <a:bodyPr wrap="none" anchor="ctr"/>
            <a:lstStyle/>
            <a:p>
              <a:endParaRPr lang="zh-CN" altLang="en-US"/>
            </a:p>
          </p:txBody>
        </p:sp>
        <p:sp>
          <p:nvSpPr>
            <p:cNvPr id="56374" name="Freeform 77"/>
            <p:cNvSpPr/>
            <p:nvPr/>
          </p:nvSpPr>
          <p:spPr bwMode="auto">
            <a:xfrm>
              <a:off x="2256" y="1620"/>
              <a:ext cx="1229" cy="322"/>
            </a:xfrm>
            <a:custGeom>
              <a:avLst/>
              <a:gdLst>
                <a:gd name="T0" fmla="*/ 0 w 1104"/>
                <a:gd name="T1" fmla="*/ 81 h 392"/>
                <a:gd name="T2" fmla="*/ 1247 w 1104"/>
                <a:gd name="T3" fmla="*/ 2 h 392"/>
                <a:gd name="T4" fmla="*/ 2604 w 1104"/>
                <a:gd name="T5" fmla="*/ 71 h 392"/>
                <a:gd name="T6" fmla="*/ 0 60000 65536"/>
                <a:gd name="T7" fmla="*/ 0 60000 65536"/>
                <a:gd name="T8" fmla="*/ 0 60000 65536"/>
                <a:gd name="T9" fmla="*/ 0 w 1104"/>
                <a:gd name="T10" fmla="*/ 0 h 392"/>
                <a:gd name="T11" fmla="*/ 1104 w 1104"/>
                <a:gd name="T12" fmla="*/ 392 h 392"/>
              </a:gdLst>
              <a:ahLst/>
              <a:cxnLst>
                <a:cxn ang="T6">
                  <a:pos x="T0" y="T1"/>
                </a:cxn>
                <a:cxn ang="T7">
                  <a:pos x="T2" y="T3"/>
                </a:cxn>
                <a:cxn ang="T8">
                  <a:pos x="T4" y="T5"/>
                </a:cxn>
              </a:cxnLst>
              <a:rect l="T9" t="T10" r="T11" b="T12"/>
              <a:pathLst>
                <a:path w="1104" h="392">
                  <a:moveTo>
                    <a:pt x="0" y="392"/>
                  </a:moveTo>
                  <a:cubicBezTo>
                    <a:pt x="172" y="204"/>
                    <a:pt x="344" y="16"/>
                    <a:pt x="528" y="8"/>
                  </a:cubicBezTo>
                  <a:cubicBezTo>
                    <a:pt x="712" y="0"/>
                    <a:pt x="908" y="172"/>
                    <a:pt x="1104" y="344"/>
                  </a:cubicBezTo>
                </a:path>
              </a:pathLst>
            </a:custGeom>
            <a:noFill/>
            <a:ln w="22225" cap="flat" cmpd="sng">
              <a:solidFill>
                <a:srgbClr val="FF00FF"/>
              </a:solidFill>
              <a:prstDash val="solid"/>
              <a:round/>
              <a:headEnd type="none" w="med" len="med"/>
              <a:tailEnd type="triangle" w="med" len="med"/>
            </a:ln>
          </p:spPr>
          <p:txBody>
            <a:bodyPr wrap="none" anchor="ctr"/>
            <a:lstStyle/>
            <a:p>
              <a:endParaRPr lang="zh-CN" altLang="en-US"/>
            </a:p>
          </p:txBody>
        </p:sp>
      </p:grpSp>
      <p:grpSp>
        <p:nvGrpSpPr>
          <p:cNvPr id="12" name="Group 79"/>
          <p:cNvGrpSpPr/>
          <p:nvPr/>
        </p:nvGrpSpPr>
        <p:grpSpPr bwMode="auto">
          <a:xfrm>
            <a:off x="5035550" y="2645048"/>
            <a:ext cx="1981200" cy="730250"/>
            <a:chOff x="2304" y="2022"/>
            <a:chExt cx="1248" cy="460"/>
          </a:xfrm>
        </p:grpSpPr>
        <p:sp>
          <p:nvSpPr>
            <p:cNvPr id="56371" name="Rectangle 80"/>
            <p:cNvSpPr>
              <a:spLocks noChangeArrowheads="1"/>
            </p:cNvSpPr>
            <p:nvPr/>
          </p:nvSpPr>
          <p:spPr bwMode="auto">
            <a:xfrm>
              <a:off x="3219" y="2022"/>
              <a:ext cx="211" cy="138"/>
            </a:xfrm>
            <a:prstGeom prst="rect">
              <a:avLst/>
            </a:prstGeom>
            <a:solidFill>
              <a:srgbClr val="FFFFFF"/>
            </a:solidFill>
            <a:ln w="12700" cap="sq">
              <a:noFill/>
              <a:miter lim="800000"/>
            </a:ln>
          </p:spPr>
          <p:txBody>
            <a:bodyPr wrap="none" anchor="ctr"/>
            <a:lstStyle/>
            <a:p>
              <a:endParaRPr lang="zh-CN" altLang="en-US"/>
            </a:p>
          </p:txBody>
        </p:sp>
        <p:sp>
          <p:nvSpPr>
            <p:cNvPr id="56372" name="Freeform 81"/>
            <p:cNvSpPr/>
            <p:nvPr/>
          </p:nvSpPr>
          <p:spPr bwMode="auto">
            <a:xfrm rot="10800000">
              <a:off x="2304" y="2160"/>
              <a:ext cx="1248" cy="322"/>
            </a:xfrm>
            <a:custGeom>
              <a:avLst/>
              <a:gdLst>
                <a:gd name="T0" fmla="*/ 0 w 1104"/>
                <a:gd name="T1" fmla="*/ 81 h 392"/>
                <a:gd name="T2" fmla="*/ 1410 w 1104"/>
                <a:gd name="T3" fmla="*/ 2 h 392"/>
                <a:gd name="T4" fmla="*/ 2945 w 1104"/>
                <a:gd name="T5" fmla="*/ 71 h 392"/>
                <a:gd name="T6" fmla="*/ 0 60000 65536"/>
                <a:gd name="T7" fmla="*/ 0 60000 65536"/>
                <a:gd name="T8" fmla="*/ 0 60000 65536"/>
                <a:gd name="T9" fmla="*/ 0 w 1104"/>
                <a:gd name="T10" fmla="*/ 0 h 392"/>
                <a:gd name="T11" fmla="*/ 1104 w 1104"/>
                <a:gd name="T12" fmla="*/ 392 h 392"/>
              </a:gdLst>
              <a:ahLst/>
              <a:cxnLst>
                <a:cxn ang="T6">
                  <a:pos x="T0" y="T1"/>
                </a:cxn>
                <a:cxn ang="T7">
                  <a:pos x="T2" y="T3"/>
                </a:cxn>
                <a:cxn ang="T8">
                  <a:pos x="T4" y="T5"/>
                </a:cxn>
              </a:cxnLst>
              <a:rect l="T9" t="T10" r="T11" b="T12"/>
              <a:pathLst>
                <a:path w="1104" h="392">
                  <a:moveTo>
                    <a:pt x="0" y="392"/>
                  </a:moveTo>
                  <a:cubicBezTo>
                    <a:pt x="172" y="204"/>
                    <a:pt x="344" y="16"/>
                    <a:pt x="528" y="8"/>
                  </a:cubicBezTo>
                  <a:cubicBezTo>
                    <a:pt x="712" y="0"/>
                    <a:pt x="908" y="172"/>
                    <a:pt x="1104" y="344"/>
                  </a:cubicBezTo>
                </a:path>
              </a:pathLst>
            </a:custGeom>
            <a:noFill/>
            <a:ln w="22225" cap="flat" cmpd="sng">
              <a:solidFill>
                <a:srgbClr val="FF00FF"/>
              </a:solidFill>
              <a:prstDash val="solid"/>
              <a:round/>
              <a:headEnd type="none" w="med" len="med"/>
              <a:tailEnd type="triangle" w="med" len="med"/>
            </a:ln>
          </p:spPr>
          <p:txBody>
            <a:bodyPr wrap="none" anchor="ctr"/>
            <a:lstStyle/>
            <a:p>
              <a:endParaRPr lang="zh-CN" altLang="en-US"/>
            </a:p>
          </p:txBody>
        </p:sp>
      </p:grpSp>
      <p:grpSp>
        <p:nvGrpSpPr>
          <p:cNvPr id="13" name="Group 150"/>
          <p:cNvGrpSpPr/>
          <p:nvPr/>
        </p:nvGrpSpPr>
        <p:grpSpPr bwMode="auto">
          <a:xfrm>
            <a:off x="7167564" y="1391072"/>
            <a:ext cx="3238821" cy="533400"/>
            <a:chOff x="3570" y="1152"/>
            <a:chExt cx="2478" cy="336"/>
          </a:xfrm>
        </p:grpSpPr>
        <p:sp>
          <p:nvSpPr>
            <p:cNvPr id="56369" name="AutoShape 82"/>
            <p:cNvSpPr>
              <a:spLocks noChangeArrowheads="1"/>
            </p:cNvSpPr>
            <p:nvPr/>
          </p:nvSpPr>
          <p:spPr bwMode="auto">
            <a:xfrm>
              <a:off x="3600" y="1152"/>
              <a:ext cx="1968" cy="336"/>
            </a:xfrm>
            <a:prstGeom prst="wedgeRectCallout">
              <a:avLst>
                <a:gd name="adj1" fmla="val -63060"/>
                <a:gd name="adj2" fmla="val 108037"/>
              </a:avLst>
            </a:prstGeom>
            <a:noFill/>
            <a:ln w="38100" cap="sq">
              <a:solidFill>
                <a:srgbClr val="FF3300"/>
              </a:solidFill>
              <a:miter lim="800000"/>
            </a:ln>
          </p:spPr>
          <p:txBody>
            <a:bodyPr anchor="ctr"/>
            <a:lstStyle/>
            <a:p>
              <a:pPr algn="ctr"/>
              <a:endParaRPr lang="zh-CN" altLang="en-US" sz="2600"/>
            </a:p>
          </p:txBody>
        </p:sp>
        <p:sp>
          <p:nvSpPr>
            <p:cNvPr id="56370" name="Rectangle 83"/>
            <p:cNvSpPr>
              <a:spLocks noChangeArrowheads="1"/>
            </p:cNvSpPr>
            <p:nvPr/>
          </p:nvSpPr>
          <p:spPr bwMode="auto">
            <a:xfrm>
              <a:off x="3570" y="1173"/>
              <a:ext cx="2478" cy="269"/>
            </a:xfrm>
            <a:prstGeom prst="rect">
              <a:avLst/>
            </a:prstGeom>
            <a:noFill/>
            <a:ln w="12700" cap="sq">
              <a:noFill/>
              <a:miter lim="800000"/>
            </a:ln>
          </p:spPr>
          <p:txBody>
            <a:bodyPr>
              <a:spAutoFit/>
            </a:bodyPr>
            <a:lstStyle/>
            <a:p>
              <a:r>
                <a:rPr lang="en-US" altLang="zh-CN" sz="2200">
                  <a:solidFill>
                    <a:srgbClr val="002F8C"/>
                  </a:solidFill>
                  <a:ea typeface="幼圆" pitchFamily="49" charset="-122"/>
                </a:rPr>
                <a:t>q-&gt;l</a:t>
              </a:r>
              <a:r>
                <a:rPr lang="zh-CN" altLang="zh-CN" sz="2200">
                  <a:solidFill>
                    <a:srgbClr val="002F8C"/>
                  </a:solidFill>
                  <a:ea typeface="幼圆" pitchFamily="49" charset="-122"/>
                </a:rPr>
                <a:t>link</a:t>
              </a:r>
              <a:r>
                <a:rPr lang="zh-CN" altLang="en-US" sz="2200">
                  <a:solidFill>
                    <a:srgbClr val="002F8C"/>
                  </a:solidFill>
                  <a:ea typeface="幼圆" pitchFamily="49" charset="-122"/>
                </a:rPr>
                <a:t>-&gt;</a:t>
              </a:r>
              <a:r>
                <a:rPr lang="en-US" altLang="zh-CN" sz="2200">
                  <a:solidFill>
                    <a:srgbClr val="002F8C"/>
                  </a:solidFill>
                  <a:ea typeface="幼圆" pitchFamily="49" charset="-122"/>
                </a:rPr>
                <a:t>r</a:t>
              </a:r>
              <a:r>
                <a:rPr lang="zh-CN" altLang="zh-CN" sz="2200">
                  <a:solidFill>
                    <a:srgbClr val="002F8C"/>
                  </a:solidFill>
                  <a:ea typeface="幼圆" pitchFamily="49" charset="-122"/>
                </a:rPr>
                <a:t>link</a:t>
              </a:r>
              <a:r>
                <a:rPr lang="zh-CN" altLang="en-US" sz="2200">
                  <a:solidFill>
                    <a:srgbClr val="002F8C"/>
                  </a:solidFill>
                  <a:ea typeface="幼圆" pitchFamily="49" charset="-122"/>
                </a:rPr>
                <a:t>=</a:t>
              </a:r>
              <a:r>
                <a:rPr lang="en-US" altLang="zh-CN" sz="2200">
                  <a:solidFill>
                    <a:srgbClr val="002F8C"/>
                  </a:solidFill>
                  <a:ea typeface="幼圆" pitchFamily="49" charset="-122"/>
                </a:rPr>
                <a:t>q-&gt;</a:t>
              </a:r>
              <a:r>
                <a:rPr lang="zh-CN" altLang="zh-CN" sz="2200">
                  <a:solidFill>
                    <a:srgbClr val="002F8C"/>
                  </a:solidFill>
                  <a:ea typeface="幼圆" pitchFamily="49" charset="-122"/>
                  <a:sym typeface="Symbol" pitchFamily="18" charset="2"/>
                </a:rPr>
                <a:t>rlink</a:t>
              </a:r>
              <a:r>
                <a:rPr lang="zh-CN" altLang="en-US" sz="2200">
                  <a:solidFill>
                    <a:srgbClr val="002F8C"/>
                  </a:solidFill>
                  <a:ea typeface="幼圆" pitchFamily="49" charset="-122"/>
                  <a:sym typeface="Symbol" pitchFamily="18" charset="2"/>
                </a:rPr>
                <a:t>;</a:t>
              </a:r>
              <a:endParaRPr lang="en-US" altLang="zh-CN" sz="2200">
                <a:solidFill>
                  <a:srgbClr val="002F8C"/>
                </a:solidFill>
                <a:ea typeface="幼圆" pitchFamily="49" charset="-122"/>
                <a:sym typeface="Symbol" pitchFamily="18" charset="2"/>
              </a:endParaRPr>
            </a:p>
          </p:txBody>
        </p:sp>
      </p:grpSp>
      <p:grpSp>
        <p:nvGrpSpPr>
          <p:cNvPr id="14" name="Group 149"/>
          <p:cNvGrpSpPr/>
          <p:nvPr/>
        </p:nvGrpSpPr>
        <p:grpSpPr bwMode="auto">
          <a:xfrm>
            <a:off x="7250112" y="3449911"/>
            <a:ext cx="3417888" cy="533400"/>
            <a:chOff x="3655" y="2424"/>
            <a:chExt cx="2153" cy="336"/>
          </a:xfrm>
        </p:grpSpPr>
        <p:sp>
          <p:nvSpPr>
            <p:cNvPr id="56367" name="AutoShape 85"/>
            <p:cNvSpPr>
              <a:spLocks noChangeArrowheads="1"/>
            </p:cNvSpPr>
            <p:nvPr/>
          </p:nvSpPr>
          <p:spPr bwMode="auto">
            <a:xfrm>
              <a:off x="3674" y="2424"/>
              <a:ext cx="1942" cy="336"/>
            </a:xfrm>
            <a:prstGeom prst="wedgeRectCallout">
              <a:avLst>
                <a:gd name="adj1" fmla="val -63130"/>
                <a:gd name="adj2" fmla="val -107736"/>
              </a:avLst>
            </a:prstGeom>
            <a:noFill/>
            <a:ln w="38100" cap="sq">
              <a:solidFill>
                <a:srgbClr val="FF3300"/>
              </a:solidFill>
              <a:miter lim="800000"/>
            </a:ln>
          </p:spPr>
          <p:txBody>
            <a:bodyPr anchor="ctr"/>
            <a:lstStyle/>
            <a:p>
              <a:pPr algn="ctr"/>
              <a:endParaRPr lang="zh-CN" altLang="en-US" sz="2600"/>
            </a:p>
          </p:txBody>
        </p:sp>
        <p:sp>
          <p:nvSpPr>
            <p:cNvPr id="56368" name="Rectangle 86"/>
            <p:cNvSpPr>
              <a:spLocks noChangeArrowheads="1"/>
            </p:cNvSpPr>
            <p:nvPr/>
          </p:nvSpPr>
          <p:spPr bwMode="auto">
            <a:xfrm>
              <a:off x="3655" y="2443"/>
              <a:ext cx="2153" cy="269"/>
            </a:xfrm>
            <a:prstGeom prst="rect">
              <a:avLst/>
            </a:prstGeom>
            <a:noFill/>
            <a:ln w="12700" cap="sq">
              <a:noFill/>
              <a:miter lim="800000"/>
            </a:ln>
          </p:spPr>
          <p:txBody>
            <a:bodyPr>
              <a:spAutoFit/>
            </a:bodyPr>
            <a:lstStyle/>
            <a:p>
              <a:r>
                <a:rPr lang="en-US" altLang="zh-CN" sz="2200" dirty="0">
                  <a:solidFill>
                    <a:srgbClr val="002F8C"/>
                  </a:solidFill>
                  <a:ea typeface="幼圆" pitchFamily="49" charset="-122"/>
                </a:rPr>
                <a:t>q-&gt;r</a:t>
              </a:r>
              <a:r>
                <a:rPr lang="zh-CN" altLang="zh-CN" sz="2200" dirty="0">
                  <a:solidFill>
                    <a:srgbClr val="002F8C"/>
                  </a:solidFill>
                  <a:ea typeface="幼圆" pitchFamily="49" charset="-122"/>
                </a:rPr>
                <a:t>link</a:t>
              </a:r>
              <a:r>
                <a:rPr lang="zh-CN" altLang="en-US" sz="2200" dirty="0">
                  <a:solidFill>
                    <a:srgbClr val="002F8C"/>
                  </a:solidFill>
                  <a:ea typeface="幼圆" pitchFamily="49" charset="-122"/>
                </a:rPr>
                <a:t>-&gt;</a:t>
              </a:r>
              <a:r>
                <a:rPr lang="en-US" altLang="zh-CN" sz="2200" dirty="0">
                  <a:solidFill>
                    <a:srgbClr val="002F8C"/>
                  </a:solidFill>
                  <a:ea typeface="幼圆" pitchFamily="49" charset="-122"/>
                </a:rPr>
                <a:t>l</a:t>
              </a:r>
              <a:r>
                <a:rPr lang="zh-CN" altLang="zh-CN" sz="2200" dirty="0">
                  <a:solidFill>
                    <a:srgbClr val="002F8C"/>
                  </a:solidFill>
                  <a:ea typeface="幼圆" pitchFamily="49" charset="-122"/>
                </a:rPr>
                <a:t>link</a:t>
              </a:r>
              <a:r>
                <a:rPr lang="zh-CN" altLang="en-US" sz="2200" dirty="0">
                  <a:solidFill>
                    <a:srgbClr val="002F8C"/>
                  </a:solidFill>
                  <a:ea typeface="幼圆" pitchFamily="49" charset="-122"/>
                </a:rPr>
                <a:t>=</a:t>
              </a:r>
              <a:r>
                <a:rPr lang="en-US" altLang="zh-CN" sz="2200" dirty="0">
                  <a:solidFill>
                    <a:srgbClr val="002F8C"/>
                  </a:solidFill>
                  <a:ea typeface="幼圆" pitchFamily="49" charset="-122"/>
                </a:rPr>
                <a:t>q-&gt;</a:t>
              </a:r>
              <a:r>
                <a:rPr lang="zh-CN" altLang="zh-CN" sz="2200" dirty="0">
                  <a:solidFill>
                    <a:srgbClr val="002F8C"/>
                  </a:solidFill>
                  <a:ea typeface="幼圆" pitchFamily="49" charset="-122"/>
                  <a:sym typeface="Symbol" pitchFamily="18" charset="2"/>
                </a:rPr>
                <a:t>llink</a:t>
              </a:r>
              <a:r>
                <a:rPr lang="zh-CN" altLang="en-US" sz="2200" dirty="0">
                  <a:solidFill>
                    <a:srgbClr val="002F8C"/>
                  </a:solidFill>
                  <a:ea typeface="幼圆" pitchFamily="49" charset="-122"/>
                  <a:sym typeface="Symbol" pitchFamily="18" charset="2"/>
                </a:rPr>
                <a:t>;</a:t>
              </a:r>
              <a:endParaRPr lang="en-US" altLang="zh-CN" sz="2200" dirty="0">
                <a:solidFill>
                  <a:srgbClr val="002F8C"/>
                </a:solidFill>
                <a:ea typeface="幼圆" pitchFamily="49" charset="-122"/>
                <a:sym typeface="Symbol" pitchFamily="18" charset="2"/>
              </a:endParaRPr>
            </a:p>
          </p:txBody>
        </p:sp>
      </p:grpSp>
      <p:grpSp>
        <p:nvGrpSpPr>
          <p:cNvPr id="15" name="Group 132"/>
          <p:cNvGrpSpPr/>
          <p:nvPr/>
        </p:nvGrpSpPr>
        <p:grpSpPr bwMode="auto">
          <a:xfrm>
            <a:off x="1847528" y="4005065"/>
            <a:ext cx="7908924" cy="1343025"/>
            <a:chOff x="298" y="3072"/>
            <a:chExt cx="4982" cy="846"/>
          </a:xfrm>
        </p:grpSpPr>
        <p:sp>
          <p:nvSpPr>
            <p:cNvPr id="56329" name="Line 90"/>
            <p:cNvSpPr>
              <a:spLocks noChangeShapeType="1"/>
            </p:cNvSpPr>
            <p:nvPr/>
          </p:nvSpPr>
          <p:spPr bwMode="auto">
            <a:xfrm>
              <a:off x="1681" y="3552"/>
              <a:ext cx="213"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56330" name="Line 93"/>
            <p:cNvSpPr>
              <a:spLocks noChangeShapeType="1"/>
            </p:cNvSpPr>
            <p:nvPr/>
          </p:nvSpPr>
          <p:spPr bwMode="auto">
            <a:xfrm>
              <a:off x="2976" y="3537"/>
              <a:ext cx="336" cy="0"/>
            </a:xfrm>
            <a:prstGeom prst="line">
              <a:avLst/>
            </a:prstGeom>
            <a:noFill/>
            <a:ln w="25400" cap="sq">
              <a:solidFill>
                <a:srgbClr val="FF00FF"/>
              </a:solidFill>
              <a:round/>
              <a:tailEnd type="triangle" w="med" len="med"/>
            </a:ln>
          </p:spPr>
          <p:txBody>
            <a:bodyPr wrap="none" anchor="ctr"/>
            <a:lstStyle/>
            <a:p>
              <a:endParaRPr lang="zh-CN" altLang="en-US"/>
            </a:p>
          </p:txBody>
        </p:sp>
        <p:sp>
          <p:nvSpPr>
            <p:cNvPr id="56331" name="Rectangle 94"/>
            <p:cNvSpPr>
              <a:spLocks noChangeArrowheads="1"/>
            </p:cNvSpPr>
            <p:nvPr/>
          </p:nvSpPr>
          <p:spPr bwMode="auto">
            <a:xfrm>
              <a:off x="1319" y="3456"/>
              <a:ext cx="288" cy="240"/>
            </a:xfrm>
            <a:prstGeom prst="rect">
              <a:avLst/>
            </a:prstGeom>
            <a:noFill/>
            <a:ln w="25400" cap="sq">
              <a:solidFill>
                <a:schemeClr val="accent2"/>
              </a:solidFill>
              <a:miter lim="800000"/>
            </a:ln>
          </p:spPr>
          <p:txBody>
            <a:bodyPr wrap="none" anchor="ctr"/>
            <a:lstStyle/>
            <a:p>
              <a:endParaRPr lang="zh-CN" altLang="en-US"/>
            </a:p>
          </p:txBody>
        </p:sp>
        <p:sp>
          <p:nvSpPr>
            <p:cNvPr id="56332" name="Rectangle 95"/>
            <p:cNvSpPr>
              <a:spLocks noChangeArrowheads="1"/>
            </p:cNvSpPr>
            <p:nvPr/>
          </p:nvSpPr>
          <p:spPr bwMode="auto">
            <a:xfrm>
              <a:off x="1607" y="3456"/>
              <a:ext cx="144" cy="240"/>
            </a:xfrm>
            <a:prstGeom prst="rect">
              <a:avLst/>
            </a:prstGeom>
            <a:noFill/>
            <a:ln w="25400" cap="sq">
              <a:solidFill>
                <a:schemeClr val="accent2"/>
              </a:solidFill>
              <a:miter lim="800000"/>
            </a:ln>
          </p:spPr>
          <p:txBody>
            <a:bodyPr wrap="none" anchor="ctr"/>
            <a:lstStyle/>
            <a:p>
              <a:endParaRPr lang="zh-CN" altLang="en-US"/>
            </a:p>
          </p:txBody>
        </p:sp>
        <p:sp>
          <p:nvSpPr>
            <p:cNvPr id="56333" name="Rectangle 96"/>
            <p:cNvSpPr>
              <a:spLocks noChangeArrowheads="1"/>
            </p:cNvSpPr>
            <p:nvPr/>
          </p:nvSpPr>
          <p:spPr bwMode="auto">
            <a:xfrm>
              <a:off x="1171" y="3456"/>
              <a:ext cx="144" cy="240"/>
            </a:xfrm>
            <a:prstGeom prst="rect">
              <a:avLst/>
            </a:prstGeom>
            <a:noFill/>
            <a:ln w="25400" cap="sq">
              <a:solidFill>
                <a:schemeClr val="accent2"/>
              </a:solidFill>
              <a:miter lim="800000"/>
            </a:ln>
          </p:spPr>
          <p:txBody>
            <a:bodyPr wrap="none" anchor="ctr"/>
            <a:lstStyle/>
            <a:p>
              <a:endParaRPr lang="zh-CN" altLang="en-US"/>
            </a:p>
          </p:txBody>
        </p:sp>
        <p:grpSp>
          <p:nvGrpSpPr>
            <p:cNvPr id="16" name="Group 97"/>
            <p:cNvGrpSpPr/>
            <p:nvPr/>
          </p:nvGrpSpPr>
          <p:grpSpPr bwMode="auto">
            <a:xfrm>
              <a:off x="2448" y="3456"/>
              <a:ext cx="580" cy="240"/>
              <a:chOff x="775" y="1056"/>
              <a:chExt cx="580" cy="240"/>
            </a:xfrm>
          </p:grpSpPr>
          <p:sp>
            <p:nvSpPr>
              <p:cNvPr id="56364" name="Rectangle 98"/>
              <p:cNvSpPr>
                <a:spLocks noChangeArrowheads="1"/>
              </p:cNvSpPr>
              <p:nvPr/>
            </p:nvSpPr>
            <p:spPr bwMode="auto">
              <a:xfrm>
                <a:off x="923" y="1056"/>
                <a:ext cx="288" cy="240"/>
              </a:xfrm>
              <a:prstGeom prst="rect">
                <a:avLst/>
              </a:prstGeom>
              <a:noFill/>
              <a:ln w="25400" cap="sq">
                <a:solidFill>
                  <a:srgbClr val="000099"/>
                </a:solidFill>
                <a:miter lim="800000"/>
              </a:ln>
            </p:spPr>
            <p:txBody>
              <a:bodyPr wrap="none" anchor="ctr"/>
              <a:lstStyle/>
              <a:p>
                <a:endParaRPr lang="zh-CN" altLang="en-US"/>
              </a:p>
            </p:txBody>
          </p:sp>
          <p:sp>
            <p:nvSpPr>
              <p:cNvPr id="56365" name="Rectangle 99"/>
              <p:cNvSpPr>
                <a:spLocks noChangeArrowheads="1"/>
              </p:cNvSpPr>
              <p:nvPr/>
            </p:nvSpPr>
            <p:spPr bwMode="auto">
              <a:xfrm>
                <a:off x="1211" y="1056"/>
                <a:ext cx="144" cy="240"/>
              </a:xfrm>
              <a:prstGeom prst="rect">
                <a:avLst/>
              </a:prstGeom>
              <a:noFill/>
              <a:ln w="25400" cap="sq">
                <a:solidFill>
                  <a:srgbClr val="000099"/>
                </a:solidFill>
                <a:miter lim="800000"/>
              </a:ln>
            </p:spPr>
            <p:txBody>
              <a:bodyPr wrap="none" anchor="ctr"/>
              <a:lstStyle/>
              <a:p>
                <a:endParaRPr lang="zh-CN" altLang="en-US"/>
              </a:p>
            </p:txBody>
          </p:sp>
          <p:sp>
            <p:nvSpPr>
              <p:cNvPr id="56366" name="Rectangle 100"/>
              <p:cNvSpPr>
                <a:spLocks noChangeArrowheads="1"/>
              </p:cNvSpPr>
              <p:nvPr/>
            </p:nvSpPr>
            <p:spPr bwMode="auto">
              <a:xfrm>
                <a:off x="775" y="1056"/>
                <a:ext cx="144" cy="240"/>
              </a:xfrm>
              <a:prstGeom prst="rect">
                <a:avLst/>
              </a:prstGeom>
              <a:noFill/>
              <a:ln w="25400" cap="sq">
                <a:solidFill>
                  <a:srgbClr val="000099"/>
                </a:solidFill>
                <a:miter lim="800000"/>
              </a:ln>
            </p:spPr>
            <p:txBody>
              <a:bodyPr wrap="none" anchor="ctr"/>
              <a:lstStyle/>
              <a:p>
                <a:endParaRPr lang="zh-CN" altLang="en-US"/>
              </a:p>
            </p:txBody>
          </p:sp>
        </p:grpSp>
        <p:grpSp>
          <p:nvGrpSpPr>
            <p:cNvPr id="17" name="Group 101"/>
            <p:cNvGrpSpPr/>
            <p:nvPr/>
          </p:nvGrpSpPr>
          <p:grpSpPr bwMode="auto">
            <a:xfrm>
              <a:off x="3308" y="3456"/>
              <a:ext cx="580" cy="240"/>
              <a:chOff x="775" y="1056"/>
              <a:chExt cx="580" cy="240"/>
            </a:xfrm>
          </p:grpSpPr>
          <p:sp>
            <p:nvSpPr>
              <p:cNvPr id="56361" name="Rectangle 102"/>
              <p:cNvSpPr>
                <a:spLocks noChangeArrowheads="1"/>
              </p:cNvSpPr>
              <p:nvPr/>
            </p:nvSpPr>
            <p:spPr bwMode="auto">
              <a:xfrm>
                <a:off x="923" y="1056"/>
                <a:ext cx="288" cy="240"/>
              </a:xfrm>
              <a:prstGeom prst="rect">
                <a:avLst/>
              </a:prstGeom>
              <a:noFill/>
              <a:ln w="25400" cap="sq">
                <a:solidFill>
                  <a:srgbClr val="000099"/>
                </a:solidFill>
                <a:miter lim="800000"/>
              </a:ln>
            </p:spPr>
            <p:txBody>
              <a:bodyPr wrap="none" anchor="ctr"/>
              <a:lstStyle/>
              <a:p>
                <a:endParaRPr lang="zh-CN" altLang="en-US"/>
              </a:p>
            </p:txBody>
          </p:sp>
          <p:sp>
            <p:nvSpPr>
              <p:cNvPr id="56362" name="Rectangle 103"/>
              <p:cNvSpPr>
                <a:spLocks noChangeArrowheads="1"/>
              </p:cNvSpPr>
              <p:nvPr/>
            </p:nvSpPr>
            <p:spPr bwMode="auto">
              <a:xfrm>
                <a:off x="1211" y="1056"/>
                <a:ext cx="144" cy="240"/>
              </a:xfrm>
              <a:prstGeom prst="rect">
                <a:avLst/>
              </a:prstGeom>
              <a:noFill/>
              <a:ln w="25400" cap="sq">
                <a:solidFill>
                  <a:srgbClr val="000099"/>
                </a:solidFill>
                <a:miter lim="800000"/>
              </a:ln>
            </p:spPr>
            <p:txBody>
              <a:bodyPr wrap="none" anchor="ctr"/>
              <a:lstStyle/>
              <a:p>
                <a:endParaRPr lang="zh-CN" altLang="en-US"/>
              </a:p>
            </p:txBody>
          </p:sp>
          <p:sp>
            <p:nvSpPr>
              <p:cNvPr id="56363" name="Rectangle 104"/>
              <p:cNvSpPr>
                <a:spLocks noChangeArrowheads="1"/>
              </p:cNvSpPr>
              <p:nvPr/>
            </p:nvSpPr>
            <p:spPr bwMode="auto">
              <a:xfrm>
                <a:off x="775" y="1056"/>
                <a:ext cx="144" cy="240"/>
              </a:xfrm>
              <a:prstGeom prst="rect">
                <a:avLst/>
              </a:prstGeom>
              <a:noFill/>
              <a:ln w="25400" cap="sq">
                <a:solidFill>
                  <a:srgbClr val="000099"/>
                </a:solidFill>
                <a:miter lim="800000"/>
              </a:ln>
            </p:spPr>
            <p:txBody>
              <a:bodyPr wrap="none" anchor="ctr"/>
              <a:lstStyle/>
              <a:p>
                <a:endParaRPr lang="zh-CN" altLang="en-US"/>
              </a:p>
            </p:txBody>
          </p:sp>
        </p:grpSp>
        <p:grpSp>
          <p:nvGrpSpPr>
            <p:cNvPr id="18" name="Group 105"/>
            <p:cNvGrpSpPr/>
            <p:nvPr/>
          </p:nvGrpSpPr>
          <p:grpSpPr bwMode="auto">
            <a:xfrm>
              <a:off x="4553" y="3456"/>
              <a:ext cx="580" cy="240"/>
              <a:chOff x="775" y="1056"/>
              <a:chExt cx="580" cy="240"/>
            </a:xfrm>
          </p:grpSpPr>
          <p:sp>
            <p:nvSpPr>
              <p:cNvPr id="56358" name="Rectangle 106"/>
              <p:cNvSpPr>
                <a:spLocks noChangeArrowheads="1"/>
              </p:cNvSpPr>
              <p:nvPr/>
            </p:nvSpPr>
            <p:spPr bwMode="auto">
              <a:xfrm>
                <a:off x="923" y="1056"/>
                <a:ext cx="288" cy="240"/>
              </a:xfrm>
              <a:prstGeom prst="rect">
                <a:avLst/>
              </a:prstGeom>
              <a:noFill/>
              <a:ln w="25400" cap="sq">
                <a:solidFill>
                  <a:srgbClr val="000099"/>
                </a:solidFill>
                <a:miter lim="800000"/>
              </a:ln>
            </p:spPr>
            <p:txBody>
              <a:bodyPr wrap="none" anchor="ctr"/>
              <a:lstStyle/>
              <a:p>
                <a:endParaRPr lang="zh-CN" altLang="en-US"/>
              </a:p>
            </p:txBody>
          </p:sp>
          <p:sp>
            <p:nvSpPr>
              <p:cNvPr id="56359" name="Rectangle 107"/>
              <p:cNvSpPr>
                <a:spLocks noChangeArrowheads="1"/>
              </p:cNvSpPr>
              <p:nvPr/>
            </p:nvSpPr>
            <p:spPr bwMode="auto">
              <a:xfrm>
                <a:off x="1211" y="1056"/>
                <a:ext cx="144" cy="240"/>
              </a:xfrm>
              <a:prstGeom prst="rect">
                <a:avLst/>
              </a:prstGeom>
              <a:noFill/>
              <a:ln w="25400" cap="sq">
                <a:solidFill>
                  <a:srgbClr val="000099"/>
                </a:solidFill>
                <a:miter lim="800000"/>
              </a:ln>
            </p:spPr>
            <p:txBody>
              <a:bodyPr wrap="none" anchor="ctr"/>
              <a:lstStyle/>
              <a:p>
                <a:endParaRPr lang="zh-CN" altLang="en-US"/>
              </a:p>
            </p:txBody>
          </p:sp>
          <p:sp>
            <p:nvSpPr>
              <p:cNvPr id="56360" name="Rectangle 108"/>
              <p:cNvSpPr>
                <a:spLocks noChangeArrowheads="1"/>
              </p:cNvSpPr>
              <p:nvPr/>
            </p:nvSpPr>
            <p:spPr bwMode="auto">
              <a:xfrm>
                <a:off x="775" y="1056"/>
                <a:ext cx="144" cy="240"/>
              </a:xfrm>
              <a:prstGeom prst="rect">
                <a:avLst/>
              </a:prstGeom>
              <a:noFill/>
              <a:ln w="25400" cap="sq">
                <a:solidFill>
                  <a:srgbClr val="000099"/>
                </a:solidFill>
                <a:miter lim="800000"/>
              </a:ln>
            </p:spPr>
            <p:txBody>
              <a:bodyPr wrap="none" anchor="ctr"/>
              <a:lstStyle/>
              <a:p>
                <a:endParaRPr lang="zh-CN" altLang="en-US"/>
              </a:p>
            </p:txBody>
          </p:sp>
        </p:grpSp>
        <p:sp>
          <p:nvSpPr>
            <p:cNvPr id="56337" name="Line 109"/>
            <p:cNvSpPr>
              <a:spLocks noChangeShapeType="1"/>
            </p:cNvSpPr>
            <p:nvPr/>
          </p:nvSpPr>
          <p:spPr bwMode="auto">
            <a:xfrm flipH="1">
              <a:off x="1740" y="3648"/>
              <a:ext cx="228"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56338" name="Line 111"/>
            <p:cNvSpPr>
              <a:spLocks noChangeShapeType="1"/>
            </p:cNvSpPr>
            <p:nvPr/>
          </p:nvSpPr>
          <p:spPr bwMode="auto">
            <a:xfrm flipH="1">
              <a:off x="3024" y="3622"/>
              <a:ext cx="336" cy="0"/>
            </a:xfrm>
            <a:prstGeom prst="line">
              <a:avLst/>
            </a:prstGeom>
            <a:noFill/>
            <a:ln w="25400" cap="sq">
              <a:solidFill>
                <a:srgbClr val="FF00FF"/>
              </a:solidFill>
              <a:round/>
              <a:tailEnd type="triangle" w="med" len="med"/>
            </a:ln>
          </p:spPr>
          <p:txBody>
            <a:bodyPr wrap="none" anchor="ctr"/>
            <a:lstStyle/>
            <a:p>
              <a:endParaRPr lang="zh-CN" altLang="en-US"/>
            </a:p>
          </p:txBody>
        </p:sp>
        <p:sp>
          <p:nvSpPr>
            <p:cNvPr id="56339" name="Rectangle 113"/>
            <p:cNvSpPr>
              <a:spLocks noChangeArrowheads="1"/>
            </p:cNvSpPr>
            <p:nvPr/>
          </p:nvSpPr>
          <p:spPr bwMode="auto">
            <a:xfrm>
              <a:off x="1959" y="3386"/>
              <a:ext cx="275" cy="291"/>
            </a:xfrm>
            <a:prstGeom prst="rect">
              <a:avLst/>
            </a:prstGeom>
            <a:noFill/>
            <a:ln w="12700" cap="sq">
              <a:noFill/>
              <a:miter lim="800000"/>
            </a:ln>
          </p:spPr>
          <p:txBody>
            <a:bodyPr wrap="none">
              <a:spAutoFit/>
            </a:bodyPr>
            <a:lstStyle/>
            <a:p>
              <a:pPr algn="ctr"/>
              <a:r>
                <a:rPr lang="zh-CN" altLang="en-US" sz="2400">
                  <a:solidFill>
                    <a:schemeClr val="bg1"/>
                  </a:solidFill>
                  <a:ea typeface="宋体" pitchFamily="2" charset="-122"/>
                  <a:cs typeface="Times New Roman" panose="02020503050405090304" pitchFamily="18" charset="0"/>
                </a:rPr>
                <a:t>…</a:t>
              </a:r>
              <a:endParaRPr lang="zh-CN" altLang="en-US" sz="2400">
                <a:solidFill>
                  <a:schemeClr val="bg1"/>
                </a:solidFill>
                <a:ea typeface="宋体" pitchFamily="2" charset="-122"/>
                <a:cs typeface="Times New Roman" panose="02020503050405090304" pitchFamily="18" charset="0"/>
              </a:endParaRPr>
            </a:p>
          </p:txBody>
        </p:sp>
        <p:sp>
          <p:nvSpPr>
            <p:cNvPr id="56340" name="Rectangle 114"/>
            <p:cNvSpPr>
              <a:spLocks noChangeArrowheads="1"/>
            </p:cNvSpPr>
            <p:nvPr/>
          </p:nvSpPr>
          <p:spPr bwMode="auto">
            <a:xfrm>
              <a:off x="803" y="3072"/>
              <a:ext cx="294" cy="271"/>
            </a:xfrm>
            <a:prstGeom prst="rect">
              <a:avLst/>
            </a:prstGeom>
            <a:noFill/>
            <a:ln w="12700" cap="sq">
              <a:noFill/>
              <a:miter lim="800000"/>
            </a:ln>
          </p:spPr>
          <p:txBody>
            <a:bodyPr wrap="none">
              <a:spAutoFit/>
            </a:bodyPr>
            <a:lstStyle/>
            <a:p>
              <a:pPr algn="ctr"/>
              <a:r>
                <a:rPr lang="en-US" altLang="zh-CN" sz="2200">
                  <a:solidFill>
                    <a:srgbClr val="FF3300"/>
                  </a:solidFill>
                  <a:ea typeface="宋体" pitchFamily="2" charset="-122"/>
                </a:rPr>
                <a:t>list</a:t>
              </a:r>
              <a:endParaRPr lang="en-US" altLang="zh-CN" sz="2200">
                <a:solidFill>
                  <a:srgbClr val="FF3300"/>
                </a:solidFill>
                <a:ea typeface="宋体" pitchFamily="2" charset="-122"/>
              </a:endParaRPr>
            </a:p>
          </p:txBody>
        </p:sp>
        <p:sp>
          <p:nvSpPr>
            <p:cNvPr id="56341" name="Line 115"/>
            <p:cNvSpPr>
              <a:spLocks noChangeShapeType="1"/>
            </p:cNvSpPr>
            <p:nvPr/>
          </p:nvSpPr>
          <p:spPr bwMode="auto">
            <a:xfrm>
              <a:off x="1020" y="3312"/>
              <a:ext cx="144" cy="144"/>
            </a:xfrm>
            <a:prstGeom prst="line">
              <a:avLst/>
            </a:prstGeom>
            <a:noFill/>
            <a:ln w="19050" cap="sq">
              <a:solidFill>
                <a:schemeClr val="accent2"/>
              </a:solidFill>
              <a:round/>
              <a:tailEnd type="triangle" w="med" len="med"/>
            </a:ln>
          </p:spPr>
          <p:txBody>
            <a:bodyPr wrap="none" anchor="ctr"/>
            <a:lstStyle/>
            <a:p>
              <a:endParaRPr lang="zh-CN" altLang="en-US"/>
            </a:p>
          </p:txBody>
        </p:sp>
        <p:sp>
          <p:nvSpPr>
            <p:cNvPr id="56342" name="Line 116"/>
            <p:cNvSpPr>
              <a:spLocks noChangeShapeType="1"/>
            </p:cNvSpPr>
            <p:nvPr/>
          </p:nvSpPr>
          <p:spPr bwMode="auto">
            <a:xfrm>
              <a:off x="5040" y="3552"/>
              <a:ext cx="240" cy="0"/>
            </a:xfrm>
            <a:prstGeom prst="line">
              <a:avLst/>
            </a:prstGeom>
            <a:noFill/>
            <a:ln w="19050" cap="sq">
              <a:solidFill>
                <a:schemeClr val="tx1"/>
              </a:solidFill>
              <a:round/>
            </a:ln>
          </p:spPr>
          <p:txBody>
            <a:bodyPr wrap="none" anchor="ctr"/>
            <a:lstStyle/>
            <a:p>
              <a:endParaRPr lang="zh-CN" altLang="en-US"/>
            </a:p>
          </p:txBody>
        </p:sp>
        <p:sp>
          <p:nvSpPr>
            <p:cNvPr id="56343" name="Line 117"/>
            <p:cNvSpPr>
              <a:spLocks noChangeShapeType="1"/>
            </p:cNvSpPr>
            <p:nvPr/>
          </p:nvSpPr>
          <p:spPr bwMode="auto">
            <a:xfrm>
              <a:off x="1248" y="3264"/>
              <a:ext cx="4032" cy="0"/>
            </a:xfrm>
            <a:prstGeom prst="line">
              <a:avLst/>
            </a:prstGeom>
            <a:noFill/>
            <a:ln w="19050" cap="sq">
              <a:solidFill>
                <a:srgbClr val="000000"/>
              </a:solidFill>
              <a:round/>
            </a:ln>
          </p:spPr>
          <p:txBody>
            <a:bodyPr wrap="none" anchor="ctr"/>
            <a:lstStyle/>
            <a:p>
              <a:endParaRPr lang="zh-CN" altLang="en-US"/>
            </a:p>
          </p:txBody>
        </p:sp>
        <p:sp>
          <p:nvSpPr>
            <p:cNvPr id="56344" name="Line 118"/>
            <p:cNvSpPr>
              <a:spLocks noChangeShapeType="1"/>
            </p:cNvSpPr>
            <p:nvPr/>
          </p:nvSpPr>
          <p:spPr bwMode="auto">
            <a:xfrm>
              <a:off x="5280" y="3264"/>
              <a:ext cx="0" cy="288"/>
            </a:xfrm>
            <a:prstGeom prst="line">
              <a:avLst/>
            </a:prstGeom>
            <a:noFill/>
            <a:ln w="19050" cap="sq">
              <a:solidFill>
                <a:schemeClr val="tx1"/>
              </a:solidFill>
              <a:round/>
            </a:ln>
          </p:spPr>
          <p:txBody>
            <a:bodyPr wrap="none" anchor="ctr"/>
            <a:lstStyle/>
            <a:p>
              <a:endParaRPr lang="zh-CN" altLang="en-US"/>
            </a:p>
          </p:txBody>
        </p:sp>
        <p:sp>
          <p:nvSpPr>
            <p:cNvPr id="56345" name="Line 119"/>
            <p:cNvSpPr>
              <a:spLocks noChangeShapeType="1"/>
            </p:cNvSpPr>
            <p:nvPr/>
          </p:nvSpPr>
          <p:spPr bwMode="auto">
            <a:xfrm flipH="1">
              <a:off x="1200" y="3264"/>
              <a:ext cx="48" cy="192"/>
            </a:xfrm>
            <a:prstGeom prst="line">
              <a:avLst/>
            </a:prstGeom>
            <a:noFill/>
            <a:ln w="19050" cap="sq">
              <a:solidFill>
                <a:schemeClr val="tx1"/>
              </a:solidFill>
              <a:round/>
              <a:tailEnd type="triangle" w="med" len="med"/>
            </a:ln>
          </p:spPr>
          <p:txBody>
            <a:bodyPr wrap="none" anchor="ctr"/>
            <a:lstStyle/>
            <a:p>
              <a:endParaRPr lang="zh-CN" altLang="en-US"/>
            </a:p>
          </p:txBody>
        </p:sp>
        <p:sp>
          <p:nvSpPr>
            <p:cNvPr id="56346" name="Line 120"/>
            <p:cNvSpPr>
              <a:spLocks noChangeShapeType="1"/>
            </p:cNvSpPr>
            <p:nvPr/>
          </p:nvSpPr>
          <p:spPr bwMode="auto">
            <a:xfrm>
              <a:off x="1012" y="3600"/>
              <a:ext cx="240" cy="0"/>
            </a:xfrm>
            <a:prstGeom prst="line">
              <a:avLst/>
            </a:prstGeom>
            <a:noFill/>
            <a:ln w="19050" cap="sq">
              <a:solidFill>
                <a:schemeClr val="tx1"/>
              </a:solidFill>
              <a:round/>
            </a:ln>
          </p:spPr>
          <p:txBody>
            <a:bodyPr wrap="none" anchor="ctr"/>
            <a:lstStyle/>
            <a:p>
              <a:endParaRPr lang="zh-CN" altLang="en-US"/>
            </a:p>
          </p:txBody>
        </p:sp>
        <p:sp>
          <p:nvSpPr>
            <p:cNvPr id="56347" name="Line 121"/>
            <p:cNvSpPr>
              <a:spLocks noChangeShapeType="1"/>
            </p:cNvSpPr>
            <p:nvPr/>
          </p:nvSpPr>
          <p:spPr bwMode="auto">
            <a:xfrm>
              <a:off x="1008" y="3899"/>
              <a:ext cx="4032" cy="0"/>
            </a:xfrm>
            <a:prstGeom prst="line">
              <a:avLst/>
            </a:prstGeom>
            <a:noFill/>
            <a:ln w="19050" cap="sq">
              <a:solidFill>
                <a:srgbClr val="000000"/>
              </a:solidFill>
              <a:round/>
            </a:ln>
          </p:spPr>
          <p:txBody>
            <a:bodyPr wrap="none" anchor="ctr"/>
            <a:lstStyle/>
            <a:p>
              <a:endParaRPr lang="zh-CN" altLang="en-US"/>
            </a:p>
          </p:txBody>
        </p:sp>
        <p:sp>
          <p:nvSpPr>
            <p:cNvPr id="56348" name="Line 122"/>
            <p:cNvSpPr>
              <a:spLocks noChangeShapeType="1"/>
            </p:cNvSpPr>
            <p:nvPr/>
          </p:nvSpPr>
          <p:spPr bwMode="auto">
            <a:xfrm>
              <a:off x="1001" y="3600"/>
              <a:ext cx="0" cy="288"/>
            </a:xfrm>
            <a:prstGeom prst="line">
              <a:avLst/>
            </a:prstGeom>
            <a:noFill/>
            <a:ln w="19050" cap="sq">
              <a:solidFill>
                <a:schemeClr val="tx1"/>
              </a:solidFill>
              <a:round/>
            </a:ln>
          </p:spPr>
          <p:txBody>
            <a:bodyPr wrap="none" anchor="ctr"/>
            <a:lstStyle/>
            <a:p>
              <a:endParaRPr lang="zh-CN" altLang="en-US"/>
            </a:p>
          </p:txBody>
        </p:sp>
        <p:sp>
          <p:nvSpPr>
            <p:cNvPr id="56349" name="Line 123"/>
            <p:cNvSpPr>
              <a:spLocks noChangeShapeType="1"/>
            </p:cNvSpPr>
            <p:nvPr/>
          </p:nvSpPr>
          <p:spPr bwMode="auto">
            <a:xfrm flipV="1">
              <a:off x="5036" y="3696"/>
              <a:ext cx="96" cy="192"/>
            </a:xfrm>
            <a:prstGeom prst="line">
              <a:avLst/>
            </a:prstGeom>
            <a:noFill/>
            <a:ln w="19050" cap="sq">
              <a:solidFill>
                <a:schemeClr val="tx1"/>
              </a:solidFill>
              <a:round/>
              <a:tailEnd type="triangle" w="med" len="med"/>
            </a:ln>
          </p:spPr>
          <p:txBody>
            <a:bodyPr wrap="none" anchor="ctr"/>
            <a:lstStyle/>
            <a:p>
              <a:endParaRPr lang="zh-CN" altLang="en-US"/>
            </a:p>
          </p:txBody>
        </p:sp>
        <p:sp>
          <p:nvSpPr>
            <p:cNvPr id="56350" name="Text Box 124"/>
            <p:cNvSpPr txBox="1">
              <a:spLocks noChangeArrowheads="1"/>
            </p:cNvSpPr>
            <p:nvPr/>
          </p:nvSpPr>
          <p:spPr bwMode="auto">
            <a:xfrm>
              <a:off x="298" y="3168"/>
              <a:ext cx="343" cy="750"/>
            </a:xfrm>
            <a:prstGeom prst="rect">
              <a:avLst/>
            </a:prstGeom>
            <a:noFill/>
            <a:ln w="12700" cap="sq">
              <a:noFill/>
              <a:miter lim="800000"/>
            </a:ln>
          </p:spPr>
          <p:txBody>
            <a:bodyPr wrap="none">
              <a:spAutoFit/>
            </a:bodyPr>
            <a:lstStyle/>
            <a:p>
              <a:pPr algn="ctr">
                <a:lnSpc>
                  <a:spcPct val="85000"/>
                </a:lnSpc>
                <a:spcBef>
                  <a:spcPct val="0"/>
                </a:spcBef>
              </a:pPr>
              <a:r>
                <a:rPr lang="zh-CN" altLang="en-US" sz="2800" dirty="0">
                  <a:solidFill>
                    <a:srgbClr val="000099"/>
                  </a:solidFill>
                  <a:ea typeface="幼圆" pitchFamily="49" charset="-122"/>
                </a:rPr>
                <a:t>删</a:t>
              </a:r>
              <a:endParaRPr lang="zh-CN" altLang="en-US" sz="2800" dirty="0">
                <a:solidFill>
                  <a:srgbClr val="000099"/>
                </a:solidFill>
                <a:ea typeface="幼圆" pitchFamily="49" charset="-122"/>
              </a:endParaRPr>
            </a:p>
            <a:p>
              <a:pPr algn="ctr">
                <a:lnSpc>
                  <a:spcPct val="85000"/>
                </a:lnSpc>
                <a:spcBef>
                  <a:spcPct val="0"/>
                </a:spcBef>
              </a:pPr>
              <a:r>
                <a:rPr lang="zh-CN" altLang="en-US" sz="2800" dirty="0">
                  <a:solidFill>
                    <a:srgbClr val="000099"/>
                  </a:solidFill>
                  <a:ea typeface="幼圆" pitchFamily="49" charset="-122"/>
                </a:rPr>
                <a:t>除</a:t>
              </a:r>
              <a:endParaRPr lang="zh-CN" altLang="en-US" sz="2800" dirty="0">
                <a:solidFill>
                  <a:srgbClr val="000099"/>
                </a:solidFill>
                <a:ea typeface="幼圆" pitchFamily="49" charset="-122"/>
              </a:endParaRPr>
            </a:p>
            <a:p>
              <a:pPr algn="ctr">
                <a:lnSpc>
                  <a:spcPct val="85000"/>
                </a:lnSpc>
                <a:spcBef>
                  <a:spcPct val="0"/>
                </a:spcBef>
              </a:pPr>
              <a:r>
                <a:rPr lang="zh-CN" altLang="en-US" sz="2800" dirty="0">
                  <a:solidFill>
                    <a:srgbClr val="000099"/>
                  </a:solidFill>
                  <a:ea typeface="幼圆" pitchFamily="49" charset="-122"/>
                </a:rPr>
                <a:t>后</a:t>
              </a:r>
              <a:endParaRPr lang="zh-CN" altLang="en-US" sz="3600" dirty="0">
                <a:solidFill>
                  <a:srgbClr val="000099"/>
                </a:solidFill>
                <a:ea typeface="幼圆" pitchFamily="49" charset="-122"/>
              </a:endParaRPr>
            </a:p>
          </p:txBody>
        </p:sp>
        <p:sp>
          <p:nvSpPr>
            <p:cNvPr id="56351" name="Line 125"/>
            <p:cNvSpPr>
              <a:spLocks noChangeShapeType="1"/>
            </p:cNvSpPr>
            <p:nvPr/>
          </p:nvSpPr>
          <p:spPr bwMode="auto">
            <a:xfrm>
              <a:off x="2220" y="3552"/>
              <a:ext cx="213"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56352" name="Line 126"/>
            <p:cNvSpPr>
              <a:spLocks noChangeShapeType="1"/>
            </p:cNvSpPr>
            <p:nvPr/>
          </p:nvSpPr>
          <p:spPr bwMode="auto">
            <a:xfrm flipH="1">
              <a:off x="2316" y="3633"/>
              <a:ext cx="228"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56353" name="Line 127"/>
            <p:cNvSpPr>
              <a:spLocks noChangeShapeType="1"/>
            </p:cNvSpPr>
            <p:nvPr/>
          </p:nvSpPr>
          <p:spPr bwMode="auto">
            <a:xfrm flipH="1">
              <a:off x="3804" y="3622"/>
              <a:ext cx="228"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56354" name="Line 128"/>
            <p:cNvSpPr>
              <a:spLocks noChangeShapeType="1"/>
            </p:cNvSpPr>
            <p:nvPr/>
          </p:nvSpPr>
          <p:spPr bwMode="auto">
            <a:xfrm flipH="1">
              <a:off x="4417" y="3637"/>
              <a:ext cx="228"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56355" name="Line 129"/>
            <p:cNvSpPr>
              <a:spLocks noChangeShapeType="1"/>
            </p:cNvSpPr>
            <p:nvPr/>
          </p:nvSpPr>
          <p:spPr bwMode="auto">
            <a:xfrm>
              <a:off x="3818" y="3537"/>
              <a:ext cx="213"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56356" name="Line 130"/>
            <p:cNvSpPr>
              <a:spLocks noChangeShapeType="1"/>
            </p:cNvSpPr>
            <p:nvPr/>
          </p:nvSpPr>
          <p:spPr bwMode="auto">
            <a:xfrm>
              <a:off x="4347" y="3552"/>
              <a:ext cx="213" cy="0"/>
            </a:xfrm>
            <a:prstGeom prst="line">
              <a:avLst/>
            </a:prstGeom>
            <a:noFill/>
            <a:ln w="19050" cap="sq">
              <a:solidFill>
                <a:schemeClr val="tx1"/>
              </a:solidFill>
              <a:round/>
              <a:tailEnd type="triangle" w="med" len="med"/>
            </a:ln>
          </p:spPr>
          <p:txBody>
            <a:bodyPr wrap="none" anchor="ctr"/>
            <a:lstStyle/>
            <a:p>
              <a:endParaRPr lang="zh-CN" altLang="en-US"/>
            </a:p>
          </p:txBody>
        </p:sp>
        <p:sp>
          <p:nvSpPr>
            <p:cNvPr id="56357" name="Rectangle 131"/>
            <p:cNvSpPr>
              <a:spLocks noChangeArrowheads="1"/>
            </p:cNvSpPr>
            <p:nvPr/>
          </p:nvSpPr>
          <p:spPr bwMode="auto">
            <a:xfrm>
              <a:off x="4088" y="3393"/>
              <a:ext cx="275" cy="291"/>
            </a:xfrm>
            <a:prstGeom prst="rect">
              <a:avLst/>
            </a:prstGeom>
            <a:noFill/>
            <a:ln w="12700" cap="sq">
              <a:noFill/>
              <a:miter lim="800000"/>
            </a:ln>
          </p:spPr>
          <p:txBody>
            <a:bodyPr wrap="none">
              <a:spAutoFit/>
            </a:bodyPr>
            <a:lstStyle/>
            <a:p>
              <a:pPr algn="ctr"/>
              <a:r>
                <a:rPr lang="zh-CN" altLang="en-US" sz="2400">
                  <a:solidFill>
                    <a:schemeClr val="bg1"/>
                  </a:solidFill>
                  <a:ea typeface="宋体" pitchFamily="2" charset="-122"/>
                  <a:cs typeface="Times New Roman" panose="02020503050405090304" pitchFamily="18" charset="0"/>
                </a:rPr>
                <a:t>…</a:t>
              </a:r>
              <a:endParaRPr lang="zh-CN" altLang="en-US" sz="2400">
                <a:solidFill>
                  <a:schemeClr val="bg1"/>
                </a:solidFill>
                <a:ea typeface="宋体" pitchFamily="2" charset="-122"/>
                <a:cs typeface="Times New Roman" panose="02020503050405090304" pitchFamily="18" charset="0"/>
              </a:endParaRPr>
            </a:p>
          </p:txBody>
        </p:sp>
      </p:grpSp>
      <p:sp>
        <p:nvSpPr>
          <p:cNvPr id="116" name="Text Box 10"/>
          <p:cNvSpPr txBox="1">
            <a:spLocks noChangeArrowheads="1"/>
          </p:cNvSpPr>
          <p:nvPr/>
        </p:nvSpPr>
        <p:spPr bwMode="auto">
          <a:xfrm>
            <a:off x="2153187" y="5359438"/>
            <a:ext cx="7615553" cy="1323439"/>
          </a:xfrm>
          <a:prstGeom prst="rect">
            <a:avLst/>
          </a:prstGeom>
          <a:solidFill>
            <a:schemeClr val="bg2">
              <a:lumMod val="20000"/>
              <a:lumOff val="80000"/>
            </a:schemeClr>
          </a:solidFill>
          <a:ln w="9525">
            <a:noFill/>
            <a:miter lim="800000"/>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a:spAutoFit/>
          </a:bodyPr>
          <a:lstStyle/>
          <a:p>
            <a:pPr algn="just" fontAlgn="base">
              <a:spcBef>
                <a:spcPct val="0"/>
              </a:spcBef>
            </a:pPr>
            <a:r>
              <a:rPr lang="zh-CN" altLang="en-US" sz="2000" b="1" dirty="0">
                <a:solidFill>
                  <a:srgbClr val="000080"/>
                </a:solidFill>
                <a:latin typeface="幼圆" pitchFamily="49" charset="-122"/>
                <a:ea typeface="幼圆" pitchFamily="49" charset="-122"/>
              </a:rPr>
              <a:t>注意</a:t>
            </a:r>
            <a:r>
              <a:rPr lang="zh-CN" altLang="en-US" sz="2000" dirty="0">
                <a:solidFill>
                  <a:srgbClr val="000080"/>
                </a:solidFill>
                <a:latin typeface="幼圆" pitchFamily="49" charset="-122"/>
                <a:ea typeface="幼圆" pitchFamily="49" charset="-122"/>
              </a:rPr>
              <a:t>：删除头</a:t>
            </a:r>
            <a:r>
              <a:rPr lang="en-US" altLang="zh-CN" sz="2000" dirty="0">
                <a:solidFill>
                  <a:srgbClr val="000080"/>
                </a:solidFill>
                <a:latin typeface="幼圆" pitchFamily="49" charset="-122"/>
                <a:ea typeface="幼圆" pitchFamily="49" charset="-122"/>
              </a:rPr>
              <a:t>(</a:t>
            </a:r>
            <a:r>
              <a:rPr lang="zh-CN" altLang="en-US" sz="2000" dirty="0">
                <a:solidFill>
                  <a:srgbClr val="000080"/>
                </a:solidFill>
                <a:latin typeface="幼圆" pitchFamily="49" charset="-122"/>
                <a:ea typeface="幼圆" pitchFamily="49" charset="-122"/>
              </a:rPr>
              <a:t>第一个</a:t>
            </a:r>
            <a:r>
              <a:rPr lang="en-US" altLang="zh-CN" sz="2000" dirty="0">
                <a:solidFill>
                  <a:srgbClr val="000080"/>
                </a:solidFill>
                <a:latin typeface="幼圆" pitchFamily="49" charset="-122"/>
                <a:ea typeface="幼圆" pitchFamily="49" charset="-122"/>
              </a:rPr>
              <a:t>)</a:t>
            </a:r>
            <a:r>
              <a:rPr lang="zh-CN" altLang="en-US" sz="2000" dirty="0">
                <a:solidFill>
                  <a:srgbClr val="000080"/>
                </a:solidFill>
                <a:latin typeface="幼圆" pitchFamily="49" charset="-122"/>
                <a:ea typeface="幼圆" pitchFamily="49" charset="-122"/>
              </a:rPr>
              <a:t>结点时，步骤如下：</a:t>
            </a:r>
            <a:endParaRPr lang="en-US" altLang="zh-CN" sz="2000" dirty="0">
              <a:solidFill>
                <a:srgbClr val="000080"/>
              </a:solidFill>
              <a:latin typeface="幼圆" pitchFamily="49" charset="-122"/>
              <a:ea typeface="幼圆" pitchFamily="49" charset="-122"/>
            </a:endParaRPr>
          </a:p>
          <a:p>
            <a:pPr lvl="2" algn="just" fontAlgn="base">
              <a:spcBef>
                <a:spcPct val="0"/>
              </a:spcBef>
            </a:pPr>
            <a:r>
              <a:rPr lang="en-US" altLang="zh-CN" sz="2000" dirty="0">
                <a:solidFill>
                  <a:srgbClr val="000080"/>
                </a:solidFill>
                <a:latin typeface="幼圆" pitchFamily="49" charset="-122"/>
                <a:ea typeface="幼圆" pitchFamily="49" charset="-122"/>
              </a:rPr>
              <a:t>list-&gt;</a:t>
            </a:r>
            <a:r>
              <a:rPr lang="en-US" altLang="zh-CN" sz="2000" dirty="0" err="1">
                <a:solidFill>
                  <a:srgbClr val="000080"/>
                </a:solidFill>
                <a:latin typeface="幼圆" pitchFamily="49" charset="-122"/>
                <a:ea typeface="幼圆" pitchFamily="49" charset="-122"/>
              </a:rPr>
              <a:t>rlink</a:t>
            </a:r>
            <a:r>
              <a:rPr lang="en-US" altLang="zh-CN" sz="2000" dirty="0">
                <a:solidFill>
                  <a:srgbClr val="000080"/>
                </a:solidFill>
                <a:latin typeface="幼圆" pitchFamily="49" charset="-122"/>
                <a:ea typeface="幼圆" pitchFamily="49" charset="-122"/>
              </a:rPr>
              <a:t>-&gt;</a:t>
            </a:r>
            <a:r>
              <a:rPr lang="en-US" altLang="zh-CN" sz="2000" dirty="0" err="1">
                <a:solidFill>
                  <a:srgbClr val="000080"/>
                </a:solidFill>
                <a:latin typeface="幼圆" pitchFamily="49" charset="-122"/>
                <a:ea typeface="幼圆" pitchFamily="49" charset="-122"/>
              </a:rPr>
              <a:t>llink</a:t>
            </a:r>
            <a:r>
              <a:rPr lang="en-US" altLang="zh-CN" sz="2000" dirty="0">
                <a:solidFill>
                  <a:srgbClr val="000080"/>
                </a:solidFill>
                <a:latin typeface="幼圆" pitchFamily="49" charset="-122"/>
                <a:ea typeface="幼圆" pitchFamily="49" charset="-122"/>
              </a:rPr>
              <a:t> = list-&gt;link;</a:t>
            </a:r>
            <a:endParaRPr lang="en-US" altLang="zh-CN" sz="2000" dirty="0">
              <a:solidFill>
                <a:srgbClr val="000080"/>
              </a:solidFill>
              <a:latin typeface="幼圆" pitchFamily="49" charset="-122"/>
              <a:ea typeface="幼圆" pitchFamily="49" charset="-122"/>
            </a:endParaRPr>
          </a:p>
          <a:p>
            <a:pPr lvl="2" algn="just" fontAlgn="base">
              <a:spcBef>
                <a:spcPct val="0"/>
              </a:spcBef>
            </a:pPr>
            <a:r>
              <a:rPr lang="en-US" altLang="zh-CN" sz="2000" dirty="0">
                <a:solidFill>
                  <a:srgbClr val="000080"/>
                </a:solidFill>
                <a:latin typeface="幼圆" pitchFamily="49" charset="-122"/>
                <a:ea typeface="幼圆" pitchFamily="49" charset="-122"/>
              </a:rPr>
              <a:t>list-&gt;</a:t>
            </a:r>
            <a:r>
              <a:rPr lang="en-US" altLang="zh-CN" sz="2000" dirty="0" err="1">
                <a:solidFill>
                  <a:srgbClr val="000080"/>
                </a:solidFill>
                <a:latin typeface="幼圆" pitchFamily="49" charset="-122"/>
                <a:ea typeface="幼圆" pitchFamily="49" charset="-122"/>
              </a:rPr>
              <a:t>llink</a:t>
            </a:r>
            <a:r>
              <a:rPr lang="en-US" altLang="zh-CN" sz="2000" dirty="0">
                <a:solidFill>
                  <a:srgbClr val="000080"/>
                </a:solidFill>
                <a:latin typeface="幼圆" pitchFamily="49" charset="-122"/>
                <a:ea typeface="幼圆" pitchFamily="49" charset="-122"/>
              </a:rPr>
              <a:t>-&gt;</a:t>
            </a:r>
            <a:r>
              <a:rPr lang="en-US" altLang="zh-CN" sz="2000" dirty="0" err="1">
                <a:solidFill>
                  <a:srgbClr val="000080"/>
                </a:solidFill>
                <a:latin typeface="幼圆" pitchFamily="49" charset="-122"/>
                <a:ea typeface="幼圆" pitchFamily="49" charset="-122"/>
              </a:rPr>
              <a:t>rlink</a:t>
            </a:r>
            <a:r>
              <a:rPr lang="en-US" altLang="zh-CN" sz="2000" dirty="0">
                <a:solidFill>
                  <a:srgbClr val="000080"/>
                </a:solidFill>
                <a:latin typeface="幼圆" pitchFamily="49" charset="-122"/>
                <a:ea typeface="幼圆" pitchFamily="49" charset="-122"/>
              </a:rPr>
              <a:t> = list-&gt;</a:t>
            </a:r>
            <a:r>
              <a:rPr lang="en-US" altLang="zh-CN" sz="2000" dirty="0" err="1">
                <a:solidFill>
                  <a:srgbClr val="000080"/>
                </a:solidFill>
                <a:latin typeface="幼圆" pitchFamily="49" charset="-122"/>
                <a:ea typeface="幼圆" pitchFamily="49" charset="-122"/>
              </a:rPr>
              <a:t>rlink</a:t>
            </a:r>
            <a:r>
              <a:rPr lang="en-US" altLang="zh-CN" sz="2000" dirty="0">
                <a:solidFill>
                  <a:srgbClr val="000080"/>
                </a:solidFill>
                <a:latin typeface="幼圆" pitchFamily="49" charset="-122"/>
                <a:ea typeface="幼圆" pitchFamily="49" charset="-122"/>
              </a:rPr>
              <a:t>;</a:t>
            </a:r>
            <a:endParaRPr lang="en-US" altLang="zh-CN" sz="2000" dirty="0">
              <a:solidFill>
                <a:srgbClr val="000080"/>
              </a:solidFill>
              <a:latin typeface="幼圆" pitchFamily="49" charset="-122"/>
              <a:ea typeface="幼圆" pitchFamily="49" charset="-122"/>
            </a:endParaRPr>
          </a:p>
          <a:p>
            <a:pPr lvl="2" algn="just" fontAlgn="base">
              <a:spcBef>
                <a:spcPct val="0"/>
              </a:spcBef>
            </a:pPr>
            <a:r>
              <a:rPr lang="en-US" altLang="zh-CN" sz="2000" b="1" dirty="0">
                <a:solidFill>
                  <a:srgbClr val="000080"/>
                </a:solidFill>
                <a:latin typeface="幼圆" pitchFamily="49" charset="-122"/>
                <a:ea typeface="幼圆" pitchFamily="49" charset="-122"/>
              </a:rPr>
              <a:t>q = list; list = list-&gt;</a:t>
            </a:r>
            <a:r>
              <a:rPr lang="en-US" altLang="zh-CN" sz="2000" b="1" dirty="0" err="1">
                <a:solidFill>
                  <a:srgbClr val="000080"/>
                </a:solidFill>
                <a:latin typeface="幼圆" pitchFamily="49" charset="-122"/>
                <a:ea typeface="幼圆" pitchFamily="49" charset="-122"/>
              </a:rPr>
              <a:t>rlink</a:t>
            </a:r>
            <a:r>
              <a:rPr lang="en-US" altLang="zh-CN" sz="2000" b="1" dirty="0">
                <a:solidFill>
                  <a:srgbClr val="000080"/>
                </a:solidFill>
                <a:latin typeface="幼圆" pitchFamily="49" charset="-122"/>
                <a:ea typeface="幼圆" pitchFamily="49" charset="-122"/>
              </a:rPr>
              <a:t>; free(q);</a:t>
            </a:r>
            <a:endParaRPr lang="en-US" altLang="zh-CN" sz="2000" b="1" dirty="0">
              <a:solidFill>
                <a:srgbClr val="000080"/>
              </a:solidFill>
              <a:latin typeface="幼圆" pitchFamily="49" charset="-122"/>
              <a:ea typeface="幼圆"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right)">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right)">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right)">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box(in)">
                                      <p:cBhvr>
                                        <p:cTn id="32" dur="500"/>
                                        <p:tgtEl>
                                          <p:spTgt spid="15"/>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16"/>
                                        </p:tgtEl>
                                        <p:attrNameLst>
                                          <p:attrName>style.visibility</p:attrName>
                                        </p:attrNameLst>
                                      </p:cBhvr>
                                      <p:to>
                                        <p:strVal val="visible"/>
                                      </p:to>
                                    </p:set>
                                    <p:animEffect transition="in" filter="blinds(horizontal)">
                                      <p:cBhvr>
                                        <p:cTn id="37" dur="500"/>
                                        <p:tgtEl>
                                          <p:spTgt spid="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 grpId="0" animBg="1"/>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8" name="Text Box 6"/>
          <p:cNvSpPr txBox="1">
            <a:spLocks noChangeArrowheads="1"/>
          </p:cNvSpPr>
          <p:nvPr/>
        </p:nvSpPr>
        <p:spPr bwMode="auto">
          <a:xfrm>
            <a:off x="1585752" y="1820289"/>
            <a:ext cx="10270888" cy="1754326"/>
          </a:xfrm>
          <a:prstGeom prst="rect">
            <a:avLst/>
          </a:prstGeom>
          <a:noFill/>
          <a:ln w="9525">
            <a:noFill/>
            <a:miter lim="800000"/>
          </a:ln>
        </p:spPr>
        <p:txBody>
          <a:bodyPr wrap="square">
            <a:spAutoFit/>
          </a:bodyPr>
          <a:lstStyle/>
          <a:p>
            <a:pPr algn="just" fontAlgn="base">
              <a:lnSpc>
                <a:spcPct val="90000"/>
              </a:lnSpc>
              <a:spcBef>
                <a:spcPct val="0"/>
              </a:spcBef>
            </a:pPr>
            <a:r>
              <a:rPr lang="zh-CN" altLang="zh-CN" sz="2400" dirty="0">
                <a:solidFill>
                  <a:srgbClr val="002F8C"/>
                </a:solidFill>
              </a:rPr>
              <a:t>       </a:t>
            </a:r>
            <a:r>
              <a:rPr lang="zh-CN" altLang="en-US" sz="2400" dirty="0">
                <a:solidFill>
                  <a:srgbClr val="002F8C"/>
                </a:solidFill>
              </a:rPr>
              <a:t> </a:t>
            </a:r>
            <a:r>
              <a:rPr lang="en-US" altLang="zh-CN" sz="2400" dirty="0">
                <a:solidFill>
                  <a:srgbClr val="002F8C"/>
                </a:solidFill>
              </a:rPr>
              <a:t>                   </a:t>
            </a:r>
            <a:r>
              <a:rPr lang="en-US" altLang="zh-CN" sz="2100" dirty="0">
                <a:solidFill>
                  <a:srgbClr val="002F8C"/>
                </a:solidFill>
                <a:ea typeface="宋体" pitchFamily="2" charset="-122"/>
              </a:rPr>
              <a:t>/*</a:t>
            </a:r>
            <a:r>
              <a:rPr lang="en-US" altLang="zh-CN" sz="2100" dirty="0">
                <a:solidFill>
                  <a:srgbClr val="002F8C"/>
                </a:solidFill>
                <a:latin typeface="宋体" pitchFamily="2" charset="-122"/>
              </a:rPr>
              <a:t> </a:t>
            </a:r>
            <a:r>
              <a:rPr lang="en-US" altLang="zh-CN" sz="2100" dirty="0">
                <a:solidFill>
                  <a:srgbClr val="002F8C"/>
                </a:solidFill>
              </a:rPr>
              <a:t>q</a:t>
            </a:r>
            <a:r>
              <a:rPr lang="zh-CN" altLang="en-US" sz="2100" dirty="0">
                <a:solidFill>
                  <a:srgbClr val="002F8C"/>
                </a:solidFill>
                <a:latin typeface="宋体" pitchFamily="2" charset="-122"/>
                <a:ea typeface="幼圆" pitchFamily="49" charset="-122"/>
              </a:rPr>
              <a:t>初始指向头结点的下一个结点</a:t>
            </a:r>
            <a:r>
              <a:rPr lang="zh-CN" altLang="en-US" sz="2100" dirty="0">
                <a:solidFill>
                  <a:srgbClr val="002F8C"/>
                </a:solidFill>
                <a:ea typeface="幼圆" pitchFamily="49" charset="-122"/>
              </a:rPr>
              <a:t> </a:t>
            </a:r>
            <a:r>
              <a:rPr lang="zh-CN" altLang="en-US" sz="2100" dirty="0">
                <a:solidFill>
                  <a:srgbClr val="002F8C"/>
                </a:solidFill>
              </a:rPr>
              <a:t>*</a:t>
            </a:r>
            <a:r>
              <a:rPr lang="zh-CN" altLang="zh-CN" sz="2100" dirty="0">
                <a:solidFill>
                  <a:srgbClr val="002F8C"/>
                </a:solidFill>
                <a:ea typeface="宋体" pitchFamily="2" charset="-122"/>
              </a:rPr>
              <a:t>/</a:t>
            </a:r>
            <a:r>
              <a:rPr lang="zh-CN" altLang="zh-CN" sz="2000" dirty="0">
                <a:solidFill>
                  <a:srgbClr val="002F8C"/>
                </a:solidFill>
                <a:ea typeface="宋体" pitchFamily="2" charset="-122"/>
              </a:rPr>
              <a:t> </a:t>
            </a:r>
            <a:endParaRPr lang="zh-CN" altLang="en-US" sz="2000" dirty="0">
              <a:solidFill>
                <a:srgbClr val="002F8C"/>
              </a:solidFill>
              <a:latin typeface="宋体" pitchFamily="2" charset="-122"/>
            </a:endParaRPr>
          </a:p>
          <a:p>
            <a:pPr algn="just" fontAlgn="base">
              <a:lnSpc>
                <a:spcPct val="90000"/>
              </a:lnSpc>
              <a:spcBef>
                <a:spcPct val="0"/>
              </a:spcBef>
            </a:pPr>
            <a:r>
              <a:rPr lang="zh-CN" altLang="en-US" sz="2400" dirty="0">
                <a:solidFill>
                  <a:srgbClr val="002F8C"/>
                </a:solidFill>
              </a:rPr>
              <a:t>        </a:t>
            </a:r>
            <a:r>
              <a:rPr lang="en-US" altLang="zh-CN" sz="2400" dirty="0">
                <a:solidFill>
                  <a:srgbClr val="002F8C"/>
                </a:solidFill>
              </a:rPr>
              <a:t>for(q=list; q-&gt;</a:t>
            </a:r>
            <a:r>
              <a:rPr lang="en-US" altLang="zh-CN" sz="2400" dirty="0" err="1">
                <a:solidFill>
                  <a:srgbClr val="002F8C"/>
                </a:solidFill>
              </a:rPr>
              <a:t>rlink</a:t>
            </a:r>
            <a:r>
              <a:rPr lang="en-US" altLang="zh-CN" sz="2400" dirty="0">
                <a:solidFill>
                  <a:srgbClr val="002F8C"/>
                </a:solidFill>
              </a:rPr>
              <a:t>!=list</a:t>
            </a:r>
            <a:r>
              <a:rPr lang="en-US" altLang="zh-CN" sz="2200" dirty="0">
                <a:solidFill>
                  <a:srgbClr val="002F8C"/>
                </a:solidFill>
              </a:rPr>
              <a:t>&amp;&amp;</a:t>
            </a:r>
            <a:r>
              <a:rPr lang="en-US" altLang="zh-CN" sz="2400" dirty="0">
                <a:solidFill>
                  <a:srgbClr val="002F8C"/>
                </a:solidFill>
              </a:rPr>
              <a:t>q</a:t>
            </a:r>
            <a:r>
              <a:rPr lang="en-US" altLang="zh-CN" sz="2400" dirty="0">
                <a:solidFill>
                  <a:srgbClr val="002F8C"/>
                </a:solidFill>
                <a:latin typeface="宋体" pitchFamily="2" charset="-122"/>
                <a:ea typeface="宋体" pitchFamily="2" charset="-122"/>
              </a:rPr>
              <a:t>-</a:t>
            </a:r>
            <a:r>
              <a:rPr lang="en-US" altLang="zh-CN" sz="2400" dirty="0">
                <a:solidFill>
                  <a:srgbClr val="002F8C"/>
                </a:solidFill>
              </a:rPr>
              <a:t>&gt;data!=x; q=q-&gt;</a:t>
            </a:r>
            <a:r>
              <a:rPr lang="en-US" altLang="zh-CN" sz="2400" dirty="0" err="1">
                <a:solidFill>
                  <a:srgbClr val="002F8C"/>
                </a:solidFill>
              </a:rPr>
              <a:t>rlink</a:t>
            </a:r>
            <a:r>
              <a:rPr lang="en-US" altLang="zh-CN" sz="2400" dirty="0">
                <a:solidFill>
                  <a:srgbClr val="002F8C"/>
                </a:solidFill>
              </a:rPr>
              <a:t>) </a:t>
            </a:r>
            <a:r>
              <a:rPr lang="en-US" altLang="zh-CN" sz="2100" dirty="0">
                <a:solidFill>
                  <a:srgbClr val="002F8C"/>
                </a:solidFill>
                <a:ea typeface="宋体" pitchFamily="2" charset="-122"/>
              </a:rPr>
              <a:t>/*</a:t>
            </a:r>
            <a:r>
              <a:rPr lang="zh-CN" altLang="en-US" sz="2100" dirty="0">
                <a:solidFill>
                  <a:srgbClr val="002F8C"/>
                </a:solidFill>
                <a:latin typeface="宋体" pitchFamily="2" charset="-122"/>
                <a:ea typeface="幼圆" pitchFamily="49" charset="-122"/>
              </a:rPr>
              <a:t>找满足条件的链结点</a:t>
            </a:r>
            <a:r>
              <a:rPr lang="zh-CN" altLang="en-US" sz="2100" dirty="0">
                <a:solidFill>
                  <a:srgbClr val="002F8C"/>
                </a:solidFill>
                <a:latin typeface="宋体" pitchFamily="2" charset="-122"/>
              </a:rPr>
              <a:t> </a:t>
            </a:r>
            <a:r>
              <a:rPr lang="zh-CN" altLang="en-US" sz="2100" dirty="0">
                <a:solidFill>
                  <a:srgbClr val="002F8C"/>
                </a:solidFill>
                <a:ea typeface="宋体" pitchFamily="2" charset="-122"/>
              </a:rPr>
              <a:t>*</a:t>
            </a:r>
            <a:r>
              <a:rPr lang="zh-CN" altLang="zh-CN" sz="2100" dirty="0">
                <a:solidFill>
                  <a:srgbClr val="002F8C"/>
                </a:solidFill>
                <a:ea typeface="宋体" pitchFamily="2" charset="-122"/>
              </a:rPr>
              <a:t>/ </a:t>
            </a:r>
            <a:endParaRPr lang="en-US" altLang="zh-CN" sz="2400" dirty="0">
              <a:solidFill>
                <a:srgbClr val="002F8C"/>
              </a:solidFill>
              <a:latin typeface="宋体" pitchFamily="2" charset="-122"/>
            </a:endParaRPr>
          </a:p>
          <a:p>
            <a:pPr algn="just" fontAlgn="base">
              <a:lnSpc>
                <a:spcPct val="90000"/>
              </a:lnSpc>
              <a:spcBef>
                <a:spcPct val="0"/>
              </a:spcBef>
            </a:pPr>
            <a:r>
              <a:rPr lang="en-US" altLang="zh-CN" sz="2400" dirty="0">
                <a:solidFill>
                  <a:srgbClr val="002F8C"/>
                </a:solidFill>
              </a:rPr>
              <a:t>              ；</a:t>
            </a:r>
            <a:endParaRPr lang="en-US" altLang="zh-CN" sz="2400" dirty="0">
              <a:solidFill>
                <a:srgbClr val="002F8C"/>
              </a:solidFill>
              <a:latin typeface="宋体" pitchFamily="2" charset="-122"/>
            </a:endParaRPr>
          </a:p>
          <a:p>
            <a:pPr algn="just" fontAlgn="base">
              <a:lnSpc>
                <a:spcPct val="90000"/>
              </a:lnSpc>
              <a:spcBef>
                <a:spcPct val="0"/>
              </a:spcBef>
            </a:pPr>
            <a:r>
              <a:rPr lang="en-US" altLang="zh-CN" sz="2400" dirty="0">
                <a:solidFill>
                  <a:srgbClr val="002F8C"/>
                </a:solidFill>
              </a:rPr>
              <a:t>        if(q-&gt;</a:t>
            </a:r>
            <a:r>
              <a:rPr lang="en-US" altLang="zh-CN" sz="2400" dirty="0" err="1">
                <a:solidFill>
                  <a:srgbClr val="002F8C"/>
                </a:solidFill>
              </a:rPr>
              <a:t>rlink</a:t>
            </a:r>
            <a:r>
              <a:rPr lang="en-US" altLang="zh-CN" sz="2400" dirty="0">
                <a:solidFill>
                  <a:srgbClr val="002F8C"/>
                </a:solidFill>
              </a:rPr>
              <a:t>==list&amp;&amp;q-&gt;data!=x) </a:t>
            </a:r>
            <a:endParaRPr lang="en-US" altLang="zh-CN" sz="2400" dirty="0">
              <a:solidFill>
                <a:srgbClr val="002F8C"/>
              </a:solidFill>
            </a:endParaRPr>
          </a:p>
          <a:p>
            <a:pPr algn="just" fontAlgn="base">
              <a:lnSpc>
                <a:spcPct val="90000"/>
              </a:lnSpc>
              <a:spcBef>
                <a:spcPct val="0"/>
              </a:spcBef>
            </a:pPr>
            <a:r>
              <a:rPr lang="en-US" altLang="zh-CN" sz="2400" dirty="0">
                <a:solidFill>
                  <a:srgbClr val="002F8C"/>
                </a:solidFill>
              </a:rPr>
              <a:t>              return </a:t>
            </a:r>
            <a:r>
              <a:rPr lang="en-US" altLang="zh-CN" sz="2400" dirty="0">
                <a:solidFill>
                  <a:srgbClr val="002F8C"/>
                </a:solidFill>
                <a:latin typeface="宋体" pitchFamily="2" charset="-122"/>
                <a:ea typeface="宋体" pitchFamily="2" charset="-122"/>
              </a:rPr>
              <a:t>-</a:t>
            </a:r>
            <a:r>
              <a:rPr lang="en-US" altLang="zh-CN" sz="2400" dirty="0">
                <a:solidFill>
                  <a:srgbClr val="002F8C"/>
                </a:solidFill>
              </a:rPr>
              <a:t>1;                    </a:t>
            </a:r>
            <a:r>
              <a:rPr lang="en-US" altLang="zh-CN" sz="2100" dirty="0">
                <a:solidFill>
                  <a:srgbClr val="002F8C"/>
                </a:solidFill>
                <a:ea typeface="宋体" pitchFamily="2" charset="-122"/>
              </a:rPr>
              <a:t>/*</a:t>
            </a:r>
            <a:r>
              <a:rPr lang="en-US" altLang="zh-CN" sz="2100" dirty="0">
                <a:solidFill>
                  <a:srgbClr val="002F8C"/>
                </a:solidFill>
                <a:latin typeface="宋体" pitchFamily="2" charset="-122"/>
              </a:rPr>
              <a:t> </a:t>
            </a:r>
            <a:r>
              <a:rPr lang="zh-CN" altLang="en-US" sz="2100" dirty="0">
                <a:solidFill>
                  <a:srgbClr val="002F8C"/>
                </a:solidFill>
                <a:latin typeface="宋体" pitchFamily="2" charset="-122"/>
                <a:ea typeface="幼圆" pitchFamily="49" charset="-122"/>
              </a:rPr>
              <a:t>没有找到满足条件的结点</a:t>
            </a:r>
            <a:r>
              <a:rPr lang="zh-CN" altLang="en-US" sz="2100" dirty="0">
                <a:solidFill>
                  <a:srgbClr val="002F8C"/>
                </a:solidFill>
                <a:latin typeface="宋体" pitchFamily="2" charset="-122"/>
              </a:rPr>
              <a:t> *</a:t>
            </a:r>
            <a:r>
              <a:rPr lang="zh-CN" altLang="zh-CN" sz="2100" dirty="0">
                <a:solidFill>
                  <a:srgbClr val="002F8C"/>
                </a:solidFill>
                <a:ea typeface="宋体" pitchFamily="2" charset="-122"/>
              </a:rPr>
              <a:t>/</a:t>
            </a:r>
            <a:r>
              <a:rPr lang="zh-CN" altLang="zh-CN" sz="2400" dirty="0">
                <a:solidFill>
                  <a:srgbClr val="002F8C"/>
                </a:solidFill>
                <a:ea typeface="宋体" pitchFamily="2" charset="-122"/>
              </a:rPr>
              <a:t> </a:t>
            </a:r>
            <a:endParaRPr lang="zh-CN" altLang="en-US" sz="2400" dirty="0">
              <a:solidFill>
                <a:srgbClr val="002F8C"/>
              </a:solidFill>
              <a:ea typeface="宋体" pitchFamily="2" charset="-122"/>
            </a:endParaRPr>
          </a:p>
        </p:txBody>
      </p:sp>
      <p:sp>
        <p:nvSpPr>
          <p:cNvPr id="341028" name="Rectangle 36"/>
          <p:cNvSpPr>
            <a:spLocks noChangeArrowheads="1"/>
          </p:cNvSpPr>
          <p:nvPr/>
        </p:nvSpPr>
        <p:spPr bwMode="auto">
          <a:xfrm>
            <a:off x="2497138" y="3614738"/>
            <a:ext cx="4419600" cy="457200"/>
          </a:xfrm>
          <a:prstGeom prst="rect">
            <a:avLst/>
          </a:prstGeom>
          <a:noFill/>
          <a:ln w="9525">
            <a:noFill/>
            <a:miter lim="800000"/>
          </a:ln>
        </p:spPr>
        <p:txBody>
          <a:bodyPr anchor="ctr">
            <a:spAutoFit/>
          </a:bodyPr>
          <a:lstStyle/>
          <a:p>
            <a:pPr fontAlgn="base"/>
            <a:r>
              <a:rPr lang="zh-CN" altLang="en-US" sz="2400" dirty="0">
                <a:solidFill>
                  <a:srgbClr val="FF3300"/>
                </a:solidFill>
              </a:rPr>
              <a:t> </a:t>
            </a:r>
            <a:r>
              <a:rPr lang="en-US" altLang="zh-CN" sz="2400" dirty="0">
                <a:solidFill>
                  <a:srgbClr val="FF3300"/>
                </a:solidFill>
              </a:rPr>
              <a:t>q</a:t>
            </a:r>
            <a:r>
              <a:rPr lang="en-US" altLang="zh-CN" sz="2400" dirty="0">
                <a:solidFill>
                  <a:srgbClr val="FF3300"/>
                </a:solidFill>
                <a:latin typeface="宋体" pitchFamily="2" charset="-122"/>
                <a:ea typeface="宋体" pitchFamily="2" charset="-122"/>
              </a:rPr>
              <a:t>-</a:t>
            </a:r>
            <a:r>
              <a:rPr lang="en-US" altLang="zh-CN" sz="2400" dirty="0">
                <a:solidFill>
                  <a:srgbClr val="FF3300"/>
                </a:solidFill>
              </a:rPr>
              <a:t>&gt;</a:t>
            </a:r>
            <a:r>
              <a:rPr lang="en-US" altLang="zh-CN" sz="2400" dirty="0" err="1">
                <a:solidFill>
                  <a:srgbClr val="FF3300"/>
                </a:solidFill>
              </a:rPr>
              <a:t>llink</a:t>
            </a:r>
            <a:r>
              <a:rPr lang="en-US" altLang="zh-CN" sz="2400" dirty="0">
                <a:solidFill>
                  <a:srgbClr val="FF3300"/>
                </a:solidFill>
                <a:latin typeface="宋体" pitchFamily="2" charset="-122"/>
                <a:ea typeface="宋体" pitchFamily="2" charset="-122"/>
              </a:rPr>
              <a:t>-</a:t>
            </a:r>
            <a:r>
              <a:rPr lang="en-US" altLang="zh-CN" sz="2400" dirty="0">
                <a:solidFill>
                  <a:srgbClr val="FF3300"/>
                </a:solidFill>
              </a:rPr>
              <a:t>&gt;</a:t>
            </a:r>
            <a:r>
              <a:rPr lang="en-US" altLang="zh-CN" sz="2400" dirty="0" err="1">
                <a:solidFill>
                  <a:srgbClr val="FF3300"/>
                </a:solidFill>
              </a:rPr>
              <a:t>rlink</a:t>
            </a:r>
            <a:r>
              <a:rPr lang="en-US" altLang="zh-CN" sz="2400" dirty="0">
                <a:solidFill>
                  <a:srgbClr val="FF3300"/>
                </a:solidFill>
              </a:rPr>
              <a:t>=q</a:t>
            </a:r>
            <a:r>
              <a:rPr lang="en-US" altLang="zh-CN" sz="2400" dirty="0">
                <a:solidFill>
                  <a:srgbClr val="FF3300"/>
                </a:solidFill>
                <a:latin typeface="宋体" pitchFamily="2" charset="-122"/>
                <a:ea typeface="宋体" pitchFamily="2" charset="-122"/>
              </a:rPr>
              <a:t>-</a:t>
            </a:r>
            <a:r>
              <a:rPr lang="en-US" altLang="zh-CN" sz="2400" dirty="0">
                <a:solidFill>
                  <a:srgbClr val="FF3300"/>
                </a:solidFill>
              </a:rPr>
              <a:t>&gt;</a:t>
            </a:r>
            <a:r>
              <a:rPr lang="en-US" altLang="zh-CN" sz="2400" dirty="0" err="1">
                <a:solidFill>
                  <a:srgbClr val="FF3300"/>
                </a:solidFill>
              </a:rPr>
              <a:t>rlink</a:t>
            </a:r>
            <a:r>
              <a:rPr lang="en-US" altLang="zh-CN" sz="2400" dirty="0">
                <a:solidFill>
                  <a:srgbClr val="FF3300"/>
                </a:solidFill>
              </a:rPr>
              <a:t>;</a:t>
            </a:r>
            <a:endParaRPr lang="en-US" altLang="zh-CN" sz="2400" dirty="0">
              <a:solidFill>
                <a:srgbClr val="FF3300"/>
              </a:solidFill>
            </a:endParaRPr>
          </a:p>
        </p:txBody>
      </p:sp>
      <p:sp>
        <p:nvSpPr>
          <p:cNvPr id="341029" name="Rectangle 37"/>
          <p:cNvSpPr>
            <a:spLocks noChangeArrowheads="1"/>
          </p:cNvSpPr>
          <p:nvPr/>
        </p:nvSpPr>
        <p:spPr bwMode="auto">
          <a:xfrm>
            <a:off x="2498726" y="3941763"/>
            <a:ext cx="4335463" cy="457200"/>
          </a:xfrm>
          <a:prstGeom prst="rect">
            <a:avLst/>
          </a:prstGeom>
          <a:noFill/>
          <a:ln w="9525">
            <a:noFill/>
            <a:miter lim="800000"/>
          </a:ln>
        </p:spPr>
        <p:txBody>
          <a:bodyPr anchor="ctr">
            <a:spAutoFit/>
          </a:bodyPr>
          <a:lstStyle/>
          <a:p>
            <a:pPr fontAlgn="base"/>
            <a:r>
              <a:rPr lang="zh-CN" altLang="zh-CN" sz="2400">
                <a:solidFill>
                  <a:srgbClr val="FF3300"/>
                </a:solidFill>
              </a:rPr>
              <a:t> </a:t>
            </a:r>
            <a:r>
              <a:rPr lang="zh-CN" altLang="en-US" sz="2400">
                <a:solidFill>
                  <a:srgbClr val="FF3300"/>
                </a:solidFill>
              </a:rPr>
              <a:t>q</a:t>
            </a:r>
            <a:r>
              <a:rPr lang="zh-CN" altLang="en-US" sz="2400">
                <a:solidFill>
                  <a:srgbClr val="FF3300"/>
                </a:solidFill>
                <a:latin typeface="宋体" pitchFamily="2" charset="-122"/>
                <a:ea typeface="宋体" pitchFamily="2" charset="-122"/>
              </a:rPr>
              <a:t>-</a:t>
            </a:r>
            <a:r>
              <a:rPr lang="zh-CN" altLang="en-US" sz="2400">
                <a:solidFill>
                  <a:srgbClr val="FF3300"/>
                </a:solidFill>
              </a:rPr>
              <a:t>&gt;</a:t>
            </a:r>
            <a:r>
              <a:rPr lang="en-US" altLang="zh-CN" sz="2400">
                <a:solidFill>
                  <a:srgbClr val="FF3300"/>
                </a:solidFill>
              </a:rPr>
              <a:t>rlink</a:t>
            </a:r>
            <a:r>
              <a:rPr lang="en-US" altLang="zh-CN" sz="2400">
                <a:solidFill>
                  <a:srgbClr val="FF3300"/>
                </a:solidFill>
                <a:latin typeface="宋体" pitchFamily="2" charset="-122"/>
                <a:ea typeface="宋体" pitchFamily="2" charset="-122"/>
              </a:rPr>
              <a:t>-</a:t>
            </a:r>
            <a:r>
              <a:rPr lang="en-US" altLang="zh-CN" sz="2400">
                <a:solidFill>
                  <a:srgbClr val="FF3300"/>
                </a:solidFill>
              </a:rPr>
              <a:t>&gt;llink=q</a:t>
            </a:r>
            <a:r>
              <a:rPr lang="en-US" altLang="zh-CN" sz="2400">
                <a:solidFill>
                  <a:srgbClr val="FF3300"/>
                </a:solidFill>
                <a:latin typeface="宋体" pitchFamily="2" charset="-122"/>
                <a:ea typeface="宋体" pitchFamily="2" charset="-122"/>
              </a:rPr>
              <a:t>-</a:t>
            </a:r>
            <a:r>
              <a:rPr lang="en-US" altLang="zh-CN" sz="2400">
                <a:solidFill>
                  <a:srgbClr val="FF3300"/>
                </a:solidFill>
              </a:rPr>
              <a:t>&gt;llink;</a:t>
            </a:r>
            <a:endParaRPr lang="en-US" altLang="zh-CN" sz="2400">
              <a:solidFill>
                <a:srgbClr val="FF3300"/>
              </a:solidFill>
            </a:endParaRPr>
          </a:p>
        </p:txBody>
      </p:sp>
      <p:sp>
        <p:nvSpPr>
          <p:cNvPr id="341030" name="Rectangle 38"/>
          <p:cNvSpPr>
            <a:spLocks noChangeArrowheads="1"/>
          </p:cNvSpPr>
          <p:nvPr/>
        </p:nvSpPr>
        <p:spPr bwMode="auto">
          <a:xfrm>
            <a:off x="2590800" y="4283075"/>
            <a:ext cx="7696200" cy="457200"/>
          </a:xfrm>
          <a:prstGeom prst="rect">
            <a:avLst/>
          </a:prstGeom>
          <a:noFill/>
          <a:ln w="9525">
            <a:noFill/>
            <a:miter lim="800000"/>
          </a:ln>
        </p:spPr>
        <p:txBody>
          <a:bodyPr wrap="square" anchor="ctr">
            <a:spAutoFit/>
          </a:bodyPr>
          <a:lstStyle/>
          <a:p>
            <a:pPr fontAlgn="base"/>
            <a:r>
              <a:rPr lang="en-US" altLang="zh-CN" sz="2400" dirty="0">
                <a:solidFill>
                  <a:srgbClr val="002F8C"/>
                </a:solidFill>
              </a:rPr>
              <a:t>free(q);                               </a:t>
            </a:r>
            <a:r>
              <a:rPr lang="en-US" altLang="zh-CN" sz="2100" dirty="0">
                <a:solidFill>
                  <a:srgbClr val="002F8C"/>
                </a:solidFill>
                <a:ea typeface="宋体" pitchFamily="2" charset="-122"/>
              </a:rPr>
              <a:t>/*</a:t>
            </a:r>
            <a:r>
              <a:rPr lang="en-US" altLang="zh-CN" sz="2100" dirty="0">
                <a:solidFill>
                  <a:srgbClr val="002F8C"/>
                </a:solidFill>
                <a:latin typeface="宋体" pitchFamily="2" charset="-122"/>
              </a:rPr>
              <a:t> </a:t>
            </a:r>
            <a:r>
              <a:rPr lang="zh-CN" altLang="en-US" sz="2100" dirty="0">
                <a:solidFill>
                  <a:srgbClr val="002F8C"/>
                </a:solidFill>
                <a:latin typeface="宋体" pitchFamily="2" charset="-122"/>
                <a:ea typeface="幼圆" pitchFamily="49" charset="-122"/>
              </a:rPr>
              <a:t>释放被删除的结点的存储空间</a:t>
            </a:r>
            <a:r>
              <a:rPr lang="zh-CN" altLang="en-US" sz="2100" dirty="0">
                <a:solidFill>
                  <a:srgbClr val="002F8C"/>
                </a:solidFill>
                <a:latin typeface="宋体" pitchFamily="2" charset="-122"/>
              </a:rPr>
              <a:t> </a:t>
            </a:r>
            <a:r>
              <a:rPr lang="zh-CN" altLang="en-US" sz="2100" dirty="0">
                <a:solidFill>
                  <a:srgbClr val="002F8C"/>
                </a:solidFill>
                <a:ea typeface="宋体" pitchFamily="2" charset="-122"/>
              </a:rPr>
              <a:t>*</a:t>
            </a:r>
            <a:r>
              <a:rPr lang="zh-CN" altLang="zh-CN" sz="2100" dirty="0">
                <a:solidFill>
                  <a:srgbClr val="002F8C"/>
                </a:solidFill>
                <a:ea typeface="宋体" pitchFamily="2" charset="-122"/>
              </a:rPr>
              <a:t>/ </a:t>
            </a:r>
            <a:endParaRPr lang="zh-CN" altLang="en-US" sz="2100" dirty="0">
              <a:solidFill>
                <a:srgbClr val="002F8C"/>
              </a:solidFill>
              <a:ea typeface="宋体" pitchFamily="2" charset="-122"/>
            </a:endParaRPr>
          </a:p>
        </p:txBody>
      </p:sp>
      <p:sp>
        <p:nvSpPr>
          <p:cNvPr id="341032" name="Rectangle 40"/>
          <p:cNvSpPr>
            <a:spLocks noChangeArrowheads="1"/>
          </p:cNvSpPr>
          <p:nvPr/>
        </p:nvSpPr>
        <p:spPr bwMode="auto">
          <a:xfrm>
            <a:off x="1754304" y="1196183"/>
            <a:ext cx="4948342" cy="4016484"/>
          </a:xfrm>
          <a:prstGeom prst="rect">
            <a:avLst/>
          </a:prstGeom>
          <a:noFill/>
          <a:ln w="9525">
            <a:noFill/>
            <a:miter lim="800000"/>
          </a:ln>
        </p:spPr>
        <p:txBody>
          <a:bodyPr wrap="none" anchor="ctr">
            <a:spAutoFit/>
          </a:bodyPr>
          <a:lstStyle/>
          <a:p>
            <a:pPr fontAlgn="base">
              <a:spcBef>
                <a:spcPct val="0"/>
              </a:spcBef>
            </a:pPr>
            <a:r>
              <a:rPr lang="en-US" altLang="zh-CN" sz="2300" dirty="0" err="1">
                <a:solidFill>
                  <a:srgbClr val="002F8C"/>
                </a:solidFill>
              </a:rPr>
              <a:t>int</a:t>
            </a:r>
            <a:r>
              <a:rPr lang="en-US" altLang="zh-CN" sz="2300" dirty="0">
                <a:solidFill>
                  <a:srgbClr val="002F8C"/>
                </a:solidFill>
              </a:rPr>
              <a:t>  </a:t>
            </a:r>
            <a:r>
              <a:rPr lang="en-US" altLang="zh-CN" sz="2300" dirty="0" err="1">
                <a:solidFill>
                  <a:srgbClr val="002F8C"/>
                </a:solidFill>
              </a:rPr>
              <a:t>deleteDNode</a:t>
            </a:r>
            <a:r>
              <a:rPr lang="en-US" altLang="zh-CN" sz="2300" dirty="0">
                <a:solidFill>
                  <a:srgbClr val="002F8C"/>
                </a:solidFill>
              </a:rPr>
              <a:t>(</a:t>
            </a:r>
            <a:r>
              <a:rPr lang="en-US" altLang="zh-CN" sz="2300" dirty="0" err="1">
                <a:solidFill>
                  <a:srgbClr val="002F8C"/>
                </a:solidFill>
              </a:rPr>
              <a:t>DNodeptr</a:t>
            </a:r>
            <a:r>
              <a:rPr lang="en-US" altLang="zh-CN" sz="2300" dirty="0">
                <a:solidFill>
                  <a:srgbClr val="002F8C"/>
                </a:solidFill>
              </a:rPr>
              <a:t> list, </a:t>
            </a:r>
            <a:r>
              <a:rPr lang="en-US" altLang="zh-CN" sz="2300" dirty="0" err="1">
                <a:solidFill>
                  <a:srgbClr val="002F8C"/>
                </a:solidFill>
              </a:rPr>
              <a:t>ElemType</a:t>
            </a:r>
            <a:r>
              <a:rPr lang="en-US" altLang="zh-CN" sz="2300" dirty="0">
                <a:solidFill>
                  <a:srgbClr val="002F8C"/>
                </a:solidFill>
              </a:rPr>
              <a:t> x)</a:t>
            </a:r>
            <a:endParaRPr lang="en-US" altLang="zh-CN" sz="2300" dirty="0">
              <a:solidFill>
                <a:srgbClr val="002F8C"/>
              </a:solidFill>
            </a:endParaRPr>
          </a:p>
          <a:p>
            <a:pPr fontAlgn="base">
              <a:spcBef>
                <a:spcPct val="0"/>
              </a:spcBef>
            </a:pPr>
            <a:r>
              <a:rPr lang="en-US" altLang="zh-CN" sz="2300" dirty="0">
                <a:solidFill>
                  <a:srgbClr val="002F8C"/>
                </a:solidFill>
              </a:rPr>
              <a:t>{      </a:t>
            </a:r>
            <a:r>
              <a:rPr lang="en-US" altLang="zh-CN" sz="2300" dirty="0" err="1">
                <a:solidFill>
                  <a:srgbClr val="002F8C"/>
                </a:solidFill>
              </a:rPr>
              <a:t>DNodeptr</a:t>
            </a:r>
            <a:r>
              <a:rPr lang="en-US" altLang="zh-CN" sz="2300" dirty="0">
                <a:solidFill>
                  <a:srgbClr val="002F8C"/>
                </a:solidFill>
              </a:rPr>
              <a:t> q;</a:t>
            </a:r>
            <a:endParaRPr lang="en-US" altLang="zh-CN" sz="2300" dirty="0">
              <a:solidFill>
                <a:srgbClr val="002F8C"/>
              </a:solidFill>
            </a:endParaRPr>
          </a:p>
          <a:p>
            <a:pPr fontAlgn="base">
              <a:spcBef>
                <a:spcPct val="0"/>
              </a:spcBef>
            </a:pPr>
            <a:endParaRPr lang="en-US" altLang="zh-CN" sz="2300" dirty="0">
              <a:solidFill>
                <a:srgbClr val="002F8C"/>
              </a:solidFill>
            </a:endParaRPr>
          </a:p>
          <a:p>
            <a:pPr fontAlgn="base">
              <a:spcBef>
                <a:spcPct val="0"/>
              </a:spcBef>
            </a:pPr>
            <a:endParaRPr lang="en-US" altLang="zh-CN" sz="2300" dirty="0">
              <a:solidFill>
                <a:srgbClr val="002F8C"/>
              </a:solidFill>
            </a:endParaRPr>
          </a:p>
          <a:p>
            <a:pPr fontAlgn="base">
              <a:spcBef>
                <a:spcPct val="0"/>
              </a:spcBef>
            </a:pPr>
            <a:endParaRPr lang="en-US" altLang="zh-CN" sz="2300" dirty="0">
              <a:solidFill>
                <a:srgbClr val="002F8C"/>
              </a:solidFill>
            </a:endParaRPr>
          </a:p>
          <a:p>
            <a:pPr fontAlgn="base">
              <a:spcBef>
                <a:spcPct val="0"/>
              </a:spcBef>
            </a:pPr>
            <a:endParaRPr lang="en-US" altLang="zh-CN" sz="2300" dirty="0">
              <a:solidFill>
                <a:srgbClr val="002F8C"/>
              </a:solidFill>
            </a:endParaRPr>
          </a:p>
          <a:p>
            <a:pPr fontAlgn="base">
              <a:spcBef>
                <a:spcPct val="0"/>
              </a:spcBef>
            </a:pPr>
            <a:endParaRPr lang="en-US" altLang="zh-CN" sz="2300" dirty="0">
              <a:solidFill>
                <a:srgbClr val="002F8C"/>
              </a:solidFill>
            </a:endParaRPr>
          </a:p>
          <a:p>
            <a:pPr fontAlgn="base">
              <a:spcBef>
                <a:spcPct val="0"/>
              </a:spcBef>
            </a:pPr>
            <a:endParaRPr lang="en-US" altLang="zh-CN" sz="2300" dirty="0">
              <a:solidFill>
                <a:srgbClr val="002F8C"/>
              </a:solidFill>
            </a:endParaRPr>
          </a:p>
          <a:p>
            <a:pPr fontAlgn="base">
              <a:spcBef>
                <a:spcPct val="0"/>
              </a:spcBef>
            </a:pPr>
            <a:endParaRPr lang="en-US" altLang="zh-CN" sz="2300" dirty="0">
              <a:solidFill>
                <a:srgbClr val="002F8C"/>
              </a:solidFill>
            </a:endParaRPr>
          </a:p>
          <a:p>
            <a:pPr fontAlgn="base">
              <a:spcBef>
                <a:spcPct val="0"/>
              </a:spcBef>
            </a:pPr>
            <a:endParaRPr lang="en-US" altLang="zh-CN" sz="2400" dirty="0">
              <a:solidFill>
                <a:srgbClr val="002F8C"/>
              </a:solidFill>
            </a:endParaRPr>
          </a:p>
          <a:p>
            <a:pPr fontAlgn="base">
              <a:spcBef>
                <a:spcPct val="0"/>
              </a:spcBef>
            </a:pPr>
            <a:r>
              <a:rPr lang="en-US" altLang="zh-CN" sz="2400" dirty="0">
                <a:solidFill>
                  <a:srgbClr val="002F8C"/>
                </a:solidFill>
              </a:rPr>
              <a:t>}</a:t>
            </a:r>
            <a:endParaRPr lang="en-US" altLang="zh-CN" sz="2400" dirty="0">
              <a:solidFill>
                <a:srgbClr val="002F8C"/>
              </a:solidFill>
            </a:endParaRPr>
          </a:p>
        </p:txBody>
      </p:sp>
      <p:sp>
        <p:nvSpPr>
          <p:cNvPr id="341048" name="Rectangle 56"/>
          <p:cNvSpPr>
            <a:spLocks noChangeArrowheads="1"/>
          </p:cNvSpPr>
          <p:nvPr/>
        </p:nvSpPr>
        <p:spPr bwMode="auto">
          <a:xfrm>
            <a:off x="2590800" y="4570413"/>
            <a:ext cx="7696200" cy="457200"/>
          </a:xfrm>
          <a:prstGeom prst="rect">
            <a:avLst/>
          </a:prstGeom>
          <a:noFill/>
          <a:ln w="9525">
            <a:noFill/>
            <a:miter lim="800000"/>
          </a:ln>
        </p:spPr>
        <p:txBody>
          <a:bodyPr anchor="ctr">
            <a:spAutoFit/>
          </a:bodyPr>
          <a:lstStyle/>
          <a:p>
            <a:pPr fontAlgn="base"/>
            <a:r>
              <a:rPr lang="en-US" altLang="zh-CN" sz="2400" dirty="0">
                <a:solidFill>
                  <a:srgbClr val="002F8C"/>
                </a:solidFill>
              </a:rPr>
              <a:t>return 1;                            </a:t>
            </a:r>
            <a:r>
              <a:rPr lang="en-US" altLang="zh-CN" sz="2100" dirty="0">
                <a:solidFill>
                  <a:srgbClr val="002F8C"/>
                </a:solidFill>
                <a:ea typeface="宋体" pitchFamily="2" charset="-122"/>
              </a:rPr>
              <a:t>/*</a:t>
            </a:r>
            <a:r>
              <a:rPr lang="en-US" altLang="zh-CN" sz="2100" dirty="0">
                <a:solidFill>
                  <a:srgbClr val="002F8C"/>
                </a:solidFill>
                <a:latin typeface="宋体" pitchFamily="2" charset="-122"/>
              </a:rPr>
              <a:t> </a:t>
            </a:r>
            <a:r>
              <a:rPr lang="zh-CN" altLang="en-US" sz="2100" dirty="0">
                <a:solidFill>
                  <a:srgbClr val="002F8C"/>
                </a:solidFill>
                <a:latin typeface="宋体" pitchFamily="2" charset="-122"/>
                <a:ea typeface="幼圆" pitchFamily="49" charset="-122"/>
              </a:rPr>
              <a:t>删除成功</a:t>
            </a:r>
            <a:r>
              <a:rPr lang="zh-CN" altLang="en-US" sz="2100" dirty="0">
                <a:solidFill>
                  <a:srgbClr val="002F8C"/>
                </a:solidFill>
                <a:latin typeface="宋体" pitchFamily="2" charset="-122"/>
              </a:rPr>
              <a:t> </a:t>
            </a:r>
            <a:r>
              <a:rPr lang="zh-CN" altLang="en-US" sz="2100" dirty="0">
                <a:solidFill>
                  <a:srgbClr val="002F8C"/>
                </a:solidFill>
                <a:ea typeface="宋体" pitchFamily="2" charset="-122"/>
              </a:rPr>
              <a:t>*</a:t>
            </a:r>
            <a:r>
              <a:rPr lang="zh-CN" altLang="zh-CN" sz="2100" dirty="0">
                <a:solidFill>
                  <a:srgbClr val="002F8C"/>
                </a:solidFill>
                <a:ea typeface="宋体" pitchFamily="2" charset="-122"/>
              </a:rPr>
              <a:t>/ </a:t>
            </a:r>
            <a:endParaRPr lang="en-US" altLang="zh-CN" sz="2100" dirty="0">
              <a:solidFill>
                <a:srgbClr val="002F8C"/>
              </a:solidFill>
              <a:ea typeface="宋体" pitchFamily="2" charset="-122"/>
            </a:endParaRPr>
          </a:p>
        </p:txBody>
      </p:sp>
      <p:grpSp>
        <p:nvGrpSpPr>
          <p:cNvPr id="2" name="Group 69"/>
          <p:cNvGrpSpPr/>
          <p:nvPr/>
        </p:nvGrpSpPr>
        <p:grpSpPr bwMode="auto">
          <a:xfrm>
            <a:off x="2235994" y="1789933"/>
            <a:ext cx="7720013" cy="1368152"/>
            <a:chOff x="672" y="1044"/>
            <a:chExt cx="4863" cy="1020"/>
          </a:xfrm>
        </p:grpSpPr>
        <p:sp>
          <p:nvSpPr>
            <p:cNvPr id="57390" name="Rectangle 60"/>
            <p:cNvSpPr>
              <a:spLocks noChangeArrowheads="1"/>
            </p:cNvSpPr>
            <p:nvPr/>
          </p:nvSpPr>
          <p:spPr bwMode="auto">
            <a:xfrm>
              <a:off x="672" y="1392"/>
              <a:ext cx="3266" cy="672"/>
            </a:xfrm>
            <a:prstGeom prst="rect">
              <a:avLst/>
            </a:prstGeom>
            <a:noFill/>
            <a:ln w="41275">
              <a:solidFill>
                <a:srgbClr val="FF3300"/>
              </a:solidFill>
              <a:prstDash val="lgDash"/>
              <a:miter lim="800000"/>
            </a:ln>
          </p:spPr>
          <p:txBody>
            <a:bodyPr wrap="none" anchor="ctr"/>
            <a:lstStyle/>
            <a:p>
              <a:endParaRPr lang="zh-CN" altLang="en-US"/>
            </a:p>
          </p:txBody>
        </p:sp>
        <p:sp>
          <p:nvSpPr>
            <p:cNvPr id="57391" name="AutoShape 61"/>
            <p:cNvSpPr>
              <a:spLocks noChangeArrowheads="1"/>
            </p:cNvSpPr>
            <p:nvPr/>
          </p:nvSpPr>
          <p:spPr bwMode="auto">
            <a:xfrm>
              <a:off x="3519" y="1068"/>
              <a:ext cx="2016" cy="336"/>
            </a:xfrm>
            <a:prstGeom prst="wedgeEllipseCallout">
              <a:avLst>
                <a:gd name="adj1" fmla="val -58333"/>
                <a:gd name="adj2" fmla="val 79167"/>
              </a:avLst>
            </a:prstGeom>
            <a:noFill/>
            <a:ln w="53975" cap="sq">
              <a:solidFill>
                <a:srgbClr val="33CCCC"/>
              </a:solidFill>
              <a:miter lim="800000"/>
            </a:ln>
          </p:spPr>
          <p:txBody>
            <a:bodyPr anchor="ctr"/>
            <a:lstStyle/>
            <a:p>
              <a:pPr algn="ctr"/>
              <a:endParaRPr lang="zh-CN" altLang="en-US" sz="2600"/>
            </a:p>
          </p:txBody>
        </p:sp>
        <p:sp>
          <p:nvSpPr>
            <p:cNvPr id="57392" name="Text Box 62"/>
            <p:cNvSpPr txBox="1">
              <a:spLocks noChangeArrowheads="1"/>
            </p:cNvSpPr>
            <p:nvPr/>
          </p:nvSpPr>
          <p:spPr bwMode="auto">
            <a:xfrm>
              <a:off x="3560" y="1044"/>
              <a:ext cx="1960" cy="344"/>
            </a:xfrm>
            <a:prstGeom prst="rect">
              <a:avLst/>
            </a:prstGeom>
            <a:noFill/>
            <a:ln w="12700" cap="sq">
              <a:noFill/>
              <a:miter lim="800000"/>
            </a:ln>
            <a:effectLst>
              <a:outerShdw dist="12700" dir="5400000" algn="ctr" rotWithShape="0">
                <a:schemeClr val="bg1"/>
              </a:outerShdw>
            </a:effectLst>
          </p:spPr>
          <p:txBody>
            <a:bodyPr>
              <a:spAutoFit/>
            </a:bodyPr>
            <a:lstStyle/>
            <a:p>
              <a:r>
                <a:rPr lang="zh-CN" altLang="en-US" sz="2400" i="1" dirty="0">
                  <a:solidFill>
                    <a:srgbClr val="FF3300"/>
                  </a:solidFill>
                  <a:ea typeface="黑体" panose="02010609060101010101" pitchFamily="2" charset="-122"/>
                </a:rPr>
                <a:t>寻找满足条件的结点</a:t>
              </a:r>
              <a:endParaRPr lang="zh-CN" altLang="en-US" sz="2400" i="1" dirty="0">
                <a:solidFill>
                  <a:srgbClr val="FF3300"/>
                </a:solidFill>
                <a:ea typeface="黑体" panose="02010609060101010101" pitchFamily="2" charset="-122"/>
              </a:endParaRPr>
            </a:p>
          </p:txBody>
        </p:sp>
      </p:grpSp>
      <p:grpSp>
        <p:nvGrpSpPr>
          <p:cNvPr id="3" name="Group 71"/>
          <p:cNvGrpSpPr/>
          <p:nvPr/>
        </p:nvGrpSpPr>
        <p:grpSpPr bwMode="auto">
          <a:xfrm>
            <a:off x="6324600" y="304800"/>
            <a:ext cx="3124200" cy="660400"/>
            <a:chOff x="3252" y="168"/>
            <a:chExt cx="1968" cy="416"/>
          </a:xfrm>
        </p:grpSpPr>
        <p:sp>
          <p:nvSpPr>
            <p:cNvPr id="57388" name="Freeform 72"/>
            <p:cNvSpPr/>
            <p:nvPr/>
          </p:nvSpPr>
          <p:spPr bwMode="auto">
            <a:xfrm>
              <a:off x="3252" y="168"/>
              <a:ext cx="1968" cy="416"/>
            </a:xfrm>
            <a:custGeom>
              <a:avLst/>
              <a:gdLst>
                <a:gd name="T0" fmla="*/ 9442 w 901"/>
                <a:gd name="T1" fmla="*/ 25 h 416"/>
                <a:gd name="T2" fmla="*/ 79513 w 901"/>
                <a:gd name="T3" fmla="*/ 36 h 416"/>
                <a:gd name="T4" fmla="*/ 90777 w 901"/>
                <a:gd name="T5" fmla="*/ 48 h 416"/>
                <a:gd name="T6" fmla="*/ 88296 w 901"/>
                <a:gd name="T7" fmla="*/ 370 h 416"/>
                <a:gd name="T8" fmla="*/ 23216 w 901"/>
                <a:gd name="T9" fmla="*/ 416 h 416"/>
                <a:gd name="T10" fmla="*/ 4480 w 901"/>
                <a:gd name="T11" fmla="*/ 405 h 416"/>
                <a:gd name="T12" fmla="*/ 749 w 901"/>
                <a:gd name="T13" fmla="*/ 393 h 416"/>
                <a:gd name="T14" fmla="*/ 1937 w 901"/>
                <a:gd name="T15" fmla="*/ 71 h 416"/>
                <a:gd name="T16" fmla="*/ 9442 w 901"/>
                <a:gd name="T17" fmla="*/ 25 h 4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901" h="416">
                  <a:moveTo>
                    <a:pt x="87" y="25"/>
                  </a:moveTo>
                  <a:cubicBezTo>
                    <a:pt x="455" y="62"/>
                    <a:pt x="241" y="50"/>
                    <a:pt x="732" y="36"/>
                  </a:cubicBezTo>
                  <a:cubicBezTo>
                    <a:pt x="767" y="40"/>
                    <a:pt x="823" y="15"/>
                    <a:pt x="836" y="48"/>
                  </a:cubicBezTo>
                  <a:cubicBezTo>
                    <a:pt x="840" y="59"/>
                    <a:pt x="901" y="355"/>
                    <a:pt x="813" y="370"/>
                  </a:cubicBezTo>
                  <a:cubicBezTo>
                    <a:pt x="626" y="401"/>
                    <a:pt x="409" y="393"/>
                    <a:pt x="214" y="416"/>
                  </a:cubicBezTo>
                  <a:cubicBezTo>
                    <a:pt x="156" y="412"/>
                    <a:pt x="98" y="411"/>
                    <a:pt x="41" y="405"/>
                  </a:cubicBezTo>
                  <a:cubicBezTo>
                    <a:pt x="29" y="404"/>
                    <a:pt x="8" y="405"/>
                    <a:pt x="7" y="393"/>
                  </a:cubicBezTo>
                  <a:cubicBezTo>
                    <a:pt x="0" y="286"/>
                    <a:pt x="8" y="178"/>
                    <a:pt x="18" y="71"/>
                  </a:cubicBezTo>
                  <a:cubicBezTo>
                    <a:pt x="20" y="45"/>
                    <a:pt x="64" y="0"/>
                    <a:pt x="87" y="25"/>
                  </a:cubicBezTo>
                  <a:close/>
                </a:path>
              </a:pathLst>
            </a:custGeom>
            <a:solidFill>
              <a:srgbClr val="E7FFE7"/>
            </a:solidFill>
            <a:ln w="12700" cap="sq" cmpd="sng">
              <a:noFill/>
              <a:prstDash val="solid"/>
              <a:round/>
            </a:ln>
            <a:effectLst>
              <a:outerShdw dist="91581" dir="2021404" algn="ctr" rotWithShape="0">
                <a:srgbClr val="C0C0C0"/>
              </a:outerShdw>
            </a:effectLst>
          </p:spPr>
          <p:txBody>
            <a:bodyPr wrap="none" anchor="ctr"/>
            <a:lstStyle/>
            <a:p>
              <a:endParaRPr lang="zh-CN" altLang="en-US"/>
            </a:p>
          </p:txBody>
        </p:sp>
        <p:sp>
          <p:nvSpPr>
            <p:cNvPr id="57389" name="Rectangle 73"/>
            <p:cNvSpPr>
              <a:spLocks noChangeArrowheads="1"/>
            </p:cNvSpPr>
            <p:nvPr/>
          </p:nvSpPr>
          <p:spPr bwMode="auto">
            <a:xfrm rot="-30194">
              <a:off x="3335" y="241"/>
              <a:ext cx="1705" cy="327"/>
            </a:xfrm>
            <a:prstGeom prst="rect">
              <a:avLst/>
            </a:prstGeom>
            <a:noFill/>
            <a:ln w="12700" cap="sq">
              <a:noFill/>
              <a:miter lim="800000"/>
            </a:ln>
            <a:effectLst>
              <a:outerShdw dist="12700" algn="ctr" rotWithShape="0">
                <a:srgbClr val="000000"/>
              </a:outerShdw>
            </a:effectLst>
          </p:spPr>
          <p:txBody>
            <a:bodyPr>
              <a:spAutoFit/>
            </a:bodyPr>
            <a:lstStyle/>
            <a:p>
              <a:r>
                <a:rPr lang="zh-CN" altLang="en-US" sz="2800">
                  <a:solidFill>
                    <a:srgbClr val="FF3300"/>
                  </a:solidFill>
                  <a:ea typeface="幼圆" pitchFamily="49" charset="-122"/>
                </a:rPr>
                <a:t>时间复杂度</a:t>
              </a:r>
              <a:r>
                <a:rPr lang="en-US" altLang="zh-CN" sz="2800">
                  <a:solidFill>
                    <a:srgbClr val="FF3300"/>
                  </a:solidFill>
                  <a:ea typeface="幼圆" pitchFamily="49" charset="-122"/>
                </a:rPr>
                <a:t>O(n)</a:t>
              </a:r>
              <a:endParaRPr lang="zh-CN" altLang="en-US" sz="2800">
                <a:solidFill>
                  <a:srgbClr val="FF3300"/>
                </a:solidFill>
                <a:ea typeface="幼圆" pitchFamily="49" charset="-122"/>
              </a:endParaRPr>
            </a:p>
          </p:txBody>
        </p:sp>
      </p:grpSp>
      <p:grpSp>
        <p:nvGrpSpPr>
          <p:cNvPr id="4" name="Group 76"/>
          <p:cNvGrpSpPr/>
          <p:nvPr/>
        </p:nvGrpSpPr>
        <p:grpSpPr bwMode="auto">
          <a:xfrm>
            <a:off x="2795588" y="5300663"/>
            <a:ext cx="6324600" cy="1219200"/>
            <a:chOff x="432" y="3360"/>
            <a:chExt cx="3984" cy="768"/>
          </a:xfrm>
        </p:grpSpPr>
        <p:grpSp>
          <p:nvGrpSpPr>
            <p:cNvPr id="5" name="Group 77"/>
            <p:cNvGrpSpPr/>
            <p:nvPr/>
          </p:nvGrpSpPr>
          <p:grpSpPr bwMode="auto">
            <a:xfrm>
              <a:off x="432" y="3360"/>
              <a:ext cx="3984" cy="768"/>
              <a:chOff x="432" y="3360"/>
              <a:chExt cx="3984" cy="768"/>
            </a:xfrm>
          </p:grpSpPr>
          <p:sp>
            <p:nvSpPr>
              <p:cNvPr id="57361" name="Rectangle 78"/>
              <p:cNvSpPr>
                <a:spLocks noChangeArrowheads="1"/>
              </p:cNvSpPr>
              <p:nvPr/>
            </p:nvSpPr>
            <p:spPr bwMode="auto">
              <a:xfrm>
                <a:off x="432" y="3360"/>
                <a:ext cx="3984" cy="768"/>
              </a:xfrm>
              <a:prstGeom prst="rect">
                <a:avLst/>
              </a:prstGeom>
              <a:solidFill>
                <a:srgbClr val="EBF5FF"/>
              </a:solidFill>
              <a:ln w="12700" cap="sq">
                <a:noFill/>
                <a:miter lim="800000"/>
              </a:ln>
              <a:effectLst>
                <a:outerShdw dist="125724" dir="2700000" algn="ctr" rotWithShape="0">
                  <a:srgbClr val="C0C0C0"/>
                </a:outerShdw>
              </a:effectLst>
            </p:spPr>
            <p:txBody>
              <a:bodyPr wrap="none" anchor="ctr"/>
              <a:lstStyle/>
              <a:p>
                <a:endParaRPr lang="zh-CN" altLang="en-US"/>
              </a:p>
            </p:txBody>
          </p:sp>
          <p:grpSp>
            <p:nvGrpSpPr>
              <p:cNvPr id="6" name="Group 79"/>
              <p:cNvGrpSpPr/>
              <p:nvPr/>
            </p:nvGrpSpPr>
            <p:grpSpPr bwMode="auto">
              <a:xfrm>
                <a:off x="1046" y="3640"/>
                <a:ext cx="666" cy="218"/>
                <a:chOff x="1296" y="3120"/>
                <a:chExt cx="768" cy="240"/>
              </a:xfrm>
            </p:grpSpPr>
            <p:sp>
              <p:nvSpPr>
                <p:cNvPr id="57385" name="Rectangle 80"/>
                <p:cNvSpPr>
                  <a:spLocks noChangeArrowheads="1"/>
                </p:cNvSpPr>
                <p:nvPr/>
              </p:nvSpPr>
              <p:spPr bwMode="auto">
                <a:xfrm>
                  <a:off x="1488" y="3120"/>
                  <a:ext cx="384" cy="240"/>
                </a:xfrm>
                <a:prstGeom prst="rect">
                  <a:avLst/>
                </a:prstGeom>
                <a:noFill/>
                <a:ln w="22225">
                  <a:solidFill>
                    <a:srgbClr val="000080"/>
                  </a:solidFill>
                  <a:miter lim="800000"/>
                </a:ln>
              </p:spPr>
              <p:txBody>
                <a:bodyPr wrap="none" anchor="ctr"/>
                <a:lstStyle/>
                <a:p>
                  <a:endParaRPr lang="zh-CN" altLang="en-US"/>
                </a:p>
              </p:txBody>
            </p:sp>
            <p:sp>
              <p:nvSpPr>
                <p:cNvPr id="57386" name="Rectangle 81"/>
                <p:cNvSpPr>
                  <a:spLocks noChangeArrowheads="1"/>
                </p:cNvSpPr>
                <p:nvPr/>
              </p:nvSpPr>
              <p:spPr bwMode="auto">
                <a:xfrm>
                  <a:off x="1872" y="3120"/>
                  <a:ext cx="192" cy="240"/>
                </a:xfrm>
                <a:prstGeom prst="rect">
                  <a:avLst/>
                </a:prstGeom>
                <a:noFill/>
                <a:ln w="22225">
                  <a:solidFill>
                    <a:srgbClr val="000080"/>
                  </a:solidFill>
                  <a:miter lim="800000"/>
                </a:ln>
              </p:spPr>
              <p:txBody>
                <a:bodyPr wrap="none" anchor="ctr"/>
                <a:lstStyle/>
                <a:p>
                  <a:endParaRPr lang="zh-CN" altLang="en-US"/>
                </a:p>
              </p:txBody>
            </p:sp>
            <p:sp>
              <p:nvSpPr>
                <p:cNvPr id="57387" name="Rectangle 82"/>
                <p:cNvSpPr>
                  <a:spLocks noChangeArrowheads="1"/>
                </p:cNvSpPr>
                <p:nvPr/>
              </p:nvSpPr>
              <p:spPr bwMode="auto">
                <a:xfrm>
                  <a:off x="1296" y="3120"/>
                  <a:ext cx="192" cy="240"/>
                </a:xfrm>
                <a:prstGeom prst="rect">
                  <a:avLst/>
                </a:prstGeom>
                <a:noFill/>
                <a:ln w="22225">
                  <a:solidFill>
                    <a:srgbClr val="000080"/>
                  </a:solidFill>
                  <a:miter lim="800000"/>
                </a:ln>
              </p:spPr>
              <p:txBody>
                <a:bodyPr wrap="none" anchor="ctr"/>
                <a:lstStyle/>
                <a:p>
                  <a:endParaRPr lang="zh-CN" altLang="en-US"/>
                </a:p>
              </p:txBody>
            </p:sp>
          </p:grpSp>
          <p:grpSp>
            <p:nvGrpSpPr>
              <p:cNvPr id="7" name="Group 83"/>
              <p:cNvGrpSpPr/>
              <p:nvPr/>
            </p:nvGrpSpPr>
            <p:grpSpPr bwMode="auto">
              <a:xfrm>
                <a:off x="2069" y="3638"/>
                <a:ext cx="666" cy="218"/>
                <a:chOff x="1296" y="3120"/>
                <a:chExt cx="768" cy="240"/>
              </a:xfrm>
            </p:grpSpPr>
            <p:sp>
              <p:nvSpPr>
                <p:cNvPr id="57382" name="Rectangle 84"/>
                <p:cNvSpPr>
                  <a:spLocks noChangeArrowheads="1"/>
                </p:cNvSpPr>
                <p:nvPr/>
              </p:nvSpPr>
              <p:spPr bwMode="auto">
                <a:xfrm>
                  <a:off x="1488" y="3120"/>
                  <a:ext cx="384" cy="240"/>
                </a:xfrm>
                <a:prstGeom prst="rect">
                  <a:avLst/>
                </a:prstGeom>
                <a:noFill/>
                <a:ln w="19050">
                  <a:solidFill>
                    <a:schemeClr val="accent2"/>
                  </a:solidFill>
                  <a:miter lim="800000"/>
                </a:ln>
              </p:spPr>
              <p:txBody>
                <a:bodyPr wrap="none" anchor="ctr"/>
                <a:lstStyle/>
                <a:p>
                  <a:endParaRPr lang="zh-CN" altLang="en-US"/>
                </a:p>
              </p:txBody>
            </p:sp>
            <p:sp>
              <p:nvSpPr>
                <p:cNvPr id="57383" name="Rectangle 85"/>
                <p:cNvSpPr>
                  <a:spLocks noChangeArrowheads="1"/>
                </p:cNvSpPr>
                <p:nvPr/>
              </p:nvSpPr>
              <p:spPr bwMode="auto">
                <a:xfrm>
                  <a:off x="1872" y="3120"/>
                  <a:ext cx="192" cy="240"/>
                </a:xfrm>
                <a:prstGeom prst="rect">
                  <a:avLst/>
                </a:prstGeom>
                <a:noFill/>
                <a:ln w="19050">
                  <a:solidFill>
                    <a:schemeClr val="accent2"/>
                  </a:solidFill>
                  <a:miter lim="800000"/>
                </a:ln>
              </p:spPr>
              <p:txBody>
                <a:bodyPr wrap="none" anchor="ctr"/>
                <a:lstStyle/>
                <a:p>
                  <a:endParaRPr lang="zh-CN" altLang="en-US"/>
                </a:p>
              </p:txBody>
            </p:sp>
            <p:sp>
              <p:nvSpPr>
                <p:cNvPr id="57384" name="Rectangle 86"/>
                <p:cNvSpPr>
                  <a:spLocks noChangeArrowheads="1"/>
                </p:cNvSpPr>
                <p:nvPr/>
              </p:nvSpPr>
              <p:spPr bwMode="auto">
                <a:xfrm>
                  <a:off x="1296" y="3120"/>
                  <a:ext cx="192" cy="240"/>
                </a:xfrm>
                <a:prstGeom prst="rect">
                  <a:avLst/>
                </a:prstGeom>
                <a:noFill/>
                <a:ln w="19050">
                  <a:solidFill>
                    <a:schemeClr val="accent2"/>
                  </a:solidFill>
                  <a:miter lim="800000"/>
                </a:ln>
              </p:spPr>
              <p:txBody>
                <a:bodyPr wrap="none" anchor="ctr"/>
                <a:lstStyle/>
                <a:p>
                  <a:endParaRPr lang="zh-CN" altLang="en-US"/>
                </a:p>
              </p:txBody>
            </p:sp>
          </p:grpSp>
          <p:grpSp>
            <p:nvGrpSpPr>
              <p:cNvPr id="8" name="Group 87"/>
              <p:cNvGrpSpPr/>
              <p:nvPr/>
            </p:nvGrpSpPr>
            <p:grpSpPr bwMode="auto">
              <a:xfrm>
                <a:off x="3054" y="3649"/>
                <a:ext cx="666" cy="218"/>
                <a:chOff x="1296" y="3120"/>
                <a:chExt cx="768" cy="240"/>
              </a:xfrm>
            </p:grpSpPr>
            <p:sp>
              <p:nvSpPr>
                <p:cNvPr id="57379" name="Rectangle 88"/>
                <p:cNvSpPr>
                  <a:spLocks noChangeArrowheads="1"/>
                </p:cNvSpPr>
                <p:nvPr/>
              </p:nvSpPr>
              <p:spPr bwMode="auto">
                <a:xfrm>
                  <a:off x="1488" y="3120"/>
                  <a:ext cx="384" cy="240"/>
                </a:xfrm>
                <a:prstGeom prst="rect">
                  <a:avLst/>
                </a:prstGeom>
                <a:noFill/>
                <a:ln w="22225">
                  <a:solidFill>
                    <a:srgbClr val="000080"/>
                  </a:solidFill>
                  <a:miter lim="800000"/>
                </a:ln>
              </p:spPr>
              <p:txBody>
                <a:bodyPr wrap="none" anchor="ctr"/>
                <a:lstStyle/>
                <a:p>
                  <a:endParaRPr lang="zh-CN" altLang="en-US"/>
                </a:p>
              </p:txBody>
            </p:sp>
            <p:sp>
              <p:nvSpPr>
                <p:cNvPr id="57380" name="Rectangle 89"/>
                <p:cNvSpPr>
                  <a:spLocks noChangeArrowheads="1"/>
                </p:cNvSpPr>
                <p:nvPr/>
              </p:nvSpPr>
              <p:spPr bwMode="auto">
                <a:xfrm>
                  <a:off x="1872" y="3120"/>
                  <a:ext cx="192" cy="240"/>
                </a:xfrm>
                <a:prstGeom prst="rect">
                  <a:avLst/>
                </a:prstGeom>
                <a:noFill/>
                <a:ln w="22225">
                  <a:solidFill>
                    <a:srgbClr val="000080"/>
                  </a:solidFill>
                  <a:miter lim="800000"/>
                </a:ln>
              </p:spPr>
              <p:txBody>
                <a:bodyPr wrap="none" anchor="ctr"/>
                <a:lstStyle/>
                <a:p>
                  <a:endParaRPr lang="zh-CN" altLang="en-US"/>
                </a:p>
              </p:txBody>
            </p:sp>
            <p:sp>
              <p:nvSpPr>
                <p:cNvPr id="57381" name="Rectangle 90"/>
                <p:cNvSpPr>
                  <a:spLocks noChangeArrowheads="1"/>
                </p:cNvSpPr>
                <p:nvPr/>
              </p:nvSpPr>
              <p:spPr bwMode="auto">
                <a:xfrm>
                  <a:off x="1296" y="3120"/>
                  <a:ext cx="192" cy="240"/>
                </a:xfrm>
                <a:prstGeom prst="rect">
                  <a:avLst/>
                </a:prstGeom>
                <a:noFill/>
                <a:ln w="22225">
                  <a:solidFill>
                    <a:srgbClr val="000080"/>
                  </a:solidFill>
                  <a:miter lim="800000"/>
                </a:ln>
              </p:spPr>
              <p:txBody>
                <a:bodyPr wrap="none" anchor="ctr"/>
                <a:lstStyle/>
                <a:p>
                  <a:endParaRPr lang="zh-CN" altLang="en-US"/>
                </a:p>
              </p:txBody>
            </p:sp>
          </p:grpSp>
          <p:sp>
            <p:nvSpPr>
              <p:cNvPr id="57365" name="Line 91"/>
              <p:cNvSpPr>
                <a:spLocks noChangeShapeType="1"/>
              </p:cNvSpPr>
              <p:nvPr/>
            </p:nvSpPr>
            <p:spPr bwMode="auto">
              <a:xfrm>
                <a:off x="838" y="3695"/>
                <a:ext cx="208" cy="0"/>
              </a:xfrm>
              <a:prstGeom prst="line">
                <a:avLst/>
              </a:prstGeom>
              <a:noFill/>
              <a:ln w="19050">
                <a:solidFill>
                  <a:srgbClr val="0000FF"/>
                </a:solidFill>
                <a:round/>
                <a:tailEnd type="triangle" w="med" len="med"/>
              </a:ln>
            </p:spPr>
            <p:txBody>
              <a:bodyPr wrap="none" anchor="ctr"/>
              <a:lstStyle/>
              <a:p>
                <a:endParaRPr lang="zh-CN" altLang="en-US"/>
              </a:p>
            </p:txBody>
          </p:sp>
          <p:sp>
            <p:nvSpPr>
              <p:cNvPr id="57366" name="Line 92"/>
              <p:cNvSpPr>
                <a:spLocks noChangeShapeType="1"/>
              </p:cNvSpPr>
              <p:nvPr/>
            </p:nvSpPr>
            <p:spPr bwMode="auto">
              <a:xfrm>
                <a:off x="3627" y="3706"/>
                <a:ext cx="250" cy="0"/>
              </a:xfrm>
              <a:prstGeom prst="line">
                <a:avLst/>
              </a:prstGeom>
              <a:noFill/>
              <a:ln w="12700">
                <a:solidFill>
                  <a:srgbClr val="0000FF"/>
                </a:solidFill>
                <a:round/>
                <a:tailEnd type="triangle" w="med" len="med"/>
              </a:ln>
            </p:spPr>
            <p:txBody>
              <a:bodyPr wrap="none" anchor="ctr"/>
              <a:lstStyle/>
              <a:p>
                <a:endParaRPr lang="zh-CN" altLang="en-US"/>
              </a:p>
            </p:txBody>
          </p:sp>
          <p:sp>
            <p:nvSpPr>
              <p:cNvPr id="57367" name="Line 93"/>
              <p:cNvSpPr>
                <a:spLocks noChangeShapeType="1"/>
              </p:cNvSpPr>
              <p:nvPr/>
            </p:nvSpPr>
            <p:spPr bwMode="auto">
              <a:xfrm flipH="1">
                <a:off x="3710" y="3771"/>
                <a:ext cx="208" cy="0"/>
              </a:xfrm>
              <a:prstGeom prst="line">
                <a:avLst/>
              </a:prstGeom>
              <a:noFill/>
              <a:ln w="12700">
                <a:solidFill>
                  <a:srgbClr val="0000FF"/>
                </a:solidFill>
                <a:round/>
                <a:tailEnd type="triangle" w="med" len="med"/>
              </a:ln>
            </p:spPr>
            <p:txBody>
              <a:bodyPr wrap="none" anchor="ctr"/>
              <a:lstStyle/>
              <a:p>
                <a:endParaRPr lang="zh-CN" altLang="en-US"/>
              </a:p>
            </p:txBody>
          </p:sp>
          <p:sp>
            <p:nvSpPr>
              <p:cNvPr id="57368" name="Line 94"/>
              <p:cNvSpPr>
                <a:spLocks noChangeShapeType="1"/>
              </p:cNvSpPr>
              <p:nvPr/>
            </p:nvSpPr>
            <p:spPr bwMode="auto">
              <a:xfrm flipH="1">
                <a:off x="838" y="3771"/>
                <a:ext cx="292" cy="0"/>
              </a:xfrm>
              <a:prstGeom prst="line">
                <a:avLst/>
              </a:prstGeom>
              <a:noFill/>
              <a:ln w="12700">
                <a:solidFill>
                  <a:srgbClr val="0000FF"/>
                </a:solidFill>
                <a:round/>
                <a:tailEnd type="triangle" w="med" len="med"/>
              </a:ln>
            </p:spPr>
            <p:txBody>
              <a:bodyPr wrap="none" anchor="ctr"/>
              <a:lstStyle/>
              <a:p>
                <a:endParaRPr lang="zh-CN" altLang="en-US"/>
              </a:p>
            </p:txBody>
          </p:sp>
          <p:sp>
            <p:nvSpPr>
              <p:cNvPr id="57369" name="Text Box 95"/>
              <p:cNvSpPr txBox="1">
                <a:spLocks noChangeArrowheads="1"/>
              </p:cNvSpPr>
              <p:nvPr/>
            </p:nvSpPr>
            <p:spPr bwMode="auto">
              <a:xfrm>
                <a:off x="545" y="3553"/>
                <a:ext cx="275" cy="291"/>
              </a:xfrm>
              <a:prstGeom prst="rect">
                <a:avLst/>
              </a:prstGeom>
              <a:noFill/>
              <a:ln w="9525">
                <a:noFill/>
                <a:miter lim="800000"/>
              </a:ln>
            </p:spPr>
            <p:txBody>
              <a:bodyPr wrap="none">
                <a:spAutoFit/>
              </a:bodyPr>
              <a:lstStyle/>
              <a:p>
                <a:pPr algn="ctr"/>
                <a:r>
                  <a:rPr lang="zh-CN" altLang="en-US" sz="2400">
                    <a:solidFill>
                      <a:srgbClr val="0033CC"/>
                    </a:solidFill>
                    <a:ea typeface="宋体" pitchFamily="2" charset="-122"/>
                    <a:cs typeface="Times New Roman" panose="02020503050405090304" pitchFamily="18" charset="0"/>
                  </a:rPr>
                  <a:t>…</a:t>
                </a:r>
                <a:endParaRPr lang="zh-CN" altLang="en-US" sz="2400">
                  <a:solidFill>
                    <a:srgbClr val="0033CC"/>
                  </a:solidFill>
                  <a:ea typeface="宋体" pitchFamily="2" charset="-122"/>
                  <a:cs typeface="Times New Roman" panose="02020503050405090304" pitchFamily="18" charset="0"/>
                </a:endParaRPr>
              </a:p>
            </p:txBody>
          </p:sp>
          <p:sp>
            <p:nvSpPr>
              <p:cNvPr id="57370" name="Text Box 96"/>
              <p:cNvSpPr txBox="1">
                <a:spLocks noChangeArrowheads="1"/>
              </p:cNvSpPr>
              <p:nvPr/>
            </p:nvSpPr>
            <p:spPr bwMode="auto">
              <a:xfrm>
                <a:off x="3915" y="3553"/>
                <a:ext cx="275" cy="291"/>
              </a:xfrm>
              <a:prstGeom prst="rect">
                <a:avLst/>
              </a:prstGeom>
              <a:noFill/>
              <a:ln w="9525">
                <a:noFill/>
                <a:miter lim="800000"/>
              </a:ln>
            </p:spPr>
            <p:txBody>
              <a:bodyPr wrap="none">
                <a:spAutoFit/>
              </a:bodyPr>
              <a:lstStyle/>
              <a:p>
                <a:pPr algn="ctr"/>
                <a:r>
                  <a:rPr lang="zh-CN" altLang="en-US" sz="2400">
                    <a:solidFill>
                      <a:srgbClr val="0033CC"/>
                    </a:solidFill>
                    <a:ea typeface="宋体" pitchFamily="2" charset="-122"/>
                    <a:cs typeface="Times New Roman" panose="02020503050405090304" pitchFamily="18" charset="0"/>
                  </a:rPr>
                  <a:t>…</a:t>
                </a:r>
                <a:endParaRPr lang="zh-CN" altLang="en-US" sz="2400">
                  <a:solidFill>
                    <a:srgbClr val="0033CC"/>
                  </a:solidFill>
                  <a:ea typeface="宋体" pitchFamily="2" charset="-122"/>
                  <a:cs typeface="Times New Roman" panose="02020503050405090304" pitchFamily="18" charset="0"/>
                </a:endParaRPr>
              </a:p>
            </p:txBody>
          </p:sp>
          <p:sp>
            <p:nvSpPr>
              <p:cNvPr id="57371" name="Line 97"/>
              <p:cNvSpPr>
                <a:spLocks noChangeShapeType="1"/>
              </p:cNvSpPr>
              <p:nvPr/>
            </p:nvSpPr>
            <p:spPr bwMode="auto">
              <a:xfrm flipH="1">
                <a:off x="1712" y="3793"/>
                <a:ext cx="417" cy="0"/>
              </a:xfrm>
              <a:prstGeom prst="line">
                <a:avLst/>
              </a:prstGeom>
              <a:noFill/>
              <a:ln w="19050">
                <a:solidFill>
                  <a:srgbClr val="0000FF"/>
                </a:solidFill>
                <a:round/>
                <a:tailEnd type="triangle" w="med" len="med"/>
              </a:ln>
            </p:spPr>
            <p:txBody>
              <a:bodyPr wrap="none" anchor="ctr"/>
              <a:lstStyle/>
              <a:p>
                <a:endParaRPr lang="zh-CN" altLang="en-US"/>
              </a:p>
            </p:txBody>
          </p:sp>
          <p:sp>
            <p:nvSpPr>
              <p:cNvPr id="57372" name="Line 98"/>
              <p:cNvSpPr>
                <a:spLocks noChangeShapeType="1"/>
              </p:cNvSpPr>
              <p:nvPr/>
            </p:nvSpPr>
            <p:spPr bwMode="auto">
              <a:xfrm>
                <a:off x="2670" y="3706"/>
                <a:ext cx="374" cy="0"/>
              </a:xfrm>
              <a:prstGeom prst="line">
                <a:avLst/>
              </a:prstGeom>
              <a:noFill/>
              <a:ln w="19050">
                <a:solidFill>
                  <a:srgbClr val="0000FF"/>
                </a:solidFill>
                <a:round/>
                <a:tailEnd type="triangle" w="med" len="med"/>
              </a:ln>
            </p:spPr>
            <p:txBody>
              <a:bodyPr wrap="none" anchor="ctr"/>
              <a:lstStyle/>
              <a:p>
                <a:endParaRPr lang="zh-CN" altLang="en-US"/>
              </a:p>
            </p:txBody>
          </p:sp>
          <p:sp>
            <p:nvSpPr>
              <p:cNvPr id="57373" name="Text Box 99"/>
              <p:cNvSpPr txBox="1">
                <a:spLocks noChangeArrowheads="1"/>
              </p:cNvSpPr>
              <p:nvPr/>
            </p:nvSpPr>
            <p:spPr bwMode="auto">
              <a:xfrm>
                <a:off x="2288" y="3585"/>
                <a:ext cx="196" cy="291"/>
              </a:xfrm>
              <a:prstGeom prst="rect">
                <a:avLst/>
              </a:prstGeom>
              <a:noFill/>
              <a:ln w="9525">
                <a:noFill/>
                <a:miter lim="800000"/>
              </a:ln>
            </p:spPr>
            <p:txBody>
              <a:bodyPr wrap="none">
                <a:spAutoFit/>
              </a:bodyPr>
              <a:lstStyle/>
              <a:p>
                <a:pPr algn="ctr"/>
                <a:r>
                  <a:rPr lang="en-US" altLang="zh-CN" sz="2400">
                    <a:solidFill>
                      <a:srgbClr val="FF3300"/>
                    </a:solidFill>
                    <a:ea typeface="宋体" pitchFamily="2" charset="-122"/>
                  </a:rPr>
                  <a:t>x</a:t>
                </a:r>
                <a:endParaRPr lang="en-US" altLang="zh-CN" sz="2400">
                  <a:solidFill>
                    <a:srgbClr val="FF3300"/>
                  </a:solidFill>
                  <a:ea typeface="宋体" pitchFamily="2" charset="-122"/>
                </a:endParaRPr>
              </a:p>
            </p:txBody>
          </p:sp>
          <p:sp>
            <p:nvSpPr>
              <p:cNvPr id="57374" name="Text Box 100"/>
              <p:cNvSpPr txBox="1">
                <a:spLocks noChangeArrowheads="1"/>
              </p:cNvSpPr>
              <p:nvPr/>
            </p:nvSpPr>
            <p:spPr bwMode="auto">
              <a:xfrm>
                <a:off x="2041" y="3780"/>
                <a:ext cx="192" cy="240"/>
              </a:xfrm>
              <a:prstGeom prst="rect">
                <a:avLst/>
              </a:prstGeom>
              <a:noFill/>
              <a:ln w="9525">
                <a:noFill/>
                <a:miter lim="800000"/>
              </a:ln>
            </p:spPr>
            <p:txBody>
              <a:bodyPr wrap="none">
                <a:spAutoFit/>
              </a:bodyPr>
              <a:lstStyle/>
              <a:p>
                <a:pPr algn="ctr"/>
                <a:r>
                  <a:rPr lang="en-US" altLang="zh-CN" sz="1900" i="1">
                    <a:solidFill>
                      <a:schemeClr val="accent2"/>
                    </a:solidFill>
                    <a:ea typeface="宋体" pitchFamily="2" charset="-122"/>
                  </a:rPr>
                  <a:t>q</a:t>
                </a:r>
                <a:endParaRPr lang="en-US" altLang="zh-CN" sz="1900" i="1">
                  <a:solidFill>
                    <a:schemeClr val="accent2"/>
                  </a:solidFill>
                  <a:ea typeface="宋体" pitchFamily="2" charset="-122"/>
                </a:endParaRPr>
              </a:p>
            </p:txBody>
          </p:sp>
          <p:cxnSp>
            <p:nvCxnSpPr>
              <p:cNvPr id="57375" name="AutoShape 101"/>
              <p:cNvCxnSpPr>
                <a:cxnSpLocks noChangeShapeType="1"/>
                <a:stCxn id="57386" idx="0"/>
                <a:endCxn id="57381" idx="0"/>
              </p:cNvCxnSpPr>
              <p:nvPr/>
            </p:nvCxnSpPr>
            <p:spPr bwMode="auto">
              <a:xfrm rot="5400000" flipV="1">
                <a:off x="2379" y="2883"/>
                <a:ext cx="9" cy="1509"/>
              </a:xfrm>
              <a:prstGeom prst="curvedConnector3">
                <a:avLst>
                  <a:gd name="adj1" fmla="val -1522222"/>
                </a:avLst>
              </a:prstGeom>
              <a:noFill/>
              <a:ln w="25400">
                <a:solidFill>
                  <a:srgbClr val="FF3300"/>
                </a:solidFill>
                <a:round/>
                <a:tailEnd type="triangle" w="med" len="med"/>
              </a:ln>
            </p:spPr>
          </p:cxnSp>
          <p:cxnSp>
            <p:nvCxnSpPr>
              <p:cNvPr id="57376" name="AutoShape 102"/>
              <p:cNvCxnSpPr>
                <a:cxnSpLocks noChangeShapeType="1"/>
                <a:stCxn id="57381" idx="2"/>
                <a:endCxn id="57386" idx="2"/>
              </p:cNvCxnSpPr>
              <p:nvPr/>
            </p:nvCxnSpPr>
            <p:spPr bwMode="auto">
              <a:xfrm rot="16200000" flipV="1">
                <a:off x="2379" y="3115"/>
                <a:ext cx="9" cy="1509"/>
              </a:xfrm>
              <a:prstGeom prst="curvedConnector3">
                <a:avLst>
                  <a:gd name="adj1" fmla="val -1522222"/>
                </a:avLst>
              </a:prstGeom>
              <a:noFill/>
              <a:ln w="25400">
                <a:solidFill>
                  <a:srgbClr val="FF3300"/>
                </a:solidFill>
                <a:round/>
                <a:tailEnd type="triangle" w="med" len="med"/>
              </a:ln>
            </p:spPr>
          </p:cxnSp>
          <p:sp>
            <p:nvSpPr>
              <p:cNvPr id="57377" name="Line 103"/>
              <p:cNvSpPr>
                <a:spLocks noChangeShapeType="1"/>
              </p:cNvSpPr>
              <p:nvPr/>
            </p:nvSpPr>
            <p:spPr bwMode="auto">
              <a:xfrm>
                <a:off x="1629" y="3706"/>
                <a:ext cx="416" cy="0"/>
              </a:xfrm>
              <a:prstGeom prst="line">
                <a:avLst/>
              </a:prstGeom>
              <a:noFill/>
              <a:ln w="15875">
                <a:solidFill>
                  <a:srgbClr val="C0C0C0"/>
                </a:solidFill>
                <a:round/>
                <a:tailEnd type="triangle" w="med" len="med"/>
              </a:ln>
            </p:spPr>
            <p:txBody>
              <a:bodyPr wrap="none" anchor="ctr"/>
              <a:lstStyle/>
              <a:p>
                <a:endParaRPr lang="zh-CN" altLang="en-US"/>
              </a:p>
            </p:txBody>
          </p:sp>
          <p:sp>
            <p:nvSpPr>
              <p:cNvPr id="57378" name="Line 104"/>
              <p:cNvSpPr>
                <a:spLocks noChangeShapeType="1"/>
              </p:cNvSpPr>
              <p:nvPr/>
            </p:nvSpPr>
            <p:spPr bwMode="auto">
              <a:xfrm flipH="1">
                <a:off x="2733" y="3793"/>
                <a:ext cx="416" cy="0"/>
              </a:xfrm>
              <a:prstGeom prst="line">
                <a:avLst/>
              </a:prstGeom>
              <a:noFill/>
              <a:ln w="15875">
                <a:solidFill>
                  <a:srgbClr val="C0C0C0"/>
                </a:solidFill>
                <a:round/>
                <a:tailEnd type="triangle" w="med" len="med"/>
              </a:ln>
            </p:spPr>
            <p:txBody>
              <a:bodyPr wrap="none" anchor="ctr"/>
              <a:lstStyle/>
              <a:p>
                <a:endParaRPr lang="zh-CN" altLang="en-US"/>
              </a:p>
            </p:txBody>
          </p:sp>
        </p:grpSp>
        <p:sp>
          <p:nvSpPr>
            <p:cNvPr id="57359" name="Line 105"/>
            <p:cNvSpPr>
              <a:spLocks noChangeShapeType="1"/>
            </p:cNvSpPr>
            <p:nvPr/>
          </p:nvSpPr>
          <p:spPr bwMode="auto">
            <a:xfrm>
              <a:off x="3145" y="3831"/>
              <a:ext cx="0" cy="46"/>
            </a:xfrm>
            <a:prstGeom prst="line">
              <a:avLst/>
            </a:prstGeom>
            <a:noFill/>
            <a:ln w="25400">
              <a:solidFill>
                <a:srgbClr val="FF0000"/>
              </a:solidFill>
              <a:round/>
            </a:ln>
          </p:spPr>
          <p:txBody>
            <a:bodyPr wrap="none" anchor="ctr"/>
            <a:lstStyle/>
            <a:p>
              <a:endParaRPr lang="zh-CN" altLang="en-US"/>
            </a:p>
          </p:txBody>
        </p:sp>
        <p:sp>
          <p:nvSpPr>
            <p:cNvPr id="57360" name="Line 106"/>
            <p:cNvSpPr>
              <a:spLocks noChangeShapeType="1"/>
            </p:cNvSpPr>
            <p:nvPr/>
          </p:nvSpPr>
          <p:spPr bwMode="auto">
            <a:xfrm>
              <a:off x="1627" y="3636"/>
              <a:ext cx="0" cy="46"/>
            </a:xfrm>
            <a:prstGeom prst="line">
              <a:avLst/>
            </a:prstGeom>
            <a:noFill/>
            <a:ln w="25400">
              <a:solidFill>
                <a:srgbClr val="FF0000"/>
              </a:solidFill>
              <a:round/>
            </a:ln>
          </p:spPr>
          <p:txBody>
            <a:bodyPr wrap="none" anchor="ctr"/>
            <a:lstStyle/>
            <a:p>
              <a:endParaRPr lang="zh-CN" altLang="en-US"/>
            </a:p>
          </p:txBody>
        </p:sp>
      </p:grpSp>
      <p:grpSp>
        <p:nvGrpSpPr>
          <p:cNvPr id="9" name="Group 107"/>
          <p:cNvGrpSpPr/>
          <p:nvPr/>
        </p:nvGrpSpPr>
        <p:grpSpPr bwMode="auto">
          <a:xfrm>
            <a:off x="839416" y="182237"/>
            <a:ext cx="2371726" cy="828675"/>
            <a:chOff x="248" y="147"/>
            <a:chExt cx="1494" cy="522"/>
          </a:xfrm>
        </p:grpSpPr>
        <p:sp>
          <p:nvSpPr>
            <p:cNvPr id="57356" name="AutoShape 108"/>
            <p:cNvSpPr>
              <a:spLocks noChangeArrowheads="1"/>
            </p:cNvSpPr>
            <p:nvPr/>
          </p:nvSpPr>
          <p:spPr bwMode="auto">
            <a:xfrm rot="4427584">
              <a:off x="559" y="-164"/>
              <a:ext cx="522" cy="1143"/>
            </a:xfrm>
            <a:prstGeom prst="irregularSeal2">
              <a:avLst/>
            </a:prstGeom>
            <a:solidFill>
              <a:srgbClr val="FF0000"/>
            </a:solidFill>
            <a:ln w="50800">
              <a:solidFill>
                <a:srgbClr val="99CCFF"/>
              </a:solidFill>
              <a:miter lim="800000"/>
            </a:ln>
            <a:effectLst>
              <a:outerShdw dist="190923" dir="228844" algn="ctr" rotWithShape="0">
                <a:srgbClr val="C0C0C0"/>
              </a:outerShdw>
            </a:effectLst>
          </p:spPr>
          <p:txBody>
            <a:bodyPr wrap="none" anchor="ctr"/>
            <a:lstStyle/>
            <a:p>
              <a:endParaRPr lang="zh-CN" altLang="en-US"/>
            </a:p>
          </p:txBody>
        </p:sp>
        <p:sp>
          <p:nvSpPr>
            <p:cNvPr id="57357" name="Rectangle 109"/>
            <p:cNvSpPr>
              <a:spLocks noChangeArrowheads="1"/>
            </p:cNvSpPr>
            <p:nvPr/>
          </p:nvSpPr>
          <p:spPr bwMode="auto">
            <a:xfrm rot="20903211">
              <a:off x="557" y="190"/>
              <a:ext cx="1185" cy="233"/>
            </a:xfrm>
            <a:prstGeom prst="rect">
              <a:avLst/>
            </a:prstGeom>
            <a:noFill/>
            <a:ln w="9525">
              <a:noFill/>
              <a:miter lim="800000"/>
            </a:ln>
            <a:effectLst>
              <a:outerShdw dist="28398" dir="1593903" algn="ctr" rotWithShape="0">
                <a:schemeClr val="bg2"/>
              </a:outerShdw>
            </a:effectLst>
          </p:spPr>
          <p:txBody>
            <a:bodyPr anchor="ctr">
              <a:spAutoFit/>
            </a:bodyPr>
            <a:lstStyle/>
            <a:p>
              <a:r>
                <a:rPr lang="zh-CN" altLang="en-US" i="1" dirty="0">
                  <a:solidFill>
                    <a:srgbClr val="FFFF00"/>
                  </a:solidFill>
                  <a:ea typeface="黑体" panose="02010609060101010101" pitchFamily="2" charset="-122"/>
                </a:rPr>
                <a:t>算法</a:t>
              </a:r>
              <a:endParaRPr lang="zh-CN" altLang="en-US" i="1" dirty="0">
                <a:solidFill>
                  <a:srgbClr val="FFFF00"/>
                </a:solidFill>
                <a:ea typeface="黑体" panose="0201060906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40998"/>
                                        </p:tgtEl>
                                        <p:attrNameLst>
                                          <p:attrName>style.visibility</p:attrName>
                                        </p:attrNameLst>
                                      </p:cBhvr>
                                      <p:to>
                                        <p:strVal val="visible"/>
                                      </p:to>
                                    </p:set>
                                    <p:animEffect transition="in" filter="wipe(left)">
                                      <p:cBhvr>
                                        <p:cTn id="7" dur="500"/>
                                        <p:tgtEl>
                                          <p:spTgt spid="34099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41028"/>
                                        </p:tgtEl>
                                        <p:attrNameLst>
                                          <p:attrName>style.visibility</p:attrName>
                                        </p:attrNameLst>
                                      </p:cBhvr>
                                      <p:to>
                                        <p:strVal val="visible"/>
                                      </p:to>
                                    </p:set>
                                    <p:animEffect transition="in" filter="blinds(horizontal)">
                                      <p:cBhvr>
                                        <p:cTn id="17" dur="500"/>
                                        <p:tgtEl>
                                          <p:spTgt spid="341028"/>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341029"/>
                                        </p:tgtEl>
                                        <p:attrNameLst>
                                          <p:attrName>style.visibility</p:attrName>
                                        </p:attrNameLst>
                                      </p:cBhvr>
                                      <p:to>
                                        <p:strVal val="visible"/>
                                      </p:to>
                                    </p:set>
                                    <p:animEffect transition="in" filter="blinds(horizontal)">
                                      <p:cBhvr>
                                        <p:cTn id="20" dur="500"/>
                                        <p:tgtEl>
                                          <p:spTgt spid="341029"/>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341030"/>
                                        </p:tgtEl>
                                        <p:attrNameLst>
                                          <p:attrName>style.visibility</p:attrName>
                                        </p:attrNameLst>
                                      </p:cBhvr>
                                      <p:to>
                                        <p:strVal val="visible"/>
                                      </p:to>
                                    </p:set>
                                    <p:animEffect transition="in" filter="blinds(horizontal)">
                                      <p:cBhvr>
                                        <p:cTn id="23" dur="500"/>
                                        <p:tgtEl>
                                          <p:spTgt spid="341030"/>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3"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anim calcmode="lin" valueType="num">
                                      <p:cBhvr additive="base">
                                        <p:cTn id="28" dur="500" fill="hold"/>
                                        <p:tgtEl>
                                          <p:spTgt spid="3"/>
                                        </p:tgtEl>
                                        <p:attrNameLst>
                                          <p:attrName>ppt_x</p:attrName>
                                        </p:attrNameLst>
                                      </p:cBhvr>
                                      <p:tavLst>
                                        <p:tav tm="0">
                                          <p:val>
                                            <p:strVal val="1+#ppt_w/2"/>
                                          </p:val>
                                        </p:tav>
                                        <p:tav tm="100000">
                                          <p:val>
                                            <p:strVal val="#ppt_x"/>
                                          </p:val>
                                        </p:tav>
                                      </p:tavLst>
                                    </p:anim>
                                    <p:anim calcmode="lin" valueType="num">
                                      <p:cBhvr additive="base">
                                        <p:cTn id="29" dur="500" fill="hold"/>
                                        <p:tgtEl>
                                          <p:spTgt spid="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0998" grpId="0" autoUpdateAnimBg="0"/>
      <p:bldP spid="341028" grpId="0"/>
      <p:bldP spid="341029" grpId="0"/>
      <p:bldP spid="341030"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6820" name="Text Box 4"/>
          <p:cNvSpPr txBox="1">
            <a:spLocks noChangeArrowheads="1"/>
          </p:cNvSpPr>
          <p:nvPr/>
        </p:nvSpPr>
        <p:spPr bwMode="auto">
          <a:xfrm>
            <a:off x="2280022" y="2601913"/>
            <a:ext cx="4897438" cy="549275"/>
          </a:xfrm>
          <a:prstGeom prst="rect">
            <a:avLst/>
          </a:prstGeom>
          <a:noFill/>
          <a:ln w="9525">
            <a:noFill/>
            <a:miter lim="800000"/>
          </a:ln>
        </p:spPr>
        <p:txBody>
          <a:bodyPr>
            <a:spAutoFit/>
          </a:bodyPr>
          <a:lstStyle/>
          <a:p>
            <a:r>
              <a:rPr lang="zh-CN" altLang="en-US" sz="3000">
                <a:solidFill>
                  <a:srgbClr val="000099"/>
                </a:solidFill>
                <a:ea typeface="宋体" pitchFamily="2" charset="-122"/>
              </a:rPr>
              <a:t>( </a:t>
            </a:r>
            <a:r>
              <a:rPr lang="en-US" altLang="zh-CN" sz="3000">
                <a:solidFill>
                  <a:srgbClr val="000099"/>
                </a:solidFill>
                <a:ea typeface="宋体" pitchFamily="2" charset="-122"/>
              </a:rPr>
              <a:t>a</a:t>
            </a:r>
            <a:r>
              <a:rPr lang="en-US" altLang="zh-CN" sz="3000" baseline="-46000">
                <a:solidFill>
                  <a:srgbClr val="000099"/>
                </a:solidFill>
                <a:ea typeface="宋体" pitchFamily="2" charset="-122"/>
              </a:rPr>
              <a:t>1</a:t>
            </a:r>
            <a:r>
              <a:rPr lang="en-US" altLang="zh-CN" sz="3000">
                <a:solidFill>
                  <a:srgbClr val="000099"/>
                </a:solidFill>
                <a:ea typeface="宋体" pitchFamily="2" charset="-122"/>
              </a:rPr>
              <a:t>,  a</a:t>
            </a:r>
            <a:r>
              <a:rPr lang="en-US" altLang="zh-CN" sz="3000" baseline="-46000">
                <a:solidFill>
                  <a:srgbClr val="000099"/>
                </a:solidFill>
                <a:ea typeface="宋体" pitchFamily="2" charset="-122"/>
              </a:rPr>
              <a:t>2</a:t>
            </a:r>
            <a:r>
              <a:rPr lang="en-US" altLang="zh-CN" sz="3000">
                <a:solidFill>
                  <a:srgbClr val="000099"/>
                </a:solidFill>
                <a:ea typeface="宋体" pitchFamily="2" charset="-122"/>
              </a:rPr>
              <a:t>,  a</a:t>
            </a:r>
            <a:r>
              <a:rPr lang="en-US" altLang="zh-CN" sz="3000" baseline="-46000">
                <a:solidFill>
                  <a:srgbClr val="000099"/>
                </a:solidFill>
                <a:ea typeface="宋体" pitchFamily="2" charset="-122"/>
              </a:rPr>
              <a:t>3</a:t>
            </a:r>
            <a:r>
              <a:rPr lang="en-US" altLang="zh-CN" sz="3000">
                <a:solidFill>
                  <a:srgbClr val="000099"/>
                </a:solidFill>
                <a:ea typeface="宋体" pitchFamily="2" charset="-122"/>
              </a:rPr>
              <a:t>,   </a:t>
            </a:r>
            <a:r>
              <a:rPr lang="en-US" altLang="zh-CN" sz="3000">
                <a:solidFill>
                  <a:srgbClr val="000099"/>
                </a:solidFill>
                <a:ea typeface="宋体" pitchFamily="2" charset="-122"/>
                <a:cs typeface="Times New Roman" panose="02020503050405090304" pitchFamily="18" charset="0"/>
              </a:rPr>
              <a:t>… ,  </a:t>
            </a:r>
            <a:r>
              <a:rPr lang="en-US" altLang="zh-CN" sz="3000">
                <a:solidFill>
                  <a:srgbClr val="000099"/>
                </a:solidFill>
                <a:ea typeface="宋体" pitchFamily="2" charset="-122"/>
              </a:rPr>
              <a:t>a</a:t>
            </a:r>
            <a:r>
              <a:rPr lang="en-US" altLang="zh-CN" sz="3000" baseline="-46000">
                <a:solidFill>
                  <a:srgbClr val="000099"/>
                </a:solidFill>
                <a:ea typeface="宋体" pitchFamily="2" charset="-122"/>
              </a:rPr>
              <a:t>n–1</a:t>
            </a:r>
            <a:r>
              <a:rPr lang="en-US" altLang="zh-CN" sz="3000">
                <a:solidFill>
                  <a:srgbClr val="000099"/>
                </a:solidFill>
                <a:ea typeface="宋体" pitchFamily="2" charset="-122"/>
              </a:rPr>
              <a:t>,  a</a:t>
            </a:r>
            <a:r>
              <a:rPr lang="en-US" altLang="zh-CN" sz="3000" baseline="-46000">
                <a:solidFill>
                  <a:srgbClr val="000099"/>
                </a:solidFill>
                <a:ea typeface="宋体" pitchFamily="2" charset="-122"/>
              </a:rPr>
              <a:t>n </a:t>
            </a:r>
            <a:r>
              <a:rPr lang="en-US" altLang="zh-CN" sz="3000">
                <a:solidFill>
                  <a:srgbClr val="000099"/>
                </a:solidFill>
                <a:ea typeface="宋体" pitchFamily="2" charset="-122"/>
              </a:rPr>
              <a:t>)</a:t>
            </a:r>
            <a:endParaRPr lang="en-US" altLang="zh-CN" sz="3000">
              <a:solidFill>
                <a:srgbClr val="000099"/>
              </a:solidFill>
              <a:ea typeface="宋体" pitchFamily="2" charset="-122"/>
            </a:endParaRPr>
          </a:p>
        </p:txBody>
      </p:sp>
      <p:grpSp>
        <p:nvGrpSpPr>
          <p:cNvPr id="2" name="Group 5"/>
          <p:cNvGrpSpPr/>
          <p:nvPr/>
        </p:nvGrpSpPr>
        <p:grpSpPr bwMode="auto">
          <a:xfrm>
            <a:off x="2135560" y="3429000"/>
            <a:ext cx="6121400" cy="874713"/>
            <a:chOff x="1076" y="1253"/>
            <a:chExt cx="3856" cy="551"/>
          </a:xfrm>
        </p:grpSpPr>
        <p:grpSp>
          <p:nvGrpSpPr>
            <p:cNvPr id="4" name="Group 10"/>
            <p:cNvGrpSpPr/>
            <p:nvPr/>
          </p:nvGrpSpPr>
          <p:grpSpPr bwMode="auto">
            <a:xfrm>
              <a:off x="1558" y="1441"/>
              <a:ext cx="404" cy="181"/>
              <a:chOff x="976" y="1525"/>
              <a:chExt cx="404" cy="181"/>
            </a:xfrm>
          </p:grpSpPr>
          <p:sp>
            <p:nvSpPr>
              <p:cNvPr id="58529" name="Rectangle 11"/>
              <p:cNvSpPr>
                <a:spLocks noChangeArrowheads="1"/>
              </p:cNvSpPr>
              <p:nvPr/>
            </p:nvSpPr>
            <p:spPr bwMode="auto">
              <a:xfrm>
                <a:off x="1066" y="1525"/>
                <a:ext cx="226" cy="181"/>
              </a:xfrm>
              <a:prstGeom prst="rect">
                <a:avLst/>
              </a:prstGeom>
              <a:noFill/>
              <a:ln w="22225" cap="sq">
                <a:solidFill>
                  <a:srgbClr val="000080"/>
                </a:solidFill>
                <a:miter lim="800000"/>
              </a:ln>
            </p:spPr>
            <p:txBody>
              <a:bodyPr wrap="none" anchor="ctr"/>
              <a:lstStyle/>
              <a:p>
                <a:endParaRPr lang="zh-CN" altLang="en-US"/>
              </a:p>
            </p:txBody>
          </p:sp>
          <p:sp>
            <p:nvSpPr>
              <p:cNvPr id="58530" name="Rectangle 12"/>
              <p:cNvSpPr>
                <a:spLocks noChangeArrowheads="1"/>
              </p:cNvSpPr>
              <p:nvPr/>
            </p:nvSpPr>
            <p:spPr bwMode="auto">
              <a:xfrm>
                <a:off x="1290" y="1525"/>
                <a:ext cx="90" cy="181"/>
              </a:xfrm>
              <a:prstGeom prst="rect">
                <a:avLst/>
              </a:prstGeom>
              <a:noFill/>
              <a:ln w="22225" cap="sq">
                <a:solidFill>
                  <a:srgbClr val="000080"/>
                </a:solidFill>
                <a:miter lim="800000"/>
              </a:ln>
            </p:spPr>
            <p:txBody>
              <a:bodyPr wrap="none" anchor="ctr"/>
              <a:lstStyle/>
              <a:p>
                <a:endParaRPr lang="zh-CN" altLang="en-US"/>
              </a:p>
            </p:txBody>
          </p:sp>
          <p:sp>
            <p:nvSpPr>
              <p:cNvPr id="58531" name="Rectangle 13"/>
              <p:cNvSpPr>
                <a:spLocks noChangeArrowheads="1"/>
              </p:cNvSpPr>
              <p:nvPr/>
            </p:nvSpPr>
            <p:spPr bwMode="auto">
              <a:xfrm>
                <a:off x="976" y="1525"/>
                <a:ext cx="90" cy="181"/>
              </a:xfrm>
              <a:prstGeom prst="rect">
                <a:avLst/>
              </a:prstGeom>
              <a:noFill/>
              <a:ln w="22225" cap="sq">
                <a:solidFill>
                  <a:srgbClr val="000080"/>
                </a:solidFill>
                <a:miter lim="800000"/>
              </a:ln>
            </p:spPr>
            <p:txBody>
              <a:bodyPr wrap="none" anchor="ctr"/>
              <a:lstStyle/>
              <a:p>
                <a:endParaRPr lang="zh-CN" altLang="en-US"/>
              </a:p>
            </p:txBody>
          </p:sp>
        </p:grpSp>
        <p:grpSp>
          <p:nvGrpSpPr>
            <p:cNvPr id="5" name="Group 14"/>
            <p:cNvGrpSpPr/>
            <p:nvPr/>
          </p:nvGrpSpPr>
          <p:grpSpPr bwMode="auto">
            <a:xfrm>
              <a:off x="2158" y="1441"/>
              <a:ext cx="404" cy="181"/>
              <a:chOff x="976" y="1525"/>
              <a:chExt cx="404" cy="181"/>
            </a:xfrm>
          </p:grpSpPr>
          <p:sp>
            <p:nvSpPr>
              <p:cNvPr id="58526" name="Rectangle 15"/>
              <p:cNvSpPr>
                <a:spLocks noChangeArrowheads="1"/>
              </p:cNvSpPr>
              <p:nvPr/>
            </p:nvSpPr>
            <p:spPr bwMode="auto">
              <a:xfrm>
                <a:off x="1066" y="1525"/>
                <a:ext cx="226" cy="181"/>
              </a:xfrm>
              <a:prstGeom prst="rect">
                <a:avLst/>
              </a:prstGeom>
              <a:noFill/>
              <a:ln w="22225" cap="sq">
                <a:solidFill>
                  <a:srgbClr val="000080"/>
                </a:solidFill>
                <a:miter lim="800000"/>
              </a:ln>
            </p:spPr>
            <p:txBody>
              <a:bodyPr wrap="none" anchor="ctr"/>
              <a:lstStyle/>
              <a:p>
                <a:endParaRPr lang="zh-CN" altLang="en-US"/>
              </a:p>
            </p:txBody>
          </p:sp>
          <p:sp>
            <p:nvSpPr>
              <p:cNvPr id="58527" name="Rectangle 16"/>
              <p:cNvSpPr>
                <a:spLocks noChangeArrowheads="1"/>
              </p:cNvSpPr>
              <p:nvPr/>
            </p:nvSpPr>
            <p:spPr bwMode="auto">
              <a:xfrm>
                <a:off x="1290" y="1525"/>
                <a:ext cx="90" cy="181"/>
              </a:xfrm>
              <a:prstGeom prst="rect">
                <a:avLst/>
              </a:prstGeom>
              <a:noFill/>
              <a:ln w="22225" cap="sq">
                <a:solidFill>
                  <a:srgbClr val="000080"/>
                </a:solidFill>
                <a:miter lim="800000"/>
              </a:ln>
            </p:spPr>
            <p:txBody>
              <a:bodyPr wrap="none" anchor="ctr"/>
              <a:lstStyle/>
              <a:p>
                <a:endParaRPr lang="zh-CN" altLang="en-US"/>
              </a:p>
            </p:txBody>
          </p:sp>
          <p:sp>
            <p:nvSpPr>
              <p:cNvPr id="58528" name="Rectangle 17"/>
              <p:cNvSpPr>
                <a:spLocks noChangeArrowheads="1"/>
              </p:cNvSpPr>
              <p:nvPr/>
            </p:nvSpPr>
            <p:spPr bwMode="auto">
              <a:xfrm>
                <a:off x="976" y="1525"/>
                <a:ext cx="90" cy="181"/>
              </a:xfrm>
              <a:prstGeom prst="rect">
                <a:avLst/>
              </a:prstGeom>
              <a:noFill/>
              <a:ln w="22225" cap="sq">
                <a:solidFill>
                  <a:srgbClr val="000080"/>
                </a:solidFill>
                <a:miter lim="800000"/>
              </a:ln>
            </p:spPr>
            <p:txBody>
              <a:bodyPr wrap="none" anchor="ctr"/>
              <a:lstStyle/>
              <a:p>
                <a:endParaRPr lang="zh-CN" altLang="en-US"/>
              </a:p>
            </p:txBody>
          </p:sp>
        </p:grpSp>
        <p:grpSp>
          <p:nvGrpSpPr>
            <p:cNvPr id="6" name="Group 18"/>
            <p:cNvGrpSpPr/>
            <p:nvPr/>
          </p:nvGrpSpPr>
          <p:grpSpPr bwMode="auto">
            <a:xfrm>
              <a:off x="2741" y="1441"/>
              <a:ext cx="404" cy="181"/>
              <a:chOff x="976" y="1525"/>
              <a:chExt cx="404" cy="181"/>
            </a:xfrm>
          </p:grpSpPr>
          <p:sp>
            <p:nvSpPr>
              <p:cNvPr id="58523" name="Rectangle 19"/>
              <p:cNvSpPr>
                <a:spLocks noChangeArrowheads="1"/>
              </p:cNvSpPr>
              <p:nvPr/>
            </p:nvSpPr>
            <p:spPr bwMode="auto">
              <a:xfrm>
                <a:off x="1066" y="1525"/>
                <a:ext cx="226" cy="181"/>
              </a:xfrm>
              <a:prstGeom prst="rect">
                <a:avLst/>
              </a:prstGeom>
              <a:noFill/>
              <a:ln w="22225" cap="sq">
                <a:solidFill>
                  <a:srgbClr val="000080"/>
                </a:solidFill>
                <a:miter lim="800000"/>
              </a:ln>
            </p:spPr>
            <p:txBody>
              <a:bodyPr wrap="none" anchor="ctr"/>
              <a:lstStyle/>
              <a:p>
                <a:endParaRPr lang="zh-CN" altLang="en-US"/>
              </a:p>
            </p:txBody>
          </p:sp>
          <p:sp>
            <p:nvSpPr>
              <p:cNvPr id="58524" name="Rectangle 20"/>
              <p:cNvSpPr>
                <a:spLocks noChangeArrowheads="1"/>
              </p:cNvSpPr>
              <p:nvPr/>
            </p:nvSpPr>
            <p:spPr bwMode="auto">
              <a:xfrm>
                <a:off x="1290" y="1525"/>
                <a:ext cx="90" cy="181"/>
              </a:xfrm>
              <a:prstGeom prst="rect">
                <a:avLst/>
              </a:prstGeom>
              <a:noFill/>
              <a:ln w="22225" cap="sq">
                <a:solidFill>
                  <a:srgbClr val="000080"/>
                </a:solidFill>
                <a:miter lim="800000"/>
              </a:ln>
            </p:spPr>
            <p:txBody>
              <a:bodyPr wrap="none" anchor="ctr"/>
              <a:lstStyle/>
              <a:p>
                <a:endParaRPr lang="zh-CN" altLang="en-US"/>
              </a:p>
            </p:txBody>
          </p:sp>
          <p:sp>
            <p:nvSpPr>
              <p:cNvPr id="58525" name="Rectangle 21"/>
              <p:cNvSpPr>
                <a:spLocks noChangeArrowheads="1"/>
              </p:cNvSpPr>
              <p:nvPr/>
            </p:nvSpPr>
            <p:spPr bwMode="auto">
              <a:xfrm>
                <a:off x="976" y="1525"/>
                <a:ext cx="90" cy="181"/>
              </a:xfrm>
              <a:prstGeom prst="rect">
                <a:avLst/>
              </a:prstGeom>
              <a:noFill/>
              <a:ln w="22225" cap="sq">
                <a:solidFill>
                  <a:srgbClr val="000080"/>
                </a:solidFill>
                <a:miter lim="800000"/>
              </a:ln>
            </p:spPr>
            <p:txBody>
              <a:bodyPr wrap="none" anchor="ctr"/>
              <a:lstStyle/>
              <a:p>
                <a:endParaRPr lang="zh-CN" altLang="en-US"/>
              </a:p>
            </p:txBody>
          </p:sp>
        </p:grpSp>
        <p:grpSp>
          <p:nvGrpSpPr>
            <p:cNvPr id="7" name="Group 22"/>
            <p:cNvGrpSpPr/>
            <p:nvPr/>
          </p:nvGrpSpPr>
          <p:grpSpPr bwMode="auto">
            <a:xfrm>
              <a:off x="3791" y="1441"/>
              <a:ext cx="404" cy="181"/>
              <a:chOff x="976" y="1525"/>
              <a:chExt cx="404" cy="181"/>
            </a:xfrm>
          </p:grpSpPr>
          <p:sp>
            <p:nvSpPr>
              <p:cNvPr id="58520" name="Rectangle 23"/>
              <p:cNvSpPr>
                <a:spLocks noChangeArrowheads="1"/>
              </p:cNvSpPr>
              <p:nvPr/>
            </p:nvSpPr>
            <p:spPr bwMode="auto">
              <a:xfrm>
                <a:off x="1066" y="1525"/>
                <a:ext cx="226" cy="181"/>
              </a:xfrm>
              <a:prstGeom prst="rect">
                <a:avLst/>
              </a:prstGeom>
              <a:noFill/>
              <a:ln w="22225" cap="sq">
                <a:solidFill>
                  <a:srgbClr val="000080"/>
                </a:solidFill>
                <a:miter lim="800000"/>
              </a:ln>
            </p:spPr>
            <p:txBody>
              <a:bodyPr wrap="none" anchor="ctr"/>
              <a:lstStyle/>
              <a:p>
                <a:endParaRPr lang="zh-CN" altLang="en-US"/>
              </a:p>
            </p:txBody>
          </p:sp>
          <p:sp>
            <p:nvSpPr>
              <p:cNvPr id="58521" name="Rectangle 24"/>
              <p:cNvSpPr>
                <a:spLocks noChangeArrowheads="1"/>
              </p:cNvSpPr>
              <p:nvPr/>
            </p:nvSpPr>
            <p:spPr bwMode="auto">
              <a:xfrm>
                <a:off x="1290" y="1525"/>
                <a:ext cx="90" cy="181"/>
              </a:xfrm>
              <a:prstGeom prst="rect">
                <a:avLst/>
              </a:prstGeom>
              <a:noFill/>
              <a:ln w="22225" cap="sq">
                <a:solidFill>
                  <a:srgbClr val="000080"/>
                </a:solidFill>
                <a:miter lim="800000"/>
              </a:ln>
            </p:spPr>
            <p:txBody>
              <a:bodyPr wrap="none" anchor="ctr"/>
              <a:lstStyle/>
              <a:p>
                <a:endParaRPr lang="zh-CN" altLang="en-US"/>
              </a:p>
            </p:txBody>
          </p:sp>
          <p:sp>
            <p:nvSpPr>
              <p:cNvPr id="58522" name="Rectangle 25"/>
              <p:cNvSpPr>
                <a:spLocks noChangeArrowheads="1"/>
              </p:cNvSpPr>
              <p:nvPr/>
            </p:nvSpPr>
            <p:spPr bwMode="auto">
              <a:xfrm>
                <a:off x="976" y="1525"/>
                <a:ext cx="90" cy="181"/>
              </a:xfrm>
              <a:prstGeom prst="rect">
                <a:avLst/>
              </a:prstGeom>
              <a:noFill/>
              <a:ln w="22225" cap="sq">
                <a:solidFill>
                  <a:srgbClr val="000080"/>
                </a:solidFill>
                <a:miter lim="800000"/>
              </a:ln>
            </p:spPr>
            <p:txBody>
              <a:bodyPr wrap="none" anchor="ctr"/>
              <a:lstStyle/>
              <a:p>
                <a:endParaRPr lang="zh-CN" altLang="en-US"/>
              </a:p>
            </p:txBody>
          </p:sp>
        </p:grpSp>
        <p:grpSp>
          <p:nvGrpSpPr>
            <p:cNvPr id="8" name="Group 26"/>
            <p:cNvGrpSpPr/>
            <p:nvPr/>
          </p:nvGrpSpPr>
          <p:grpSpPr bwMode="auto">
            <a:xfrm>
              <a:off x="4381" y="1438"/>
              <a:ext cx="404" cy="181"/>
              <a:chOff x="976" y="1525"/>
              <a:chExt cx="404" cy="181"/>
            </a:xfrm>
          </p:grpSpPr>
          <p:sp>
            <p:nvSpPr>
              <p:cNvPr id="58517" name="Rectangle 27"/>
              <p:cNvSpPr>
                <a:spLocks noChangeArrowheads="1"/>
              </p:cNvSpPr>
              <p:nvPr/>
            </p:nvSpPr>
            <p:spPr bwMode="auto">
              <a:xfrm>
                <a:off x="1066" y="1525"/>
                <a:ext cx="226" cy="181"/>
              </a:xfrm>
              <a:prstGeom prst="rect">
                <a:avLst/>
              </a:prstGeom>
              <a:noFill/>
              <a:ln w="22225" cap="sq">
                <a:solidFill>
                  <a:srgbClr val="000080"/>
                </a:solidFill>
                <a:miter lim="800000"/>
              </a:ln>
            </p:spPr>
            <p:txBody>
              <a:bodyPr wrap="none" anchor="ctr"/>
              <a:lstStyle/>
              <a:p>
                <a:endParaRPr lang="zh-CN" altLang="en-US"/>
              </a:p>
            </p:txBody>
          </p:sp>
          <p:sp>
            <p:nvSpPr>
              <p:cNvPr id="58518" name="Rectangle 28"/>
              <p:cNvSpPr>
                <a:spLocks noChangeArrowheads="1"/>
              </p:cNvSpPr>
              <p:nvPr/>
            </p:nvSpPr>
            <p:spPr bwMode="auto">
              <a:xfrm>
                <a:off x="1290" y="1525"/>
                <a:ext cx="90" cy="181"/>
              </a:xfrm>
              <a:prstGeom prst="rect">
                <a:avLst/>
              </a:prstGeom>
              <a:noFill/>
              <a:ln w="22225" cap="sq">
                <a:solidFill>
                  <a:srgbClr val="000080"/>
                </a:solidFill>
                <a:miter lim="800000"/>
              </a:ln>
            </p:spPr>
            <p:txBody>
              <a:bodyPr wrap="none" anchor="ctr"/>
              <a:lstStyle/>
              <a:p>
                <a:endParaRPr lang="zh-CN" altLang="en-US"/>
              </a:p>
            </p:txBody>
          </p:sp>
          <p:sp>
            <p:nvSpPr>
              <p:cNvPr id="58519" name="Rectangle 29"/>
              <p:cNvSpPr>
                <a:spLocks noChangeArrowheads="1"/>
              </p:cNvSpPr>
              <p:nvPr/>
            </p:nvSpPr>
            <p:spPr bwMode="auto">
              <a:xfrm>
                <a:off x="976" y="1525"/>
                <a:ext cx="90" cy="181"/>
              </a:xfrm>
              <a:prstGeom prst="rect">
                <a:avLst/>
              </a:prstGeom>
              <a:noFill/>
              <a:ln w="22225" cap="sq">
                <a:solidFill>
                  <a:srgbClr val="000080"/>
                </a:solidFill>
                <a:miter lim="800000"/>
              </a:ln>
            </p:spPr>
            <p:txBody>
              <a:bodyPr wrap="none" anchor="ctr"/>
              <a:lstStyle/>
              <a:p>
                <a:endParaRPr lang="zh-CN" altLang="en-US"/>
              </a:p>
            </p:txBody>
          </p:sp>
        </p:grpSp>
        <p:sp>
          <p:nvSpPr>
            <p:cNvPr id="58489" name="Line 30"/>
            <p:cNvSpPr>
              <a:spLocks noChangeShapeType="1"/>
            </p:cNvSpPr>
            <p:nvPr/>
          </p:nvSpPr>
          <p:spPr bwMode="auto">
            <a:xfrm flipV="1">
              <a:off x="1756" y="1253"/>
              <a:ext cx="3165" cy="6"/>
            </a:xfrm>
            <a:prstGeom prst="line">
              <a:avLst/>
            </a:prstGeom>
            <a:noFill/>
            <a:ln w="19050" cap="sq">
              <a:solidFill>
                <a:schemeClr val="tx1"/>
              </a:solidFill>
              <a:round/>
            </a:ln>
          </p:spPr>
          <p:txBody>
            <a:bodyPr wrap="none" anchor="ctr"/>
            <a:lstStyle/>
            <a:p>
              <a:endParaRPr lang="zh-CN" altLang="en-US"/>
            </a:p>
          </p:txBody>
        </p:sp>
        <p:sp>
          <p:nvSpPr>
            <p:cNvPr id="58491" name="Line 32"/>
            <p:cNvSpPr>
              <a:spLocks noChangeShapeType="1"/>
            </p:cNvSpPr>
            <p:nvPr/>
          </p:nvSpPr>
          <p:spPr bwMode="auto">
            <a:xfrm>
              <a:off x="1910" y="1494"/>
              <a:ext cx="227" cy="0"/>
            </a:xfrm>
            <a:prstGeom prst="line">
              <a:avLst/>
            </a:prstGeom>
            <a:noFill/>
            <a:ln w="19050" cap="sq">
              <a:solidFill>
                <a:srgbClr val="000000"/>
              </a:solidFill>
              <a:round/>
              <a:tailEnd type="stealth" w="med" len="med"/>
            </a:ln>
          </p:spPr>
          <p:txBody>
            <a:bodyPr wrap="none" anchor="ctr"/>
            <a:lstStyle/>
            <a:p>
              <a:endParaRPr lang="zh-CN" altLang="en-US"/>
            </a:p>
          </p:txBody>
        </p:sp>
        <p:sp>
          <p:nvSpPr>
            <p:cNvPr id="58492" name="Line 33"/>
            <p:cNvSpPr>
              <a:spLocks noChangeShapeType="1"/>
            </p:cNvSpPr>
            <p:nvPr/>
          </p:nvSpPr>
          <p:spPr bwMode="auto">
            <a:xfrm>
              <a:off x="2500" y="1494"/>
              <a:ext cx="227" cy="0"/>
            </a:xfrm>
            <a:prstGeom prst="line">
              <a:avLst/>
            </a:prstGeom>
            <a:noFill/>
            <a:ln w="19050" cap="sq">
              <a:solidFill>
                <a:srgbClr val="000000"/>
              </a:solidFill>
              <a:round/>
              <a:tailEnd type="stealth" w="med" len="med"/>
            </a:ln>
          </p:spPr>
          <p:txBody>
            <a:bodyPr wrap="none" anchor="ctr"/>
            <a:lstStyle/>
            <a:p>
              <a:endParaRPr lang="zh-CN" altLang="en-US"/>
            </a:p>
          </p:txBody>
        </p:sp>
        <p:sp>
          <p:nvSpPr>
            <p:cNvPr id="58493" name="Line 34"/>
            <p:cNvSpPr>
              <a:spLocks noChangeShapeType="1"/>
            </p:cNvSpPr>
            <p:nvPr/>
          </p:nvSpPr>
          <p:spPr bwMode="auto">
            <a:xfrm>
              <a:off x="3075" y="1494"/>
              <a:ext cx="227" cy="0"/>
            </a:xfrm>
            <a:prstGeom prst="line">
              <a:avLst/>
            </a:prstGeom>
            <a:noFill/>
            <a:ln w="19050" cap="sq">
              <a:solidFill>
                <a:srgbClr val="000000"/>
              </a:solidFill>
              <a:round/>
              <a:tailEnd type="stealth" w="med" len="med"/>
            </a:ln>
          </p:spPr>
          <p:txBody>
            <a:bodyPr wrap="none" anchor="ctr"/>
            <a:lstStyle/>
            <a:p>
              <a:endParaRPr lang="zh-CN" altLang="en-US"/>
            </a:p>
          </p:txBody>
        </p:sp>
        <p:sp>
          <p:nvSpPr>
            <p:cNvPr id="58494" name="Line 35"/>
            <p:cNvSpPr>
              <a:spLocks noChangeShapeType="1"/>
            </p:cNvSpPr>
            <p:nvPr/>
          </p:nvSpPr>
          <p:spPr bwMode="auto">
            <a:xfrm>
              <a:off x="3560" y="1494"/>
              <a:ext cx="227" cy="0"/>
            </a:xfrm>
            <a:prstGeom prst="line">
              <a:avLst/>
            </a:prstGeom>
            <a:noFill/>
            <a:ln w="19050" cap="sq">
              <a:solidFill>
                <a:srgbClr val="000000"/>
              </a:solidFill>
              <a:round/>
              <a:tailEnd type="stealth" w="med" len="med"/>
            </a:ln>
          </p:spPr>
          <p:txBody>
            <a:bodyPr wrap="none" anchor="ctr"/>
            <a:lstStyle/>
            <a:p>
              <a:endParaRPr lang="zh-CN" altLang="en-US"/>
            </a:p>
          </p:txBody>
        </p:sp>
        <p:sp>
          <p:nvSpPr>
            <p:cNvPr id="58495" name="Line 36"/>
            <p:cNvSpPr>
              <a:spLocks noChangeShapeType="1"/>
            </p:cNvSpPr>
            <p:nvPr/>
          </p:nvSpPr>
          <p:spPr bwMode="auto">
            <a:xfrm>
              <a:off x="4150" y="1494"/>
              <a:ext cx="227" cy="0"/>
            </a:xfrm>
            <a:prstGeom prst="line">
              <a:avLst/>
            </a:prstGeom>
            <a:noFill/>
            <a:ln w="19050" cap="sq">
              <a:solidFill>
                <a:srgbClr val="000000"/>
              </a:solidFill>
              <a:round/>
              <a:tailEnd type="stealth" w="med" len="med"/>
            </a:ln>
          </p:spPr>
          <p:txBody>
            <a:bodyPr wrap="none" anchor="ctr"/>
            <a:lstStyle/>
            <a:p>
              <a:endParaRPr lang="zh-CN" altLang="en-US"/>
            </a:p>
          </p:txBody>
        </p:sp>
        <p:sp>
          <p:nvSpPr>
            <p:cNvPr id="58497" name="Line 38"/>
            <p:cNvSpPr>
              <a:spLocks noChangeShapeType="1"/>
            </p:cNvSpPr>
            <p:nvPr/>
          </p:nvSpPr>
          <p:spPr bwMode="auto">
            <a:xfrm flipH="1">
              <a:off x="1973" y="1570"/>
              <a:ext cx="227" cy="0"/>
            </a:xfrm>
            <a:prstGeom prst="line">
              <a:avLst/>
            </a:prstGeom>
            <a:noFill/>
            <a:ln w="19050" cap="sq">
              <a:solidFill>
                <a:srgbClr val="000000"/>
              </a:solidFill>
              <a:round/>
              <a:tailEnd type="stealth" w="med" len="med"/>
            </a:ln>
          </p:spPr>
          <p:txBody>
            <a:bodyPr wrap="none" anchor="ctr"/>
            <a:lstStyle/>
            <a:p>
              <a:endParaRPr lang="zh-CN" altLang="en-US"/>
            </a:p>
          </p:txBody>
        </p:sp>
        <p:sp>
          <p:nvSpPr>
            <p:cNvPr id="58498" name="Line 39"/>
            <p:cNvSpPr>
              <a:spLocks noChangeShapeType="1"/>
            </p:cNvSpPr>
            <p:nvPr/>
          </p:nvSpPr>
          <p:spPr bwMode="auto">
            <a:xfrm flipH="1">
              <a:off x="2562" y="1570"/>
              <a:ext cx="227" cy="0"/>
            </a:xfrm>
            <a:prstGeom prst="line">
              <a:avLst/>
            </a:prstGeom>
            <a:noFill/>
            <a:ln w="19050" cap="sq">
              <a:solidFill>
                <a:srgbClr val="000000"/>
              </a:solidFill>
              <a:round/>
              <a:tailEnd type="stealth" w="med" len="med"/>
            </a:ln>
          </p:spPr>
          <p:txBody>
            <a:bodyPr wrap="none" anchor="ctr"/>
            <a:lstStyle/>
            <a:p>
              <a:endParaRPr lang="zh-CN" altLang="en-US"/>
            </a:p>
          </p:txBody>
        </p:sp>
        <p:sp>
          <p:nvSpPr>
            <p:cNvPr id="58499" name="Line 40"/>
            <p:cNvSpPr>
              <a:spLocks noChangeShapeType="1"/>
            </p:cNvSpPr>
            <p:nvPr/>
          </p:nvSpPr>
          <p:spPr bwMode="auto">
            <a:xfrm flipH="1">
              <a:off x="3145" y="1570"/>
              <a:ext cx="227" cy="0"/>
            </a:xfrm>
            <a:prstGeom prst="line">
              <a:avLst/>
            </a:prstGeom>
            <a:noFill/>
            <a:ln w="19050" cap="sq">
              <a:solidFill>
                <a:srgbClr val="000000"/>
              </a:solidFill>
              <a:round/>
              <a:tailEnd type="stealth" w="med" len="med"/>
            </a:ln>
          </p:spPr>
          <p:txBody>
            <a:bodyPr wrap="none" anchor="ctr"/>
            <a:lstStyle/>
            <a:p>
              <a:endParaRPr lang="zh-CN" altLang="en-US"/>
            </a:p>
          </p:txBody>
        </p:sp>
        <p:sp>
          <p:nvSpPr>
            <p:cNvPr id="58500" name="Line 41"/>
            <p:cNvSpPr>
              <a:spLocks noChangeShapeType="1"/>
            </p:cNvSpPr>
            <p:nvPr/>
          </p:nvSpPr>
          <p:spPr bwMode="auto">
            <a:xfrm flipH="1">
              <a:off x="3609" y="1570"/>
              <a:ext cx="227" cy="0"/>
            </a:xfrm>
            <a:prstGeom prst="line">
              <a:avLst/>
            </a:prstGeom>
            <a:noFill/>
            <a:ln w="19050" cap="sq">
              <a:solidFill>
                <a:srgbClr val="000000"/>
              </a:solidFill>
              <a:round/>
              <a:tailEnd type="stealth" w="med" len="med"/>
            </a:ln>
          </p:spPr>
          <p:txBody>
            <a:bodyPr wrap="none" anchor="ctr"/>
            <a:lstStyle/>
            <a:p>
              <a:endParaRPr lang="zh-CN" altLang="en-US"/>
            </a:p>
          </p:txBody>
        </p:sp>
        <p:sp>
          <p:nvSpPr>
            <p:cNvPr id="58501" name="Line 42"/>
            <p:cNvSpPr>
              <a:spLocks noChangeShapeType="1"/>
            </p:cNvSpPr>
            <p:nvPr/>
          </p:nvSpPr>
          <p:spPr bwMode="auto">
            <a:xfrm flipH="1">
              <a:off x="4195" y="1563"/>
              <a:ext cx="227" cy="0"/>
            </a:xfrm>
            <a:prstGeom prst="line">
              <a:avLst/>
            </a:prstGeom>
            <a:noFill/>
            <a:ln w="19050" cap="sq">
              <a:solidFill>
                <a:srgbClr val="000000"/>
              </a:solidFill>
              <a:round/>
              <a:tailEnd type="stealth" w="med" len="med"/>
            </a:ln>
          </p:spPr>
          <p:txBody>
            <a:bodyPr wrap="none" anchor="ctr"/>
            <a:lstStyle/>
            <a:p>
              <a:endParaRPr lang="zh-CN" altLang="en-US"/>
            </a:p>
          </p:txBody>
        </p:sp>
        <p:sp>
          <p:nvSpPr>
            <p:cNvPr id="58502" name="Text Box 43"/>
            <p:cNvSpPr txBox="1">
              <a:spLocks noChangeArrowheads="1"/>
            </p:cNvSpPr>
            <p:nvPr/>
          </p:nvSpPr>
          <p:spPr bwMode="auto">
            <a:xfrm>
              <a:off x="1624" y="1368"/>
              <a:ext cx="278" cy="330"/>
            </a:xfrm>
            <a:prstGeom prst="rect">
              <a:avLst/>
            </a:prstGeom>
            <a:noFill/>
            <a:ln w="12700" cap="sq">
              <a:noFill/>
              <a:miter lim="800000"/>
            </a:ln>
          </p:spPr>
          <p:txBody>
            <a:bodyPr wrap="none">
              <a:spAutoFit/>
            </a:bodyPr>
            <a:lstStyle/>
            <a:p>
              <a:pPr>
                <a:spcBef>
                  <a:spcPct val="0"/>
                </a:spcBef>
              </a:pPr>
              <a:r>
                <a:rPr lang="en-US" altLang="zh-CN" sz="2800">
                  <a:solidFill>
                    <a:srgbClr val="000099"/>
                  </a:solidFill>
                </a:rPr>
                <a:t>a</a:t>
              </a:r>
              <a:r>
                <a:rPr lang="en-US" altLang="zh-CN" sz="2400" baseline="-38000">
                  <a:solidFill>
                    <a:srgbClr val="000099"/>
                  </a:solidFill>
                </a:rPr>
                <a:t>1</a:t>
              </a:r>
              <a:endParaRPr lang="en-US" altLang="zh-CN" sz="2400" baseline="-38000">
                <a:solidFill>
                  <a:srgbClr val="000099"/>
                </a:solidFill>
              </a:endParaRPr>
            </a:p>
          </p:txBody>
        </p:sp>
        <p:sp>
          <p:nvSpPr>
            <p:cNvPr id="58503" name="Text Box 44"/>
            <p:cNvSpPr txBox="1">
              <a:spLocks noChangeArrowheads="1"/>
            </p:cNvSpPr>
            <p:nvPr/>
          </p:nvSpPr>
          <p:spPr bwMode="auto">
            <a:xfrm>
              <a:off x="2228" y="1365"/>
              <a:ext cx="278" cy="330"/>
            </a:xfrm>
            <a:prstGeom prst="rect">
              <a:avLst/>
            </a:prstGeom>
            <a:noFill/>
            <a:ln w="12700" cap="sq">
              <a:noFill/>
              <a:miter lim="800000"/>
            </a:ln>
          </p:spPr>
          <p:txBody>
            <a:bodyPr wrap="none">
              <a:spAutoFit/>
            </a:bodyPr>
            <a:lstStyle/>
            <a:p>
              <a:pPr>
                <a:spcBef>
                  <a:spcPct val="0"/>
                </a:spcBef>
              </a:pPr>
              <a:r>
                <a:rPr lang="en-US" altLang="zh-CN" sz="2800">
                  <a:solidFill>
                    <a:srgbClr val="000099"/>
                  </a:solidFill>
                </a:rPr>
                <a:t>a</a:t>
              </a:r>
              <a:r>
                <a:rPr lang="en-US" altLang="zh-CN" sz="2400" baseline="-38000">
                  <a:solidFill>
                    <a:srgbClr val="000099"/>
                  </a:solidFill>
                </a:rPr>
                <a:t>2</a:t>
              </a:r>
              <a:endParaRPr lang="en-US" altLang="zh-CN" sz="2400" baseline="-38000">
                <a:solidFill>
                  <a:srgbClr val="000099"/>
                </a:solidFill>
              </a:endParaRPr>
            </a:p>
          </p:txBody>
        </p:sp>
        <p:sp>
          <p:nvSpPr>
            <p:cNvPr id="58504" name="Text Box 45"/>
            <p:cNvSpPr txBox="1">
              <a:spLocks noChangeArrowheads="1"/>
            </p:cNvSpPr>
            <p:nvPr/>
          </p:nvSpPr>
          <p:spPr bwMode="auto">
            <a:xfrm>
              <a:off x="2816" y="1368"/>
              <a:ext cx="278" cy="330"/>
            </a:xfrm>
            <a:prstGeom prst="rect">
              <a:avLst/>
            </a:prstGeom>
            <a:noFill/>
            <a:ln w="12700" cap="sq">
              <a:noFill/>
              <a:miter lim="800000"/>
            </a:ln>
          </p:spPr>
          <p:txBody>
            <a:bodyPr wrap="none">
              <a:spAutoFit/>
            </a:bodyPr>
            <a:lstStyle/>
            <a:p>
              <a:pPr>
                <a:spcBef>
                  <a:spcPct val="0"/>
                </a:spcBef>
              </a:pPr>
              <a:r>
                <a:rPr lang="en-US" altLang="zh-CN" sz="2800">
                  <a:solidFill>
                    <a:srgbClr val="000099"/>
                  </a:solidFill>
                </a:rPr>
                <a:t>a</a:t>
              </a:r>
              <a:r>
                <a:rPr lang="en-US" altLang="zh-CN" sz="2400" baseline="-38000">
                  <a:solidFill>
                    <a:srgbClr val="000099"/>
                  </a:solidFill>
                </a:rPr>
                <a:t>3</a:t>
              </a:r>
              <a:endParaRPr lang="en-US" altLang="zh-CN" sz="2400" baseline="-38000">
                <a:solidFill>
                  <a:srgbClr val="000099"/>
                </a:solidFill>
              </a:endParaRPr>
            </a:p>
          </p:txBody>
        </p:sp>
        <p:sp>
          <p:nvSpPr>
            <p:cNvPr id="58505" name="Text Box 46"/>
            <p:cNvSpPr txBox="1">
              <a:spLocks noChangeArrowheads="1"/>
            </p:cNvSpPr>
            <p:nvPr/>
          </p:nvSpPr>
          <p:spPr bwMode="auto">
            <a:xfrm>
              <a:off x="3828" y="1354"/>
              <a:ext cx="348" cy="330"/>
            </a:xfrm>
            <a:prstGeom prst="rect">
              <a:avLst/>
            </a:prstGeom>
            <a:noFill/>
            <a:ln w="12700" cap="sq">
              <a:noFill/>
              <a:miter lim="800000"/>
            </a:ln>
          </p:spPr>
          <p:txBody>
            <a:bodyPr wrap="none">
              <a:spAutoFit/>
            </a:bodyPr>
            <a:lstStyle/>
            <a:p>
              <a:pPr>
                <a:spcBef>
                  <a:spcPct val="0"/>
                </a:spcBef>
              </a:pPr>
              <a:r>
                <a:rPr lang="en-US" altLang="zh-CN" sz="2800">
                  <a:solidFill>
                    <a:srgbClr val="000099"/>
                  </a:solidFill>
                </a:rPr>
                <a:t>a</a:t>
              </a:r>
              <a:r>
                <a:rPr lang="en-US" altLang="zh-CN" sz="2000" baseline="-50000">
                  <a:solidFill>
                    <a:srgbClr val="000099"/>
                  </a:solidFill>
                </a:rPr>
                <a:t>n-1</a:t>
              </a:r>
              <a:endParaRPr lang="en-US" altLang="zh-CN" sz="2000" baseline="-50000">
                <a:solidFill>
                  <a:srgbClr val="000099"/>
                </a:solidFill>
              </a:endParaRPr>
            </a:p>
          </p:txBody>
        </p:sp>
        <p:sp>
          <p:nvSpPr>
            <p:cNvPr id="58506" name="Text Box 47"/>
            <p:cNvSpPr txBox="1">
              <a:spLocks noChangeArrowheads="1"/>
            </p:cNvSpPr>
            <p:nvPr/>
          </p:nvSpPr>
          <p:spPr bwMode="auto">
            <a:xfrm>
              <a:off x="4470" y="1361"/>
              <a:ext cx="278" cy="330"/>
            </a:xfrm>
            <a:prstGeom prst="rect">
              <a:avLst/>
            </a:prstGeom>
            <a:noFill/>
            <a:ln w="12700" cap="sq">
              <a:noFill/>
              <a:miter lim="800000"/>
            </a:ln>
          </p:spPr>
          <p:txBody>
            <a:bodyPr wrap="none">
              <a:spAutoFit/>
            </a:bodyPr>
            <a:lstStyle/>
            <a:p>
              <a:pPr>
                <a:spcBef>
                  <a:spcPct val="0"/>
                </a:spcBef>
              </a:pPr>
              <a:r>
                <a:rPr lang="en-US" altLang="zh-CN" sz="2800">
                  <a:solidFill>
                    <a:srgbClr val="000099"/>
                  </a:solidFill>
                </a:rPr>
                <a:t>a</a:t>
              </a:r>
              <a:r>
                <a:rPr lang="en-US" altLang="zh-CN" sz="2400" baseline="-38000">
                  <a:solidFill>
                    <a:srgbClr val="000099"/>
                  </a:solidFill>
                </a:rPr>
                <a:t>n</a:t>
              </a:r>
              <a:endParaRPr lang="en-US" altLang="zh-CN" sz="2400" baseline="-38000">
                <a:solidFill>
                  <a:srgbClr val="000099"/>
                </a:solidFill>
              </a:endParaRPr>
            </a:p>
          </p:txBody>
        </p:sp>
        <p:sp>
          <p:nvSpPr>
            <p:cNvPr id="58507" name="Line 48"/>
            <p:cNvSpPr>
              <a:spLocks noChangeShapeType="1"/>
            </p:cNvSpPr>
            <p:nvPr/>
          </p:nvSpPr>
          <p:spPr bwMode="auto">
            <a:xfrm>
              <a:off x="1393" y="1804"/>
              <a:ext cx="3214" cy="0"/>
            </a:xfrm>
            <a:prstGeom prst="line">
              <a:avLst/>
            </a:prstGeom>
            <a:noFill/>
            <a:ln w="19050" cap="sq">
              <a:solidFill>
                <a:schemeClr val="tx1"/>
              </a:solidFill>
              <a:round/>
            </a:ln>
          </p:spPr>
          <p:txBody>
            <a:bodyPr wrap="none" anchor="ctr"/>
            <a:lstStyle/>
            <a:p>
              <a:endParaRPr lang="zh-CN" altLang="en-US"/>
            </a:p>
          </p:txBody>
        </p:sp>
        <p:sp>
          <p:nvSpPr>
            <p:cNvPr id="58508" name="Line 49"/>
            <p:cNvSpPr>
              <a:spLocks noChangeShapeType="1"/>
            </p:cNvSpPr>
            <p:nvPr/>
          </p:nvSpPr>
          <p:spPr bwMode="auto">
            <a:xfrm flipV="1">
              <a:off x="4743" y="1480"/>
              <a:ext cx="182" cy="0"/>
            </a:xfrm>
            <a:prstGeom prst="line">
              <a:avLst/>
            </a:prstGeom>
            <a:noFill/>
            <a:ln w="19050" cap="sq">
              <a:solidFill>
                <a:schemeClr val="tx1"/>
              </a:solidFill>
              <a:round/>
            </a:ln>
          </p:spPr>
          <p:txBody>
            <a:bodyPr wrap="none" anchor="ctr"/>
            <a:lstStyle/>
            <a:p>
              <a:endParaRPr lang="zh-CN" altLang="en-US"/>
            </a:p>
          </p:txBody>
        </p:sp>
        <p:sp>
          <p:nvSpPr>
            <p:cNvPr id="58509" name="Line 50"/>
            <p:cNvSpPr>
              <a:spLocks noChangeShapeType="1"/>
            </p:cNvSpPr>
            <p:nvPr/>
          </p:nvSpPr>
          <p:spPr bwMode="auto">
            <a:xfrm flipV="1">
              <a:off x="1393" y="1577"/>
              <a:ext cx="182" cy="0"/>
            </a:xfrm>
            <a:prstGeom prst="line">
              <a:avLst/>
            </a:prstGeom>
            <a:noFill/>
            <a:ln w="19050" cap="sq">
              <a:solidFill>
                <a:schemeClr val="tx1"/>
              </a:solidFill>
              <a:round/>
            </a:ln>
          </p:spPr>
          <p:txBody>
            <a:bodyPr wrap="none" anchor="ctr"/>
            <a:lstStyle/>
            <a:p>
              <a:endParaRPr lang="zh-CN" altLang="en-US"/>
            </a:p>
          </p:txBody>
        </p:sp>
        <p:sp>
          <p:nvSpPr>
            <p:cNvPr id="58510" name="Line 51"/>
            <p:cNvSpPr>
              <a:spLocks noChangeShapeType="1"/>
            </p:cNvSpPr>
            <p:nvPr/>
          </p:nvSpPr>
          <p:spPr bwMode="auto">
            <a:xfrm>
              <a:off x="1393" y="1577"/>
              <a:ext cx="0" cy="227"/>
            </a:xfrm>
            <a:prstGeom prst="line">
              <a:avLst/>
            </a:prstGeom>
            <a:noFill/>
            <a:ln w="19050" cap="sq">
              <a:solidFill>
                <a:schemeClr val="tx1"/>
              </a:solidFill>
              <a:round/>
            </a:ln>
          </p:spPr>
          <p:txBody>
            <a:bodyPr wrap="none" anchor="ctr"/>
            <a:lstStyle/>
            <a:p>
              <a:endParaRPr lang="zh-CN" altLang="en-US"/>
            </a:p>
          </p:txBody>
        </p:sp>
        <p:sp>
          <p:nvSpPr>
            <p:cNvPr id="58511" name="Line 52"/>
            <p:cNvSpPr>
              <a:spLocks noChangeShapeType="1"/>
            </p:cNvSpPr>
            <p:nvPr/>
          </p:nvSpPr>
          <p:spPr bwMode="auto">
            <a:xfrm>
              <a:off x="4932" y="1253"/>
              <a:ext cx="0" cy="227"/>
            </a:xfrm>
            <a:prstGeom prst="line">
              <a:avLst/>
            </a:prstGeom>
            <a:noFill/>
            <a:ln w="19050" cap="sq">
              <a:solidFill>
                <a:schemeClr val="tx1"/>
              </a:solidFill>
              <a:round/>
            </a:ln>
          </p:spPr>
          <p:txBody>
            <a:bodyPr wrap="none" anchor="ctr"/>
            <a:lstStyle/>
            <a:p>
              <a:endParaRPr lang="zh-CN" altLang="en-US"/>
            </a:p>
          </p:txBody>
        </p:sp>
        <p:sp>
          <p:nvSpPr>
            <p:cNvPr id="58512" name="Rectangle 53"/>
            <p:cNvSpPr>
              <a:spLocks noChangeArrowheads="1"/>
            </p:cNvSpPr>
            <p:nvPr/>
          </p:nvSpPr>
          <p:spPr bwMode="auto">
            <a:xfrm>
              <a:off x="3341" y="1354"/>
              <a:ext cx="289" cy="310"/>
            </a:xfrm>
            <a:prstGeom prst="rect">
              <a:avLst/>
            </a:prstGeom>
            <a:noFill/>
            <a:ln w="12700" cap="sq">
              <a:noFill/>
              <a:miter lim="800000"/>
            </a:ln>
          </p:spPr>
          <p:txBody>
            <a:bodyPr wrap="none">
              <a:spAutoFit/>
            </a:bodyPr>
            <a:lstStyle/>
            <a:p>
              <a:r>
                <a:rPr lang="en-US" altLang="zh-CN" sz="2600">
                  <a:solidFill>
                    <a:schemeClr val="bg1"/>
                  </a:solidFill>
                </a:rPr>
                <a:t>…</a:t>
              </a:r>
              <a:endParaRPr lang="zh-CN" altLang="en-US" sz="2600">
                <a:solidFill>
                  <a:schemeClr val="bg1"/>
                </a:solidFill>
              </a:endParaRPr>
            </a:p>
          </p:txBody>
        </p:sp>
        <p:sp>
          <p:nvSpPr>
            <p:cNvPr id="58513" name="Line 54"/>
            <p:cNvSpPr>
              <a:spLocks noChangeShapeType="1"/>
            </p:cNvSpPr>
            <p:nvPr/>
          </p:nvSpPr>
          <p:spPr bwMode="auto">
            <a:xfrm flipH="1">
              <a:off x="1575" y="1259"/>
              <a:ext cx="136" cy="163"/>
            </a:xfrm>
            <a:prstGeom prst="line">
              <a:avLst/>
            </a:prstGeom>
            <a:noFill/>
            <a:ln w="19050" cap="sq">
              <a:solidFill>
                <a:schemeClr val="tx1"/>
              </a:solidFill>
              <a:round/>
              <a:tailEnd type="stealth" w="med" len="med"/>
            </a:ln>
          </p:spPr>
          <p:txBody>
            <a:bodyPr wrap="none" anchor="ctr"/>
            <a:lstStyle/>
            <a:p>
              <a:endParaRPr lang="zh-CN" altLang="en-US"/>
            </a:p>
          </p:txBody>
        </p:sp>
        <p:sp>
          <p:nvSpPr>
            <p:cNvPr id="58514" name="Line 55"/>
            <p:cNvSpPr>
              <a:spLocks noChangeShapeType="1"/>
            </p:cNvSpPr>
            <p:nvPr/>
          </p:nvSpPr>
          <p:spPr bwMode="auto">
            <a:xfrm flipV="1">
              <a:off x="4614" y="1630"/>
              <a:ext cx="136" cy="163"/>
            </a:xfrm>
            <a:prstGeom prst="line">
              <a:avLst/>
            </a:prstGeom>
            <a:noFill/>
            <a:ln w="19050" cap="sq">
              <a:solidFill>
                <a:schemeClr val="tx1"/>
              </a:solidFill>
              <a:round/>
              <a:tailEnd type="stealth" w="med" len="med"/>
            </a:ln>
          </p:spPr>
          <p:txBody>
            <a:bodyPr wrap="none" anchor="ctr"/>
            <a:lstStyle/>
            <a:p>
              <a:endParaRPr lang="zh-CN" altLang="en-US"/>
            </a:p>
          </p:txBody>
        </p:sp>
        <p:sp>
          <p:nvSpPr>
            <p:cNvPr id="58515" name="Line 56"/>
            <p:cNvSpPr>
              <a:spLocks noChangeShapeType="1"/>
            </p:cNvSpPr>
            <p:nvPr/>
          </p:nvSpPr>
          <p:spPr bwMode="auto">
            <a:xfrm>
              <a:off x="1439" y="1486"/>
              <a:ext cx="137" cy="73"/>
            </a:xfrm>
            <a:prstGeom prst="line">
              <a:avLst/>
            </a:prstGeom>
            <a:noFill/>
            <a:ln w="19050" cap="sq">
              <a:solidFill>
                <a:srgbClr val="FF0000"/>
              </a:solidFill>
              <a:round/>
              <a:tailEnd type="stealth" w="med" len="med"/>
            </a:ln>
          </p:spPr>
          <p:txBody>
            <a:bodyPr wrap="none" anchor="ctr"/>
            <a:lstStyle/>
            <a:p>
              <a:endParaRPr lang="zh-CN" altLang="en-US"/>
            </a:p>
          </p:txBody>
        </p:sp>
        <p:sp>
          <p:nvSpPr>
            <p:cNvPr id="58516" name="Rectangle 57"/>
            <p:cNvSpPr>
              <a:spLocks noChangeArrowheads="1"/>
            </p:cNvSpPr>
            <p:nvPr/>
          </p:nvSpPr>
          <p:spPr bwMode="auto">
            <a:xfrm>
              <a:off x="1076" y="1350"/>
              <a:ext cx="344" cy="330"/>
            </a:xfrm>
            <a:prstGeom prst="rect">
              <a:avLst/>
            </a:prstGeom>
            <a:noFill/>
            <a:ln w="12700" cap="sq">
              <a:noFill/>
              <a:miter lim="800000"/>
            </a:ln>
          </p:spPr>
          <p:txBody>
            <a:bodyPr wrap="none">
              <a:spAutoFit/>
            </a:bodyPr>
            <a:lstStyle/>
            <a:p>
              <a:pPr>
                <a:spcBef>
                  <a:spcPct val="0"/>
                </a:spcBef>
              </a:pPr>
              <a:r>
                <a:rPr lang="en-US" altLang="zh-CN" sz="2800" dirty="0">
                  <a:solidFill>
                    <a:srgbClr val="FF3300"/>
                  </a:solidFill>
                </a:rPr>
                <a:t>list</a:t>
              </a:r>
              <a:endParaRPr lang="zh-CN" altLang="en-US" sz="2800" dirty="0">
                <a:solidFill>
                  <a:srgbClr val="FF3300"/>
                </a:solidFill>
              </a:endParaRPr>
            </a:p>
          </p:txBody>
        </p:sp>
      </p:grpSp>
      <p:grpSp>
        <p:nvGrpSpPr>
          <p:cNvPr id="9" name="Group 58"/>
          <p:cNvGrpSpPr/>
          <p:nvPr/>
        </p:nvGrpSpPr>
        <p:grpSpPr bwMode="auto">
          <a:xfrm rot="319746">
            <a:off x="7301663" y="2751183"/>
            <a:ext cx="195306" cy="406144"/>
            <a:chOff x="4747" y="532"/>
            <a:chExt cx="98" cy="222"/>
          </a:xfrm>
        </p:grpSpPr>
        <p:sp>
          <p:nvSpPr>
            <p:cNvPr id="58481" name="Freeform 59"/>
            <p:cNvSpPr/>
            <p:nvPr/>
          </p:nvSpPr>
          <p:spPr bwMode="auto">
            <a:xfrm>
              <a:off x="4747" y="552"/>
              <a:ext cx="93" cy="202"/>
            </a:xfrm>
            <a:custGeom>
              <a:avLst/>
              <a:gdLst>
                <a:gd name="T0" fmla="*/ 585 w 649"/>
                <a:gd name="T1" fmla="*/ 141 h 433"/>
                <a:gd name="T2" fmla="*/ 536 w 649"/>
                <a:gd name="T3" fmla="*/ 98 h 433"/>
                <a:gd name="T4" fmla="*/ 492 w 649"/>
                <a:gd name="T5" fmla="*/ 69 h 433"/>
                <a:gd name="T6" fmla="*/ 438 w 649"/>
                <a:gd name="T7" fmla="*/ 45 h 433"/>
                <a:gd name="T8" fmla="*/ 377 w 649"/>
                <a:gd name="T9" fmla="*/ 26 h 433"/>
                <a:gd name="T10" fmla="*/ 306 w 649"/>
                <a:gd name="T11" fmla="*/ 12 h 433"/>
                <a:gd name="T12" fmla="*/ 237 w 649"/>
                <a:gd name="T13" fmla="*/ 5 h 433"/>
                <a:gd name="T14" fmla="*/ 164 w 649"/>
                <a:gd name="T15" fmla="*/ 0 h 433"/>
                <a:gd name="T16" fmla="*/ 86 w 649"/>
                <a:gd name="T17" fmla="*/ 0 h 433"/>
                <a:gd name="T18" fmla="*/ 0 w 649"/>
                <a:gd name="T19" fmla="*/ 57 h 433"/>
                <a:gd name="T20" fmla="*/ 42 w 649"/>
                <a:gd name="T21" fmla="*/ 62 h 433"/>
                <a:gd name="T22" fmla="*/ 83 w 649"/>
                <a:gd name="T23" fmla="*/ 69 h 433"/>
                <a:gd name="T24" fmla="*/ 132 w 649"/>
                <a:gd name="T25" fmla="*/ 81 h 433"/>
                <a:gd name="T26" fmla="*/ 176 w 649"/>
                <a:gd name="T27" fmla="*/ 95 h 433"/>
                <a:gd name="T28" fmla="*/ 218 w 649"/>
                <a:gd name="T29" fmla="*/ 112 h 433"/>
                <a:gd name="T30" fmla="*/ 271 w 649"/>
                <a:gd name="T31" fmla="*/ 141 h 433"/>
                <a:gd name="T32" fmla="*/ 318 w 649"/>
                <a:gd name="T33" fmla="*/ 172 h 433"/>
                <a:gd name="T34" fmla="*/ 363 w 649"/>
                <a:gd name="T35" fmla="*/ 203 h 433"/>
                <a:gd name="T36" fmla="*/ 392 w 649"/>
                <a:gd name="T37" fmla="*/ 234 h 433"/>
                <a:gd name="T38" fmla="*/ 414 w 649"/>
                <a:gd name="T39" fmla="*/ 263 h 433"/>
                <a:gd name="T40" fmla="*/ 389 w 649"/>
                <a:gd name="T41" fmla="*/ 344 h 433"/>
                <a:gd name="T42" fmla="*/ 629 w 649"/>
                <a:gd name="T43" fmla="*/ 432 h 433"/>
                <a:gd name="T44" fmla="*/ 656 w 649"/>
                <a:gd name="T45" fmla="*/ 317 h 433"/>
                <a:gd name="T46" fmla="*/ 656 w 649"/>
                <a:gd name="T47" fmla="*/ 74 h 433"/>
                <a:gd name="T48" fmla="*/ 585 w 649"/>
                <a:gd name="T49" fmla="*/ 141 h 43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49"/>
                <a:gd name="T76" fmla="*/ 0 h 433"/>
                <a:gd name="T77" fmla="*/ 649 w 649"/>
                <a:gd name="T78" fmla="*/ 433 h 43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49" h="433">
                  <a:moveTo>
                    <a:pt x="577" y="141"/>
                  </a:moveTo>
                  <a:lnTo>
                    <a:pt x="528" y="98"/>
                  </a:lnTo>
                  <a:lnTo>
                    <a:pt x="484" y="69"/>
                  </a:lnTo>
                  <a:lnTo>
                    <a:pt x="430" y="45"/>
                  </a:lnTo>
                  <a:lnTo>
                    <a:pt x="369" y="26"/>
                  </a:lnTo>
                  <a:lnTo>
                    <a:pt x="306" y="12"/>
                  </a:lnTo>
                  <a:lnTo>
                    <a:pt x="237" y="5"/>
                  </a:lnTo>
                  <a:lnTo>
                    <a:pt x="164" y="0"/>
                  </a:lnTo>
                  <a:lnTo>
                    <a:pt x="86" y="0"/>
                  </a:lnTo>
                  <a:lnTo>
                    <a:pt x="0" y="57"/>
                  </a:lnTo>
                  <a:lnTo>
                    <a:pt x="42" y="62"/>
                  </a:lnTo>
                  <a:lnTo>
                    <a:pt x="83" y="69"/>
                  </a:lnTo>
                  <a:lnTo>
                    <a:pt x="132" y="81"/>
                  </a:lnTo>
                  <a:lnTo>
                    <a:pt x="176" y="95"/>
                  </a:lnTo>
                  <a:lnTo>
                    <a:pt x="218" y="112"/>
                  </a:lnTo>
                  <a:lnTo>
                    <a:pt x="271" y="141"/>
                  </a:lnTo>
                  <a:lnTo>
                    <a:pt x="318" y="172"/>
                  </a:lnTo>
                  <a:lnTo>
                    <a:pt x="355" y="203"/>
                  </a:lnTo>
                  <a:lnTo>
                    <a:pt x="384" y="234"/>
                  </a:lnTo>
                  <a:lnTo>
                    <a:pt x="406" y="263"/>
                  </a:lnTo>
                  <a:lnTo>
                    <a:pt x="381" y="344"/>
                  </a:lnTo>
                  <a:lnTo>
                    <a:pt x="621" y="432"/>
                  </a:lnTo>
                  <a:lnTo>
                    <a:pt x="648" y="317"/>
                  </a:lnTo>
                  <a:lnTo>
                    <a:pt x="648" y="74"/>
                  </a:lnTo>
                  <a:lnTo>
                    <a:pt x="577" y="141"/>
                  </a:lnTo>
                  <a:close/>
                </a:path>
              </a:pathLst>
            </a:custGeom>
            <a:solidFill>
              <a:srgbClr val="888888"/>
            </a:solidFill>
            <a:ln w="3175" cap="flat">
              <a:noFill/>
              <a:prstDash val="solid"/>
              <a:round/>
            </a:ln>
          </p:spPr>
          <p:txBody>
            <a:bodyPr wrap="none" anchor="ctr">
              <a:spAutoFit/>
            </a:bodyPr>
            <a:lstStyle/>
            <a:p>
              <a:endParaRPr lang="zh-CN" altLang="en-US"/>
            </a:p>
          </p:txBody>
        </p:sp>
        <p:sp>
          <p:nvSpPr>
            <p:cNvPr id="58482" name="Freeform 60"/>
            <p:cNvSpPr/>
            <p:nvPr/>
          </p:nvSpPr>
          <p:spPr bwMode="auto">
            <a:xfrm>
              <a:off x="4752" y="532"/>
              <a:ext cx="93" cy="202"/>
            </a:xfrm>
            <a:custGeom>
              <a:avLst/>
              <a:gdLst>
                <a:gd name="T0" fmla="*/ 524 w 566"/>
                <a:gd name="T1" fmla="*/ 167 h 369"/>
                <a:gd name="T2" fmla="*/ 480 w 566"/>
                <a:gd name="T3" fmla="*/ 124 h 369"/>
                <a:gd name="T4" fmla="*/ 431 w 566"/>
                <a:gd name="T5" fmla="*/ 86 h 369"/>
                <a:gd name="T6" fmla="*/ 375 w 566"/>
                <a:gd name="T7" fmla="*/ 55 h 369"/>
                <a:gd name="T8" fmla="*/ 316 w 566"/>
                <a:gd name="T9" fmla="*/ 29 h 369"/>
                <a:gd name="T10" fmla="*/ 279 w 566"/>
                <a:gd name="T11" fmla="*/ 19 h 369"/>
                <a:gd name="T12" fmla="*/ 244 w 566"/>
                <a:gd name="T13" fmla="*/ 12 h 369"/>
                <a:gd name="T14" fmla="*/ 208 w 566"/>
                <a:gd name="T15" fmla="*/ 7 h 369"/>
                <a:gd name="T16" fmla="*/ 171 w 566"/>
                <a:gd name="T17" fmla="*/ 3 h 369"/>
                <a:gd name="T18" fmla="*/ 132 w 566"/>
                <a:gd name="T19" fmla="*/ 0 h 369"/>
                <a:gd name="T20" fmla="*/ 90 w 566"/>
                <a:gd name="T21" fmla="*/ 0 h 369"/>
                <a:gd name="T22" fmla="*/ 46 w 566"/>
                <a:gd name="T23" fmla="*/ 0 h 369"/>
                <a:gd name="T24" fmla="*/ 0 w 566"/>
                <a:gd name="T25" fmla="*/ 5 h 369"/>
                <a:gd name="T26" fmla="*/ 39 w 566"/>
                <a:gd name="T27" fmla="*/ 10 h 369"/>
                <a:gd name="T28" fmla="*/ 76 w 566"/>
                <a:gd name="T29" fmla="*/ 17 h 369"/>
                <a:gd name="T30" fmla="*/ 110 w 566"/>
                <a:gd name="T31" fmla="*/ 26 h 369"/>
                <a:gd name="T32" fmla="*/ 144 w 566"/>
                <a:gd name="T33" fmla="*/ 38 h 369"/>
                <a:gd name="T34" fmla="*/ 174 w 566"/>
                <a:gd name="T35" fmla="*/ 50 h 369"/>
                <a:gd name="T36" fmla="*/ 203 w 566"/>
                <a:gd name="T37" fmla="*/ 65 h 369"/>
                <a:gd name="T38" fmla="*/ 232 w 566"/>
                <a:gd name="T39" fmla="*/ 79 h 369"/>
                <a:gd name="T40" fmla="*/ 257 w 566"/>
                <a:gd name="T41" fmla="*/ 96 h 369"/>
                <a:gd name="T42" fmla="*/ 281 w 566"/>
                <a:gd name="T43" fmla="*/ 115 h 369"/>
                <a:gd name="T44" fmla="*/ 309 w 566"/>
                <a:gd name="T45" fmla="*/ 131 h 369"/>
                <a:gd name="T46" fmla="*/ 329 w 566"/>
                <a:gd name="T47" fmla="*/ 150 h 369"/>
                <a:gd name="T48" fmla="*/ 346 w 566"/>
                <a:gd name="T49" fmla="*/ 170 h 369"/>
                <a:gd name="T50" fmla="*/ 363 w 566"/>
                <a:gd name="T51" fmla="*/ 189 h 369"/>
                <a:gd name="T52" fmla="*/ 375 w 566"/>
                <a:gd name="T53" fmla="*/ 208 h 369"/>
                <a:gd name="T54" fmla="*/ 387 w 566"/>
                <a:gd name="T55" fmla="*/ 227 h 369"/>
                <a:gd name="T56" fmla="*/ 397 w 566"/>
                <a:gd name="T57" fmla="*/ 244 h 369"/>
                <a:gd name="T58" fmla="*/ 356 w 566"/>
                <a:gd name="T59" fmla="*/ 287 h 369"/>
                <a:gd name="T60" fmla="*/ 571 w 566"/>
                <a:gd name="T61" fmla="*/ 368 h 369"/>
                <a:gd name="T62" fmla="*/ 571 w 566"/>
                <a:gd name="T63" fmla="*/ 119 h 369"/>
                <a:gd name="T64" fmla="*/ 524 w 566"/>
                <a:gd name="T65" fmla="*/ 167 h 36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566" h="369">
                  <a:moveTo>
                    <a:pt x="518" y="167"/>
                  </a:moveTo>
                  <a:lnTo>
                    <a:pt x="474" y="124"/>
                  </a:lnTo>
                  <a:lnTo>
                    <a:pt x="425" y="86"/>
                  </a:lnTo>
                  <a:lnTo>
                    <a:pt x="369" y="55"/>
                  </a:lnTo>
                  <a:lnTo>
                    <a:pt x="310" y="29"/>
                  </a:lnTo>
                  <a:lnTo>
                    <a:pt x="279" y="19"/>
                  </a:lnTo>
                  <a:lnTo>
                    <a:pt x="244" y="12"/>
                  </a:lnTo>
                  <a:lnTo>
                    <a:pt x="208" y="7"/>
                  </a:lnTo>
                  <a:lnTo>
                    <a:pt x="171" y="3"/>
                  </a:lnTo>
                  <a:lnTo>
                    <a:pt x="132" y="0"/>
                  </a:lnTo>
                  <a:lnTo>
                    <a:pt x="90" y="0"/>
                  </a:lnTo>
                  <a:lnTo>
                    <a:pt x="46" y="0"/>
                  </a:lnTo>
                  <a:lnTo>
                    <a:pt x="0" y="5"/>
                  </a:lnTo>
                  <a:lnTo>
                    <a:pt x="39" y="10"/>
                  </a:lnTo>
                  <a:lnTo>
                    <a:pt x="76" y="17"/>
                  </a:lnTo>
                  <a:lnTo>
                    <a:pt x="110" y="26"/>
                  </a:lnTo>
                  <a:lnTo>
                    <a:pt x="144" y="38"/>
                  </a:lnTo>
                  <a:lnTo>
                    <a:pt x="174" y="50"/>
                  </a:lnTo>
                  <a:lnTo>
                    <a:pt x="203" y="65"/>
                  </a:lnTo>
                  <a:lnTo>
                    <a:pt x="232" y="79"/>
                  </a:lnTo>
                  <a:lnTo>
                    <a:pt x="257" y="96"/>
                  </a:lnTo>
                  <a:lnTo>
                    <a:pt x="281" y="115"/>
                  </a:lnTo>
                  <a:lnTo>
                    <a:pt x="303" y="131"/>
                  </a:lnTo>
                  <a:lnTo>
                    <a:pt x="323" y="150"/>
                  </a:lnTo>
                  <a:lnTo>
                    <a:pt x="340" y="170"/>
                  </a:lnTo>
                  <a:lnTo>
                    <a:pt x="357" y="189"/>
                  </a:lnTo>
                  <a:lnTo>
                    <a:pt x="369" y="208"/>
                  </a:lnTo>
                  <a:lnTo>
                    <a:pt x="381" y="227"/>
                  </a:lnTo>
                  <a:lnTo>
                    <a:pt x="391" y="244"/>
                  </a:lnTo>
                  <a:lnTo>
                    <a:pt x="350" y="287"/>
                  </a:lnTo>
                  <a:lnTo>
                    <a:pt x="565" y="368"/>
                  </a:lnTo>
                  <a:lnTo>
                    <a:pt x="565" y="119"/>
                  </a:lnTo>
                  <a:lnTo>
                    <a:pt x="518" y="167"/>
                  </a:lnTo>
                  <a:close/>
                </a:path>
              </a:pathLst>
            </a:custGeom>
            <a:solidFill>
              <a:srgbClr val="FF0000"/>
            </a:solidFill>
            <a:ln w="38100" cap="flat">
              <a:solidFill>
                <a:srgbClr val="FFFF00"/>
              </a:solidFill>
              <a:prstDash val="solid"/>
              <a:round/>
            </a:ln>
            <a:effectLst>
              <a:outerShdw dist="17961" dir="2700000" algn="ctr" rotWithShape="0">
                <a:schemeClr val="bg2"/>
              </a:outerShdw>
            </a:effectLst>
          </p:spPr>
          <p:txBody>
            <a:bodyPr wrap="none" anchor="ctr">
              <a:spAutoFit/>
            </a:bodyPr>
            <a:lstStyle/>
            <a:p>
              <a:endParaRPr lang="zh-CN" altLang="en-US"/>
            </a:p>
          </p:txBody>
        </p:sp>
      </p:grpSp>
      <p:grpSp>
        <p:nvGrpSpPr>
          <p:cNvPr id="11" name="Group 363"/>
          <p:cNvGrpSpPr/>
          <p:nvPr/>
        </p:nvGrpSpPr>
        <p:grpSpPr bwMode="auto">
          <a:xfrm>
            <a:off x="2422897" y="1711325"/>
            <a:ext cx="6193358" cy="657225"/>
            <a:chOff x="1355" y="385"/>
            <a:chExt cx="3468" cy="414"/>
          </a:xfrm>
        </p:grpSpPr>
        <p:sp>
          <p:nvSpPr>
            <p:cNvPr id="546882" name="Rectangle 66"/>
            <p:cNvSpPr>
              <a:spLocks noChangeArrowheads="1"/>
            </p:cNvSpPr>
            <p:nvPr/>
          </p:nvSpPr>
          <p:spPr bwMode="auto">
            <a:xfrm>
              <a:off x="1355" y="385"/>
              <a:ext cx="3339" cy="414"/>
            </a:xfrm>
            <a:prstGeom prst="rect">
              <a:avLst/>
            </a:prstGeom>
            <a:gradFill rotWithShape="1">
              <a:gsLst>
                <a:gs pos="0">
                  <a:schemeClr val="accent2"/>
                </a:gs>
                <a:gs pos="50000">
                  <a:schemeClr val="accent2">
                    <a:gamma/>
                    <a:shade val="46275"/>
                    <a:invGamma/>
                  </a:schemeClr>
                </a:gs>
                <a:gs pos="100000">
                  <a:schemeClr val="accent2"/>
                </a:gs>
              </a:gsLst>
              <a:lin ang="5400000" scaled="1"/>
            </a:gradFill>
            <a:ln w="9525">
              <a:noFill/>
              <a:miter lim="800000"/>
            </a:ln>
            <a:effectLst>
              <a:outerShdw dist="89803" dir="2700000" algn="ctr" rotWithShape="0">
                <a:srgbClr val="777777">
                  <a:alpha val="50000"/>
                </a:srgbClr>
              </a:outerShdw>
            </a:effectLst>
          </p:spPr>
          <p:txBody>
            <a:bodyPr wrap="none" anchor="ctr"/>
            <a:lstStyle/>
            <a:p>
              <a:pPr>
                <a:defRPr/>
              </a:pPr>
              <a:endParaRPr lang="zh-CN" altLang="en-US"/>
            </a:p>
          </p:txBody>
        </p:sp>
        <p:sp>
          <p:nvSpPr>
            <p:cNvPr id="58477" name="Text Box 67"/>
            <p:cNvSpPr txBox="1">
              <a:spLocks noChangeArrowheads="1"/>
            </p:cNvSpPr>
            <p:nvPr/>
          </p:nvSpPr>
          <p:spPr bwMode="auto">
            <a:xfrm>
              <a:off x="1474" y="392"/>
              <a:ext cx="3349" cy="330"/>
            </a:xfrm>
            <a:prstGeom prst="rect">
              <a:avLst/>
            </a:prstGeom>
            <a:noFill/>
            <a:ln w="9525">
              <a:noFill/>
              <a:miter lim="800000"/>
            </a:ln>
            <a:effectLst>
              <a:outerShdw dist="17961" dir="2700000" algn="ctr" rotWithShape="0">
                <a:srgbClr val="000000">
                  <a:alpha val="50000"/>
                </a:srgbClr>
              </a:outerShdw>
            </a:effectLst>
          </p:spPr>
          <p:txBody>
            <a:bodyPr>
              <a:spAutoFit/>
            </a:bodyPr>
            <a:lstStyle/>
            <a:p>
              <a:pPr>
                <a:spcBef>
                  <a:spcPct val="0"/>
                </a:spcBef>
              </a:pPr>
              <a:r>
                <a:rPr lang="zh-CN" altLang="en-US" sz="2800" dirty="0">
                  <a:solidFill>
                    <a:schemeClr val="bg1"/>
                  </a:solidFill>
                  <a:ea typeface="黑体" panose="02010609060101010101" pitchFamily="2" charset="-122"/>
                </a:rPr>
                <a:t>构造一个双向循环链表</a:t>
              </a:r>
              <a:endParaRPr lang="zh-CN" altLang="en-US" sz="2800" dirty="0">
                <a:solidFill>
                  <a:schemeClr val="bg1"/>
                </a:solidFill>
                <a:ea typeface="黑体" panose="02010609060101010101" pitchFamily="2" charset="-122"/>
              </a:endParaRPr>
            </a:p>
          </p:txBody>
        </p:sp>
      </p:grpSp>
      <p:grpSp>
        <p:nvGrpSpPr>
          <p:cNvPr id="25" name="Group 378"/>
          <p:cNvGrpSpPr/>
          <p:nvPr/>
        </p:nvGrpSpPr>
        <p:grpSpPr bwMode="auto">
          <a:xfrm>
            <a:off x="5796335" y="4244977"/>
            <a:ext cx="2343150" cy="1152526"/>
            <a:chOff x="3417" y="1942"/>
            <a:chExt cx="1476" cy="726"/>
          </a:xfrm>
        </p:grpSpPr>
        <p:sp>
          <p:nvSpPr>
            <p:cNvPr id="58385" name="AutoShape 374"/>
            <p:cNvSpPr>
              <a:spLocks noChangeArrowheads="1"/>
            </p:cNvSpPr>
            <p:nvPr/>
          </p:nvSpPr>
          <p:spPr bwMode="auto">
            <a:xfrm>
              <a:off x="3417" y="2055"/>
              <a:ext cx="1476" cy="590"/>
            </a:xfrm>
            <a:prstGeom prst="irregularSeal2">
              <a:avLst/>
            </a:prstGeom>
            <a:noFill/>
            <a:ln w="69850">
              <a:solidFill>
                <a:srgbClr val="00CCFF"/>
              </a:solidFill>
              <a:miter lim="800000"/>
            </a:ln>
            <a:effectLst>
              <a:outerShdw dist="63500" dir="2212194" algn="ctr" rotWithShape="0">
                <a:srgbClr val="969696"/>
              </a:outerShdw>
            </a:effectLst>
          </p:spPr>
          <p:txBody>
            <a:bodyPr wrap="none" anchor="ctr"/>
            <a:lstStyle/>
            <a:p>
              <a:endParaRPr lang="zh-CN" altLang="en-US"/>
            </a:p>
          </p:txBody>
        </p:sp>
        <p:sp>
          <p:nvSpPr>
            <p:cNvPr id="58386" name="Text Box 376"/>
            <p:cNvSpPr txBox="1">
              <a:spLocks noChangeArrowheads="1"/>
            </p:cNvSpPr>
            <p:nvPr/>
          </p:nvSpPr>
          <p:spPr bwMode="auto">
            <a:xfrm rot="330400">
              <a:off x="3966" y="1942"/>
              <a:ext cx="649" cy="698"/>
            </a:xfrm>
            <a:prstGeom prst="rect">
              <a:avLst/>
            </a:prstGeom>
            <a:noFill/>
            <a:ln w="12700" cap="sq">
              <a:noFill/>
              <a:miter lim="800000"/>
            </a:ln>
            <a:effectLst>
              <a:outerShdw dist="28398" dir="3806097" algn="ctr" rotWithShape="0">
                <a:srgbClr val="000000"/>
              </a:outerShdw>
            </a:effectLst>
          </p:spPr>
          <p:txBody>
            <a:bodyPr wrap="none">
              <a:spAutoFit/>
            </a:bodyPr>
            <a:lstStyle/>
            <a:p>
              <a:r>
                <a:rPr lang="zh-CN" altLang="en-US" sz="6600">
                  <a:solidFill>
                    <a:srgbClr val="FF0000"/>
                  </a:solidFill>
                  <a:ea typeface="华文新魏" pitchFamily="2" charset="-122"/>
                </a:rPr>
                <a:t>入</a:t>
              </a:r>
              <a:endParaRPr lang="zh-CN" altLang="en-US" sz="6600">
                <a:solidFill>
                  <a:srgbClr val="FF0000"/>
                </a:solidFill>
                <a:ea typeface="华文新魏" pitchFamily="2" charset="-122"/>
              </a:endParaRPr>
            </a:p>
          </p:txBody>
        </p:sp>
        <p:sp>
          <p:nvSpPr>
            <p:cNvPr id="58387" name="Text Box 377"/>
            <p:cNvSpPr txBox="1">
              <a:spLocks noChangeArrowheads="1"/>
            </p:cNvSpPr>
            <p:nvPr/>
          </p:nvSpPr>
          <p:spPr bwMode="auto">
            <a:xfrm rot="291258">
              <a:off x="3649" y="1970"/>
              <a:ext cx="649" cy="698"/>
            </a:xfrm>
            <a:prstGeom prst="rect">
              <a:avLst/>
            </a:prstGeom>
            <a:noFill/>
            <a:ln w="12700" cap="sq">
              <a:noFill/>
              <a:miter lim="800000"/>
            </a:ln>
            <a:effectLst>
              <a:outerShdw dist="28398" dir="3806097" algn="ctr" rotWithShape="0">
                <a:srgbClr val="000000"/>
              </a:outerShdw>
            </a:effectLst>
          </p:spPr>
          <p:txBody>
            <a:bodyPr wrap="none">
              <a:spAutoFit/>
            </a:bodyPr>
            <a:lstStyle/>
            <a:p>
              <a:r>
                <a:rPr lang="zh-CN" altLang="en-US" sz="6600">
                  <a:solidFill>
                    <a:srgbClr val="FF0000"/>
                  </a:solidFill>
                  <a:ea typeface="华文新魏" pitchFamily="2" charset="-122"/>
                </a:rPr>
                <a:t>插</a:t>
              </a:r>
              <a:endParaRPr lang="zh-CN" altLang="en-US" sz="6600">
                <a:solidFill>
                  <a:srgbClr val="FF0000"/>
                </a:solidFill>
                <a:ea typeface="华文新魏" pitchFamily="2" charset="-122"/>
              </a:endParaRP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ipe(up)">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528" fill="hold" nodeType="clickEffect">
                                  <p:stCondLst>
                                    <p:cond delay="0"/>
                                  </p:stCondLst>
                                  <p:childTnLst>
                                    <p:set>
                                      <p:cBhvr>
                                        <p:cTn id="17" dur="1" fill="hold">
                                          <p:stCondLst>
                                            <p:cond delay="0"/>
                                          </p:stCondLst>
                                        </p:cTn>
                                        <p:tgtEl>
                                          <p:spTgt spid="25"/>
                                        </p:tgtEl>
                                        <p:attrNameLst>
                                          <p:attrName>style.visibility</p:attrName>
                                        </p:attrNameLst>
                                      </p:cBhvr>
                                      <p:to>
                                        <p:strVal val="visible"/>
                                      </p:to>
                                    </p:set>
                                    <p:anim calcmode="lin" valueType="num">
                                      <p:cBhvr>
                                        <p:cTn id="18" dur="500" fill="hold"/>
                                        <p:tgtEl>
                                          <p:spTgt spid="25"/>
                                        </p:tgtEl>
                                        <p:attrNameLst>
                                          <p:attrName>ppt_w</p:attrName>
                                        </p:attrNameLst>
                                      </p:cBhvr>
                                      <p:tavLst>
                                        <p:tav tm="0">
                                          <p:val>
                                            <p:fltVal val="0"/>
                                          </p:val>
                                        </p:tav>
                                        <p:tav tm="100000">
                                          <p:val>
                                            <p:strVal val="#ppt_w"/>
                                          </p:val>
                                        </p:tav>
                                      </p:tavLst>
                                    </p:anim>
                                    <p:anim calcmode="lin" valueType="num">
                                      <p:cBhvr>
                                        <p:cTn id="19" dur="500" fill="hold"/>
                                        <p:tgtEl>
                                          <p:spTgt spid="25"/>
                                        </p:tgtEl>
                                        <p:attrNameLst>
                                          <p:attrName>ppt_h</p:attrName>
                                        </p:attrNameLst>
                                      </p:cBhvr>
                                      <p:tavLst>
                                        <p:tav tm="0">
                                          <p:val>
                                            <p:fltVal val="0"/>
                                          </p:val>
                                        </p:tav>
                                        <p:tav tm="100000">
                                          <p:val>
                                            <p:strVal val="#ppt_h"/>
                                          </p:val>
                                        </p:tav>
                                      </p:tavLst>
                                    </p:anim>
                                    <p:anim calcmode="lin" valueType="num">
                                      <p:cBhvr>
                                        <p:cTn id="20" dur="500" fill="hold"/>
                                        <p:tgtEl>
                                          <p:spTgt spid="25"/>
                                        </p:tgtEl>
                                        <p:attrNameLst>
                                          <p:attrName>ppt_x</p:attrName>
                                        </p:attrNameLst>
                                      </p:cBhvr>
                                      <p:tavLst>
                                        <p:tav tm="0">
                                          <p:val>
                                            <p:fltVal val="0.5"/>
                                          </p:val>
                                        </p:tav>
                                        <p:tav tm="100000">
                                          <p:val>
                                            <p:strVal val="#ppt_x"/>
                                          </p:val>
                                        </p:tav>
                                      </p:tavLst>
                                    </p:anim>
                                    <p:anim calcmode="lin" valueType="num">
                                      <p:cBhvr>
                                        <p:cTn id="21" dur="500" fill="hold"/>
                                        <p:tgtEl>
                                          <p:spTgt spid="25"/>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bwMode="auto">
          <a:xfrm>
            <a:off x="2595563" y="2460625"/>
            <a:ext cx="2292350" cy="742950"/>
            <a:chOff x="892" y="2600"/>
            <a:chExt cx="1444" cy="468"/>
          </a:xfrm>
        </p:grpSpPr>
        <p:sp>
          <p:nvSpPr>
            <p:cNvPr id="59484" name="Rectangle 3"/>
            <p:cNvSpPr>
              <a:spLocks noChangeArrowheads="1"/>
            </p:cNvSpPr>
            <p:nvPr/>
          </p:nvSpPr>
          <p:spPr bwMode="auto">
            <a:xfrm>
              <a:off x="1565" y="2750"/>
              <a:ext cx="453" cy="318"/>
            </a:xfrm>
            <a:prstGeom prst="rect">
              <a:avLst/>
            </a:prstGeom>
            <a:solidFill>
              <a:srgbClr val="C0C0C0"/>
            </a:solidFill>
            <a:ln w="31750" cap="sq">
              <a:solidFill>
                <a:schemeClr val="accent2"/>
              </a:solidFill>
              <a:miter lim="800000"/>
            </a:ln>
          </p:spPr>
          <p:txBody>
            <a:bodyPr wrap="none" anchor="ctr"/>
            <a:lstStyle/>
            <a:p>
              <a:r>
                <a:rPr lang="en-US" altLang="zh-CN" dirty="0">
                  <a:solidFill>
                    <a:srgbClr val="000099"/>
                  </a:solidFill>
                </a:rPr>
                <a:t>a</a:t>
              </a:r>
              <a:r>
                <a:rPr lang="en-US" altLang="zh-CN" baseline="-30000" dirty="0">
                  <a:solidFill>
                    <a:srgbClr val="000099"/>
                  </a:solidFill>
                </a:rPr>
                <a:t>1</a:t>
              </a:r>
              <a:endParaRPr lang="zh-CN" altLang="en-US" baseline="-30000" dirty="0">
                <a:solidFill>
                  <a:srgbClr val="000099"/>
                </a:solidFill>
              </a:endParaRPr>
            </a:p>
            <a:p>
              <a:endParaRPr lang="zh-CN" altLang="en-US" dirty="0"/>
            </a:p>
          </p:txBody>
        </p:sp>
        <p:sp>
          <p:nvSpPr>
            <p:cNvPr id="59485" name="Rectangle 4"/>
            <p:cNvSpPr>
              <a:spLocks noChangeArrowheads="1"/>
            </p:cNvSpPr>
            <p:nvPr/>
          </p:nvSpPr>
          <p:spPr bwMode="auto">
            <a:xfrm>
              <a:off x="2018" y="2750"/>
              <a:ext cx="182" cy="318"/>
            </a:xfrm>
            <a:prstGeom prst="rect">
              <a:avLst/>
            </a:prstGeom>
            <a:noFill/>
            <a:ln w="31750" cap="sq">
              <a:solidFill>
                <a:schemeClr val="accent2"/>
              </a:solidFill>
              <a:miter lim="800000"/>
            </a:ln>
          </p:spPr>
          <p:txBody>
            <a:bodyPr wrap="none" anchor="ctr"/>
            <a:lstStyle/>
            <a:p>
              <a:endParaRPr lang="zh-CN" altLang="en-US"/>
            </a:p>
          </p:txBody>
        </p:sp>
        <p:sp>
          <p:nvSpPr>
            <p:cNvPr id="59486" name="Rectangle 5"/>
            <p:cNvSpPr>
              <a:spLocks noChangeArrowheads="1"/>
            </p:cNvSpPr>
            <p:nvPr/>
          </p:nvSpPr>
          <p:spPr bwMode="auto">
            <a:xfrm>
              <a:off x="1383" y="2750"/>
              <a:ext cx="182" cy="318"/>
            </a:xfrm>
            <a:prstGeom prst="rect">
              <a:avLst/>
            </a:prstGeom>
            <a:noFill/>
            <a:ln w="31750" cap="sq">
              <a:solidFill>
                <a:schemeClr val="accent2"/>
              </a:solidFill>
              <a:miter lim="800000"/>
            </a:ln>
          </p:spPr>
          <p:txBody>
            <a:bodyPr wrap="none" anchor="ctr"/>
            <a:lstStyle/>
            <a:p>
              <a:endParaRPr lang="zh-CN" altLang="en-US"/>
            </a:p>
          </p:txBody>
        </p:sp>
        <p:sp>
          <p:nvSpPr>
            <p:cNvPr id="59487" name="Line 6"/>
            <p:cNvSpPr>
              <a:spLocks noChangeShapeType="1"/>
            </p:cNvSpPr>
            <p:nvPr/>
          </p:nvSpPr>
          <p:spPr bwMode="auto">
            <a:xfrm>
              <a:off x="1171" y="2809"/>
              <a:ext cx="181" cy="91"/>
            </a:xfrm>
            <a:prstGeom prst="line">
              <a:avLst/>
            </a:prstGeom>
            <a:noFill/>
            <a:ln w="25400" cap="sq">
              <a:solidFill>
                <a:srgbClr val="FF0000"/>
              </a:solidFill>
              <a:round/>
              <a:tailEnd type="stealth" w="med" len="lg"/>
            </a:ln>
          </p:spPr>
          <p:txBody>
            <a:bodyPr wrap="none" anchor="ctr"/>
            <a:lstStyle/>
            <a:p>
              <a:endParaRPr lang="zh-CN" altLang="en-US"/>
            </a:p>
          </p:txBody>
        </p:sp>
        <p:sp>
          <p:nvSpPr>
            <p:cNvPr id="59488" name="Rectangle 7"/>
            <p:cNvSpPr>
              <a:spLocks noChangeArrowheads="1"/>
            </p:cNvSpPr>
            <p:nvPr/>
          </p:nvSpPr>
          <p:spPr bwMode="auto">
            <a:xfrm>
              <a:off x="892" y="2600"/>
              <a:ext cx="344" cy="330"/>
            </a:xfrm>
            <a:prstGeom prst="rect">
              <a:avLst/>
            </a:prstGeom>
            <a:noFill/>
            <a:ln w="12700" cap="sq">
              <a:noFill/>
              <a:miter lim="800000"/>
            </a:ln>
          </p:spPr>
          <p:txBody>
            <a:bodyPr wrap="none">
              <a:spAutoFit/>
            </a:bodyPr>
            <a:lstStyle/>
            <a:p>
              <a:r>
                <a:rPr lang="en-US" altLang="zh-CN" sz="2800">
                  <a:solidFill>
                    <a:srgbClr val="FF3300"/>
                  </a:solidFill>
                </a:rPr>
                <a:t>list</a:t>
              </a:r>
              <a:endParaRPr lang="zh-CN" altLang="en-US" sz="2800">
                <a:solidFill>
                  <a:srgbClr val="FF3300"/>
                </a:solidFill>
              </a:endParaRPr>
            </a:p>
          </p:txBody>
        </p:sp>
        <p:sp>
          <p:nvSpPr>
            <p:cNvPr id="59489" name="Freeform 8"/>
            <p:cNvSpPr/>
            <p:nvPr/>
          </p:nvSpPr>
          <p:spPr bwMode="auto">
            <a:xfrm>
              <a:off x="2064" y="2614"/>
              <a:ext cx="272" cy="233"/>
            </a:xfrm>
            <a:custGeom>
              <a:avLst/>
              <a:gdLst>
                <a:gd name="T0" fmla="*/ 45 w 272"/>
                <a:gd name="T1" fmla="*/ 226 h 233"/>
                <a:gd name="T2" fmla="*/ 181 w 272"/>
                <a:gd name="T3" fmla="*/ 226 h 233"/>
                <a:gd name="T4" fmla="*/ 226 w 272"/>
                <a:gd name="T5" fmla="*/ 181 h 233"/>
                <a:gd name="T6" fmla="*/ 272 w 272"/>
                <a:gd name="T7" fmla="*/ 90 h 233"/>
                <a:gd name="T8" fmla="*/ 226 w 272"/>
                <a:gd name="T9" fmla="*/ 45 h 233"/>
                <a:gd name="T10" fmla="*/ 136 w 272"/>
                <a:gd name="T11" fmla="*/ 0 h 233"/>
                <a:gd name="T12" fmla="*/ 45 w 272"/>
                <a:gd name="T13" fmla="*/ 45 h 233"/>
                <a:gd name="T14" fmla="*/ 0 w 272"/>
                <a:gd name="T15" fmla="*/ 90 h 233"/>
                <a:gd name="T16" fmla="*/ 0 60000 65536"/>
                <a:gd name="T17" fmla="*/ 0 60000 65536"/>
                <a:gd name="T18" fmla="*/ 0 60000 65536"/>
                <a:gd name="T19" fmla="*/ 0 60000 65536"/>
                <a:gd name="T20" fmla="*/ 0 60000 65536"/>
                <a:gd name="T21" fmla="*/ 0 60000 65536"/>
                <a:gd name="T22" fmla="*/ 0 60000 65536"/>
                <a:gd name="T23" fmla="*/ 0 60000 65536"/>
                <a:gd name="T24" fmla="*/ 0 w 272"/>
                <a:gd name="T25" fmla="*/ 0 h 233"/>
                <a:gd name="T26" fmla="*/ 272 w 272"/>
                <a:gd name="T27" fmla="*/ 233 h 2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72" h="233">
                  <a:moveTo>
                    <a:pt x="45" y="226"/>
                  </a:moveTo>
                  <a:cubicBezTo>
                    <a:pt x="98" y="229"/>
                    <a:pt x="151" y="233"/>
                    <a:pt x="181" y="226"/>
                  </a:cubicBezTo>
                  <a:cubicBezTo>
                    <a:pt x="211" y="219"/>
                    <a:pt x="211" y="204"/>
                    <a:pt x="226" y="181"/>
                  </a:cubicBezTo>
                  <a:cubicBezTo>
                    <a:pt x="241" y="158"/>
                    <a:pt x="272" y="113"/>
                    <a:pt x="272" y="90"/>
                  </a:cubicBezTo>
                  <a:cubicBezTo>
                    <a:pt x="272" y="67"/>
                    <a:pt x="249" y="60"/>
                    <a:pt x="226" y="45"/>
                  </a:cubicBezTo>
                  <a:cubicBezTo>
                    <a:pt x="203" y="30"/>
                    <a:pt x="166" y="0"/>
                    <a:pt x="136" y="0"/>
                  </a:cubicBezTo>
                  <a:cubicBezTo>
                    <a:pt x="106" y="0"/>
                    <a:pt x="68" y="30"/>
                    <a:pt x="45" y="45"/>
                  </a:cubicBezTo>
                  <a:cubicBezTo>
                    <a:pt x="22" y="60"/>
                    <a:pt x="7" y="83"/>
                    <a:pt x="0" y="90"/>
                  </a:cubicBezTo>
                </a:path>
              </a:pathLst>
            </a:custGeom>
            <a:noFill/>
            <a:ln w="22225" cap="sq" cmpd="sng">
              <a:solidFill>
                <a:schemeClr val="bg1"/>
              </a:solidFill>
              <a:prstDash val="solid"/>
              <a:round/>
              <a:tailEnd type="stealth" w="med" len="lg"/>
            </a:ln>
          </p:spPr>
          <p:txBody>
            <a:bodyPr wrap="none" anchor="ctr"/>
            <a:lstStyle/>
            <a:p>
              <a:endParaRPr lang="zh-CN" altLang="en-US"/>
            </a:p>
          </p:txBody>
        </p:sp>
        <p:sp>
          <p:nvSpPr>
            <p:cNvPr id="59490" name="Freeform 9"/>
            <p:cNvSpPr/>
            <p:nvPr/>
          </p:nvSpPr>
          <p:spPr bwMode="auto">
            <a:xfrm flipH="1">
              <a:off x="1264" y="2618"/>
              <a:ext cx="272" cy="233"/>
            </a:xfrm>
            <a:custGeom>
              <a:avLst/>
              <a:gdLst>
                <a:gd name="T0" fmla="*/ 45 w 272"/>
                <a:gd name="T1" fmla="*/ 226 h 233"/>
                <a:gd name="T2" fmla="*/ 181 w 272"/>
                <a:gd name="T3" fmla="*/ 226 h 233"/>
                <a:gd name="T4" fmla="*/ 226 w 272"/>
                <a:gd name="T5" fmla="*/ 181 h 233"/>
                <a:gd name="T6" fmla="*/ 272 w 272"/>
                <a:gd name="T7" fmla="*/ 90 h 233"/>
                <a:gd name="T8" fmla="*/ 226 w 272"/>
                <a:gd name="T9" fmla="*/ 45 h 233"/>
                <a:gd name="T10" fmla="*/ 136 w 272"/>
                <a:gd name="T11" fmla="*/ 0 h 233"/>
                <a:gd name="T12" fmla="*/ 45 w 272"/>
                <a:gd name="T13" fmla="*/ 45 h 233"/>
                <a:gd name="T14" fmla="*/ 0 w 272"/>
                <a:gd name="T15" fmla="*/ 90 h 233"/>
                <a:gd name="T16" fmla="*/ 0 60000 65536"/>
                <a:gd name="T17" fmla="*/ 0 60000 65536"/>
                <a:gd name="T18" fmla="*/ 0 60000 65536"/>
                <a:gd name="T19" fmla="*/ 0 60000 65536"/>
                <a:gd name="T20" fmla="*/ 0 60000 65536"/>
                <a:gd name="T21" fmla="*/ 0 60000 65536"/>
                <a:gd name="T22" fmla="*/ 0 60000 65536"/>
                <a:gd name="T23" fmla="*/ 0 60000 65536"/>
                <a:gd name="T24" fmla="*/ 0 w 272"/>
                <a:gd name="T25" fmla="*/ 0 h 233"/>
                <a:gd name="T26" fmla="*/ 272 w 272"/>
                <a:gd name="T27" fmla="*/ 233 h 2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72" h="233">
                  <a:moveTo>
                    <a:pt x="45" y="226"/>
                  </a:moveTo>
                  <a:cubicBezTo>
                    <a:pt x="98" y="229"/>
                    <a:pt x="151" y="233"/>
                    <a:pt x="181" y="226"/>
                  </a:cubicBezTo>
                  <a:cubicBezTo>
                    <a:pt x="211" y="219"/>
                    <a:pt x="211" y="204"/>
                    <a:pt x="226" y="181"/>
                  </a:cubicBezTo>
                  <a:cubicBezTo>
                    <a:pt x="241" y="158"/>
                    <a:pt x="272" y="113"/>
                    <a:pt x="272" y="90"/>
                  </a:cubicBezTo>
                  <a:cubicBezTo>
                    <a:pt x="272" y="67"/>
                    <a:pt x="249" y="60"/>
                    <a:pt x="226" y="45"/>
                  </a:cubicBezTo>
                  <a:cubicBezTo>
                    <a:pt x="203" y="30"/>
                    <a:pt x="166" y="0"/>
                    <a:pt x="136" y="0"/>
                  </a:cubicBezTo>
                  <a:cubicBezTo>
                    <a:pt x="106" y="0"/>
                    <a:pt x="68" y="30"/>
                    <a:pt x="45" y="45"/>
                  </a:cubicBezTo>
                  <a:cubicBezTo>
                    <a:pt x="22" y="60"/>
                    <a:pt x="7" y="83"/>
                    <a:pt x="0" y="90"/>
                  </a:cubicBezTo>
                </a:path>
              </a:pathLst>
            </a:custGeom>
            <a:noFill/>
            <a:ln w="22225" cap="sq" cmpd="sng">
              <a:solidFill>
                <a:schemeClr val="bg1"/>
              </a:solidFill>
              <a:prstDash val="solid"/>
              <a:round/>
              <a:tailEnd type="stealth" w="med" len="lg"/>
            </a:ln>
          </p:spPr>
          <p:txBody>
            <a:bodyPr wrap="none" anchor="ctr"/>
            <a:lstStyle/>
            <a:p>
              <a:endParaRPr lang="zh-CN" altLang="en-US"/>
            </a:p>
          </p:txBody>
        </p:sp>
      </p:grpSp>
      <p:grpSp>
        <p:nvGrpSpPr>
          <p:cNvPr id="3" name="Group 10"/>
          <p:cNvGrpSpPr/>
          <p:nvPr/>
        </p:nvGrpSpPr>
        <p:grpSpPr bwMode="auto">
          <a:xfrm>
            <a:off x="5330825" y="2582862"/>
            <a:ext cx="1296988" cy="990599"/>
            <a:chOff x="2426" y="2645"/>
            <a:chExt cx="817" cy="624"/>
          </a:xfrm>
        </p:grpSpPr>
        <p:grpSp>
          <p:nvGrpSpPr>
            <p:cNvPr id="4" name="Group 11"/>
            <p:cNvGrpSpPr/>
            <p:nvPr/>
          </p:nvGrpSpPr>
          <p:grpSpPr bwMode="auto">
            <a:xfrm>
              <a:off x="2426" y="2715"/>
              <a:ext cx="817" cy="318"/>
              <a:chOff x="3560" y="2795"/>
              <a:chExt cx="817" cy="318"/>
            </a:xfrm>
          </p:grpSpPr>
          <p:sp>
            <p:nvSpPr>
              <p:cNvPr id="59481" name="Rectangle 12"/>
              <p:cNvSpPr>
                <a:spLocks noChangeArrowheads="1"/>
              </p:cNvSpPr>
              <p:nvPr/>
            </p:nvSpPr>
            <p:spPr bwMode="auto">
              <a:xfrm>
                <a:off x="3742" y="2795"/>
                <a:ext cx="453" cy="318"/>
              </a:xfrm>
              <a:prstGeom prst="rect">
                <a:avLst/>
              </a:prstGeom>
              <a:noFill/>
              <a:ln w="31750" cap="sq">
                <a:solidFill>
                  <a:srgbClr val="000080"/>
                </a:solidFill>
                <a:miter lim="800000"/>
              </a:ln>
            </p:spPr>
            <p:txBody>
              <a:bodyPr wrap="none" anchor="ctr"/>
              <a:lstStyle/>
              <a:p>
                <a:endParaRPr lang="zh-CN" altLang="en-US"/>
              </a:p>
            </p:txBody>
          </p:sp>
          <p:sp>
            <p:nvSpPr>
              <p:cNvPr id="59482" name="Rectangle 13"/>
              <p:cNvSpPr>
                <a:spLocks noChangeArrowheads="1"/>
              </p:cNvSpPr>
              <p:nvPr/>
            </p:nvSpPr>
            <p:spPr bwMode="auto">
              <a:xfrm>
                <a:off x="4195" y="2795"/>
                <a:ext cx="182" cy="318"/>
              </a:xfrm>
              <a:prstGeom prst="rect">
                <a:avLst/>
              </a:prstGeom>
              <a:noFill/>
              <a:ln w="31750" cap="sq">
                <a:solidFill>
                  <a:srgbClr val="333399"/>
                </a:solidFill>
                <a:miter lim="800000"/>
              </a:ln>
            </p:spPr>
            <p:txBody>
              <a:bodyPr wrap="none" anchor="ctr"/>
              <a:lstStyle/>
              <a:p>
                <a:endParaRPr lang="zh-CN" altLang="en-US"/>
              </a:p>
            </p:txBody>
          </p:sp>
          <p:sp>
            <p:nvSpPr>
              <p:cNvPr id="59483" name="Rectangle 14"/>
              <p:cNvSpPr>
                <a:spLocks noChangeArrowheads="1"/>
              </p:cNvSpPr>
              <p:nvPr/>
            </p:nvSpPr>
            <p:spPr bwMode="auto">
              <a:xfrm>
                <a:off x="3560" y="2795"/>
                <a:ext cx="182" cy="318"/>
              </a:xfrm>
              <a:prstGeom prst="rect">
                <a:avLst/>
              </a:prstGeom>
              <a:noFill/>
              <a:ln w="31750" cap="sq">
                <a:solidFill>
                  <a:srgbClr val="000080"/>
                </a:solidFill>
                <a:miter lim="800000"/>
              </a:ln>
            </p:spPr>
            <p:txBody>
              <a:bodyPr wrap="none" anchor="ctr"/>
              <a:lstStyle/>
              <a:p>
                <a:endParaRPr lang="zh-CN" altLang="en-US"/>
              </a:p>
            </p:txBody>
          </p:sp>
        </p:grpSp>
        <p:sp>
          <p:nvSpPr>
            <p:cNvPr id="59479" name="Rectangle 15"/>
            <p:cNvSpPr>
              <a:spLocks noChangeArrowheads="1"/>
            </p:cNvSpPr>
            <p:nvPr/>
          </p:nvSpPr>
          <p:spPr bwMode="auto">
            <a:xfrm>
              <a:off x="2667" y="2645"/>
              <a:ext cx="227" cy="233"/>
            </a:xfrm>
            <a:prstGeom prst="rect">
              <a:avLst/>
            </a:prstGeom>
            <a:noFill/>
            <a:ln w="12700" cap="sq">
              <a:noFill/>
              <a:miter lim="800000"/>
            </a:ln>
          </p:spPr>
          <p:txBody>
            <a:bodyPr wrap="none">
              <a:spAutoFit/>
            </a:bodyPr>
            <a:lstStyle/>
            <a:p>
              <a:pPr>
                <a:spcBef>
                  <a:spcPct val="0"/>
                </a:spcBef>
              </a:pPr>
              <a:r>
                <a:rPr lang="en-US" altLang="zh-CN" dirty="0">
                  <a:solidFill>
                    <a:srgbClr val="000099"/>
                  </a:solidFill>
                </a:rPr>
                <a:t>a</a:t>
              </a:r>
              <a:r>
                <a:rPr lang="en-US" altLang="zh-CN" baseline="-30000" dirty="0">
                  <a:solidFill>
                    <a:srgbClr val="000099"/>
                  </a:solidFill>
                </a:rPr>
                <a:t>2</a:t>
              </a:r>
              <a:endParaRPr lang="zh-CN" altLang="en-US" baseline="-30000" dirty="0">
                <a:solidFill>
                  <a:srgbClr val="000099"/>
                </a:solidFill>
              </a:endParaRPr>
            </a:p>
          </p:txBody>
        </p:sp>
        <p:sp>
          <p:nvSpPr>
            <p:cNvPr id="59480" name="Rectangle 16"/>
            <p:cNvSpPr>
              <a:spLocks noChangeArrowheads="1"/>
            </p:cNvSpPr>
            <p:nvPr/>
          </p:nvSpPr>
          <p:spPr bwMode="auto">
            <a:xfrm>
              <a:off x="2458" y="2959"/>
              <a:ext cx="212" cy="310"/>
            </a:xfrm>
            <a:prstGeom prst="rect">
              <a:avLst/>
            </a:prstGeom>
            <a:noFill/>
            <a:ln w="12700" cap="sq">
              <a:noFill/>
              <a:miter lim="800000"/>
            </a:ln>
          </p:spPr>
          <p:txBody>
            <a:bodyPr wrap="none">
              <a:spAutoFit/>
            </a:bodyPr>
            <a:lstStyle/>
            <a:p>
              <a:r>
                <a:rPr lang="en-US" altLang="zh-CN" sz="2600">
                  <a:solidFill>
                    <a:srgbClr val="FF0000"/>
                  </a:solidFill>
                </a:rPr>
                <a:t>p</a:t>
              </a:r>
              <a:endParaRPr lang="zh-CN" altLang="en-US" sz="2600">
                <a:solidFill>
                  <a:srgbClr val="FF0000"/>
                </a:solidFill>
              </a:endParaRPr>
            </a:p>
          </p:txBody>
        </p:sp>
      </p:grpSp>
      <p:sp>
        <p:nvSpPr>
          <p:cNvPr id="611345" name="Line 17"/>
          <p:cNvSpPr>
            <a:spLocks noChangeShapeType="1"/>
          </p:cNvSpPr>
          <p:nvPr/>
        </p:nvSpPr>
        <p:spPr bwMode="auto">
          <a:xfrm flipH="1">
            <a:off x="6661151" y="3086100"/>
            <a:ext cx="792163" cy="0"/>
          </a:xfrm>
          <a:prstGeom prst="line">
            <a:avLst/>
          </a:prstGeom>
          <a:noFill/>
          <a:ln w="31750" cap="sq">
            <a:solidFill>
              <a:schemeClr val="bg1"/>
            </a:solidFill>
            <a:round/>
            <a:tailEnd type="triangle" w="med" len="lg"/>
          </a:ln>
        </p:spPr>
        <p:txBody>
          <a:bodyPr wrap="none" anchor="ctr"/>
          <a:lstStyle/>
          <a:p>
            <a:endParaRPr lang="zh-CN" altLang="en-US"/>
          </a:p>
        </p:txBody>
      </p:sp>
      <p:grpSp>
        <p:nvGrpSpPr>
          <p:cNvPr id="5" name="Group 18"/>
          <p:cNvGrpSpPr/>
          <p:nvPr/>
        </p:nvGrpSpPr>
        <p:grpSpPr bwMode="auto">
          <a:xfrm>
            <a:off x="4411663" y="2339975"/>
            <a:ext cx="908050" cy="514350"/>
            <a:chOff x="1847" y="2492"/>
            <a:chExt cx="572" cy="324"/>
          </a:xfrm>
        </p:grpSpPr>
        <p:sp>
          <p:nvSpPr>
            <p:cNvPr id="59475" name="Line 19"/>
            <p:cNvSpPr>
              <a:spLocks noChangeShapeType="1"/>
            </p:cNvSpPr>
            <p:nvPr/>
          </p:nvSpPr>
          <p:spPr bwMode="auto">
            <a:xfrm>
              <a:off x="1920" y="2816"/>
              <a:ext cx="499" cy="0"/>
            </a:xfrm>
            <a:prstGeom prst="line">
              <a:avLst/>
            </a:prstGeom>
            <a:noFill/>
            <a:ln w="31750" cap="sq">
              <a:solidFill>
                <a:schemeClr val="bg1"/>
              </a:solidFill>
              <a:round/>
              <a:tailEnd type="triangle" w="med" len="lg"/>
            </a:ln>
          </p:spPr>
          <p:txBody>
            <a:bodyPr wrap="none" anchor="ctr"/>
            <a:lstStyle/>
            <a:p>
              <a:endParaRPr lang="zh-CN" altLang="en-US"/>
            </a:p>
          </p:txBody>
        </p:sp>
        <p:sp>
          <p:nvSpPr>
            <p:cNvPr id="59476" name="Rectangle 20"/>
            <p:cNvSpPr>
              <a:spLocks noChangeArrowheads="1"/>
            </p:cNvSpPr>
            <p:nvPr/>
          </p:nvSpPr>
          <p:spPr bwMode="auto">
            <a:xfrm>
              <a:off x="2039" y="2624"/>
              <a:ext cx="227" cy="181"/>
            </a:xfrm>
            <a:prstGeom prst="rect">
              <a:avLst/>
            </a:prstGeom>
            <a:solidFill>
              <a:srgbClr val="FFFFFF"/>
            </a:solidFill>
            <a:ln w="12700" cap="sq">
              <a:noFill/>
              <a:miter lim="800000"/>
            </a:ln>
          </p:spPr>
          <p:txBody>
            <a:bodyPr wrap="none" anchor="ctr"/>
            <a:lstStyle/>
            <a:p>
              <a:endParaRPr lang="zh-CN" altLang="en-US"/>
            </a:p>
          </p:txBody>
        </p:sp>
        <p:sp>
          <p:nvSpPr>
            <p:cNvPr id="59477" name="Rectangle 21"/>
            <p:cNvSpPr>
              <a:spLocks noChangeArrowheads="1"/>
            </p:cNvSpPr>
            <p:nvPr/>
          </p:nvSpPr>
          <p:spPr bwMode="auto">
            <a:xfrm>
              <a:off x="1847" y="2492"/>
              <a:ext cx="346" cy="181"/>
            </a:xfrm>
            <a:prstGeom prst="rect">
              <a:avLst/>
            </a:prstGeom>
            <a:solidFill>
              <a:srgbClr val="FFFFFF"/>
            </a:solidFill>
            <a:ln w="12700" cap="sq">
              <a:noFill/>
              <a:miter lim="800000"/>
            </a:ln>
          </p:spPr>
          <p:txBody>
            <a:bodyPr wrap="none" anchor="ctr"/>
            <a:lstStyle/>
            <a:p>
              <a:endParaRPr lang="zh-CN" altLang="en-US"/>
            </a:p>
          </p:txBody>
        </p:sp>
      </p:grpSp>
      <p:sp>
        <p:nvSpPr>
          <p:cNvPr id="611350" name="Text Box 22"/>
          <p:cNvSpPr txBox="1">
            <a:spLocks noChangeArrowheads="1"/>
          </p:cNvSpPr>
          <p:nvPr/>
        </p:nvSpPr>
        <p:spPr bwMode="auto">
          <a:xfrm>
            <a:off x="4151784" y="1700809"/>
            <a:ext cx="3168650" cy="461665"/>
          </a:xfrm>
          <a:prstGeom prst="rect">
            <a:avLst/>
          </a:prstGeom>
          <a:noFill/>
          <a:ln w="12700" cap="sq">
            <a:noFill/>
            <a:miter lim="800000"/>
          </a:ln>
        </p:spPr>
        <p:txBody>
          <a:bodyPr>
            <a:spAutoFit/>
          </a:bodyPr>
          <a:lstStyle/>
          <a:p>
            <a:pPr>
              <a:spcBef>
                <a:spcPct val="0"/>
              </a:spcBef>
            </a:pPr>
            <a:r>
              <a:rPr lang="zh-CN" altLang="en-US" sz="2400" dirty="0">
                <a:solidFill>
                  <a:schemeClr val="accent2"/>
                </a:solidFill>
                <a:ea typeface="幼圆" pitchFamily="49" charset="-122"/>
                <a:sym typeface="Symbol" pitchFamily="18" charset="2"/>
              </a:rPr>
              <a:t>最右边结点</a:t>
            </a:r>
            <a:r>
              <a:rPr lang="en-US" altLang="zh-CN" sz="2000" dirty="0">
                <a:solidFill>
                  <a:srgbClr val="000099"/>
                </a:solidFill>
                <a:latin typeface="宋体" pitchFamily="2" charset="-122"/>
                <a:ea typeface="宋体" pitchFamily="2" charset="-122"/>
                <a:sym typeface="Symbol" pitchFamily="18" charset="2"/>
              </a:rPr>
              <a:t>-</a:t>
            </a:r>
            <a:r>
              <a:rPr lang="en-US" altLang="zh-CN" sz="2000" dirty="0">
                <a:solidFill>
                  <a:srgbClr val="000099"/>
                </a:solidFill>
                <a:sym typeface="Symbol" pitchFamily="18" charset="2"/>
              </a:rPr>
              <a:t>&gt;</a:t>
            </a:r>
            <a:r>
              <a:rPr lang="en-US" altLang="zh-CN" sz="2400" dirty="0" err="1">
                <a:solidFill>
                  <a:srgbClr val="000099"/>
                </a:solidFill>
              </a:rPr>
              <a:t>rlink</a:t>
            </a:r>
            <a:r>
              <a:rPr lang="en-US" altLang="zh-CN" sz="2400" dirty="0">
                <a:solidFill>
                  <a:srgbClr val="000099"/>
                </a:solidFill>
              </a:rPr>
              <a:t>=p;</a:t>
            </a:r>
            <a:endParaRPr lang="en-US" altLang="zh-CN" sz="2800" dirty="0">
              <a:solidFill>
                <a:srgbClr val="000099"/>
              </a:solidFill>
            </a:endParaRPr>
          </a:p>
        </p:txBody>
      </p:sp>
      <p:sp>
        <p:nvSpPr>
          <p:cNvPr id="611354" name="Line 26"/>
          <p:cNvSpPr>
            <a:spLocks noChangeShapeType="1"/>
          </p:cNvSpPr>
          <p:nvPr/>
        </p:nvSpPr>
        <p:spPr bwMode="auto">
          <a:xfrm flipH="1">
            <a:off x="4683126" y="3063875"/>
            <a:ext cx="792163" cy="0"/>
          </a:xfrm>
          <a:prstGeom prst="line">
            <a:avLst/>
          </a:prstGeom>
          <a:noFill/>
          <a:ln w="31750" cap="sq">
            <a:solidFill>
              <a:schemeClr val="bg1"/>
            </a:solidFill>
            <a:round/>
            <a:tailEnd type="triangle" w="med" len="lg"/>
          </a:ln>
        </p:spPr>
        <p:txBody>
          <a:bodyPr wrap="none" anchor="ctr"/>
          <a:lstStyle/>
          <a:p>
            <a:endParaRPr lang="zh-CN" altLang="en-US"/>
          </a:p>
        </p:txBody>
      </p:sp>
      <p:sp>
        <p:nvSpPr>
          <p:cNvPr id="611355" name="Rectangle 27"/>
          <p:cNvSpPr>
            <a:spLocks noChangeArrowheads="1"/>
          </p:cNvSpPr>
          <p:nvPr/>
        </p:nvSpPr>
        <p:spPr bwMode="auto">
          <a:xfrm>
            <a:off x="3463926" y="3835401"/>
            <a:ext cx="2951163" cy="461665"/>
          </a:xfrm>
          <a:prstGeom prst="rect">
            <a:avLst/>
          </a:prstGeom>
          <a:noFill/>
          <a:ln w="12700" cap="sq">
            <a:noFill/>
            <a:miter lim="800000"/>
          </a:ln>
        </p:spPr>
        <p:txBody>
          <a:bodyPr>
            <a:spAutoFit/>
          </a:bodyPr>
          <a:lstStyle/>
          <a:p>
            <a:pPr>
              <a:spcBef>
                <a:spcPct val="0"/>
              </a:spcBef>
            </a:pPr>
            <a:r>
              <a:rPr lang="en-US" altLang="zh-CN" sz="2400" dirty="0">
                <a:solidFill>
                  <a:srgbClr val="000099"/>
                </a:solidFill>
                <a:sym typeface="Symbol" pitchFamily="18" charset="2"/>
              </a:rPr>
              <a:t>p</a:t>
            </a:r>
            <a:r>
              <a:rPr lang="en-US" altLang="zh-CN" sz="2400" dirty="0">
                <a:solidFill>
                  <a:srgbClr val="000099"/>
                </a:solidFill>
                <a:latin typeface="宋体" pitchFamily="2" charset="-122"/>
                <a:ea typeface="宋体" pitchFamily="2" charset="-122"/>
                <a:sym typeface="Symbol" pitchFamily="18" charset="2"/>
              </a:rPr>
              <a:t>-</a:t>
            </a:r>
            <a:r>
              <a:rPr lang="en-US" altLang="zh-CN" sz="2400" dirty="0">
                <a:solidFill>
                  <a:srgbClr val="000099"/>
                </a:solidFill>
                <a:sym typeface="Symbol" pitchFamily="18" charset="2"/>
              </a:rPr>
              <a:t>&gt;</a:t>
            </a:r>
            <a:r>
              <a:rPr lang="en-US" altLang="zh-CN" sz="2400" dirty="0" err="1">
                <a:solidFill>
                  <a:srgbClr val="000099"/>
                </a:solidFill>
              </a:rPr>
              <a:t>llink</a:t>
            </a:r>
            <a:r>
              <a:rPr lang="en-US" altLang="zh-CN" sz="2400" dirty="0">
                <a:solidFill>
                  <a:srgbClr val="000099"/>
                </a:solidFill>
              </a:rPr>
              <a:t>= </a:t>
            </a:r>
            <a:r>
              <a:rPr lang="zh-CN" altLang="en-US" sz="2400" dirty="0">
                <a:solidFill>
                  <a:schemeClr val="accent2"/>
                </a:solidFill>
                <a:ea typeface="幼圆" pitchFamily="49" charset="-122"/>
              </a:rPr>
              <a:t>最右边结点</a:t>
            </a:r>
            <a:r>
              <a:rPr lang="en-US" altLang="zh-CN" sz="2400" dirty="0">
                <a:solidFill>
                  <a:schemeClr val="accent2"/>
                </a:solidFill>
                <a:ea typeface="幼圆" pitchFamily="49" charset="-122"/>
              </a:rPr>
              <a:t>;</a:t>
            </a:r>
            <a:endParaRPr lang="en-US" altLang="zh-CN" sz="2400" dirty="0">
              <a:solidFill>
                <a:schemeClr val="accent2"/>
              </a:solidFill>
              <a:ea typeface="幼圆" pitchFamily="49" charset="-122"/>
            </a:endParaRPr>
          </a:p>
        </p:txBody>
      </p:sp>
      <p:grpSp>
        <p:nvGrpSpPr>
          <p:cNvPr id="7" name="Group 28"/>
          <p:cNvGrpSpPr/>
          <p:nvPr/>
        </p:nvGrpSpPr>
        <p:grpSpPr bwMode="auto">
          <a:xfrm>
            <a:off x="4538664" y="3833814"/>
            <a:ext cx="1849437" cy="523875"/>
            <a:chOff x="1955" y="3378"/>
            <a:chExt cx="1165" cy="330"/>
          </a:xfrm>
        </p:grpSpPr>
        <p:sp>
          <p:nvSpPr>
            <p:cNvPr id="59471" name="Rectangle 29"/>
            <p:cNvSpPr>
              <a:spLocks noChangeArrowheads="1"/>
            </p:cNvSpPr>
            <p:nvPr/>
          </p:nvSpPr>
          <p:spPr bwMode="auto">
            <a:xfrm>
              <a:off x="1986" y="3437"/>
              <a:ext cx="1134" cy="227"/>
            </a:xfrm>
            <a:prstGeom prst="rect">
              <a:avLst/>
            </a:prstGeom>
            <a:solidFill>
              <a:srgbClr val="FFFFFF"/>
            </a:solidFill>
            <a:ln w="12700" cap="sq">
              <a:noFill/>
              <a:miter lim="800000"/>
            </a:ln>
          </p:spPr>
          <p:txBody>
            <a:bodyPr wrap="none" anchor="ctr"/>
            <a:lstStyle/>
            <a:p>
              <a:endParaRPr lang="zh-CN" altLang="en-US"/>
            </a:p>
          </p:txBody>
        </p:sp>
        <p:sp>
          <p:nvSpPr>
            <p:cNvPr id="59472" name="Rectangle 30"/>
            <p:cNvSpPr>
              <a:spLocks noChangeArrowheads="1"/>
            </p:cNvSpPr>
            <p:nvPr/>
          </p:nvSpPr>
          <p:spPr bwMode="auto">
            <a:xfrm>
              <a:off x="1955" y="3378"/>
              <a:ext cx="880" cy="330"/>
            </a:xfrm>
            <a:prstGeom prst="rect">
              <a:avLst/>
            </a:prstGeom>
            <a:noFill/>
            <a:ln w="12700" cap="sq">
              <a:noFill/>
              <a:miter lim="800000"/>
            </a:ln>
          </p:spPr>
          <p:txBody>
            <a:bodyPr>
              <a:spAutoFit/>
            </a:bodyPr>
            <a:lstStyle/>
            <a:p>
              <a:r>
                <a:rPr lang="en-US" altLang="zh-CN" sz="2800" dirty="0">
                  <a:solidFill>
                    <a:schemeClr val="accent2"/>
                  </a:solidFill>
                  <a:sym typeface="Symbol" pitchFamily="18" charset="2"/>
                </a:rPr>
                <a:t>list</a:t>
              </a:r>
              <a:r>
                <a:rPr lang="en-US" altLang="zh-CN" sz="2800" dirty="0">
                  <a:solidFill>
                    <a:schemeClr val="accent2"/>
                  </a:solidFill>
                  <a:latin typeface="宋体" pitchFamily="2" charset="-122"/>
                  <a:ea typeface="宋体" pitchFamily="2" charset="-122"/>
                  <a:sym typeface="Symbol" pitchFamily="18" charset="2"/>
                </a:rPr>
                <a:t>-</a:t>
              </a:r>
              <a:r>
                <a:rPr lang="en-US" altLang="zh-CN" sz="2800" dirty="0">
                  <a:solidFill>
                    <a:schemeClr val="accent2"/>
                  </a:solidFill>
                  <a:sym typeface="Symbol" pitchFamily="18" charset="2"/>
                </a:rPr>
                <a:t>&gt;</a:t>
              </a:r>
              <a:r>
                <a:rPr lang="en-US" altLang="zh-CN" sz="2800" dirty="0" err="1">
                  <a:solidFill>
                    <a:schemeClr val="accent2"/>
                  </a:solidFill>
                </a:rPr>
                <a:t>llink</a:t>
              </a:r>
              <a:r>
                <a:rPr lang="en-US" altLang="zh-CN" sz="2800" dirty="0">
                  <a:solidFill>
                    <a:schemeClr val="accent2"/>
                  </a:solidFill>
                </a:rPr>
                <a:t>;</a:t>
              </a:r>
              <a:endParaRPr lang="zh-CN" altLang="en-US" sz="2800" dirty="0">
                <a:solidFill>
                  <a:schemeClr val="accent2"/>
                </a:solidFill>
              </a:endParaRPr>
            </a:p>
          </p:txBody>
        </p:sp>
      </p:grpSp>
      <p:grpSp>
        <p:nvGrpSpPr>
          <p:cNvPr id="8" name="Group 31"/>
          <p:cNvGrpSpPr/>
          <p:nvPr/>
        </p:nvGrpSpPr>
        <p:grpSpPr bwMode="auto">
          <a:xfrm>
            <a:off x="7059614" y="1196976"/>
            <a:ext cx="2348755" cy="995363"/>
            <a:chOff x="3515" y="1772"/>
            <a:chExt cx="1225" cy="627"/>
          </a:xfrm>
        </p:grpSpPr>
        <p:grpSp>
          <p:nvGrpSpPr>
            <p:cNvPr id="9" name="Group 32"/>
            <p:cNvGrpSpPr/>
            <p:nvPr/>
          </p:nvGrpSpPr>
          <p:grpSpPr bwMode="auto">
            <a:xfrm>
              <a:off x="3515" y="2069"/>
              <a:ext cx="1225" cy="330"/>
              <a:chOff x="3515" y="2069"/>
              <a:chExt cx="1225" cy="330"/>
            </a:xfrm>
          </p:grpSpPr>
          <p:sp>
            <p:nvSpPr>
              <p:cNvPr id="59469" name="Rectangle 33"/>
              <p:cNvSpPr>
                <a:spLocks noChangeArrowheads="1"/>
              </p:cNvSpPr>
              <p:nvPr/>
            </p:nvSpPr>
            <p:spPr bwMode="auto">
              <a:xfrm>
                <a:off x="3560" y="2069"/>
                <a:ext cx="1180" cy="330"/>
              </a:xfrm>
              <a:prstGeom prst="rect">
                <a:avLst/>
              </a:prstGeom>
              <a:noFill/>
              <a:ln w="12700" cap="sq">
                <a:noFill/>
                <a:miter lim="800000"/>
              </a:ln>
            </p:spPr>
            <p:txBody>
              <a:bodyPr>
                <a:spAutoFit/>
              </a:bodyPr>
              <a:lstStyle/>
              <a:p>
                <a:pPr>
                  <a:spcBef>
                    <a:spcPct val="0"/>
                  </a:spcBef>
                </a:pPr>
                <a:r>
                  <a:rPr lang="en-US" altLang="zh-CN" sz="2800" dirty="0">
                    <a:solidFill>
                      <a:srgbClr val="000099"/>
                    </a:solidFill>
                    <a:sym typeface="Symbol" pitchFamily="18" charset="2"/>
                  </a:rPr>
                  <a:t>p</a:t>
                </a:r>
                <a:r>
                  <a:rPr lang="en-US" altLang="zh-CN" sz="2800" dirty="0">
                    <a:solidFill>
                      <a:srgbClr val="000099"/>
                    </a:solidFill>
                    <a:latin typeface="宋体" pitchFamily="2" charset="-122"/>
                    <a:ea typeface="宋体" pitchFamily="2" charset="-122"/>
                    <a:sym typeface="Symbol" pitchFamily="18" charset="2"/>
                  </a:rPr>
                  <a:t>-</a:t>
                </a:r>
                <a:r>
                  <a:rPr lang="en-US" altLang="zh-CN" sz="2800" dirty="0">
                    <a:solidFill>
                      <a:srgbClr val="000099"/>
                    </a:solidFill>
                    <a:sym typeface="Symbol" pitchFamily="18" charset="2"/>
                  </a:rPr>
                  <a:t>&gt;</a:t>
                </a:r>
                <a:r>
                  <a:rPr lang="en-US" altLang="zh-CN" sz="2800" dirty="0" err="1">
                    <a:solidFill>
                      <a:srgbClr val="000099"/>
                    </a:solidFill>
                  </a:rPr>
                  <a:t>rlink</a:t>
                </a:r>
                <a:r>
                  <a:rPr lang="en-US" altLang="zh-CN" sz="2800" dirty="0">
                    <a:solidFill>
                      <a:srgbClr val="000099"/>
                    </a:solidFill>
                  </a:rPr>
                  <a:t>=list;</a:t>
                </a:r>
                <a:endParaRPr lang="zh-CN" altLang="en-US" sz="2800" dirty="0">
                  <a:solidFill>
                    <a:srgbClr val="000099"/>
                  </a:solidFill>
                </a:endParaRPr>
              </a:p>
            </p:txBody>
          </p:sp>
          <p:sp>
            <p:nvSpPr>
              <p:cNvPr id="59470" name="AutoShape 34"/>
              <p:cNvSpPr>
                <a:spLocks noChangeArrowheads="1"/>
              </p:cNvSpPr>
              <p:nvPr/>
            </p:nvSpPr>
            <p:spPr bwMode="auto">
              <a:xfrm>
                <a:off x="3515" y="2080"/>
                <a:ext cx="1075" cy="293"/>
              </a:xfrm>
              <a:prstGeom prst="wedgeRectCallout">
                <a:avLst>
                  <a:gd name="adj1" fmla="val -49907"/>
                  <a:gd name="adj2" fmla="val 100171"/>
                </a:avLst>
              </a:prstGeom>
              <a:noFill/>
              <a:ln w="44450" cap="sq">
                <a:solidFill>
                  <a:srgbClr val="33CCCC"/>
                </a:solidFill>
                <a:miter lim="800000"/>
              </a:ln>
            </p:spPr>
            <p:txBody>
              <a:bodyPr anchor="ctr"/>
              <a:lstStyle/>
              <a:p>
                <a:pPr algn="ctr"/>
                <a:endParaRPr lang="zh-CN" altLang="en-US" sz="2600"/>
              </a:p>
            </p:txBody>
          </p:sp>
        </p:grpSp>
        <p:grpSp>
          <p:nvGrpSpPr>
            <p:cNvPr id="10" name="Group 35"/>
            <p:cNvGrpSpPr/>
            <p:nvPr/>
          </p:nvGrpSpPr>
          <p:grpSpPr bwMode="auto">
            <a:xfrm>
              <a:off x="3515" y="1772"/>
              <a:ext cx="227" cy="330"/>
              <a:chOff x="249" y="1835"/>
              <a:chExt cx="227" cy="330"/>
            </a:xfrm>
          </p:grpSpPr>
          <p:sp>
            <p:nvSpPr>
              <p:cNvPr id="59467" name="Oval 36"/>
              <p:cNvSpPr>
                <a:spLocks noChangeArrowheads="1"/>
              </p:cNvSpPr>
              <p:nvPr/>
            </p:nvSpPr>
            <p:spPr bwMode="auto">
              <a:xfrm>
                <a:off x="249" y="1888"/>
                <a:ext cx="227" cy="213"/>
              </a:xfrm>
              <a:prstGeom prst="ellipse">
                <a:avLst/>
              </a:prstGeom>
              <a:noFill/>
              <a:ln w="25400" cap="sq">
                <a:solidFill>
                  <a:srgbClr val="FF0000"/>
                </a:solidFill>
                <a:round/>
              </a:ln>
            </p:spPr>
            <p:txBody>
              <a:bodyPr wrap="none" anchor="ctr"/>
              <a:lstStyle/>
              <a:p>
                <a:endParaRPr lang="zh-CN" altLang="en-US"/>
              </a:p>
            </p:txBody>
          </p:sp>
          <p:sp>
            <p:nvSpPr>
              <p:cNvPr id="59468" name="Text Box 37"/>
              <p:cNvSpPr txBox="1">
                <a:spLocks noChangeArrowheads="1"/>
              </p:cNvSpPr>
              <p:nvPr/>
            </p:nvSpPr>
            <p:spPr bwMode="auto">
              <a:xfrm>
                <a:off x="274" y="1835"/>
                <a:ext cx="182" cy="330"/>
              </a:xfrm>
              <a:prstGeom prst="rect">
                <a:avLst/>
              </a:prstGeom>
              <a:noFill/>
              <a:ln w="12700" cap="sq">
                <a:noFill/>
                <a:miter lim="800000"/>
              </a:ln>
            </p:spPr>
            <p:txBody>
              <a:bodyPr wrap="none">
                <a:spAutoFit/>
              </a:bodyPr>
              <a:lstStyle/>
              <a:p>
                <a:r>
                  <a:rPr lang="en-US" altLang="zh-CN" sz="2800">
                    <a:solidFill>
                      <a:srgbClr val="FF0000"/>
                    </a:solidFill>
                  </a:rPr>
                  <a:t>3</a:t>
                </a:r>
                <a:endParaRPr lang="en-US" altLang="zh-CN" sz="2800">
                  <a:solidFill>
                    <a:srgbClr val="FF0000"/>
                  </a:solidFill>
                </a:endParaRPr>
              </a:p>
            </p:txBody>
          </p:sp>
        </p:grpSp>
      </p:grpSp>
      <p:grpSp>
        <p:nvGrpSpPr>
          <p:cNvPr id="11" name="Group 38"/>
          <p:cNvGrpSpPr/>
          <p:nvPr/>
        </p:nvGrpSpPr>
        <p:grpSpPr bwMode="auto">
          <a:xfrm>
            <a:off x="3625850" y="2460625"/>
            <a:ext cx="3289300" cy="382588"/>
            <a:chOff x="1352" y="2568"/>
            <a:chExt cx="2072" cy="241"/>
          </a:xfrm>
        </p:grpSpPr>
        <p:sp>
          <p:nvSpPr>
            <p:cNvPr id="59461" name="Line 39"/>
            <p:cNvSpPr>
              <a:spLocks noChangeShapeType="1"/>
            </p:cNvSpPr>
            <p:nvPr/>
          </p:nvSpPr>
          <p:spPr bwMode="auto">
            <a:xfrm flipH="1">
              <a:off x="1352" y="2568"/>
              <a:ext cx="136" cy="136"/>
            </a:xfrm>
            <a:prstGeom prst="line">
              <a:avLst/>
            </a:prstGeom>
            <a:noFill/>
            <a:ln w="31750" cap="sq">
              <a:solidFill>
                <a:schemeClr val="bg1"/>
              </a:solidFill>
              <a:round/>
              <a:tailEnd type="stealth" w="med" len="lg"/>
            </a:ln>
          </p:spPr>
          <p:txBody>
            <a:bodyPr wrap="none" anchor="ctr"/>
            <a:lstStyle/>
            <a:p>
              <a:endParaRPr lang="zh-CN" altLang="en-US"/>
            </a:p>
          </p:txBody>
        </p:sp>
        <p:sp>
          <p:nvSpPr>
            <p:cNvPr id="59462" name="Line 40"/>
            <p:cNvSpPr>
              <a:spLocks noChangeShapeType="1"/>
            </p:cNvSpPr>
            <p:nvPr/>
          </p:nvSpPr>
          <p:spPr bwMode="auto">
            <a:xfrm flipV="1">
              <a:off x="1495" y="2568"/>
              <a:ext cx="1929" cy="0"/>
            </a:xfrm>
            <a:prstGeom prst="line">
              <a:avLst/>
            </a:prstGeom>
            <a:noFill/>
            <a:ln w="31750" cap="sq">
              <a:solidFill>
                <a:schemeClr val="bg1"/>
              </a:solidFill>
              <a:round/>
            </a:ln>
          </p:spPr>
          <p:txBody>
            <a:bodyPr wrap="none" anchor="ctr"/>
            <a:lstStyle/>
            <a:p>
              <a:endParaRPr lang="zh-CN" altLang="en-US"/>
            </a:p>
          </p:txBody>
        </p:sp>
        <p:sp>
          <p:nvSpPr>
            <p:cNvPr id="59463" name="Line 41"/>
            <p:cNvSpPr>
              <a:spLocks noChangeShapeType="1"/>
            </p:cNvSpPr>
            <p:nvPr/>
          </p:nvSpPr>
          <p:spPr bwMode="auto">
            <a:xfrm rot="5400000" flipV="1">
              <a:off x="3309" y="2696"/>
              <a:ext cx="227" cy="0"/>
            </a:xfrm>
            <a:prstGeom prst="line">
              <a:avLst/>
            </a:prstGeom>
            <a:noFill/>
            <a:ln w="31750" cap="sq">
              <a:solidFill>
                <a:schemeClr val="bg1"/>
              </a:solidFill>
              <a:round/>
            </a:ln>
          </p:spPr>
          <p:txBody>
            <a:bodyPr wrap="none" anchor="ctr"/>
            <a:lstStyle/>
            <a:p>
              <a:endParaRPr lang="zh-CN" altLang="en-US"/>
            </a:p>
          </p:txBody>
        </p:sp>
        <p:sp>
          <p:nvSpPr>
            <p:cNvPr id="59464" name="Line 42"/>
            <p:cNvSpPr>
              <a:spLocks noChangeShapeType="1"/>
            </p:cNvSpPr>
            <p:nvPr/>
          </p:nvSpPr>
          <p:spPr bwMode="auto">
            <a:xfrm>
              <a:off x="3180" y="2809"/>
              <a:ext cx="227" cy="0"/>
            </a:xfrm>
            <a:prstGeom prst="line">
              <a:avLst/>
            </a:prstGeom>
            <a:noFill/>
            <a:ln w="31750" cap="sq">
              <a:solidFill>
                <a:schemeClr val="bg1"/>
              </a:solidFill>
              <a:round/>
            </a:ln>
          </p:spPr>
          <p:txBody>
            <a:bodyPr wrap="none" anchor="ctr"/>
            <a:lstStyle/>
            <a:p>
              <a:endParaRPr lang="zh-CN" altLang="en-US"/>
            </a:p>
          </p:txBody>
        </p:sp>
      </p:grpSp>
      <p:grpSp>
        <p:nvGrpSpPr>
          <p:cNvPr id="12" name="Group 43"/>
          <p:cNvGrpSpPr/>
          <p:nvPr/>
        </p:nvGrpSpPr>
        <p:grpSpPr bwMode="auto">
          <a:xfrm>
            <a:off x="3121026" y="2378076"/>
            <a:ext cx="3395663" cy="1090613"/>
            <a:chOff x="1034" y="2516"/>
            <a:chExt cx="2139" cy="687"/>
          </a:xfrm>
        </p:grpSpPr>
        <p:sp>
          <p:nvSpPr>
            <p:cNvPr id="59453" name="Rectangle 44"/>
            <p:cNvSpPr>
              <a:spLocks noChangeArrowheads="1"/>
            </p:cNvSpPr>
            <p:nvPr/>
          </p:nvSpPr>
          <p:spPr bwMode="auto">
            <a:xfrm rot="5400000">
              <a:off x="1245" y="2741"/>
              <a:ext cx="70" cy="150"/>
            </a:xfrm>
            <a:prstGeom prst="rect">
              <a:avLst/>
            </a:prstGeom>
            <a:solidFill>
              <a:srgbClr val="FFFFFF"/>
            </a:solidFill>
            <a:ln w="12700" cap="sq">
              <a:noFill/>
              <a:miter lim="800000"/>
            </a:ln>
          </p:spPr>
          <p:txBody>
            <a:bodyPr wrap="none" anchor="ctr"/>
            <a:lstStyle/>
            <a:p>
              <a:endParaRPr lang="zh-CN" altLang="en-US"/>
            </a:p>
          </p:txBody>
        </p:sp>
        <p:sp>
          <p:nvSpPr>
            <p:cNvPr id="59454" name="Rectangle 45"/>
            <p:cNvSpPr>
              <a:spLocks noChangeArrowheads="1"/>
            </p:cNvSpPr>
            <p:nvPr/>
          </p:nvSpPr>
          <p:spPr bwMode="auto">
            <a:xfrm>
              <a:off x="1111" y="2673"/>
              <a:ext cx="70" cy="150"/>
            </a:xfrm>
            <a:prstGeom prst="rect">
              <a:avLst/>
            </a:prstGeom>
            <a:solidFill>
              <a:srgbClr val="FFFFFF"/>
            </a:solidFill>
            <a:ln w="12700" cap="sq">
              <a:noFill/>
              <a:miter lim="800000"/>
            </a:ln>
          </p:spPr>
          <p:txBody>
            <a:bodyPr wrap="none" anchor="ctr"/>
            <a:lstStyle/>
            <a:p>
              <a:endParaRPr lang="zh-CN" altLang="en-US"/>
            </a:p>
          </p:txBody>
        </p:sp>
        <p:sp>
          <p:nvSpPr>
            <p:cNvPr id="59455" name="Rectangle 46"/>
            <p:cNvSpPr>
              <a:spLocks noChangeArrowheads="1"/>
            </p:cNvSpPr>
            <p:nvPr/>
          </p:nvSpPr>
          <p:spPr bwMode="auto">
            <a:xfrm>
              <a:off x="1034" y="2516"/>
              <a:ext cx="136" cy="272"/>
            </a:xfrm>
            <a:prstGeom prst="rect">
              <a:avLst/>
            </a:prstGeom>
            <a:solidFill>
              <a:srgbClr val="FFFFFF"/>
            </a:solidFill>
            <a:ln w="12700" cap="sq">
              <a:noFill/>
              <a:miter lim="800000"/>
            </a:ln>
          </p:spPr>
          <p:txBody>
            <a:bodyPr wrap="none" anchor="ctr"/>
            <a:lstStyle/>
            <a:p>
              <a:endParaRPr lang="zh-CN" altLang="en-US"/>
            </a:p>
          </p:txBody>
        </p:sp>
        <p:sp>
          <p:nvSpPr>
            <p:cNvPr id="59456" name="Rectangle 47"/>
            <p:cNvSpPr>
              <a:spLocks noChangeArrowheads="1"/>
            </p:cNvSpPr>
            <p:nvPr/>
          </p:nvSpPr>
          <p:spPr bwMode="auto">
            <a:xfrm>
              <a:off x="1087" y="2527"/>
              <a:ext cx="272" cy="168"/>
            </a:xfrm>
            <a:prstGeom prst="rect">
              <a:avLst/>
            </a:prstGeom>
            <a:solidFill>
              <a:srgbClr val="FFFFFF"/>
            </a:solidFill>
            <a:ln w="12700" cap="sq">
              <a:noFill/>
              <a:miter lim="800000"/>
            </a:ln>
          </p:spPr>
          <p:txBody>
            <a:bodyPr wrap="none" anchor="ctr"/>
            <a:lstStyle/>
            <a:p>
              <a:endParaRPr lang="zh-CN" altLang="en-US"/>
            </a:p>
          </p:txBody>
        </p:sp>
        <p:sp>
          <p:nvSpPr>
            <p:cNvPr id="59457" name="Line 48"/>
            <p:cNvSpPr>
              <a:spLocks noChangeShapeType="1"/>
            </p:cNvSpPr>
            <p:nvPr/>
          </p:nvSpPr>
          <p:spPr bwMode="auto">
            <a:xfrm rot="5400000" flipV="1">
              <a:off x="920" y="3090"/>
              <a:ext cx="227" cy="0"/>
            </a:xfrm>
            <a:prstGeom prst="line">
              <a:avLst/>
            </a:prstGeom>
            <a:noFill/>
            <a:ln w="31750" cap="sq">
              <a:solidFill>
                <a:schemeClr val="bg1"/>
              </a:solidFill>
              <a:round/>
            </a:ln>
          </p:spPr>
          <p:txBody>
            <a:bodyPr wrap="none" anchor="ctr"/>
            <a:lstStyle/>
            <a:p>
              <a:endParaRPr lang="zh-CN" altLang="en-US"/>
            </a:p>
          </p:txBody>
        </p:sp>
        <p:sp>
          <p:nvSpPr>
            <p:cNvPr id="59458" name="Line 49"/>
            <p:cNvSpPr>
              <a:spLocks noChangeShapeType="1"/>
            </p:cNvSpPr>
            <p:nvPr/>
          </p:nvSpPr>
          <p:spPr bwMode="auto">
            <a:xfrm>
              <a:off x="1037" y="2969"/>
              <a:ext cx="227" cy="0"/>
            </a:xfrm>
            <a:prstGeom prst="line">
              <a:avLst/>
            </a:prstGeom>
            <a:noFill/>
            <a:ln w="31750" cap="sq">
              <a:solidFill>
                <a:schemeClr val="bg1"/>
              </a:solidFill>
              <a:round/>
            </a:ln>
          </p:spPr>
          <p:txBody>
            <a:bodyPr wrap="none" anchor="ctr"/>
            <a:lstStyle/>
            <a:p>
              <a:endParaRPr lang="zh-CN" altLang="en-US"/>
            </a:p>
          </p:txBody>
        </p:sp>
        <p:sp>
          <p:nvSpPr>
            <p:cNvPr id="59459" name="Line 50"/>
            <p:cNvSpPr>
              <a:spLocks noChangeShapeType="1"/>
            </p:cNvSpPr>
            <p:nvPr/>
          </p:nvSpPr>
          <p:spPr bwMode="auto">
            <a:xfrm flipV="1">
              <a:off x="1055" y="3203"/>
              <a:ext cx="1929" cy="0"/>
            </a:xfrm>
            <a:prstGeom prst="line">
              <a:avLst/>
            </a:prstGeom>
            <a:noFill/>
            <a:ln w="31750" cap="sq">
              <a:solidFill>
                <a:schemeClr val="bg1"/>
              </a:solidFill>
              <a:round/>
            </a:ln>
          </p:spPr>
          <p:txBody>
            <a:bodyPr wrap="none" anchor="ctr"/>
            <a:lstStyle/>
            <a:p>
              <a:endParaRPr lang="zh-CN" altLang="en-US"/>
            </a:p>
          </p:txBody>
        </p:sp>
        <p:sp>
          <p:nvSpPr>
            <p:cNvPr id="59460" name="Line 51"/>
            <p:cNvSpPr>
              <a:spLocks noChangeShapeType="1"/>
            </p:cNvSpPr>
            <p:nvPr/>
          </p:nvSpPr>
          <p:spPr bwMode="auto">
            <a:xfrm rot="4999457" flipH="1" flipV="1">
              <a:off x="3015" y="3030"/>
              <a:ext cx="136" cy="181"/>
            </a:xfrm>
            <a:prstGeom prst="line">
              <a:avLst/>
            </a:prstGeom>
            <a:noFill/>
            <a:ln w="31750" cap="sq">
              <a:solidFill>
                <a:schemeClr val="bg1"/>
              </a:solidFill>
              <a:round/>
              <a:tailEnd type="stealth" w="med" len="lg"/>
            </a:ln>
          </p:spPr>
          <p:txBody>
            <a:bodyPr wrap="none" anchor="ctr"/>
            <a:lstStyle/>
            <a:p>
              <a:endParaRPr lang="zh-CN" altLang="en-US"/>
            </a:p>
          </p:txBody>
        </p:sp>
      </p:grpSp>
      <p:grpSp>
        <p:nvGrpSpPr>
          <p:cNvPr id="13" name="Group 52"/>
          <p:cNvGrpSpPr/>
          <p:nvPr/>
        </p:nvGrpSpPr>
        <p:grpSpPr bwMode="auto">
          <a:xfrm>
            <a:off x="5403850" y="2605087"/>
            <a:ext cx="3240088" cy="990599"/>
            <a:chOff x="2472" y="2659"/>
            <a:chExt cx="2041" cy="624"/>
          </a:xfrm>
        </p:grpSpPr>
        <p:sp>
          <p:nvSpPr>
            <p:cNvPr id="59445" name="Rectangle 53"/>
            <p:cNvSpPr>
              <a:spLocks noChangeArrowheads="1"/>
            </p:cNvSpPr>
            <p:nvPr/>
          </p:nvSpPr>
          <p:spPr bwMode="auto">
            <a:xfrm>
              <a:off x="2472" y="3060"/>
              <a:ext cx="136" cy="122"/>
            </a:xfrm>
            <a:prstGeom prst="rect">
              <a:avLst/>
            </a:prstGeom>
            <a:solidFill>
              <a:srgbClr val="FFFFFF"/>
            </a:solidFill>
            <a:ln w="12700" cap="sq">
              <a:noFill/>
              <a:miter lim="800000"/>
            </a:ln>
          </p:spPr>
          <p:txBody>
            <a:bodyPr wrap="none" anchor="ctr"/>
            <a:lstStyle/>
            <a:p>
              <a:endParaRPr lang="zh-CN" altLang="en-US"/>
            </a:p>
          </p:txBody>
        </p:sp>
        <p:grpSp>
          <p:nvGrpSpPr>
            <p:cNvPr id="14" name="Group 54"/>
            <p:cNvGrpSpPr/>
            <p:nvPr/>
          </p:nvGrpSpPr>
          <p:grpSpPr bwMode="auto">
            <a:xfrm>
              <a:off x="3696" y="2659"/>
              <a:ext cx="817" cy="624"/>
              <a:chOff x="2426" y="2645"/>
              <a:chExt cx="817" cy="624"/>
            </a:xfrm>
          </p:grpSpPr>
          <p:grpSp>
            <p:nvGrpSpPr>
              <p:cNvPr id="15" name="Group 55"/>
              <p:cNvGrpSpPr/>
              <p:nvPr/>
            </p:nvGrpSpPr>
            <p:grpSpPr bwMode="auto">
              <a:xfrm>
                <a:off x="2426" y="2715"/>
                <a:ext cx="817" cy="318"/>
                <a:chOff x="3560" y="2795"/>
                <a:chExt cx="817" cy="318"/>
              </a:xfrm>
            </p:grpSpPr>
            <p:sp>
              <p:nvSpPr>
                <p:cNvPr id="59450" name="Rectangle 56"/>
                <p:cNvSpPr>
                  <a:spLocks noChangeArrowheads="1"/>
                </p:cNvSpPr>
                <p:nvPr/>
              </p:nvSpPr>
              <p:spPr bwMode="auto">
                <a:xfrm>
                  <a:off x="3742" y="2795"/>
                  <a:ext cx="453" cy="318"/>
                </a:xfrm>
                <a:prstGeom prst="rect">
                  <a:avLst/>
                </a:prstGeom>
                <a:noFill/>
                <a:ln w="31750" cap="sq">
                  <a:solidFill>
                    <a:srgbClr val="000080"/>
                  </a:solidFill>
                  <a:miter lim="800000"/>
                </a:ln>
              </p:spPr>
              <p:txBody>
                <a:bodyPr wrap="none" anchor="ctr"/>
                <a:lstStyle/>
                <a:p>
                  <a:endParaRPr lang="zh-CN" altLang="en-US"/>
                </a:p>
              </p:txBody>
            </p:sp>
            <p:sp>
              <p:nvSpPr>
                <p:cNvPr id="59451" name="Rectangle 57"/>
                <p:cNvSpPr>
                  <a:spLocks noChangeArrowheads="1"/>
                </p:cNvSpPr>
                <p:nvPr/>
              </p:nvSpPr>
              <p:spPr bwMode="auto">
                <a:xfrm>
                  <a:off x="4195" y="2795"/>
                  <a:ext cx="182" cy="318"/>
                </a:xfrm>
                <a:prstGeom prst="rect">
                  <a:avLst/>
                </a:prstGeom>
                <a:noFill/>
                <a:ln w="31750" cap="sq">
                  <a:solidFill>
                    <a:srgbClr val="333399"/>
                  </a:solidFill>
                  <a:miter lim="800000"/>
                </a:ln>
              </p:spPr>
              <p:txBody>
                <a:bodyPr wrap="none" anchor="ctr"/>
                <a:lstStyle/>
                <a:p>
                  <a:endParaRPr lang="zh-CN" altLang="en-US"/>
                </a:p>
              </p:txBody>
            </p:sp>
            <p:sp>
              <p:nvSpPr>
                <p:cNvPr id="59452" name="Rectangle 58"/>
                <p:cNvSpPr>
                  <a:spLocks noChangeArrowheads="1"/>
                </p:cNvSpPr>
                <p:nvPr/>
              </p:nvSpPr>
              <p:spPr bwMode="auto">
                <a:xfrm>
                  <a:off x="3560" y="2795"/>
                  <a:ext cx="182" cy="318"/>
                </a:xfrm>
                <a:prstGeom prst="rect">
                  <a:avLst/>
                </a:prstGeom>
                <a:noFill/>
                <a:ln w="31750" cap="sq">
                  <a:solidFill>
                    <a:srgbClr val="000080"/>
                  </a:solidFill>
                  <a:miter lim="800000"/>
                </a:ln>
              </p:spPr>
              <p:txBody>
                <a:bodyPr wrap="none" anchor="ctr"/>
                <a:lstStyle/>
                <a:p>
                  <a:endParaRPr lang="zh-CN" altLang="en-US"/>
                </a:p>
              </p:txBody>
            </p:sp>
          </p:grpSp>
          <p:sp>
            <p:nvSpPr>
              <p:cNvPr id="59448" name="Rectangle 59"/>
              <p:cNvSpPr>
                <a:spLocks noChangeArrowheads="1"/>
              </p:cNvSpPr>
              <p:nvPr/>
            </p:nvSpPr>
            <p:spPr bwMode="auto">
              <a:xfrm>
                <a:off x="2667" y="2645"/>
                <a:ext cx="227" cy="233"/>
              </a:xfrm>
              <a:prstGeom prst="rect">
                <a:avLst/>
              </a:prstGeom>
              <a:noFill/>
              <a:ln w="12700" cap="sq">
                <a:noFill/>
                <a:miter lim="800000"/>
              </a:ln>
            </p:spPr>
            <p:txBody>
              <a:bodyPr wrap="none">
                <a:spAutoFit/>
              </a:bodyPr>
              <a:lstStyle/>
              <a:p>
                <a:pPr>
                  <a:spcBef>
                    <a:spcPct val="0"/>
                  </a:spcBef>
                </a:pPr>
                <a:r>
                  <a:rPr lang="en-US" altLang="zh-CN" dirty="0">
                    <a:solidFill>
                      <a:srgbClr val="000099"/>
                    </a:solidFill>
                  </a:rPr>
                  <a:t>a</a:t>
                </a:r>
                <a:r>
                  <a:rPr lang="en-US" altLang="zh-CN" baseline="-30000" dirty="0">
                    <a:solidFill>
                      <a:srgbClr val="000099"/>
                    </a:solidFill>
                  </a:rPr>
                  <a:t>3</a:t>
                </a:r>
                <a:endParaRPr lang="zh-CN" altLang="en-US" baseline="-30000" dirty="0">
                  <a:solidFill>
                    <a:srgbClr val="000099"/>
                  </a:solidFill>
                </a:endParaRPr>
              </a:p>
            </p:txBody>
          </p:sp>
          <p:sp>
            <p:nvSpPr>
              <p:cNvPr id="59449" name="Rectangle 60"/>
              <p:cNvSpPr>
                <a:spLocks noChangeArrowheads="1"/>
              </p:cNvSpPr>
              <p:nvPr/>
            </p:nvSpPr>
            <p:spPr bwMode="auto">
              <a:xfrm>
                <a:off x="2458" y="2959"/>
                <a:ext cx="212" cy="310"/>
              </a:xfrm>
              <a:prstGeom prst="rect">
                <a:avLst/>
              </a:prstGeom>
              <a:noFill/>
              <a:ln w="12700" cap="sq">
                <a:noFill/>
                <a:miter lim="800000"/>
              </a:ln>
            </p:spPr>
            <p:txBody>
              <a:bodyPr wrap="none">
                <a:spAutoFit/>
              </a:bodyPr>
              <a:lstStyle/>
              <a:p>
                <a:r>
                  <a:rPr lang="en-US" altLang="zh-CN" sz="2600">
                    <a:solidFill>
                      <a:srgbClr val="FF0000"/>
                    </a:solidFill>
                  </a:rPr>
                  <a:t>p</a:t>
                </a:r>
                <a:endParaRPr lang="zh-CN" altLang="en-US" sz="2600">
                  <a:solidFill>
                    <a:srgbClr val="FF0000"/>
                  </a:solidFill>
                </a:endParaRPr>
              </a:p>
            </p:txBody>
          </p:sp>
        </p:grpSp>
      </p:grpSp>
      <p:grpSp>
        <p:nvGrpSpPr>
          <p:cNvPr id="16" name="Group 61"/>
          <p:cNvGrpSpPr/>
          <p:nvPr/>
        </p:nvGrpSpPr>
        <p:grpSpPr bwMode="auto">
          <a:xfrm>
            <a:off x="3647729" y="2204864"/>
            <a:ext cx="3711575" cy="596900"/>
            <a:chOff x="1352" y="2433"/>
            <a:chExt cx="2338" cy="376"/>
          </a:xfrm>
        </p:grpSpPr>
        <p:sp>
          <p:nvSpPr>
            <p:cNvPr id="59442" name="Rectangle 62"/>
            <p:cNvSpPr>
              <a:spLocks noChangeArrowheads="1"/>
            </p:cNvSpPr>
            <p:nvPr/>
          </p:nvSpPr>
          <p:spPr bwMode="auto">
            <a:xfrm>
              <a:off x="1352" y="2433"/>
              <a:ext cx="2051" cy="272"/>
            </a:xfrm>
            <a:prstGeom prst="rect">
              <a:avLst/>
            </a:prstGeom>
            <a:solidFill>
              <a:srgbClr val="FFFFFF"/>
            </a:solidFill>
            <a:ln w="12700" cap="sq">
              <a:noFill/>
              <a:miter lim="800000"/>
            </a:ln>
          </p:spPr>
          <p:txBody>
            <a:bodyPr wrap="none" anchor="ctr"/>
            <a:lstStyle/>
            <a:p>
              <a:endParaRPr lang="zh-CN" altLang="en-US"/>
            </a:p>
          </p:txBody>
        </p:sp>
        <p:sp>
          <p:nvSpPr>
            <p:cNvPr id="59443" name="Rectangle 63"/>
            <p:cNvSpPr>
              <a:spLocks noChangeArrowheads="1"/>
            </p:cNvSpPr>
            <p:nvPr/>
          </p:nvSpPr>
          <p:spPr bwMode="auto">
            <a:xfrm>
              <a:off x="3334" y="2484"/>
              <a:ext cx="136" cy="318"/>
            </a:xfrm>
            <a:prstGeom prst="rect">
              <a:avLst/>
            </a:prstGeom>
            <a:solidFill>
              <a:srgbClr val="FFFFFF"/>
            </a:solidFill>
            <a:ln w="12700" cap="sq">
              <a:noFill/>
              <a:miter lim="800000"/>
            </a:ln>
          </p:spPr>
          <p:txBody>
            <a:bodyPr wrap="none" anchor="ctr"/>
            <a:lstStyle/>
            <a:p>
              <a:endParaRPr lang="zh-CN" altLang="en-US"/>
            </a:p>
          </p:txBody>
        </p:sp>
        <p:sp>
          <p:nvSpPr>
            <p:cNvPr id="59444" name="Line 64"/>
            <p:cNvSpPr>
              <a:spLocks noChangeShapeType="1"/>
            </p:cNvSpPr>
            <p:nvPr/>
          </p:nvSpPr>
          <p:spPr bwMode="auto">
            <a:xfrm>
              <a:off x="3191" y="2809"/>
              <a:ext cx="499" cy="0"/>
            </a:xfrm>
            <a:prstGeom prst="line">
              <a:avLst/>
            </a:prstGeom>
            <a:noFill/>
            <a:ln w="31750" cap="sq">
              <a:solidFill>
                <a:schemeClr val="bg1"/>
              </a:solidFill>
              <a:round/>
              <a:tailEnd type="triangle" w="med" len="lg"/>
            </a:ln>
          </p:spPr>
          <p:txBody>
            <a:bodyPr wrap="none" anchor="ctr"/>
            <a:lstStyle/>
            <a:p>
              <a:endParaRPr lang="zh-CN" altLang="en-US"/>
            </a:p>
          </p:txBody>
        </p:sp>
      </p:grpSp>
      <p:grpSp>
        <p:nvGrpSpPr>
          <p:cNvPr id="17" name="Group 65"/>
          <p:cNvGrpSpPr/>
          <p:nvPr/>
        </p:nvGrpSpPr>
        <p:grpSpPr bwMode="auto">
          <a:xfrm>
            <a:off x="3470275" y="2411413"/>
            <a:ext cx="5461000" cy="476250"/>
            <a:chOff x="1254" y="2537"/>
            <a:chExt cx="3440" cy="300"/>
          </a:xfrm>
        </p:grpSpPr>
        <p:sp>
          <p:nvSpPr>
            <p:cNvPr id="59438" name="Line 66"/>
            <p:cNvSpPr>
              <a:spLocks noChangeShapeType="1"/>
            </p:cNvSpPr>
            <p:nvPr/>
          </p:nvSpPr>
          <p:spPr bwMode="auto">
            <a:xfrm rot="11843774" flipV="1">
              <a:off x="1254" y="2537"/>
              <a:ext cx="136" cy="181"/>
            </a:xfrm>
            <a:prstGeom prst="line">
              <a:avLst/>
            </a:prstGeom>
            <a:noFill/>
            <a:ln w="31750" cap="sq">
              <a:solidFill>
                <a:schemeClr val="bg1"/>
              </a:solidFill>
              <a:round/>
              <a:tailEnd type="stealth" w="med" len="lg"/>
            </a:ln>
          </p:spPr>
          <p:txBody>
            <a:bodyPr wrap="none" anchor="ctr"/>
            <a:lstStyle/>
            <a:p>
              <a:endParaRPr lang="zh-CN" altLang="en-US"/>
            </a:p>
          </p:txBody>
        </p:sp>
        <p:sp>
          <p:nvSpPr>
            <p:cNvPr id="59439" name="Line 67"/>
            <p:cNvSpPr>
              <a:spLocks noChangeShapeType="1"/>
            </p:cNvSpPr>
            <p:nvPr/>
          </p:nvSpPr>
          <p:spPr bwMode="auto">
            <a:xfrm flipV="1">
              <a:off x="1415" y="2561"/>
              <a:ext cx="3266" cy="0"/>
            </a:xfrm>
            <a:prstGeom prst="line">
              <a:avLst/>
            </a:prstGeom>
            <a:noFill/>
            <a:ln w="31750" cap="sq">
              <a:solidFill>
                <a:schemeClr val="bg1"/>
              </a:solidFill>
              <a:round/>
            </a:ln>
          </p:spPr>
          <p:txBody>
            <a:bodyPr wrap="none" anchor="ctr"/>
            <a:lstStyle/>
            <a:p>
              <a:endParaRPr lang="zh-CN" altLang="en-US"/>
            </a:p>
          </p:txBody>
        </p:sp>
        <p:sp>
          <p:nvSpPr>
            <p:cNvPr id="59440" name="Line 68"/>
            <p:cNvSpPr>
              <a:spLocks noChangeShapeType="1"/>
            </p:cNvSpPr>
            <p:nvPr/>
          </p:nvSpPr>
          <p:spPr bwMode="auto">
            <a:xfrm rot="-5400000" flipH="1" flipV="1">
              <a:off x="4558" y="2697"/>
              <a:ext cx="272" cy="0"/>
            </a:xfrm>
            <a:prstGeom prst="line">
              <a:avLst/>
            </a:prstGeom>
            <a:noFill/>
            <a:ln w="31750" cap="sq">
              <a:solidFill>
                <a:schemeClr val="bg1"/>
              </a:solidFill>
              <a:round/>
            </a:ln>
          </p:spPr>
          <p:txBody>
            <a:bodyPr wrap="none" anchor="ctr"/>
            <a:lstStyle/>
            <a:p>
              <a:endParaRPr lang="zh-CN" altLang="en-US"/>
            </a:p>
          </p:txBody>
        </p:sp>
        <p:sp>
          <p:nvSpPr>
            <p:cNvPr id="59441" name="Line 69"/>
            <p:cNvSpPr>
              <a:spLocks noChangeShapeType="1"/>
            </p:cNvSpPr>
            <p:nvPr/>
          </p:nvSpPr>
          <p:spPr bwMode="auto">
            <a:xfrm>
              <a:off x="4450" y="2837"/>
              <a:ext cx="227" cy="0"/>
            </a:xfrm>
            <a:prstGeom prst="line">
              <a:avLst/>
            </a:prstGeom>
            <a:noFill/>
            <a:ln w="31750" cap="sq">
              <a:solidFill>
                <a:schemeClr val="bg1"/>
              </a:solidFill>
              <a:round/>
            </a:ln>
          </p:spPr>
          <p:txBody>
            <a:bodyPr wrap="none" anchor="ctr"/>
            <a:lstStyle/>
            <a:p>
              <a:endParaRPr lang="zh-CN" altLang="en-US"/>
            </a:p>
          </p:txBody>
        </p:sp>
      </p:grpSp>
      <p:grpSp>
        <p:nvGrpSpPr>
          <p:cNvPr id="18" name="Group 70"/>
          <p:cNvGrpSpPr/>
          <p:nvPr/>
        </p:nvGrpSpPr>
        <p:grpSpPr bwMode="auto">
          <a:xfrm>
            <a:off x="4318001" y="1214438"/>
            <a:ext cx="2454275" cy="914400"/>
            <a:chOff x="1788" y="1783"/>
            <a:chExt cx="1546" cy="576"/>
          </a:xfrm>
        </p:grpSpPr>
        <p:grpSp>
          <p:nvGrpSpPr>
            <p:cNvPr id="19" name="Group 71"/>
            <p:cNvGrpSpPr/>
            <p:nvPr/>
          </p:nvGrpSpPr>
          <p:grpSpPr bwMode="auto">
            <a:xfrm>
              <a:off x="1788" y="1783"/>
              <a:ext cx="244" cy="330"/>
              <a:chOff x="249" y="1835"/>
              <a:chExt cx="244" cy="330"/>
            </a:xfrm>
          </p:grpSpPr>
          <p:sp>
            <p:nvSpPr>
              <p:cNvPr id="59436" name="Oval 72"/>
              <p:cNvSpPr>
                <a:spLocks noChangeArrowheads="1"/>
              </p:cNvSpPr>
              <p:nvPr/>
            </p:nvSpPr>
            <p:spPr bwMode="auto">
              <a:xfrm>
                <a:off x="249" y="1888"/>
                <a:ext cx="227" cy="213"/>
              </a:xfrm>
              <a:prstGeom prst="ellipse">
                <a:avLst/>
              </a:prstGeom>
              <a:noFill/>
              <a:ln w="25400" cap="sq">
                <a:solidFill>
                  <a:srgbClr val="FF0000"/>
                </a:solidFill>
                <a:round/>
              </a:ln>
            </p:spPr>
            <p:txBody>
              <a:bodyPr wrap="none" anchor="ctr"/>
              <a:lstStyle/>
              <a:p>
                <a:endParaRPr lang="zh-CN" altLang="en-US"/>
              </a:p>
            </p:txBody>
          </p:sp>
          <p:sp>
            <p:nvSpPr>
              <p:cNvPr id="59437" name="Text Box 73"/>
              <p:cNvSpPr txBox="1">
                <a:spLocks noChangeArrowheads="1"/>
              </p:cNvSpPr>
              <p:nvPr/>
            </p:nvSpPr>
            <p:spPr bwMode="auto">
              <a:xfrm>
                <a:off x="274" y="1835"/>
                <a:ext cx="219" cy="330"/>
              </a:xfrm>
              <a:prstGeom prst="rect">
                <a:avLst/>
              </a:prstGeom>
              <a:noFill/>
              <a:ln w="12700" cap="sq">
                <a:noFill/>
                <a:miter lim="800000"/>
              </a:ln>
            </p:spPr>
            <p:txBody>
              <a:bodyPr wrap="none">
                <a:spAutoFit/>
              </a:bodyPr>
              <a:lstStyle/>
              <a:p>
                <a:r>
                  <a:rPr lang="en-US" altLang="zh-CN" sz="2800">
                    <a:solidFill>
                      <a:srgbClr val="FF0000"/>
                    </a:solidFill>
                  </a:rPr>
                  <a:t>1</a:t>
                </a:r>
                <a:endParaRPr lang="en-US" altLang="zh-CN" sz="2800">
                  <a:solidFill>
                    <a:srgbClr val="FF0000"/>
                  </a:solidFill>
                </a:endParaRPr>
              </a:p>
            </p:txBody>
          </p:sp>
        </p:grpSp>
        <p:sp>
          <p:nvSpPr>
            <p:cNvPr id="59435" name="AutoShape 74"/>
            <p:cNvSpPr>
              <a:spLocks noChangeArrowheads="1"/>
            </p:cNvSpPr>
            <p:nvPr/>
          </p:nvSpPr>
          <p:spPr bwMode="auto">
            <a:xfrm>
              <a:off x="1791" y="2087"/>
              <a:ext cx="1543" cy="272"/>
            </a:xfrm>
            <a:prstGeom prst="wedgeRectCallout">
              <a:avLst>
                <a:gd name="adj1" fmla="val -26343"/>
                <a:gd name="adj2" fmla="val 177204"/>
              </a:avLst>
            </a:prstGeom>
            <a:noFill/>
            <a:ln w="44450" cap="sq">
              <a:solidFill>
                <a:srgbClr val="33CCCC"/>
              </a:solidFill>
              <a:miter lim="800000"/>
            </a:ln>
          </p:spPr>
          <p:txBody>
            <a:bodyPr anchor="ctr"/>
            <a:lstStyle/>
            <a:p>
              <a:pPr algn="ctr"/>
              <a:endParaRPr lang="zh-CN" altLang="en-US" sz="2600"/>
            </a:p>
          </p:txBody>
        </p:sp>
      </p:grpSp>
      <p:grpSp>
        <p:nvGrpSpPr>
          <p:cNvPr id="20" name="Group 75"/>
          <p:cNvGrpSpPr/>
          <p:nvPr/>
        </p:nvGrpSpPr>
        <p:grpSpPr bwMode="auto">
          <a:xfrm>
            <a:off x="6267450" y="3813175"/>
            <a:ext cx="2492846" cy="977900"/>
            <a:chOff x="3016" y="3385"/>
            <a:chExt cx="1385" cy="616"/>
          </a:xfrm>
        </p:grpSpPr>
        <p:grpSp>
          <p:nvGrpSpPr>
            <p:cNvPr id="21" name="Group 76"/>
            <p:cNvGrpSpPr/>
            <p:nvPr/>
          </p:nvGrpSpPr>
          <p:grpSpPr bwMode="auto">
            <a:xfrm>
              <a:off x="3016" y="3385"/>
              <a:ext cx="1385" cy="330"/>
              <a:chOff x="3016" y="3385"/>
              <a:chExt cx="1385" cy="330"/>
            </a:xfrm>
          </p:grpSpPr>
          <p:sp>
            <p:nvSpPr>
              <p:cNvPr id="59432" name="Rectangle 77"/>
              <p:cNvSpPr>
                <a:spLocks noChangeArrowheads="1"/>
              </p:cNvSpPr>
              <p:nvPr/>
            </p:nvSpPr>
            <p:spPr bwMode="auto">
              <a:xfrm>
                <a:off x="3086" y="3385"/>
                <a:ext cx="1315" cy="330"/>
              </a:xfrm>
              <a:prstGeom prst="rect">
                <a:avLst/>
              </a:prstGeom>
              <a:noFill/>
              <a:ln w="12700" cap="sq">
                <a:noFill/>
                <a:miter lim="800000"/>
              </a:ln>
            </p:spPr>
            <p:txBody>
              <a:bodyPr>
                <a:spAutoFit/>
              </a:bodyPr>
              <a:lstStyle/>
              <a:p>
                <a:pPr>
                  <a:spcBef>
                    <a:spcPct val="0"/>
                  </a:spcBef>
                </a:pPr>
                <a:r>
                  <a:rPr lang="en-US" altLang="zh-CN" sz="2800" dirty="0">
                    <a:solidFill>
                      <a:srgbClr val="000099"/>
                    </a:solidFill>
                    <a:sym typeface="Symbol" pitchFamily="18" charset="2"/>
                  </a:rPr>
                  <a:t>list</a:t>
                </a:r>
                <a:r>
                  <a:rPr lang="en-US" altLang="zh-CN" sz="2800" dirty="0">
                    <a:solidFill>
                      <a:srgbClr val="000099"/>
                    </a:solidFill>
                    <a:latin typeface="宋体" pitchFamily="2" charset="-122"/>
                    <a:ea typeface="宋体" pitchFamily="2" charset="-122"/>
                    <a:sym typeface="Symbol" pitchFamily="18" charset="2"/>
                  </a:rPr>
                  <a:t>-</a:t>
                </a:r>
                <a:r>
                  <a:rPr lang="en-US" altLang="zh-CN" sz="2800" dirty="0">
                    <a:solidFill>
                      <a:srgbClr val="000099"/>
                    </a:solidFill>
                    <a:sym typeface="Symbol" pitchFamily="18" charset="2"/>
                  </a:rPr>
                  <a:t>&gt;</a:t>
                </a:r>
                <a:r>
                  <a:rPr lang="en-US" altLang="zh-CN" sz="2800" dirty="0" err="1">
                    <a:solidFill>
                      <a:srgbClr val="000099"/>
                    </a:solidFill>
                  </a:rPr>
                  <a:t>llink</a:t>
                </a:r>
                <a:r>
                  <a:rPr lang="en-US" altLang="zh-CN" sz="2800" dirty="0">
                    <a:solidFill>
                      <a:srgbClr val="000099"/>
                    </a:solidFill>
                  </a:rPr>
                  <a:t>=p;</a:t>
                </a:r>
                <a:endParaRPr lang="zh-CN" altLang="en-US" sz="2800" dirty="0">
                  <a:solidFill>
                    <a:srgbClr val="000099"/>
                  </a:solidFill>
                </a:endParaRPr>
              </a:p>
            </p:txBody>
          </p:sp>
          <p:sp>
            <p:nvSpPr>
              <p:cNvPr id="59433" name="AutoShape 78"/>
              <p:cNvSpPr>
                <a:spLocks noChangeArrowheads="1"/>
              </p:cNvSpPr>
              <p:nvPr/>
            </p:nvSpPr>
            <p:spPr bwMode="auto">
              <a:xfrm>
                <a:off x="3016" y="3416"/>
                <a:ext cx="1089" cy="272"/>
              </a:xfrm>
              <a:prstGeom prst="wedgeRectCallout">
                <a:avLst>
                  <a:gd name="adj1" fmla="val -40269"/>
                  <a:gd name="adj2" fmla="val -133454"/>
                </a:avLst>
              </a:prstGeom>
              <a:noFill/>
              <a:ln w="44450" cap="sq">
                <a:solidFill>
                  <a:srgbClr val="33CCCC"/>
                </a:solidFill>
                <a:miter lim="800000"/>
              </a:ln>
            </p:spPr>
            <p:txBody>
              <a:bodyPr anchor="ctr"/>
              <a:lstStyle/>
              <a:p>
                <a:pPr algn="ctr"/>
                <a:endParaRPr lang="zh-CN" altLang="en-US" sz="2600"/>
              </a:p>
            </p:txBody>
          </p:sp>
        </p:grpSp>
        <p:grpSp>
          <p:nvGrpSpPr>
            <p:cNvPr id="22" name="Group 79"/>
            <p:cNvGrpSpPr/>
            <p:nvPr/>
          </p:nvGrpSpPr>
          <p:grpSpPr bwMode="auto">
            <a:xfrm>
              <a:off x="3016" y="3671"/>
              <a:ext cx="227" cy="330"/>
              <a:chOff x="249" y="1835"/>
              <a:chExt cx="227" cy="330"/>
            </a:xfrm>
          </p:grpSpPr>
          <p:sp>
            <p:nvSpPr>
              <p:cNvPr id="59430" name="Oval 80"/>
              <p:cNvSpPr>
                <a:spLocks noChangeArrowheads="1"/>
              </p:cNvSpPr>
              <p:nvPr/>
            </p:nvSpPr>
            <p:spPr bwMode="auto">
              <a:xfrm>
                <a:off x="249" y="1888"/>
                <a:ext cx="227" cy="213"/>
              </a:xfrm>
              <a:prstGeom prst="ellipse">
                <a:avLst/>
              </a:prstGeom>
              <a:noFill/>
              <a:ln w="25400" cap="sq">
                <a:solidFill>
                  <a:srgbClr val="FF0000"/>
                </a:solidFill>
                <a:round/>
              </a:ln>
            </p:spPr>
            <p:txBody>
              <a:bodyPr wrap="none" anchor="ctr"/>
              <a:lstStyle/>
              <a:p>
                <a:endParaRPr lang="zh-CN" altLang="en-US"/>
              </a:p>
            </p:txBody>
          </p:sp>
          <p:sp>
            <p:nvSpPr>
              <p:cNvPr id="59431" name="Text Box 81"/>
              <p:cNvSpPr txBox="1">
                <a:spLocks noChangeArrowheads="1"/>
              </p:cNvSpPr>
              <p:nvPr/>
            </p:nvSpPr>
            <p:spPr bwMode="auto">
              <a:xfrm>
                <a:off x="274" y="1835"/>
                <a:ext cx="193" cy="330"/>
              </a:xfrm>
              <a:prstGeom prst="rect">
                <a:avLst/>
              </a:prstGeom>
              <a:noFill/>
              <a:ln w="12700" cap="sq">
                <a:noFill/>
                <a:miter lim="800000"/>
              </a:ln>
            </p:spPr>
            <p:txBody>
              <a:bodyPr wrap="none">
                <a:spAutoFit/>
              </a:bodyPr>
              <a:lstStyle/>
              <a:p>
                <a:r>
                  <a:rPr lang="en-US" altLang="zh-CN" sz="2800">
                    <a:solidFill>
                      <a:srgbClr val="FF0000"/>
                    </a:solidFill>
                  </a:rPr>
                  <a:t>4</a:t>
                </a:r>
                <a:endParaRPr lang="en-US" altLang="zh-CN" sz="2800">
                  <a:solidFill>
                    <a:srgbClr val="FF0000"/>
                  </a:solidFill>
                </a:endParaRPr>
              </a:p>
            </p:txBody>
          </p:sp>
        </p:grpSp>
      </p:grpSp>
      <p:grpSp>
        <p:nvGrpSpPr>
          <p:cNvPr id="23" name="Group 82"/>
          <p:cNvGrpSpPr/>
          <p:nvPr/>
        </p:nvGrpSpPr>
        <p:grpSpPr bwMode="auto">
          <a:xfrm>
            <a:off x="3038476" y="2627314"/>
            <a:ext cx="5540375" cy="1057275"/>
            <a:chOff x="982" y="2673"/>
            <a:chExt cx="3490" cy="666"/>
          </a:xfrm>
        </p:grpSpPr>
        <p:sp>
          <p:nvSpPr>
            <p:cNvPr id="59421" name="Rectangle 83"/>
            <p:cNvSpPr>
              <a:spLocks noChangeArrowheads="1"/>
            </p:cNvSpPr>
            <p:nvPr/>
          </p:nvSpPr>
          <p:spPr bwMode="auto">
            <a:xfrm>
              <a:off x="1111" y="2673"/>
              <a:ext cx="70" cy="150"/>
            </a:xfrm>
            <a:prstGeom prst="rect">
              <a:avLst/>
            </a:prstGeom>
            <a:solidFill>
              <a:srgbClr val="FFFFFF"/>
            </a:solidFill>
            <a:ln w="12700" cap="sq">
              <a:noFill/>
              <a:miter lim="800000"/>
            </a:ln>
          </p:spPr>
          <p:txBody>
            <a:bodyPr wrap="none" anchor="ctr"/>
            <a:lstStyle/>
            <a:p>
              <a:endParaRPr lang="zh-CN" altLang="en-US"/>
            </a:p>
          </p:txBody>
        </p:sp>
        <p:grpSp>
          <p:nvGrpSpPr>
            <p:cNvPr id="24" name="Group 84"/>
            <p:cNvGrpSpPr/>
            <p:nvPr/>
          </p:nvGrpSpPr>
          <p:grpSpPr bwMode="auto">
            <a:xfrm>
              <a:off x="982" y="2980"/>
              <a:ext cx="3490" cy="359"/>
              <a:chOff x="982" y="2980"/>
              <a:chExt cx="3490" cy="359"/>
            </a:xfrm>
          </p:grpSpPr>
          <p:sp>
            <p:nvSpPr>
              <p:cNvPr id="59424" name="Rectangle 85"/>
              <p:cNvSpPr>
                <a:spLocks noChangeArrowheads="1"/>
              </p:cNvSpPr>
              <p:nvPr/>
            </p:nvSpPr>
            <p:spPr bwMode="auto">
              <a:xfrm>
                <a:off x="982" y="3067"/>
                <a:ext cx="2051" cy="272"/>
              </a:xfrm>
              <a:prstGeom prst="rect">
                <a:avLst/>
              </a:prstGeom>
              <a:solidFill>
                <a:srgbClr val="FFFFFF"/>
              </a:solidFill>
              <a:ln w="12700" cap="sq">
                <a:noFill/>
                <a:miter lim="800000"/>
              </a:ln>
            </p:spPr>
            <p:txBody>
              <a:bodyPr wrap="none" anchor="ctr"/>
              <a:lstStyle/>
              <a:p>
                <a:endParaRPr lang="zh-CN" altLang="en-US"/>
              </a:p>
            </p:txBody>
          </p:sp>
          <p:sp>
            <p:nvSpPr>
              <p:cNvPr id="59425" name="Line 86"/>
              <p:cNvSpPr>
                <a:spLocks noChangeShapeType="1"/>
              </p:cNvSpPr>
              <p:nvPr/>
            </p:nvSpPr>
            <p:spPr bwMode="auto">
              <a:xfrm rot="5400000" flipV="1">
                <a:off x="932" y="3086"/>
                <a:ext cx="212" cy="0"/>
              </a:xfrm>
              <a:prstGeom prst="line">
                <a:avLst/>
              </a:prstGeom>
              <a:noFill/>
              <a:ln w="31750" cap="sq">
                <a:solidFill>
                  <a:schemeClr val="bg1"/>
                </a:solidFill>
                <a:round/>
              </a:ln>
            </p:spPr>
            <p:txBody>
              <a:bodyPr wrap="none" anchor="ctr"/>
              <a:lstStyle/>
              <a:p>
                <a:endParaRPr lang="zh-CN" altLang="en-US"/>
              </a:p>
            </p:txBody>
          </p:sp>
          <p:sp>
            <p:nvSpPr>
              <p:cNvPr id="59426" name="Line 87"/>
              <p:cNvSpPr>
                <a:spLocks noChangeShapeType="1"/>
              </p:cNvSpPr>
              <p:nvPr/>
            </p:nvSpPr>
            <p:spPr bwMode="auto">
              <a:xfrm rot="5621742" flipH="1" flipV="1">
                <a:off x="4331" y="3058"/>
                <a:ext cx="136" cy="147"/>
              </a:xfrm>
              <a:prstGeom prst="line">
                <a:avLst/>
              </a:prstGeom>
              <a:noFill/>
              <a:ln w="31750" cap="sq">
                <a:solidFill>
                  <a:schemeClr val="bg1"/>
                </a:solidFill>
                <a:round/>
                <a:tailEnd type="stealth" w="med" len="lg"/>
              </a:ln>
            </p:spPr>
            <p:txBody>
              <a:bodyPr wrap="none" anchor="ctr"/>
              <a:lstStyle/>
              <a:p>
                <a:endParaRPr lang="zh-CN" altLang="en-US"/>
              </a:p>
            </p:txBody>
          </p:sp>
          <p:sp>
            <p:nvSpPr>
              <p:cNvPr id="59427" name="Line 88"/>
              <p:cNvSpPr>
                <a:spLocks noChangeShapeType="1"/>
              </p:cNvSpPr>
              <p:nvPr/>
            </p:nvSpPr>
            <p:spPr bwMode="auto">
              <a:xfrm flipV="1">
                <a:off x="1038" y="3203"/>
                <a:ext cx="3266" cy="0"/>
              </a:xfrm>
              <a:prstGeom prst="line">
                <a:avLst/>
              </a:prstGeom>
              <a:noFill/>
              <a:ln w="31750" cap="sq">
                <a:solidFill>
                  <a:schemeClr val="bg1"/>
                </a:solidFill>
                <a:round/>
              </a:ln>
            </p:spPr>
            <p:txBody>
              <a:bodyPr wrap="none" anchor="ctr"/>
              <a:lstStyle/>
              <a:p>
                <a:endParaRPr lang="zh-CN" altLang="en-US"/>
              </a:p>
            </p:txBody>
          </p:sp>
        </p:grpSp>
        <p:sp>
          <p:nvSpPr>
            <p:cNvPr id="59423" name="Rectangle 89"/>
            <p:cNvSpPr>
              <a:spLocks noChangeArrowheads="1"/>
            </p:cNvSpPr>
            <p:nvPr/>
          </p:nvSpPr>
          <p:spPr bwMode="auto">
            <a:xfrm>
              <a:off x="2971" y="3050"/>
              <a:ext cx="317" cy="136"/>
            </a:xfrm>
            <a:prstGeom prst="rect">
              <a:avLst/>
            </a:prstGeom>
            <a:solidFill>
              <a:srgbClr val="FFFFFF"/>
            </a:solidFill>
            <a:ln w="12700" cap="sq">
              <a:noFill/>
              <a:miter lim="800000"/>
            </a:ln>
          </p:spPr>
          <p:txBody>
            <a:bodyPr wrap="none" anchor="ctr"/>
            <a:lstStyle/>
            <a:p>
              <a:endParaRPr lang="zh-CN" altLang="en-US"/>
            </a:p>
          </p:txBody>
        </p:sp>
      </p:grpSp>
      <p:grpSp>
        <p:nvGrpSpPr>
          <p:cNvPr id="25" name="Group 90"/>
          <p:cNvGrpSpPr/>
          <p:nvPr/>
        </p:nvGrpSpPr>
        <p:grpSpPr bwMode="auto">
          <a:xfrm>
            <a:off x="3431704" y="3933056"/>
            <a:ext cx="2449512" cy="938212"/>
            <a:chOff x="1271" y="3413"/>
            <a:chExt cx="1543" cy="591"/>
          </a:xfrm>
        </p:grpSpPr>
        <p:grpSp>
          <p:nvGrpSpPr>
            <p:cNvPr id="26" name="Group 91"/>
            <p:cNvGrpSpPr/>
            <p:nvPr/>
          </p:nvGrpSpPr>
          <p:grpSpPr bwMode="auto">
            <a:xfrm>
              <a:off x="1285" y="3674"/>
              <a:ext cx="244" cy="330"/>
              <a:chOff x="249" y="1835"/>
              <a:chExt cx="244" cy="330"/>
            </a:xfrm>
          </p:grpSpPr>
          <p:sp>
            <p:nvSpPr>
              <p:cNvPr id="59419" name="Oval 92"/>
              <p:cNvSpPr>
                <a:spLocks noChangeArrowheads="1"/>
              </p:cNvSpPr>
              <p:nvPr/>
            </p:nvSpPr>
            <p:spPr bwMode="auto">
              <a:xfrm>
                <a:off x="249" y="1888"/>
                <a:ext cx="227" cy="213"/>
              </a:xfrm>
              <a:prstGeom prst="ellipse">
                <a:avLst/>
              </a:prstGeom>
              <a:noFill/>
              <a:ln w="25400" cap="sq">
                <a:solidFill>
                  <a:srgbClr val="FF0000"/>
                </a:solidFill>
                <a:round/>
              </a:ln>
            </p:spPr>
            <p:txBody>
              <a:bodyPr wrap="none" anchor="ctr"/>
              <a:lstStyle/>
              <a:p>
                <a:endParaRPr lang="zh-CN" altLang="en-US"/>
              </a:p>
            </p:txBody>
          </p:sp>
          <p:sp>
            <p:nvSpPr>
              <p:cNvPr id="59420" name="Text Box 93"/>
              <p:cNvSpPr txBox="1">
                <a:spLocks noChangeArrowheads="1"/>
              </p:cNvSpPr>
              <p:nvPr/>
            </p:nvSpPr>
            <p:spPr bwMode="auto">
              <a:xfrm>
                <a:off x="274" y="1835"/>
                <a:ext cx="219" cy="330"/>
              </a:xfrm>
              <a:prstGeom prst="rect">
                <a:avLst/>
              </a:prstGeom>
              <a:noFill/>
              <a:ln w="12700" cap="sq">
                <a:noFill/>
                <a:miter lim="800000"/>
              </a:ln>
            </p:spPr>
            <p:txBody>
              <a:bodyPr wrap="none">
                <a:spAutoFit/>
              </a:bodyPr>
              <a:lstStyle/>
              <a:p>
                <a:r>
                  <a:rPr lang="en-US" altLang="zh-CN" sz="2800" dirty="0">
                    <a:solidFill>
                      <a:srgbClr val="FF0000"/>
                    </a:solidFill>
                  </a:rPr>
                  <a:t>2</a:t>
                </a:r>
                <a:endParaRPr lang="en-US" altLang="zh-CN" sz="2800" dirty="0">
                  <a:solidFill>
                    <a:srgbClr val="FF0000"/>
                  </a:solidFill>
                </a:endParaRPr>
              </a:p>
            </p:txBody>
          </p:sp>
        </p:grpSp>
        <p:sp>
          <p:nvSpPr>
            <p:cNvPr id="59418" name="AutoShape 94"/>
            <p:cNvSpPr>
              <a:spLocks noChangeArrowheads="1"/>
            </p:cNvSpPr>
            <p:nvPr/>
          </p:nvSpPr>
          <p:spPr bwMode="auto">
            <a:xfrm>
              <a:off x="1271" y="3413"/>
              <a:ext cx="1543" cy="272"/>
            </a:xfrm>
            <a:prstGeom prst="wedgeRectCallout">
              <a:avLst>
                <a:gd name="adj1" fmla="val 10532"/>
                <a:gd name="adj2" fmla="val -202574"/>
              </a:avLst>
            </a:prstGeom>
            <a:noFill/>
            <a:ln w="44450" cap="sq">
              <a:solidFill>
                <a:srgbClr val="33CCCC"/>
              </a:solidFill>
              <a:miter lim="800000"/>
            </a:ln>
          </p:spPr>
          <p:txBody>
            <a:bodyPr anchor="ctr"/>
            <a:lstStyle/>
            <a:p>
              <a:pPr algn="ctr"/>
              <a:endParaRPr lang="zh-CN" altLang="en-US" sz="2600"/>
            </a:p>
          </p:txBody>
        </p:sp>
      </p:grpSp>
      <p:sp>
        <p:nvSpPr>
          <p:cNvPr id="611423" name="Text Box 95"/>
          <p:cNvSpPr txBox="1">
            <a:spLocks noChangeArrowheads="1"/>
          </p:cNvSpPr>
          <p:nvPr/>
        </p:nvSpPr>
        <p:spPr bwMode="auto">
          <a:xfrm>
            <a:off x="9004301" y="2420939"/>
            <a:ext cx="954107" cy="1015663"/>
          </a:xfrm>
          <a:prstGeom prst="rect">
            <a:avLst/>
          </a:prstGeom>
          <a:noFill/>
          <a:ln w="9525">
            <a:noFill/>
            <a:miter lim="800000"/>
          </a:ln>
        </p:spPr>
        <p:txBody>
          <a:bodyPr wrap="none">
            <a:spAutoFit/>
          </a:bodyPr>
          <a:lstStyle/>
          <a:p>
            <a:r>
              <a:rPr lang="zh-CN" altLang="en-US" sz="6000">
                <a:solidFill>
                  <a:schemeClr val="bg1"/>
                </a:solidFill>
                <a:sym typeface="Symbol" pitchFamily="18" charset="2"/>
              </a:rPr>
              <a:t></a:t>
            </a:r>
            <a:endParaRPr lang="zh-CN" altLang="en-US" sz="6000">
              <a:solidFill>
                <a:schemeClr val="bg1"/>
              </a:solidFill>
              <a:sym typeface="Symbol" pitchFamily="18" charset="2"/>
            </a:endParaRPr>
          </a:p>
        </p:txBody>
      </p:sp>
      <p:grpSp>
        <p:nvGrpSpPr>
          <p:cNvPr id="27" name="Group 96"/>
          <p:cNvGrpSpPr/>
          <p:nvPr/>
        </p:nvGrpSpPr>
        <p:grpSpPr bwMode="auto">
          <a:xfrm>
            <a:off x="4079875" y="5749925"/>
            <a:ext cx="4608514" cy="520700"/>
            <a:chOff x="1610" y="3622"/>
            <a:chExt cx="2903" cy="328"/>
          </a:xfrm>
        </p:grpSpPr>
        <p:sp>
          <p:nvSpPr>
            <p:cNvPr id="59415" name="Rectangle 97"/>
            <p:cNvSpPr>
              <a:spLocks noChangeArrowheads="1"/>
            </p:cNvSpPr>
            <p:nvPr/>
          </p:nvSpPr>
          <p:spPr bwMode="auto">
            <a:xfrm>
              <a:off x="1610" y="3633"/>
              <a:ext cx="2903" cy="317"/>
            </a:xfrm>
            <a:prstGeom prst="rect">
              <a:avLst/>
            </a:prstGeom>
            <a:gradFill rotWithShape="1">
              <a:gsLst>
                <a:gs pos="0">
                  <a:srgbClr val="0000FF"/>
                </a:gs>
                <a:gs pos="50000">
                  <a:srgbClr val="000076"/>
                </a:gs>
                <a:gs pos="100000">
                  <a:srgbClr val="0000FF"/>
                </a:gs>
              </a:gsLst>
              <a:lin ang="5400000" scaled="1"/>
            </a:gradFill>
            <a:ln w="9525">
              <a:noFill/>
              <a:miter lim="800000"/>
            </a:ln>
            <a:effectLst>
              <a:outerShdw dist="71842" dir="2700000" algn="ctr" rotWithShape="0">
                <a:srgbClr val="9D9D9D"/>
              </a:outerShdw>
            </a:effectLst>
          </p:spPr>
          <p:txBody>
            <a:bodyPr wrap="none" anchor="ctr"/>
            <a:lstStyle/>
            <a:p>
              <a:endParaRPr lang="zh-CN" altLang="en-US"/>
            </a:p>
          </p:txBody>
        </p:sp>
        <p:sp>
          <p:nvSpPr>
            <p:cNvPr id="59416" name="Text Box 98"/>
            <p:cNvSpPr txBox="1">
              <a:spLocks noChangeArrowheads="1"/>
            </p:cNvSpPr>
            <p:nvPr/>
          </p:nvSpPr>
          <p:spPr bwMode="auto">
            <a:xfrm>
              <a:off x="1701" y="3622"/>
              <a:ext cx="2767" cy="310"/>
            </a:xfrm>
            <a:prstGeom prst="rect">
              <a:avLst/>
            </a:prstGeom>
            <a:noFill/>
            <a:ln w="9525">
              <a:noFill/>
              <a:miter lim="800000"/>
            </a:ln>
            <a:effectLst>
              <a:outerShdw dist="17961" dir="2700000" algn="ctr" rotWithShape="0">
                <a:srgbClr val="000000"/>
              </a:outerShdw>
            </a:effectLst>
          </p:spPr>
          <p:txBody>
            <a:bodyPr wrap="square">
              <a:spAutoFit/>
            </a:bodyPr>
            <a:lstStyle/>
            <a:p>
              <a:r>
                <a:rPr lang="zh-CN" altLang="en-US" sz="2600" dirty="0">
                  <a:solidFill>
                    <a:srgbClr val="FFFF00"/>
                  </a:solidFill>
                  <a:ea typeface="黑体" panose="02010609060101010101" pitchFamily="2" charset="-122"/>
                </a:rPr>
                <a:t>首先构造链表的第一个结点</a:t>
              </a:r>
              <a:endParaRPr lang="zh-CN" altLang="en-US" sz="2600" dirty="0">
                <a:solidFill>
                  <a:srgbClr val="FFFF00"/>
                </a:solidFill>
                <a:ea typeface="黑体" panose="02010609060101010101" pitchFamily="2" charset="-122"/>
              </a:endParaRP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528"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p:cTn id="7" dur="500" fill="hold"/>
                                        <p:tgtEl>
                                          <p:spTgt spid="27"/>
                                        </p:tgtEl>
                                        <p:attrNameLst>
                                          <p:attrName>ppt_w</p:attrName>
                                        </p:attrNameLst>
                                      </p:cBhvr>
                                      <p:tavLst>
                                        <p:tav tm="0">
                                          <p:val>
                                            <p:fltVal val="0"/>
                                          </p:val>
                                        </p:tav>
                                        <p:tav tm="100000">
                                          <p:val>
                                            <p:strVal val="#ppt_w"/>
                                          </p:val>
                                        </p:tav>
                                      </p:tavLst>
                                    </p:anim>
                                    <p:anim calcmode="lin" valueType="num">
                                      <p:cBhvr>
                                        <p:cTn id="8" dur="500" fill="hold"/>
                                        <p:tgtEl>
                                          <p:spTgt spid="27"/>
                                        </p:tgtEl>
                                        <p:attrNameLst>
                                          <p:attrName>ppt_h</p:attrName>
                                        </p:attrNameLst>
                                      </p:cBhvr>
                                      <p:tavLst>
                                        <p:tav tm="0">
                                          <p:val>
                                            <p:fltVal val="0"/>
                                          </p:val>
                                        </p:tav>
                                        <p:tav tm="100000">
                                          <p:val>
                                            <p:strVal val="#ppt_h"/>
                                          </p:val>
                                        </p:tav>
                                      </p:tavLst>
                                    </p:anim>
                                    <p:anim calcmode="lin" valueType="num">
                                      <p:cBhvr>
                                        <p:cTn id="9" dur="500" fill="hold"/>
                                        <p:tgtEl>
                                          <p:spTgt spid="27"/>
                                        </p:tgtEl>
                                        <p:attrNameLst>
                                          <p:attrName>ppt_x</p:attrName>
                                        </p:attrNameLst>
                                      </p:cBhvr>
                                      <p:tavLst>
                                        <p:tav tm="0">
                                          <p:val>
                                            <p:fltVal val="0.5"/>
                                          </p:val>
                                        </p:tav>
                                        <p:tav tm="100000">
                                          <p:val>
                                            <p:strVal val="#ppt_x"/>
                                          </p:val>
                                        </p:tav>
                                      </p:tavLst>
                                    </p:anim>
                                    <p:anim calcmode="lin" valueType="num">
                                      <p:cBhvr>
                                        <p:cTn id="10" dur="500" fill="hold"/>
                                        <p:tgtEl>
                                          <p:spTgt spid="27"/>
                                        </p:tgtEl>
                                        <p:attrNameLst>
                                          <p:attrName>ppt_y</p:attrName>
                                        </p:attrNameLst>
                                      </p:cBhvr>
                                      <p:tavLst>
                                        <p:tav tm="0">
                                          <p:val>
                                            <p:fltVal val="0.5"/>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2"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500" fill="hold"/>
                                        <p:tgtEl>
                                          <p:spTgt spid="3"/>
                                        </p:tgtEl>
                                        <p:attrNameLst>
                                          <p:attrName>ppt_x</p:attrName>
                                        </p:attrNameLst>
                                      </p:cBhvr>
                                      <p:tavLst>
                                        <p:tav tm="0">
                                          <p:val>
                                            <p:strVal val="1+#ppt_w/2"/>
                                          </p:val>
                                        </p:tav>
                                        <p:tav tm="100000">
                                          <p:val>
                                            <p:strVal val="#ppt_x"/>
                                          </p:val>
                                        </p:tav>
                                      </p:tavLst>
                                    </p:anim>
                                    <p:anim calcmode="lin" valueType="num">
                                      <p:cBhvr additive="base">
                                        <p:cTn id="16"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left)">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2" fill="hold" grpId="0" nodeType="clickEffect">
                                  <p:stCondLst>
                                    <p:cond delay="0"/>
                                  </p:stCondLst>
                                  <p:childTnLst>
                                    <p:set>
                                      <p:cBhvr>
                                        <p:cTn id="25" dur="1" fill="hold">
                                          <p:stCondLst>
                                            <p:cond delay="0"/>
                                          </p:stCondLst>
                                        </p:cTn>
                                        <p:tgtEl>
                                          <p:spTgt spid="611350"/>
                                        </p:tgtEl>
                                        <p:attrNameLst>
                                          <p:attrName>style.visibility</p:attrName>
                                        </p:attrNameLst>
                                      </p:cBhvr>
                                      <p:to>
                                        <p:strVal val="visible"/>
                                      </p:to>
                                    </p:set>
                                    <p:animEffect transition="in" filter="wipe(right)">
                                      <p:cBhvr>
                                        <p:cTn id="26" dur="500"/>
                                        <p:tgtEl>
                                          <p:spTgt spid="611350"/>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wipe(up)">
                                      <p:cBhvr>
                                        <p:cTn id="31" dur="500"/>
                                        <p:tgtEl>
                                          <p:spTgt spid="18"/>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2" fill="hold" grpId="0" nodeType="clickEffect">
                                  <p:stCondLst>
                                    <p:cond delay="0"/>
                                  </p:stCondLst>
                                  <p:childTnLst>
                                    <p:set>
                                      <p:cBhvr>
                                        <p:cTn id="35" dur="1" fill="hold">
                                          <p:stCondLst>
                                            <p:cond delay="0"/>
                                          </p:stCondLst>
                                        </p:cTn>
                                        <p:tgtEl>
                                          <p:spTgt spid="611354"/>
                                        </p:tgtEl>
                                        <p:attrNameLst>
                                          <p:attrName>style.visibility</p:attrName>
                                        </p:attrNameLst>
                                      </p:cBhvr>
                                      <p:to>
                                        <p:strVal val="visible"/>
                                      </p:to>
                                    </p:set>
                                    <p:animEffect transition="in" filter="wipe(right)">
                                      <p:cBhvr>
                                        <p:cTn id="36" dur="500"/>
                                        <p:tgtEl>
                                          <p:spTgt spid="611354"/>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2" fill="hold" grpId="0" nodeType="clickEffect">
                                  <p:stCondLst>
                                    <p:cond delay="0"/>
                                  </p:stCondLst>
                                  <p:childTnLst>
                                    <p:set>
                                      <p:cBhvr>
                                        <p:cTn id="40" dur="1" fill="hold">
                                          <p:stCondLst>
                                            <p:cond delay="0"/>
                                          </p:stCondLst>
                                        </p:cTn>
                                        <p:tgtEl>
                                          <p:spTgt spid="611355"/>
                                        </p:tgtEl>
                                        <p:attrNameLst>
                                          <p:attrName>style.visibility</p:attrName>
                                        </p:attrNameLst>
                                      </p:cBhvr>
                                      <p:to>
                                        <p:strVal val="visible"/>
                                      </p:to>
                                    </p:set>
                                    <p:animEffect transition="in" filter="wipe(right)">
                                      <p:cBhvr>
                                        <p:cTn id="41" dur="500"/>
                                        <p:tgtEl>
                                          <p:spTgt spid="611355"/>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nodeType="clickEffect">
                                  <p:stCondLst>
                                    <p:cond delay="0"/>
                                  </p:stCondLst>
                                  <p:childTnLst>
                                    <p:set>
                                      <p:cBhvr>
                                        <p:cTn id="45" dur="1" fill="hold">
                                          <p:stCondLst>
                                            <p:cond delay="0"/>
                                          </p:stCondLst>
                                        </p:cTn>
                                        <p:tgtEl>
                                          <p:spTgt spid="7"/>
                                        </p:tgtEl>
                                        <p:attrNameLst>
                                          <p:attrName>style.visibility</p:attrName>
                                        </p:attrNameLst>
                                      </p:cBhvr>
                                      <p:to>
                                        <p:strVal val="visible"/>
                                      </p:to>
                                    </p:set>
                                    <p:animEffect transition="in" filter="dissolve">
                                      <p:cBhvr>
                                        <p:cTn id="46" dur="500"/>
                                        <p:tgtEl>
                                          <p:spTgt spid="7"/>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nodeType="click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wipe(down)">
                                      <p:cBhvr>
                                        <p:cTn id="51" dur="500"/>
                                        <p:tgtEl>
                                          <p:spTgt spid="25"/>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2" fill="hold" nodeType="click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wipe(right)">
                                      <p:cBhvr>
                                        <p:cTn id="56" dur="500"/>
                                        <p:tgtEl>
                                          <p:spTgt spid="11"/>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2" fill="hold" nodeType="clickEffect">
                                  <p:stCondLst>
                                    <p:cond delay="0"/>
                                  </p:stCondLst>
                                  <p:childTnLst>
                                    <p:set>
                                      <p:cBhvr>
                                        <p:cTn id="60" dur="1" fill="hold">
                                          <p:stCondLst>
                                            <p:cond delay="0"/>
                                          </p:stCondLst>
                                        </p:cTn>
                                        <p:tgtEl>
                                          <p:spTgt spid="8"/>
                                        </p:tgtEl>
                                        <p:attrNameLst>
                                          <p:attrName>style.visibility</p:attrName>
                                        </p:attrNameLst>
                                      </p:cBhvr>
                                      <p:to>
                                        <p:strVal val="visible"/>
                                      </p:to>
                                    </p:set>
                                    <p:animEffect transition="in" filter="wipe(right)">
                                      <p:cBhvr>
                                        <p:cTn id="61" dur="500"/>
                                        <p:tgtEl>
                                          <p:spTgt spid="8"/>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12"/>
                                        </p:tgtEl>
                                        <p:attrNameLst>
                                          <p:attrName>style.visibility</p:attrName>
                                        </p:attrNameLst>
                                      </p:cBhvr>
                                      <p:to>
                                        <p:strVal val="visible"/>
                                      </p:to>
                                    </p:set>
                                    <p:animEffect transition="in" filter="wipe(left)">
                                      <p:cBhvr>
                                        <p:cTn id="66" dur="500"/>
                                        <p:tgtEl>
                                          <p:spTgt spid="12"/>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4" fill="hold" nodeType="clickEffect">
                                  <p:stCondLst>
                                    <p:cond delay="0"/>
                                  </p:stCondLst>
                                  <p:childTnLst>
                                    <p:set>
                                      <p:cBhvr>
                                        <p:cTn id="70" dur="1" fill="hold">
                                          <p:stCondLst>
                                            <p:cond delay="0"/>
                                          </p:stCondLst>
                                        </p:cTn>
                                        <p:tgtEl>
                                          <p:spTgt spid="20"/>
                                        </p:tgtEl>
                                        <p:attrNameLst>
                                          <p:attrName>style.visibility</p:attrName>
                                        </p:attrNameLst>
                                      </p:cBhvr>
                                      <p:to>
                                        <p:strVal val="visible"/>
                                      </p:to>
                                    </p:set>
                                    <p:animEffect transition="in" filter="wipe(down)">
                                      <p:cBhvr>
                                        <p:cTn id="71" dur="500"/>
                                        <p:tgtEl>
                                          <p:spTgt spid="20"/>
                                        </p:tgtEl>
                                      </p:cBhvr>
                                    </p:animEffect>
                                  </p:childTnLst>
                                </p:cTn>
                              </p:par>
                            </p:childTnLst>
                          </p:cTn>
                        </p:par>
                      </p:childTnLst>
                    </p:cTn>
                  </p:par>
                  <p:par>
                    <p:cTn id="72" fill="hold">
                      <p:stCondLst>
                        <p:cond delay="indefinite"/>
                      </p:stCondLst>
                      <p:childTnLst>
                        <p:par>
                          <p:cTn id="73" fill="hold">
                            <p:stCondLst>
                              <p:cond delay="0"/>
                            </p:stCondLst>
                            <p:childTnLst>
                              <p:par>
                                <p:cTn id="74" presetID="2" presetClass="entr" presetSubtype="2" fill="hold" nodeType="clickEffect">
                                  <p:stCondLst>
                                    <p:cond delay="0"/>
                                  </p:stCondLst>
                                  <p:childTnLst>
                                    <p:set>
                                      <p:cBhvr>
                                        <p:cTn id="75" dur="1" fill="hold">
                                          <p:stCondLst>
                                            <p:cond delay="0"/>
                                          </p:stCondLst>
                                        </p:cTn>
                                        <p:tgtEl>
                                          <p:spTgt spid="13"/>
                                        </p:tgtEl>
                                        <p:attrNameLst>
                                          <p:attrName>style.visibility</p:attrName>
                                        </p:attrNameLst>
                                      </p:cBhvr>
                                      <p:to>
                                        <p:strVal val="visible"/>
                                      </p:to>
                                    </p:set>
                                    <p:anim calcmode="lin" valueType="num">
                                      <p:cBhvr additive="base">
                                        <p:cTn id="76" dur="500" fill="hold"/>
                                        <p:tgtEl>
                                          <p:spTgt spid="13"/>
                                        </p:tgtEl>
                                        <p:attrNameLst>
                                          <p:attrName>ppt_x</p:attrName>
                                        </p:attrNameLst>
                                      </p:cBhvr>
                                      <p:tavLst>
                                        <p:tav tm="0">
                                          <p:val>
                                            <p:strVal val="1+#ppt_w/2"/>
                                          </p:val>
                                        </p:tav>
                                        <p:tav tm="100000">
                                          <p:val>
                                            <p:strVal val="#ppt_x"/>
                                          </p:val>
                                        </p:tav>
                                      </p:tavLst>
                                    </p:anim>
                                    <p:anim calcmode="lin" valueType="num">
                                      <p:cBhvr additive="base">
                                        <p:cTn id="77"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16"/>
                                        </p:tgtEl>
                                        <p:attrNameLst>
                                          <p:attrName>style.visibility</p:attrName>
                                        </p:attrNameLst>
                                      </p:cBhvr>
                                      <p:to>
                                        <p:strVal val="visible"/>
                                      </p:to>
                                    </p:set>
                                    <p:animEffect transition="in" filter="wipe(left)">
                                      <p:cBhvr>
                                        <p:cTn id="82" dur="500"/>
                                        <p:tgtEl>
                                          <p:spTgt spid="16"/>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2" fill="hold" grpId="0" nodeType="clickEffect">
                                  <p:stCondLst>
                                    <p:cond delay="0"/>
                                  </p:stCondLst>
                                  <p:childTnLst>
                                    <p:set>
                                      <p:cBhvr>
                                        <p:cTn id="86" dur="1" fill="hold">
                                          <p:stCondLst>
                                            <p:cond delay="0"/>
                                          </p:stCondLst>
                                        </p:cTn>
                                        <p:tgtEl>
                                          <p:spTgt spid="611345"/>
                                        </p:tgtEl>
                                        <p:attrNameLst>
                                          <p:attrName>style.visibility</p:attrName>
                                        </p:attrNameLst>
                                      </p:cBhvr>
                                      <p:to>
                                        <p:strVal val="visible"/>
                                      </p:to>
                                    </p:set>
                                    <p:animEffect transition="in" filter="wipe(right)">
                                      <p:cBhvr>
                                        <p:cTn id="87" dur="500"/>
                                        <p:tgtEl>
                                          <p:spTgt spid="611345"/>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2" fill="hold" nodeType="clickEffect">
                                  <p:stCondLst>
                                    <p:cond delay="0"/>
                                  </p:stCondLst>
                                  <p:childTnLst>
                                    <p:set>
                                      <p:cBhvr>
                                        <p:cTn id="91" dur="1" fill="hold">
                                          <p:stCondLst>
                                            <p:cond delay="0"/>
                                          </p:stCondLst>
                                        </p:cTn>
                                        <p:tgtEl>
                                          <p:spTgt spid="17"/>
                                        </p:tgtEl>
                                        <p:attrNameLst>
                                          <p:attrName>style.visibility</p:attrName>
                                        </p:attrNameLst>
                                      </p:cBhvr>
                                      <p:to>
                                        <p:strVal val="visible"/>
                                      </p:to>
                                    </p:set>
                                    <p:animEffect transition="in" filter="wipe(right)">
                                      <p:cBhvr>
                                        <p:cTn id="92" dur="500"/>
                                        <p:tgtEl>
                                          <p:spTgt spid="17"/>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nodeType="clickEffect">
                                  <p:stCondLst>
                                    <p:cond delay="0"/>
                                  </p:stCondLst>
                                  <p:childTnLst>
                                    <p:set>
                                      <p:cBhvr>
                                        <p:cTn id="96" dur="1" fill="hold">
                                          <p:stCondLst>
                                            <p:cond delay="0"/>
                                          </p:stCondLst>
                                        </p:cTn>
                                        <p:tgtEl>
                                          <p:spTgt spid="23"/>
                                        </p:tgtEl>
                                        <p:attrNameLst>
                                          <p:attrName>style.visibility</p:attrName>
                                        </p:attrNameLst>
                                      </p:cBhvr>
                                      <p:to>
                                        <p:strVal val="visible"/>
                                      </p:to>
                                    </p:set>
                                    <p:animEffect transition="in" filter="wipe(left)">
                                      <p:cBhvr>
                                        <p:cTn id="97" dur="500"/>
                                        <p:tgtEl>
                                          <p:spTgt spid="23"/>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611423"/>
                                        </p:tgtEl>
                                        <p:attrNameLst>
                                          <p:attrName>style.visibility</p:attrName>
                                        </p:attrNameLst>
                                      </p:cBhvr>
                                      <p:to>
                                        <p:strVal val="visible"/>
                                      </p:to>
                                    </p:set>
                                    <p:animEffect transition="in" filter="wipe(left)">
                                      <p:cBhvr>
                                        <p:cTn id="102" dur="500"/>
                                        <p:tgtEl>
                                          <p:spTgt spid="6114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1345" grpId="0" animBg="1"/>
      <p:bldP spid="611350" grpId="0"/>
      <p:bldP spid="611354" grpId="0" animBg="1"/>
      <p:bldP spid="611355" grpId="0"/>
      <p:bldP spid="611423" grpId="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bwMode="auto">
          <a:xfrm>
            <a:off x="2314576" y="4076700"/>
            <a:ext cx="6697663" cy="2433638"/>
            <a:chOff x="361" y="2568"/>
            <a:chExt cx="4219" cy="1533"/>
          </a:xfrm>
        </p:grpSpPr>
        <p:sp>
          <p:nvSpPr>
            <p:cNvPr id="60459" name="Rectangle 3"/>
            <p:cNvSpPr>
              <a:spLocks noChangeArrowheads="1"/>
            </p:cNvSpPr>
            <p:nvPr/>
          </p:nvSpPr>
          <p:spPr bwMode="auto">
            <a:xfrm>
              <a:off x="361" y="2568"/>
              <a:ext cx="4219" cy="1497"/>
            </a:xfrm>
            <a:prstGeom prst="rect">
              <a:avLst/>
            </a:prstGeom>
            <a:gradFill rotWithShape="1">
              <a:gsLst>
                <a:gs pos="0">
                  <a:srgbClr val="0000FF"/>
                </a:gs>
                <a:gs pos="50000">
                  <a:srgbClr val="000076"/>
                </a:gs>
                <a:gs pos="100000">
                  <a:srgbClr val="0000FF"/>
                </a:gs>
              </a:gsLst>
              <a:lin ang="18900000" scaled="1"/>
            </a:gradFill>
            <a:ln w="12700" cap="sq">
              <a:noFill/>
              <a:miter lim="800000"/>
            </a:ln>
            <a:effectLst>
              <a:outerShdw dist="135003" dir="2471156" algn="ctr" rotWithShape="0">
                <a:srgbClr val="B2B2B2"/>
              </a:outerShdw>
            </a:effectLst>
          </p:spPr>
          <p:txBody>
            <a:bodyPr wrap="none" anchor="ctr"/>
            <a:lstStyle/>
            <a:p>
              <a:endParaRPr lang="zh-CN" altLang="en-US"/>
            </a:p>
          </p:txBody>
        </p:sp>
        <p:sp>
          <p:nvSpPr>
            <p:cNvPr id="60460" name="Text Box 4"/>
            <p:cNvSpPr txBox="1">
              <a:spLocks noChangeArrowheads="1"/>
            </p:cNvSpPr>
            <p:nvPr/>
          </p:nvSpPr>
          <p:spPr bwMode="auto">
            <a:xfrm>
              <a:off x="547" y="2659"/>
              <a:ext cx="3755" cy="1442"/>
            </a:xfrm>
            <a:prstGeom prst="rect">
              <a:avLst/>
            </a:prstGeom>
            <a:noFill/>
            <a:ln w="12700" cap="sq">
              <a:noFill/>
              <a:miter lim="800000"/>
            </a:ln>
            <a:effectLst>
              <a:outerShdw dist="17961" dir="2700000" algn="ctr" rotWithShape="0">
                <a:srgbClr val="000000"/>
              </a:outerShdw>
            </a:effectLst>
          </p:spPr>
          <p:txBody>
            <a:bodyPr>
              <a:spAutoFit/>
            </a:bodyPr>
            <a:lstStyle/>
            <a:p>
              <a:pPr>
                <a:lnSpc>
                  <a:spcPct val="85000"/>
                </a:lnSpc>
                <a:spcBef>
                  <a:spcPct val="0"/>
                </a:spcBef>
              </a:pPr>
              <a:r>
                <a:rPr lang="en-US" altLang="zh-CN" sz="2400" dirty="0">
                  <a:solidFill>
                    <a:schemeClr val="bg1"/>
                  </a:solidFill>
                </a:rPr>
                <a:t>void  </a:t>
              </a:r>
              <a:r>
                <a:rPr lang="en-US" altLang="zh-CN" sz="2400" dirty="0" err="1">
                  <a:solidFill>
                    <a:schemeClr val="bg1"/>
                  </a:solidFill>
                </a:rPr>
                <a:t>insertNode</a:t>
              </a:r>
              <a:r>
                <a:rPr lang="en-US" altLang="zh-CN" sz="2400" dirty="0">
                  <a:solidFill>
                    <a:schemeClr val="bg1"/>
                  </a:solidFill>
                </a:rPr>
                <a:t>(</a:t>
              </a:r>
              <a:r>
                <a:rPr lang="en-US" altLang="zh-CN" sz="2400" dirty="0" err="1">
                  <a:solidFill>
                    <a:schemeClr val="bg1"/>
                  </a:solidFill>
                </a:rPr>
                <a:t>DNodeptr</a:t>
              </a:r>
              <a:r>
                <a:rPr lang="en-US" altLang="zh-CN" sz="2400" dirty="0">
                  <a:solidFill>
                    <a:schemeClr val="bg1"/>
                  </a:solidFill>
                </a:rPr>
                <a:t> list, </a:t>
              </a:r>
              <a:r>
                <a:rPr lang="en-US" altLang="zh-CN" sz="2400" dirty="0" err="1">
                  <a:solidFill>
                    <a:schemeClr val="bg1"/>
                  </a:solidFill>
                </a:rPr>
                <a:t>Dnodeptr</a:t>
              </a:r>
              <a:r>
                <a:rPr lang="en-US" altLang="zh-CN" sz="2400" dirty="0">
                  <a:solidFill>
                    <a:schemeClr val="bg1"/>
                  </a:solidFill>
                </a:rPr>
                <a:t>  p)</a:t>
              </a:r>
              <a:endParaRPr lang="en-US" altLang="zh-CN" sz="2400" dirty="0">
                <a:solidFill>
                  <a:schemeClr val="bg1"/>
                </a:solidFill>
              </a:endParaRPr>
            </a:p>
            <a:p>
              <a:pPr>
                <a:lnSpc>
                  <a:spcPct val="85000"/>
                </a:lnSpc>
                <a:spcBef>
                  <a:spcPct val="0"/>
                </a:spcBef>
              </a:pPr>
              <a:r>
                <a:rPr lang="en-US" altLang="zh-CN" sz="2400" dirty="0">
                  <a:solidFill>
                    <a:schemeClr val="bg1"/>
                  </a:solidFill>
                </a:rPr>
                <a:t>{</a:t>
              </a:r>
              <a:endParaRPr lang="en-US" altLang="zh-CN" sz="2400" dirty="0">
                <a:solidFill>
                  <a:schemeClr val="bg1"/>
                </a:solidFill>
              </a:endParaRPr>
            </a:p>
            <a:p>
              <a:pPr>
                <a:lnSpc>
                  <a:spcPct val="85000"/>
                </a:lnSpc>
                <a:spcBef>
                  <a:spcPct val="0"/>
                </a:spcBef>
              </a:pPr>
              <a:r>
                <a:rPr lang="en-US" altLang="zh-CN" sz="2400" dirty="0">
                  <a:solidFill>
                    <a:schemeClr val="bg1"/>
                  </a:solidFill>
                </a:rPr>
                <a:t>       list</a:t>
              </a:r>
              <a:r>
                <a:rPr lang="en-US" altLang="zh-CN" sz="2400" dirty="0">
                  <a:solidFill>
                    <a:schemeClr val="bg1"/>
                  </a:solidFill>
                  <a:latin typeface="宋体" pitchFamily="2" charset="-122"/>
                  <a:ea typeface="宋体" pitchFamily="2" charset="-122"/>
                </a:rPr>
                <a:t>-</a:t>
              </a:r>
              <a:r>
                <a:rPr lang="en-US" altLang="zh-CN" sz="2400" dirty="0">
                  <a:solidFill>
                    <a:schemeClr val="bg1"/>
                  </a:solidFill>
                </a:rPr>
                <a:t>&gt;</a:t>
              </a:r>
              <a:r>
                <a:rPr lang="en-US" altLang="zh-CN" sz="2400" dirty="0" err="1">
                  <a:solidFill>
                    <a:schemeClr val="bg1"/>
                  </a:solidFill>
                </a:rPr>
                <a:t>llink</a:t>
              </a:r>
              <a:r>
                <a:rPr lang="en-US" altLang="zh-CN" sz="2400" dirty="0">
                  <a:solidFill>
                    <a:schemeClr val="bg1"/>
                  </a:solidFill>
                  <a:latin typeface="宋体" pitchFamily="2" charset="-122"/>
                  <a:ea typeface="宋体" pitchFamily="2" charset="-122"/>
                </a:rPr>
                <a:t>-</a:t>
              </a:r>
              <a:r>
                <a:rPr lang="en-US" altLang="zh-CN" sz="2400" dirty="0">
                  <a:solidFill>
                    <a:schemeClr val="bg1"/>
                  </a:solidFill>
                </a:rPr>
                <a:t>&gt;</a:t>
              </a:r>
              <a:r>
                <a:rPr lang="en-US" altLang="zh-CN" sz="2400" dirty="0" err="1">
                  <a:solidFill>
                    <a:schemeClr val="bg1"/>
                  </a:solidFill>
                </a:rPr>
                <a:t>rlink</a:t>
              </a:r>
              <a:r>
                <a:rPr lang="en-US" altLang="zh-CN" sz="2400" dirty="0">
                  <a:solidFill>
                    <a:schemeClr val="bg1"/>
                  </a:solidFill>
                </a:rPr>
                <a:t>=p;</a:t>
              </a:r>
              <a:endParaRPr lang="en-US" altLang="zh-CN" sz="2400" dirty="0">
                <a:solidFill>
                  <a:schemeClr val="bg1"/>
                </a:solidFill>
              </a:endParaRPr>
            </a:p>
            <a:p>
              <a:pPr>
                <a:lnSpc>
                  <a:spcPct val="85000"/>
                </a:lnSpc>
                <a:spcBef>
                  <a:spcPct val="0"/>
                </a:spcBef>
              </a:pPr>
              <a:r>
                <a:rPr lang="en-US" altLang="zh-CN" sz="2400" dirty="0">
                  <a:solidFill>
                    <a:schemeClr val="bg1"/>
                  </a:solidFill>
                </a:rPr>
                <a:t>       p</a:t>
              </a:r>
              <a:r>
                <a:rPr lang="en-US" altLang="zh-CN" sz="2400" dirty="0">
                  <a:solidFill>
                    <a:schemeClr val="bg1"/>
                  </a:solidFill>
                  <a:latin typeface="宋体" pitchFamily="2" charset="-122"/>
                  <a:ea typeface="宋体" pitchFamily="2" charset="-122"/>
                </a:rPr>
                <a:t>-</a:t>
              </a:r>
              <a:r>
                <a:rPr lang="en-US" altLang="zh-CN" sz="2400" dirty="0">
                  <a:solidFill>
                    <a:schemeClr val="bg1"/>
                  </a:solidFill>
                </a:rPr>
                <a:t>&gt;</a:t>
              </a:r>
              <a:r>
                <a:rPr lang="en-US" altLang="zh-CN" sz="2400" dirty="0" err="1">
                  <a:solidFill>
                    <a:schemeClr val="bg1"/>
                  </a:solidFill>
                </a:rPr>
                <a:t>llink</a:t>
              </a:r>
              <a:r>
                <a:rPr lang="en-US" altLang="zh-CN" sz="2400" dirty="0">
                  <a:solidFill>
                    <a:schemeClr val="bg1"/>
                  </a:solidFill>
                </a:rPr>
                <a:t>=list</a:t>
              </a:r>
              <a:r>
                <a:rPr lang="en-US" altLang="zh-CN" sz="2400" dirty="0">
                  <a:solidFill>
                    <a:schemeClr val="bg1"/>
                  </a:solidFill>
                  <a:latin typeface="宋体" pitchFamily="2" charset="-122"/>
                  <a:ea typeface="宋体" pitchFamily="2" charset="-122"/>
                </a:rPr>
                <a:t>-</a:t>
              </a:r>
              <a:r>
                <a:rPr lang="en-US" altLang="zh-CN" sz="2400" dirty="0">
                  <a:solidFill>
                    <a:schemeClr val="bg1"/>
                  </a:solidFill>
                </a:rPr>
                <a:t>&gt;</a:t>
              </a:r>
              <a:r>
                <a:rPr lang="en-US" altLang="zh-CN" sz="2400" dirty="0" err="1">
                  <a:solidFill>
                    <a:schemeClr val="bg1"/>
                  </a:solidFill>
                </a:rPr>
                <a:t>llink</a:t>
              </a:r>
              <a:r>
                <a:rPr lang="en-US" altLang="zh-CN" sz="2400" dirty="0">
                  <a:solidFill>
                    <a:schemeClr val="bg1"/>
                  </a:solidFill>
                </a:rPr>
                <a:t>;</a:t>
              </a:r>
              <a:endParaRPr lang="en-US" altLang="zh-CN" sz="2400" dirty="0">
                <a:solidFill>
                  <a:schemeClr val="bg1"/>
                </a:solidFill>
              </a:endParaRPr>
            </a:p>
            <a:p>
              <a:pPr>
                <a:lnSpc>
                  <a:spcPct val="85000"/>
                </a:lnSpc>
                <a:spcBef>
                  <a:spcPct val="0"/>
                </a:spcBef>
              </a:pPr>
              <a:r>
                <a:rPr lang="en-US" altLang="zh-CN" sz="2400" dirty="0">
                  <a:solidFill>
                    <a:schemeClr val="bg1"/>
                  </a:solidFill>
                </a:rPr>
                <a:t>       p</a:t>
              </a:r>
              <a:r>
                <a:rPr lang="en-US" altLang="zh-CN" sz="2400" dirty="0">
                  <a:solidFill>
                    <a:schemeClr val="bg1"/>
                  </a:solidFill>
                  <a:latin typeface="宋体" pitchFamily="2" charset="-122"/>
                  <a:ea typeface="宋体" pitchFamily="2" charset="-122"/>
                </a:rPr>
                <a:t>-</a:t>
              </a:r>
              <a:r>
                <a:rPr lang="en-US" altLang="zh-CN" sz="2400" dirty="0">
                  <a:solidFill>
                    <a:schemeClr val="bg1"/>
                  </a:solidFill>
                </a:rPr>
                <a:t>&gt;</a:t>
              </a:r>
              <a:r>
                <a:rPr lang="en-US" altLang="zh-CN" sz="2400" dirty="0" err="1">
                  <a:solidFill>
                    <a:schemeClr val="bg1"/>
                  </a:solidFill>
                </a:rPr>
                <a:t>rlink</a:t>
              </a:r>
              <a:r>
                <a:rPr lang="en-US" altLang="zh-CN" sz="2400" dirty="0">
                  <a:solidFill>
                    <a:schemeClr val="bg1"/>
                  </a:solidFill>
                </a:rPr>
                <a:t>=list;</a:t>
              </a:r>
              <a:endParaRPr lang="en-US" altLang="zh-CN" sz="2400" dirty="0">
                <a:solidFill>
                  <a:schemeClr val="bg1"/>
                </a:solidFill>
              </a:endParaRPr>
            </a:p>
            <a:p>
              <a:pPr>
                <a:lnSpc>
                  <a:spcPct val="85000"/>
                </a:lnSpc>
                <a:spcBef>
                  <a:spcPct val="0"/>
                </a:spcBef>
              </a:pPr>
              <a:r>
                <a:rPr lang="en-US" altLang="zh-CN" sz="2400" dirty="0">
                  <a:solidFill>
                    <a:schemeClr val="bg1"/>
                  </a:solidFill>
                </a:rPr>
                <a:t>       list</a:t>
              </a:r>
              <a:r>
                <a:rPr lang="en-US" altLang="zh-CN" sz="2400" dirty="0">
                  <a:solidFill>
                    <a:schemeClr val="bg1"/>
                  </a:solidFill>
                  <a:latin typeface="宋体" pitchFamily="2" charset="-122"/>
                  <a:ea typeface="宋体" pitchFamily="2" charset="-122"/>
                </a:rPr>
                <a:t>-</a:t>
              </a:r>
              <a:r>
                <a:rPr lang="en-US" altLang="zh-CN" sz="2400" dirty="0">
                  <a:solidFill>
                    <a:schemeClr val="bg1"/>
                  </a:solidFill>
                </a:rPr>
                <a:t>&gt;</a:t>
              </a:r>
              <a:r>
                <a:rPr lang="en-US" altLang="zh-CN" sz="2400" dirty="0" err="1">
                  <a:solidFill>
                    <a:schemeClr val="bg1"/>
                  </a:solidFill>
                </a:rPr>
                <a:t>llink</a:t>
              </a:r>
              <a:r>
                <a:rPr lang="en-US" altLang="zh-CN" sz="2400" dirty="0">
                  <a:solidFill>
                    <a:schemeClr val="bg1"/>
                  </a:solidFill>
                </a:rPr>
                <a:t>=p;</a:t>
              </a:r>
              <a:endParaRPr lang="en-US" altLang="zh-CN" sz="2400" dirty="0">
                <a:solidFill>
                  <a:schemeClr val="bg1"/>
                </a:solidFill>
              </a:endParaRPr>
            </a:p>
            <a:p>
              <a:pPr>
                <a:lnSpc>
                  <a:spcPct val="85000"/>
                </a:lnSpc>
                <a:spcBef>
                  <a:spcPct val="0"/>
                </a:spcBef>
              </a:pPr>
              <a:r>
                <a:rPr lang="en-US" altLang="zh-CN" sz="2400" dirty="0">
                  <a:solidFill>
                    <a:schemeClr val="bg1"/>
                  </a:solidFill>
                </a:rPr>
                <a:t>}</a:t>
              </a:r>
              <a:endParaRPr lang="en-US" altLang="zh-CN" sz="2400" dirty="0">
                <a:solidFill>
                  <a:schemeClr val="bg1"/>
                </a:solidFill>
              </a:endParaRPr>
            </a:p>
          </p:txBody>
        </p:sp>
      </p:grpSp>
      <p:grpSp>
        <p:nvGrpSpPr>
          <p:cNvPr id="3" name="Group 5"/>
          <p:cNvGrpSpPr/>
          <p:nvPr/>
        </p:nvGrpSpPr>
        <p:grpSpPr bwMode="auto">
          <a:xfrm>
            <a:off x="2265363" y="41276"/>
            <a:ext cx="6697663" cy="4195763"/>
            <a:chOff x="467" y="26"/>
            <a:chExt cx="4219" cy="2643"/>
          </a:xfrm>
        </p:grpSpPr>
        <p:sp>
          <p:nvSpPr>
            <p:cNvPr id="60457" name="Text Box 6"/>
            <p:cNvSpPr txBox="1">
              <a:spLocks noChangeArrowheads="1"/>
            </p:cNvSpPr>
            <p:nvPr/>
          </p:nvSpPr>
          <p:spPr bwMode="auto">
            <a:xfrm>
              <a:off x="498" y="52"/>
              <a:ext cx="3945" cy="2617"/>
            </a:xfrm>
            <a:prstGeom prst="rect">
              <a:avLst/>
            </a:prstGeom>
            <a:noFill/>
            <a:ln w="9525">
              <a:noFill/>
              <a:miter lim="800000"/>
            </a:ln>
          </p:spPr>
          <p:txBody>
            <a:bodyPr wrap="square">
              <a:spAutoFit/>
            </a:bodyPr>
            <a:lstStyle/>
            <a:p>
              <a:pPr>
                <a:lnSpc>
                  <a:spcPct val="75000"/>
                </a:lnSpc>
                <a:spcBef>
                  <a:spcPct val="0"/>
                </a:spcBef>
              </a:pPr>
              <a:r>
                <a:rPr lang="en-US" altLang="zh-CN" sz="2400" dirty="0" err="1">
                  <a:solidFill>
                    <a:srgbClr val="000000"/>
                  </a:solidFill>
                </a:rPr>
                <a:t>DNodeptr</a:t>
              </a:r>
              <a:r>
                <a:rPr lang="en-US" altLang="zh-CN" sz="2400" dirty="0">
                  <a:solidFill>
                    <a:srgbClr val="000000"/>
                  </a:solidFill>
                </a:rPr>
                <a:t> </a:t>
              </a:r>
              <a:r>
                <a:rPr lang="en-US" altLang="zh-CN" sz="2400" dirty="0" err="1">
                  <a:solidFill>
                    <a:srgbClr val="000000"/>
                  </a:solidFill>
                </a:rPr>
                <a:t>initDLink</a:t>
              </a:r>
              <a:r>
                <a:rPr lang="en-US" altLang="zh-CN" sz="2400" dirty="0">
                  <a:solidFill>
                    <a:srgbClr val="000000"/>
                  </a:solidFill>
                </a:rPr>
                <a:t>(</a:t>
              </a:r>
              <a:r>
                <a:rPr lang="en-US" altLang="zh-CN" sz="2400" dirty="0" err="1">
                  <a:solidFill>
                    <a:srgbClr val="000000"/>
                  </a:solidFill>
                </a:rPr>
                <a:t>int</a:t>
              </a:r>
              <a:r>
                <a:rPr lang="en-US" altLang="zh-CN" sz="2400" dirty="0">
                  <a:solidFill>
                    <a:srgbClr val="000000"/>
                  </a:solidFill>
                </a:rPr>
                <a:t> n)</a:t>
              </a:r>
              <a:endParaRPr lang="en-US" altLang="zh-CN" sz="2400" dirty="0">
                <a:solidFill>
                  <a:srgbClr val="000000"/>
                </a:solidFill>
              </a:endParaRPr>
            </a:p>
            <a:p>
              <a:pPr>
                <a:lnSpc>
                  <a:spcPct val="75000"/>
                </a:lnSpc>
                <a:spcBef>
                  <a:spcPct val="0"/>
                </a:spcBef>
              </a:pPr>
              <a:r>
                <a:rPr lang="en-US" altLang="zh-CN" sz="2400" dirty="0">
                  <a:solidFill>
                    <a:srgbClr val="000000"/>
                  </a:solidFill>
                </a:rPr>
                <a:t>{</a:t>
              </a:r>
              <a:endParaRPr lang="en-US" altLang="zh-CN" sz="2400" dirty="0">
                <a:solidFill>
                  <a:srgbClr val="000000"/>
                </a:solidFill>
              </a:endParaRPr>
            </a:p>
            <a:p>
              <a:pPr>
                <a:lnSpc>
                  <a:spcPct val="75000"/>
                </a:lnSpc>
                <a:spcBef>
                  <a:spcPct val="0"/>
                </a:spcBef>
              </a:pPr>
              <a:r>
                <a:rPr lang="en-US" altLang="zh-CN" sz="2400" dirty="0">
                  <a:solidFill>
                    <a:srgbClr val="000000"/>
                  </a:solidFill>
                </a:rPr>
                <a:t>        </a:t>
              </a:r>
              <a:r>
                <a:rPr lang="en-US" altLang="zh-CN" sz="2400" dirty="0" err="1">
                  <a:solidFill>
                    <a:srgbClr val="000000"/>
                  </a:solidFill>
                </a:rPr>
                <a:t>int</a:t>
              </a:r>
              <a:r>
                <a:rPr lang="en-US" altLang="zh-CN" sz="2400" dirty="0">
                  <a:solidFill>
                    <a:srgbClr val="000000"/>
                  </a:solidFill>
                </a:rPr>
                <a:t> </a:t>
              </a:r>
              <a:r>
                <a:rPr lang="en-US" altLang="zh-CN" sz="2400" dirty="0" err="1">
                  <a:solidFill>
                    <a:srgbClr val="000000"/>
                  </a:solidFill>
                </a:rPr>
                <a:t>i</a:t>
              </a:r>
              <a:r>
                <a:rPr lang="en-US" altLang="zh-CN" sz="2400" dirty="0">
                  <a:solidFill>
                    <a:srgbClr val="000000"/>
                  </a:solidFill>
                </a:rPr>
                <a:t>;</a:t>
              </a:r>
              <a:endParaRPr lang="en-US" altLang="zh-CN" sz="2400" dirty="0">
                <a:solidFill>
                  <a:srgbClr val="000000"/>
                </a:solidFill>
              </a:endParaRPr>
            </a:p>
            <a:p>
              <a:pPr>
                <a:lnSpc>
                  <a:spcPct val="75000"/>
                </a:lnSpc>
                <a:spcBef>
                  <a:spcPct val="0"/>
                </a:spcBef>
              </a:pPr>
              <a:r>
                <a:rPr lang="en-US" altLang="zh-CN" sz="2400" dirty="0">
                  <a:solidFill>
                    <a:srgbClr val="000000"/>
                  </a:solidFill>
                </a:rPr>
                <a:t>        </a:t>
              </a:r>
              <a:r>
                <a:rPr lang="en-US" altLang="zh-CN" sz="2400" dirty="0" err="1">
                  <a:solidFill>
                    <a:srgbClr val="000000"/>
                  </a:solidFill>
                </a:rPr>
                <a:t>DNodeptr</a:t>
              </a:r>
              <a:r>
                <a:rPr lang="en-US" altLang="zh-CN" sz="2400" dirty="0">
                  <a:solidFill>
                    <a:srgbClr val="000000"/>
                  </a:solidFill>
                </a:rPr>
                <a:t> </a:t>
              </a:r>
              <a:r>
                <a:rPr lang="en-US" altLang="zh-CN" sz="2400" dirty="0" err="1">
                  <a:solidFill>
                    <a:srgbClr val="000000"/>
                  </a:solidFill>
                </a:rPr>
                <a:t>list,p</a:t>
              </a:r>
              <a:r>
                <a:rPr lang="en-US" altLang="zh-CN" sz="2400" dirty="0">
                  <a:solidFill>
                    <a:srgbClr val="000000"/>
                  </a:solidFill>
                </a:rPr>
                <a:t>;</a:t>
              </a:r>
              <a:endParaRPr lang="en-US" altLang="zh-CN" sz="2400" dirty="0">
                <a:solidFill>
                  <a:srgbClr val="000000"/>
                </a:solidFill>
              </a:endParaRPr>
            </a:p>
            <a:p>
              <a:pPr>
                <a:lnSpc>
                  <a:spcPct val="75000"/>
                </a:lnSpc>
                <a:spcBef>
                  <a:spcPct val="0"/>
                </a:spcBef>
              </a:pPr>
              <a:r>
                <a:rPr lang="en-US" altLang="zh-CN" sz="2400" dirty="0">
                  <a:solidFill>
                    <a:srgbClr val="000000"/>
                  </a:solidFill>
                </a:rPr>
                <a:t>        list=(</a:t>
              </a:r>
              <a:r>
                <a:rPr lang="en-US" altLang="zh-CN" sz="2400" dirty="0" err="1">
                  <a:solidFill>
                    <a:srgbClr val="000000"/>
                  </a:solidFill>
                </a:rPr>
                <a:t>DNodeptr</a:t>
              </a:r>
              <a:r>
                <a:rPr lang="en-US" altLang="zh-CN" sz="2400" dirty="0">
                  <a:solidFill>
                    <a:srgbClr val="000000"/>
                  </a:solidFill>
                </a:rPr>
                <a:t>)</a:t>
              </a:r>
              <a:r>
                <a:rPr lang="en-US" altLang="zh-CN" sz="2400" dirty="0" err="1">
                  <a:solidFill>
                    <a:srgbClr val="000000"/>
                  </a:solidFill>
                </a:rPr>
                <a:t>malloc</a:t>
              </a:r>
              <a:r>
                <a:rPr lang="en-US" altLang="zh-CN" sz="2400" dirty="0">
                  <a:solidFill>
                    <a:srgbClr val="000000"/>
                  </a:solidFill>
                </a:rPr>
                <a:t>(</a:t>
              </a:r>
              <a:r>
                <a:rPr lang="en-US" altLang="zh-CN" sz="2400" dirty="0" err="1">
                  <a:solidFill>
                    <a:srgbClr val="000000"/>
                  </a:solidFill>
                </a:rPr>
                <a:t>sizeof</a:t>
              </a:r>
              <a:r>
                <a:rPr lang="en-US" altLang="zh-CN" sz="2400" dirty="0">
                  <a:solidFill>
                    <a:srgbClr val="000000"/>
                  </a:solidFill>
                </a:rPr>
                <a:t>(</a:t>
              </a:r>
              <a:r>
                <a:rPr lang="en-US" altLang="zh-CN" sz="2400" dirty="0" err="1">
                  <a:solidFill>
                    <a:srgbClr val="000000"/>
                  </a:solidFill>
                </a:rPr>
                <a:t>DNode</a:t>
              </a:r>
              <a:r>
                <a:rPr lang="en-US" altLang="zh-CN" sz="2400" dirty="0">
                  <a:solidFill>
                    <a:srgbClr val="000000"/>
                  </a:solidFill>
                </a:rPr>
                <a:t>));</a:t>
              </a:r>
              <a:endParaRPr lang="en-US" altLang="zh-CN" sz="2400" dirty="0">
                <a:solidFill>
                  <a:srgbClr val="000000"/>
                </a:solidFill>
              </a:endParaRPr>
            </a:p>
            <a:p>
              <a:pPr>
                <a:lnSpc>
                  <a:spcPct val="75000"/>
                </a:lnSpc>
                <a:spcBef>
                  <a:spcPct val="0"/>
                </a:spcBef>
              </a:pPr>
              <a:r>
                <a:rPr lang="en-US" altLang="zh-CN" sz="2400" dirty="0">
                  <a:solidFill>
                    <a:schemeClr val="accent2"/>
                  </a:solidFill>
                </a:rPr>
                <a:t>        READ</a:t>
              </a:r>
              <a:r>
                <a:rPr lang="en-US" altLang="zh-CN" sz="2400" dirty="0">
                  <a:solidFill>
                    <a:srgbClr val="000000"/>
                  </a:solidFill>
                </a:rPr>
                <a:t>(list</a:t>
              </a:r>
              <a:r>
                <a:rPr lang="en-US" altLang="zh-CN" sz="2400" dirty="0">
                  <a:solidFill>
                    <a:srgbClr val="000000"/>
                  </a:solidFill>
                  <a:latin typeface="宋体" pitchFamily="2" charset="-122"/>
                  <a:ea typeface="宋体" pitchFamily="2" charset="-122"/>
                </a:rPr>
                <a:t>-</a:t>
              </a:r>
              <a:r>
                <a:rPr lang="en-US" altLang="zh-CN" sz="2400" dirty="0">
                  <a:solidFill>
                    <a:srgbClr val="000000"/>
                  </a:solidFill>
                </a:rPr>
                <a:t>&gt;data);</a:t>
              </a:r>
              <a:endParaRPr lang="en-US" altLang="zh-CN" sz="2400" dirty="0">
                <a:solidFill>
                  <a:srgbClr val="000000"/>
                </a:solidFill>
              </a:endParaRPr>
            </a:p>
            <a:p>
              <a:pPr>
                <a:lnSpc>
                  <a:spcPct val="75000"/>
                </a:lnSpc>
                <a:spcBef>
                  <a:spcPct val="0"/>
                </a:spcBef>
              </a:pPr>
              <a:r>
                <a:rPr lang="en-US" altLang="zh-CN" sz="2400" dirty="0">
                  <a:solidFill>
                    <a:srgbClr val="000000"/>
                  </a:solidFill>
                </a:rPr>
                <a:t>        list</a:t>
              </a:r>
              <a:r>
                <a:rPr lang="en-US" altLang="zh-CN" sz="2400" dirty="0">
                  <a:solidFill>
                    <a:srgbClr val="000000"/>
                  </a:solidFill>
                  <a:latin typeface="宋体" pitchFamily="2" charset="-122"/>
                  <a:ea typeface="宋体" pitchFamily="2" charset="-122"/>
                </a:rPr>
                <a:t>-</a:t>
              </a:r>
              <a:r>
                <a:rPr lang="en-US" altLang="zh-CN" sz="2400" dirty="0">
                  <a:solidFill>
                    <a:srgbClr val="000000"/>
                  </a:solidFill>
                </a:rPr>
                <a:t>&gt;</a:t>
              </a:r>
              <a:r>
                <a:rPr lang="en-US" altLang="zh-CN" sz="2400" dirty="0" err="1">
                  <a:solidFill>
                    <a:srgbClr val="000000"/>
                  </a:solidFill>
                </a:rPr>
                <a:t>llink</a:t>
              </a:r>
              <a:r>
                <a:rPr lang="en-US" altLang="zh-CN" sz="2400" dirty="0">
                  <a:solidFill>
                    <a:srgbClr val="000000"/>
                  </a:solidFill>
                </a:rPr>
                <a:t>=list;</a:t>
              </a:r>
              <a:endParaRPr lang="en-US" altLang="zh-CN" sz="2400" dirty="0">
                <a:solidFill>
                  <a:srgbClr val="000000"/>
                </a:solidFill>
              </a:endParaRPr>
            </a:p>
            <a:p>
              <a:pPr>
                <a:lnSpc>
                  <a:spcPct val="75000"/>
                </a:lnSpc>
                <a:spcBef>
                  <a:spcPct val="0"/>
                </a:spcBef>
              </a:pPr>
              <a:r>
                <a:rPr lang="en-US" altLang="zh-CN" sz="2400" dirty="0">
                  <a:solidFill>
                    <a:srgbClr val="000000"/>
                  </a:solidFill>
                </a:rPr>
                <a:t>        list</a:t>
              </a:r>
              <a:r>
                <a:rPr lang="en-US" altLang="zh-CN" sz="2400" dirty="0">
                  <a:solidFill>
                    <a:srgbClr val="000000"/>
                  </a:solidFill>
                  <a:latin typeface="宋体" pitchFamily="2" charset="-122"/>
                  <a:ea typeface="宋体" pitchFamily="2" charset="-122"/>
                </a:rPr>
                <a:t>-</a:t>
              </a:r>
              <a:r>
                <a:rPr lang="en-US" altLang="zh-CN" sz="2400" dirty="0">
                  <a:solidFill>
                    <a:srgbClr val="000000"/>
                  </a:solidFill>
                </a:rPr>
                <a:t>&gt;</a:t>
              </a:r>
              <a:r>
                <a:rPr lang="en-US" altLang="zh-CN" sz="2400" dirty="0" err="1">
                  <a:solidFill>
                    <a:srgbClr val="000000"/>
                  </a:solidFill>
                </a:rPr>
                <a:t>rlink</a:t>
              </a:r>
              <a:r>
                <a:rPr lang="en-US" altLang="zh-CN" sz="2400" dirty="0">
                  <a:solidFill>
                    <a:srgbClr val="000000"/>
                  </a:solidFill>
                </a:rPr>
                <a:t>=list;</a:t>
              </a:r>
              <a:endParaRPr lang="en-US" altLang="zh-CN" sz="2400" dirty="0">
                <a:solidFill>
                  <a:srgbClr val="000000"/>
                </a:solidFill>
              </a:endParaRPr>
            </a:p>
            <a:p>
              <a:pPr>
                <a:lnSpc>
                  <a:spcPct val="75000"/>
                </a:lnSpc>
                <a:spcBef>
                  <a:spcPct val="0"/>
                </a:spcBef>
              </a:pPr>
              <a:r>
                <a:rPr lang="en-US" altLang="zh-CN" sz="2400" dirty="0">
                  <a:solidFill>
                    <a:srgbClr val="000000"/>
                  </a:solidFill>
                </a:rPr>
                <a:t>        for(</a:t>
              </a:r>
              <a:r>
                <a:rPr lang="en-US" altLang="zh-CN" sz="2400" dirty="0" err="1">
                  <a:solidFill>
                    <a:srgbClr val="000000"/>
                  </a:solidFill>
                </a:rPr>
                <a:t>i</a:t>
              </a:r>
              <a:r>
                <a:rPr lang="en-US" altLang="zh-CN" sz="2400" dirty="0">
                  <a:solidFill>
                    <a:srgbClr val="000000"/>
                  </a:solidFill>
                </a:rPr>
                <a:t>=1;i&lt;</a:t>
              </a:r>
              <a:r>
                <a:rPr lang="en-US" altLang="zh-CN" sz="2400" dirty="0" err="1">
                  <a:solidFill>
                    <a:srgbClr val="000000"/>
                  </a:solidFill>
                </a:rPr>
                <a:t>n;i</a:t>
              </a:r>
              <a:r>
                <a:rPr lang="en-US" altLang="zh-CN" sz="2400" dirty="0">
                  <a:solidFill>
                    <a:srgbClr val="000000"/>
                  </a:solidFill>
                </a:rPr>
                <a:t>++){</a:t>
              </a:r>
              <a:endParaRPr lang="en-US" altLang="zh-CN" sz="2400" dirty="0">
                <a:solidFill>
                  <a:srgbClr val="000000"/>
                </a:solidFill>
              </a:endParaRPr>
            </a:p>
            <a:p>
              <a:pPr>
                <a:lnSpc>
                  <a:spcPct val="75000"/>
                </a:lnSpc>
                <a:spcBef>
                  <a:spcPct val="0"/>
                </a:spcBef>
              </a:pPr>
              <a:r>
                <a:rPr lang="en-US" altLang="zh-CN" sz="2400" dirty="0">
                  <a:solidFill>
                    <a:srgbClr val="000000"/>
                  </a:solidFill>
                </a:rPr>
                <a:t>               p=(</a:t>
              </a:r>
              <a:r>
                <a:rPr lang="en-US" altLang="zh-CN" sz="2400" dirty="0" err="1">
                  <a:solidFill>
                    <a:srgbClr val="000000"/>
                  </a:solidFill>
                </a:rPr>
                <a:t>DNodeptr</a:t>
              </a:r>
              <a:r>
                <a:rPr lang="en-US" altLang="zh-CN" sz="2400" dirty="0">
                  <a:solidFill>
                    <a:srgbClr val="000000"/>
                  </a:solidFill>
                </a:rPr>
                <a:t>)</a:t>
              </a:r>
              <a:r>
                <a:rPr lang="en-US" altLang="zh-CN" sz="2400" dirty="0" err="1">
                  <a:solidFill>
                    <a:srgbClr val="000000"/>
                  </a:solidFill>
                </a:rPr>
                <a:t>malloc</a:t>
              </a:r>
              <a:r>
                <a:rPr lang="en-US" altLang="zh-CN" sz="2400" dirty="0">
                  <a:solidFill>
                    <a:srgbClr val="000000"/>
                  </a:solidFill>
                </a:rPr>
                <a:t>(</a:t>
              </a:r>
              <a:r>
                <a:rPr lang="en-US" altLang="zh-CN" sz="2400" dirty="0" err="1">
                  <a:solidFill>
                    <a:srgbClr val="000000"/>
                  </a:solidFill>
                </a:rPr>
                <a:t>sizeof</a:t>
              </a:r>
              <a:r>
                <a:rPr lang="en-US" altLang="zh-CN" sz="2400" dirty="0">
                  <a:solidFill>
                    <a:srgbClr val="000000"/>
                  </a:solidFill>
                </a:rPr>
                <a:t>(</a:t>
              </a:r>
              <a:r>
                <a:rPr lang="en-US" altLang="zh-CN" sz="2400" dirty="0" err="1">
                  <a:solidFill>
                    <a:srgbClr val="000000"/>
                  </a:solidFill>
                </a:rPr>
                <a:t>DNode</a:t>
              </a:r>
              <a:r>
                <a:rPr lang="en-US" altLang="zh-CN" sz="2400" dirty="0">
                  <a:solidFill>
                    <a:srgbClr val="000000"/>
                  </a:solidFill>
                </a:rPr>
                <a:t>));</a:t>
              </a:r>
              <a:endParaRPr lang="en-US" altLang="zh-CN" sz="2400" dirty="0">
                <a:solidFill>
                  <a:srgbClr val="000000"/>
                </a:solidFill>
              </a:endParaRPr>
            </a:p>
            <a:p>
              <a:pPr>
                <a:lnSpc>
                  <a:spcPct val="75000"/>
                </a:lnSpc>
                <a:spcBef>
                  <a:spcPct val="0"/>
                </a:spcBef>
              </a:pPr>
              <a:r>
                <a:rPr lang="en-US" altLang="zh-CN" sz="2000" dirty="0">
                  <a:solidFill>
                    <a:srgbClr val="000000"/>
                  </a:solidFill>
                </a:rPr>
                <a:t>                  </a:t>
              </a:r>
              <a:r>
                <a:rPr lang="en-US" altLang="zh-CN" sz="2000" dirty="0">
                  <a:solidFill>
                    <a:schemeClr val="accent2"/>
                  </a:solidFill>
                </a:rPr>
                <a:t>READ</a:t>
              </a:r>
              <a:r>
                <a:rPr lang="en-US" altLang="zh-CN" sz="2000" dirty="0">
                  <a:solidFill>
                    <a:srgbClr val="000000"/>
                  </a:solidFill>
                </a:rPr>
                <a:t>(p</a:t>
              </a:r>
              <a:r>
                <a:rPr lang="en-US" altLang="zh-CN" sz="2000" dirty="0">
                  <a:solidFill>
                    <a:srgbClr val="000000"/>
                  </a:solidFill>
                  <a:latin typeface="宋体" pitchFamily="2" charset="-122"/>
                  <a:ea typeface="宋体" pitchFamily="2" charset="-122"/>
                </a:rPr>
                <a:t>-</a:t>
              </a:r>
              <a:r>
                <a:rPr lang="en-US" altLang="zh-CN" sz="2000" dirty="0">
                  <a:solidFill>
                    <a:srgbClr val="000000"/>
                  </a:solidFill>
                </a:rPr>
                <a:t>&gt;data);            </a:t>
              </a:r>
              <a:r>
                <a:rPr lang="en-US" altLang="zh-CN" dirty="0">
                  <a:solidFill>
                    <a:srgbClr val="000000"/>
                  </a:solidFill>
                  <a:latin typeface="幼圆" pitchFamily="49" charset="-122"/>
                  <a:ea typeface="幼圆" pitchFamily="49" charset="-122"/>
                </a:rPr>
                <a:t>/* </a:t>
              </a:r>
              <a:r>
                <a:rPr lang="zh-CN" altLang="en-US" dirty="0">
                  <a:solidFill>
                    <a:srgbClr val="000000"/>
                  </a:solidFill>
                  <a:latin typeface="幼圆" pitchFamily="49" charset="-122"/>
                  <a:ea typeface="幼圆" pitchFamily="49" charset="-122"/>
                </a:rPr>
                <a:t>读入一元素 *</a:t>
              </a:r>
              <a:r>
                <a:rPr lang="en-US" altLang="zh-CN" dirty="0">
                  <a:solidFill>
                    <a:srgbClr val="000000"/>
                  </a:solidFill>
                  <a:latin typeface="幼圆" pitchFamily="49" charset="-122"/>
                  <a:ea typeface="幼圆" pitchFamily="49" charset="-122"/>
                </a:rPr>
                <a:t>/</a:t>
              </a:r>
              <a:endParaRPr lang="en-US" altLang="zh-CN" dirty="0">
                <a:solidFill>
                  <a:srgbClr val="000000"/>
                </a:solidFill>
                <a:latin typeface="幼圆" pitchFamily="49" charset="-122"/>
                <a:ea typeface="幼圆" pitchFamily="49" charset="-122"/>
              </a:endParaRPr>
            </a:p>
            <a:p>
              <a:pPr>
                <a:lnSpc>
                  <a:spcPct val="75000"/>
                </a:lnSpc>
                <a:spcBef>
                  <a:spcPct val="0"/>
                </a:spcBef>
              </a:pPr>
              <a:r>
                <a:rPr lang="en-US" altLang="zh-CN" sz="2400" dirty="0">
                  <a:solidFill>
                    <a:srgbClr val="000000"/>
                  </a:solidFill>
                </a:rPr>
                <a:t>               </a:t>
              </a:r>
              <a:r>
                <a:rPr lang="en-US" altLang="zh-CN" sz="2400" dirty="0" err="1">
                  <a:solidFill>
                    <a:srgbClr val="FF0000"/>
                  </a:solidFill>
                </a:rPr>
                <a:t>insertNode</a:t>
              </a:r>
              <a:r>
                <a:rPr lang="en-US" altLang="zh-CN" sz="2400" dirty="0">
                  <a:solidFill>
                    <a:srgbClr val="000000"/>
                  </a:solidFill>
                </a:rPr>
                <a:t>(</a:t>
              </a:r>
              <a:r>
                <a:rPr lang="en-US" altLang="zh-CN" sz="2400" dirty="0" err="1">
                  <a:solidFill>
                    <a:srgbClr val="000000"/>
                  </a:solidFill>
                </a:rPr>
                <a:t>list,p</a:t>
              </a:r>
              <a:r>
                <a:rPr lang="en-US" altLang="zh-CN" sz="2400" dirty="0">
                  <a:solidFill>
                    <a:srgbClr val="000000"/>
                  </a:solidFill>
                </a:rPr>
                <a:t>);</a:t>
              </a:r>
              <a:endParaRPr lang="en-US" altLang="zh-CN" sz="2400" dirty="0">
                <a:solidFill>
                  <a:srgbClr val="000000"/>
                </a:solidFill>
              </a:endParaRPr>
            </a:p>
            <a:p>
              <a:pPr>
                <a:lnSpc>
                  <a:spcPct val="75000"/>
                </a:lnSpc>
                <a:spcBef>
                  <a:spcPct val="0"/>
                </a:spcBef>
              </a:pPr>
              <a:r>
                <a:rPr lang="en-US" altLang="zh-CN" sz="2000" dirty="0">
                  <a:solidFill>
                    <a:srgbClr val="000000"/>
                  </a:solidFill>
                </a:rPr>
                <a:t>        }</a:t>
              </a:r>
              <a:endParaRPr lang="en-US" altLang="zh-CN" sz="2000" dirty="0">
                <a:solidFill>
                  <a:srgbClr val="000000"/>
                </a:solidFill>
              </a:endParaRPr>
            </a:p>
            <a:p>
              <a:pPr>
                <a:lnSpc>
                  <a:spcPct val="75000"/>
                </a:lnSpc>
                <a:spcBef>
                  <a:spcPct val="0"/>
                </a:spcBef>
              </a:pPr>
              <a:r>
                <a:rPr lang="en-US" altLang="zh-CN" sz="2400" dirty="0">
                  <a:solidFill>
                    <a:srgbClr val="000000"/>
                  </a:solidFill>
                </a:rPr>
                <a:t>        return list;</a:t>
              </a:r>
              <a:endParaRPr lang="en-US" altLang="zh-CN" sz="2400" dirty="0">
                <a:solidFill>
                  <a:srgbClr val="000000"/>
                </a:solidFill>
              </a:endParaRPr>
            </a:p>
            <a:p>
              <a:pPr>
                <a:lnSpc>
                  <a:spcPct val="75000"/>
                </a:lnSpc>
                <a:spcBef>
                  <a:spcPct val="0"/>
                </a:spcBef>
              </a:pPr>
              <a:r>
                <a:rPr lang="en-US" altLang="zh-CN" sz="2400" dirty="0">
                  <a:solidFill>
                    <a:srgbClr val="000000"/>
                  </a:solidFill>
                </a:rPr>
                <a:t>} </a:t>
              </a:r>
              <a:endParaRPr lang="en-US" altLang="zh-CN" sz="2400" dirty="0">
                <a:solidFill>
                  <a:srgbClr val="000000"/>
                </a:solidFill>
              </a:endParaRPr>
            </a:p>
          </p:txBody>
        </p:sp>
        <p:sp>
          <p:nvSpPr>
            <p:cNvPr id="60458" name="Rectangle 7"/>
            <p:cNvSpPr>
              <a:spLocks noChangeArrowheads="1"/>
            </p:cNvSpPr>
            <p:nvPr/>
          </p:nvSpPr>
          <p:spPr bwMode="auto">
            <a:xfrm>
              <a:off x="467" y="26"/>
              <a:ext cx="4219" cy="2540"/>
            </a:xfrm>
            <a:prstGeom prst="rect">
              <a:avLst/>
            </a:prstGeom>
            <a:noFill/>
            <a:ln w="82550">
              <a:solidFill>
                <a:srgbClr val="00CCFF"/>
              </a:solidFill>
              <a:miter lim="800000"/>
            </a:ln>
            <a:effectLst>
              <a:outerShdw dist="81320" dir="3080412" algn="ctr" rotWithShape="0">
                <a:srgbClr val="D1D1D1"/>
              </a:outerShdw>
            </a:effectLst>
          </p:spPr>
          <p:txBody>
            <a:bodyPr wrap="none" anchor="ctr"/>
            <a:lstStyle/>
            <a:p>
              <a:endParaRPr lang="zh-CN" altLang="en-US"/>
            </a:p>
          </p:txBody>
        </p:sp>
      </p:grpSp>
      <p:grpSp>
        <p:nvGrpSpPr>
          <p:cNvPr id="4" name="Group 155"/>
          <p:cNvGrpSpPr/>
          <p:nvPr/>
        </p:nvGrpSpPr>
        <p:grpSpPr bwMode="auto">
          <a:xfrm>
            <a:off x="9048753" y="1252539"/>
            <a:ext cx="1138238" cy="1671637"/>
            <a:chOff x="4205" y="292"/>
            <a:chExt cx="717" cy="1053"/>
          </a:xfrm>
        </p:grpSpPr>
        <p:sp>
          <p:nvSpPr>
            <p:cNvPr id="60454" name="Freeform 118"/>
            <p:cNvSpPr/>
            <p:nvPr/>
          </p:nvSpPr>
          <p:spPr bwMode="auto">
            <a:xfrm rot="1336615">
              <a:off x="4220" y="300"/>
              <a:ext cx="615" cy="1045"/>
            </a:xfrm>
            <a:custGeom>
              <a:avLst/>
              <a:gdLst>
                <a:gd name="T0" fmla="*/ 18 w 727"/>
                <a:gd name="T1" fmla="*/ 95 h 1045"/>
                <a:gd name="T2" fmla="*/ 18 w 727"/>
                <a:gd name="T3" fmla="*/ 643 h 1045"/>
                <a:gd name="T4" fmla="*/ 154 w 727"/>
                <a:gd name="T5" fmla="*/ 889 h 1045"/>
                <a:gd name="T6" fmla="*/ 175 w 727"/>
                <a:gd name="T7" fmla="*/ 847 h 1045"/>
                <a:gd name="T8" fmla="*/ 171 w 727"/>
                <a:gd name="T9" fmla="*/ 545 h 1045"/>
                <a:gd name="T10" fmla="*/ 179 w 727"/>
                <a:gd name="T11" fmla="*/ 426 h 1045"/>
                <a:gd name="T12" fmla="*/ 179 w 727"/>
                <a:gd name="T13" fmla="*/ 145 h 1045"/>
                <a:gd name="T14" fmla="*/ 118 w 727"/>
                <a:gd name="T15" fmla="*/ 53 h 1045"/>
                <a:gd name="T16" fmla="*/ 30 w 727"/>
                <a:gd name="T17" fmla="*/ 46 h 1045"/>
                <a:gd name="T18" fmla="*/ 25 w 727"/>
                <a:gd name="T19" fmla="*/ 116 h 1045"/>
                <a:gd name="T20" fmla="*/ 18 w 727"/>
                <a:gd name="T21" fmla="*/ 95 h 104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27"/>
                <a:gd name="T34" fmla="*/ 0 h 1045"/>
                <a:gd name="T35" fmla="*/ 727 w 727"/>
                <a:gd name="T36" fmla="*/ 1045 h 104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27" h="1045">
                  <a:moveTo>
                    <a:pt x="68" y="95"/>
                  </a:moveTo>
                  <a:cubicBezTo>
                    <a:pt x="55" y="278"/>
                    <a:pt x="63" y="457"/>
                    <a:pt x="68" y="643"/>
                  </a:cubicBezTo>
                  <a:cubicBezTo>
                    <a:pt x="52" y="1045"/>
                    <a:pt x="0" y="897"/>
                    <a:pt x="588" y="889"/>
                  </a:cubicBezTo>
                  <a:cubicBezTo>
                    <a:pt x="617" y="879"/>
                    <a:pt x="647" y="864"/>
                    <a:pt x="672" y="847"/>
                  </a:cubicBezTo>
                  <a:cubicBezTo>
                    <a:pt x="705" y="748"/>
                    <a:pt x="727" y="621"/>
                    <a:pt x="651" y="545"/>
                  </a:cubicBezTo>
                  <a:cubicBezTo>
                    <a:pt x="659" y="484"/>
                    <a:pt x="669" y="477"/>
                    <a:pt x="686" y="426"/>
                  </a:cubicBezTo>
                  <a:cubicBezTo>
                    <a:pt x="694" y="332"/>
                    <a:pt x="717" y="238"/>
                    <a:pt x="686" y="145"/>
                  </a:cubicBezTo>
                  <a:cubicBezTo>
                    <a:pt x="672" y="0"/>
                    <a:pt x="639" y="59"/>
                    <a:pt x="448" y="53"/>
                  </a:cubicBezTo>
                  <a:cubicBezTo>
                    <a:pt x="349" y="3"/>
                    <a:pt x="224" y="39"/>
                    <a:pt x="117" y="46"/>
                  </a:cubicBezTo>
                  <a:cubicBezTo>
                    <a:pt x="100" y="97"/>
                    <a:pt x="107" y="74"/>
                    <a:pt x="96" y="116"/>
                  </a:cubicBezTo>
                  <a:cubicBezTo>
                    <a:pt x="79" y="91"/>
                    <a:pt x="90" y="95"/>
                    <a:pt x="68" y="95"/>
                  </a:cubicBezTo>
                  <a:close/>
                </a:path>
              </a:pathLst>
            </a:custGeom>
            <a:solidFill>
              <a:srgbClr val="FFFF00">
                <a:alpha val="94901"/>
              </a:srgbClr>
            </a:solidFill>
            <a:ln w="41275" cap="flat" cmpd="sng">
              <a:solidFill>
                <a:srgbClr val="DDDDDD"/>
              </a:solidFill>
              <a:prstDash val="solid"/>
              <a:round/>
            </a:ln>
          </p:spPr>
          <p:txBody>
            <a:bodyPr wrap="none" anchor="ctr"/>
            <a:lstStyle/>
            <a:p>
              <a:endParaRPr lang="zh-CN" altLang="en-US"/>
            </a:p>
          </p:txBody>
        </p:sp>
        <p:sp>
          <p:nvSpPr>
            <p:cNvPr id="60455" name="Text Box 119"/>
            <p:cNvSpPr txBox="1">
              <a:spLocks noChangeArrowheads="1"/>
            </p:cNvSpPr>
            <p:nvPr/>
          </p:nvSpPr>
          <p:spPr bwMode="auto">
            <a:xfrm rot="941543">
              <a:off x="4321" y="292"/>
              <a:ext cx="601" cy="640"/>
            </a:xfrm>
            <a:prstGeom prst="rect">
              <a:avLst/>
            </a:prstGeom>
            <a:noFill/>
            <a:ln w="9525">
              <a:noFill/>
              <a:miter lim="800000"/>
            </a:ln>
            <a:effectLst>
              <a:outerShdw dist="17961" dir="2700000" algn="ctr" rotWithShape="0">
                <a:srgbClr val="000000"/>
              </a:outerShdw>
            </a:effectLst>
          </p:spPr>
          <p:txBody>
            <a:bodyPr wrap="none">
              <a:spAutoFit/>
            </a:bodyPr>
            <a:lstStyle/>
            <a:p>
              <a:pPr>
                <a:spcBef>
                  <a:spcPct val="0"/>
                </a:spcBef>
              </a:pPr>
              <a:r>
                <a:rPr lang="zh-CN" altLang="en-US" sz="6000">
                  <a:solidFill>
                    <a:schemeClr val="accent2"/>
                  </a:solidFill>
                  <a:ea typeface="华文行楷" pitchFamily="2" charset="-122"/>
                </a:rPr>
                <a:t>算</a:t>
              </a:r>
              <a:endParaRPr lang="zh-CN" altLang="en-US" sz="6000">
                <a:solidFill>
                  <a:schemeClr val="accent2"/>
                </a:solidFill>
                <a:ea typeface="华文行楷" pitchFamily="2" charset="-122"/>
              </a:endParaRPr>
            </a:p>
          </p:txBody>
        </p:sp>
        <p:sp>
          <p:nvSpPr>
            <p:cNvPr id="60456" name="Text Box 120"/>
            <p:cNvSpPr txBox="1">
              <a:spLocks noChangeArrowheads="1"/>
            </p:cNvSpPr>
            <p:nvPr/>
          </p:nvSpPr>
          <p:spPr bwMode="auto">
            <a:xfrm rot="1018567">
              <a:off x="4205" y="592"/>
              <a:ext cx="601" cy="640"/>
            </a:xfrm>
            <a:prstGeom prst="rect">
              <a:avLst/>
            </a:prstGeom>
            <a:noFill/>
            <a:ln w="9525">
              <a:noFill/>
              <a:miter lim="800000"/>
            </a:ln>
            <a:effectLst>
              <a:outerShdw dist="17961" dir="2700000" algn="ctr" rotWithShape="0">
                <a:srgbClr val="000000"/>
              </a:outerShdw>
            </a:effectLst>
          </p:spPr>
          <p:txBody>
            <a:bodyPr wrap="none">
              <a:spAutoFit/>
            </a:bodyPr>
            <a:lstStyle/>
            <a:p>
              <a:pPr>
                <a:spcBef>
                  <a:spcPct val="0"/>
                </a:spcBef>
              </a:pPr>
              <a:r>
                <a:rPr lang="zh-CN" altLang="en-US" sz="6000">
                  <a:solidFill>
                    <a:schemeClr val="accent2"/>
                  </a:solidFill>
                  <a:ea typeface="华文行楷" pitchFamily="2" charset="-122"/>
                </a:rPr>
                <a:t>法</a:t>
              </a:r>
              <a:endParaRPr lang="zh-CN" altLang="en-US" sz="6000">
                <a:solidFill>
                  <a:schemeClr val="accent2"/>
                </a:solidFill>
                <a:ea typeface="华文行楷" pitchFamily="2" charset="-122"/>
              </a:endParaRPr>
            </a:p>
          </p:txBody>
        </p:sp>
      </p:grpSp>
      <p:grpSp>
        <p:nvGrpSpPr>
          <p:cNvPr id="5" name="Group 122"/>
          <p:cNvGrpSpPr/>
          <p:nvPr/>
        </p:nvGrpSpPr>
        <p:grpSpPr bwMode="auto">
          <a:xfrm>
            <a:off x="2927649" y="1628801"/>
            <a:ext cx="4609084" cy="871538"/>
            <a:chOff x="793" y="949"/>
            <a:chExt cx="2858" cy="549"/>
          </a:xfrm>
        </p:grpSpPr>
        <p:grpSp>
          <p:nvGrpSpPr>
            <p:cNvPr id="7" name="Group 124"/>
            <p:cNvGrpSpPr/>
            <p:nvPr/>
          </p:nvGrpSpPr>
          <p:grpSpPr bwMode="auto">
            <a:xfrm>
              <a:off x="2362" y="1207"/>
              <a:ext cx="922" cy="291"/>
              <a:chOff x="518" y="1044"/>
              <a:chExt cx="922" cy="291"/>
            </a:xfrm>
          </p:grpSpPr>
          <p:sp>
            <p:nvSpPr>
              <p:cNvPr id="60447" name="Rectangle 125"/>
              <p:cNvSpPr>
                <a:spLocks noChangeArrowheads="1"/>
              </p:cNvSpPr>
              <p:nvPr/>
            </p:nvSpPr>
            <p:spPr bwMode="auto">
              <a:xfrm>
                <a:off x="1020" y="1162"/>
                <a:ext cx="227" cy="168"/>
              </a:xfrm>
              <a:prstGeom prst="rect">
                <a:avLst/>
              </a:prstGeom>
              <a:solidFill>
                <a:srgbClr val="C0C0C0"/>
              </a:solidFill>
              <a:ln w="22225">
                <a:solidFill>
                  <a:schemeClr val="accent2"/>
                </a:solidFill>
                <a:miter lim="800000"/>
              </a:ln>
            </p:spPr>
            <p:txBody>
              <a:bodyPr wrap="none" anchor="ctr"/>
              <a:lstStyle/>
              <a:p>
                <a:endParaRPr lang="zh-CN" altLang="en-US"/>
              </a:p>
            </p:txBody>
          </p:sp>
          <p:sp>
            <p:nvSpPr>
              <p:cNvPr id="60448" name="Rectangle 126"/>
              <p:cNvSpPr>
                <a:spLocks noChangeArrowheads="1"/>
              </p:cNvSpPr>
              <p:nvPr/>
            </p:nvSpPr>
            <p:spPr bwMode="auto">
              <a:xfrm>
                <a:off x="1247" y="1162"/>
                <a:ext cx="91" cy="168"/>
              </a:xfrm>
              <a:prstGeom prst="rect">
                <a:avLst/>
              </a:prstGeom>
              <a:noFill/>
              <a:ln w="22225">
                <a:solidFill>
                  <a:schemeClr val="accent2"/>
                </a:solidFill>
                <a:miter lim="800000"/>
              </a:ln>
            </p:spPr>
            <p:txBody>
              <a:bodyPr wrap="none" anchor="ctr"/>
              <a:lstStyle/>
              <a:p>
                <a:endParaRPr lang="zh-CN" altLang="en-US"/>
              </a:p>
            </p:txBody>
          </p:sp>
          <p:sp>
            <p:nvSpPr>
              <p:cNvPr id="60449" name="Rectangle 127"/>
              <p:cNvSpPr>
                <a:spLocks noChangeArrowheads="1"/>
              </p:cNvSpPr>
              <p:nvPr/>
            </p:nvSpPr>
            <p:spPr bwMode="auto">
              <a:xfrm>
                <a:off x="930" y="1162"/>
                <a:ext cx="91" cy="168"/>
              </a:xfrm>
              <a:prstGeom prst="rect">
                <a:avLst/>
              </a:prstGeom>
              <a:noFill/>
              <a:ln w="22225">
                <a:solidFill>
                  <a:schemeClr val="accent2"/>
                </a:solidFill>
                <a:miter lim="800000"/>
              </a:ln>
            </p:spPr>
            <p:txBody>
              <a:bodyPr wrap="none" anchor="ctr"/>
              <a:lstStyle/>
              <a:p>
                <a:endParaRPr lang="zh-CN" altLang="en-US"/>
              </a:p>
            </p:txBody>
          </p:sp>
          <p:sp>
            <p:nvSpPr>
              <p:cNvPr id="60450" name="Text Box 128"/>
              <p:cNvSpPr txBox="1">
                <a:spLocks noChangeArrowheads="1"/>
              </p:cNvSpPr>
              <p:nvPr/>
            </p:nvSpPr>
            <p:spPr bwMode="auto">
              <a:xfrm>
                <a:off x="518" y="1044"/>
                <a:ext cx="311" cy="291"/>
              </a:xfrm>
              <a:prstGeom prst="rect">
                <a:avLst/>
              </a:prstGeom>
              <a:noFill/>
              <a:ln w="9525">
                <a:noFill/>
                <a:miter lim="800000"/>
              </a:ln>
            </p:spPr>
            <p:txBody>
              <a:bodyPr wrap="none">
                <a:spAutoFit/>
              </a:bodyPr>
              <a:lstStyle/>
              <a:p>
                <a:pPr>
                  <a:spcBef>
                    <a:spcPct val="0"/>
                  </a:spcBef>
                </a:pPr>
                <a:r>
                  <a:rPr lang="en-US" altLang="zh-CN" sz="2400">
                    <a:solidFill>
                      <a:srgbClr val="FF0000"/>
                    </a:solidFill>
                  </a:rPr>
                  <a:t>list</a:t>
                </a:r>
                <a:endParaRPr lang="en-US" altLang="zh-CN" sz="2400">
                  <a:solidFill>
                    <a:srgbClr val="FF0000"/>
                  </a:solidFill>
                </a:endParaRPr>
              </a:p>
            </p:txBody>
          </p:sp>
          <p:sp>
            <p:nvSpPr>
              <p:cNvPr id="60451" name="Line 129"/>
              <p:cNvSpPr>
                <a:spLocks noChangeShapeType="1"/>
              </p:cNvSpPr>
              <p:nvPr/>
            </p:nvSpPr>
            <p:spPr bwMode="auto">
              <a:xfrm>
                <a:off x="755" y="1207"/>
                <a:ext cx="136" cy="45"/>
              </a:xfrm>
              <a:prstGeom prst="line">
                <a:avLst/>
              </a:prstGeom>
              <a:noFill/>
              <a:ln w="15875">
                <a:solidFill>
                  <a:srgbClr val="FF0000"/>
                </a:solidFill>
                <a:round/>
                <a:tailEnd type="stealth" w="med" len="lg"/>
              </a:ln>
            </p:spPr>
            <p:txBody>
              <a:bodyPr wrap="none" anchor="ctr"/>
              <a:lstStyle/>
              <a:p>
                <a:endParaRPr lang="zh-CN" altLang="en-US"/>
              </a:p>
            </p:txBody>
          </p:sp>
          <p:sp>
            <p:nvSpPr>
              <p:cNvPr id="60452" name="Freeform 130"/>
              <p:cNvSpPr/>
              <p:nvPr/>
            </p:nvSpPr>
            <p:spPr bwMode="auto">
              <a:xfrm>
                <a:off x="1224" y="1061"/>
                <a:ext cx="216" cy="170"/>
              </a:xfrm>
              <a:custGeom>
                <a:avLst/>
                <a:gdLst>
                  <a:gd name="T0" fmla="*/ 68 w 216"/>
                  <a:gd name="T1" fmla="*/ 146 h 170"/>
                  <a:gd name="T2" fmla="*/ 167 w 216"/>
                  <a:gd name="T3" fmla="*/ 154 h 170"/>
                  <a:gd name="T4" fmla="*/ 174 w 216"/>
                  <a:gd name="T5" fmla="*/ 112 h 170"/>
                  <a:gd name="T6" fmla="*/ 181 w 216"/>
                  <a:gd name="T7" fmla="*/ 35 h 170"/>
                  <a:gd name="T8" fmla="*/ 83 w 216"/>
                  <a:gd name="T9" fmla="*/ 0 h 170"/>
                  <a:gd name="T10" fmla="*/ 5 w 216"/>
                  <a:gd name="T11" fmla="*/ 42 h 170"/>
                  <a:gd name="T12" fmla="*/ 5 w 216"/>
                  <a:gd name="T13" fmla="*/ 77 h 170"/>
                  <a:gd name="T14" fmla="*/ 0 60000 65536"/>
                  <a:gd name="T15" fmla="*/ 0 60000 65536"/>
                  <a:gd name="T16" fmla="*/ 0 60000 65536"/>
                  <a:gd name="T17" fmla="*/ 0 60000 65536"/>
                  <a:gd name="T18" fmla="*/ 0 60000 65536"/>
                  <a:gd name="T19" fmla="*/ 0 60000 65536"/>
                  <a:gd name="T20" fmla="*/ 0 60000 65536"/>
                  <a:gd name="T21" fmla="*/ 0 w 216"/>
                  <a:gd name="T22" fmla="*/ 0 h 170"/>
                  <a:gd name="T23" fmla="*/ 216 w 216"/>
                  <a:gd name="T24" fmla="*/ 170 h 17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6" h="170">
                    <a:moveTo>
                      <a:pt x="68" y="146"/>
                    </a:moveTo>
                    <a:cubicBezTo>
                      <a:pt x="103" y="170"/>
                      <a:pt x="121" y="154"/>
                      <a:pt x="167" y="154"/>
                    </a:cubicBezTo>
                    <a:cubicBezTo>
                      <a:pt x="176" y="126"/>
                      <a:pt x="174" y="140"/>
                      <a:pt x="174" y="112"/>
                    </a:cubicBezTo>
                    <a:cubicBezTo>
                      <a:pt x="213" y="42"/>
                      <a:pt x="216" y="70"/>
                      <a:pt x="181" y="35"/>
                    </a:cubicBezTo>
                    <a:cubicBezTo>
                      <a:pt x="151" y="1"/>
                      <a:pt x="128" y="0"/>
                      <a:pt x="83" y="0"/>
                    </a:cubicBezTo>
                    <a:cubicBezTo>
                      <a:pt x="66" y="16"/>
                      <a:pt x="12" y="25"/>
                      <a:pt x="5" y="42"/>
                    </a:cubicBezTo>
                    <a:cubicBezTo>
                      <a:pt x="0" y="53"/>
                      <a:pt x="5" y="65"/>
                      <a:pt x="5" y="77"/>
                    </a:cubicBezTo>
                  </a:path>
                </a:pathLst>
              </a:custGeom>
              <a:noFill/>
              <a:ln w="22225" cap="flat" cmpd="sng">
                <a:solidFill>
                  <a:srgbClr val="FF0000"/>
                </a:solidFill>
                <a:prstDash val="solid"/>
                <a:round/>
                <a:tailEnd type="triangle" w="med" len="lg"/>
              </a:ln>
            </p:spPr>
            <p:txBody>
              <a:bodyPr wrap="none" anchor="ctr"/>
              <a:lstStyle/>
              <a:p>
                <a:endParaRPr lang="zh-CN" altLang="en-US"/>
              </a:p>
            </p:txBody>
          </p:sp>
          <p:sp>
            <p:nvSpPr>
              <p:cNvPr id="60453" name="Freeform 131"/>
              <p:cNvSpPr/>
              <p:nvPr/>
            </p:nvSpPr>
            <p:spPr bwMode="auto">
              <a:xfrm flipH="1">
                <a:off x="832" y="1064"/>
                <a:ext cx="216" cy="170"/>
              </a:xfrm>
              <a:custGeom>
                <a:avLst/>
                <a:gdLst>
                  <a:gd name="T0" fmla="*/ 68 w 216"/>
                  <a:gd name="T1" fmla="*/ 146 h 170"/>
                  <a:gd name="T2" fmla="*/ 167 w 216"/>
                  <a:gd name="T3" fmla="*/ 154 h 170"/>
                  <a:gd name="T4" fmla="*/ 174 w 216"/>
                  <a:gd name="T5" fmla="*/ 112 h 170"/>
                  <a:gd name="T6" fmla="*/ 181 w 216"/>
                  <a:gd name="T7" fmla="*/ 35 h 170"/>
                  <a:gd name="T8" fmla="*/ 83 w 216"/>
                  <a:gd name="T9" fmla="*/ 0 h 170"/>
                  <a:gd name="T10" fmla="*/ 5 w 216"/>
                  <a:gd name="T11" fmla="*/ 42 h 170"/>
                  <a:gd name="T12" fmla="*/ 5 w 216"/>
                  <a:gd name="T13" fmla="*/ 77 h 170"/>
                  <a:gd name="T14" fmla="*/ 0 60000 65536"/>
                  <a:gd name="T15" fmla="*/ 0 60000 65536"/>
                  <a:gd name="T16" fmla="*/ 0 60000 65536"/>
                  <a:gd name="T17" fmla="*/ 0 60000 65536"/>
                  <a:gd name="T18" fmla="*/ 0 60000 65536"/>
                  <a:gd name="T19" fmla="*/ 0 60000 65536"/>
                  <a:gd name="T20" fmla="*/ 0 60000 65536"/>
                  <a:gd name="T21" fmla="*/ 0 w 216"/>
                  <a:gd name="T22" fmla="*/ 0 h 170"/>
                  <a:gd name="T23" fmla="*/ 216 w 216"/>
                  <a:gd name="T24" fmla="*/ 170 h 17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6" h="170">
                    <a:moveTo>
                      <a:pt x="68" y="146"/>
                    </a:moveTo>
                    <a:cubicBezTo>
                      <a:pt x="103" y="170"/>
                      <a:pt x="121" y="154"/>
                      <a:pt x="167" y="154"/>
                    </a:cubicBezTo>
                    <a:cubicBezTo>
                      <a:pt x="176" y="126"/>
                      <a:pt x="174" y="140"/>
                      <a:pt x="174" y="112"/>
                    </a:cubicBezTo>
                    <a:cubicBezTo>
                      <a:pt x="213" y="42"/>
                      <a:pt x="216" y="70"/>
                      <a:pt x="181" y="35"/>
                    </a:cubicBezTo>
                    <a:cubicBezTo>
                      <a:pt x="151" y="1"/>
                      <a:pt x="128" y="0"/>
                      <a:pt x="83" y="0"/>
                    </a:cubicBezTo>
                    <a:cubicBezTo>
                      <a:pt x="66" y="16"/>
                      <a:pt x="12" y="25"/>
                      <a:pt x="5" y="42"/>
                    </a:cubicBezTo>
                    <a:cubicBezTo>
                      <a:pt x="0" y="53"/>
                      <a:pt x="5" y="65"/>
                      <a:pt x="5" y="77"/>
                    </a:cubicBezTo>
                  </a:path>
                </a:pathLst>
              </a:custGeom>
              <a:noFill/>
              <a:ln w="22225" cap="flat" cmpd="sng">
                <a:solidFill>
                  <a:srgbClr val="FF0000"/>
                </a:solidFill>
                <a:prstDash val="solid"/>
                <a:round/>
                <a:tailEnd type="triangle" w="med" len="lg"/>
              </a:ln>
            </p:spPr>
            <p:txBody>
              <a:bodyPr wrap="none" anchor="ctr"/>
              <a:lstStyle/>
              <a:p>
                <a:endParaRPr lang="zh-CN" altLang="en-US"/>
              </a:p>
            </p:txBody>
          </p:sp>
        </p:grpSp>
        <p:sp>
          <p:nvSpPr>
            <p:cNvPr id="60439" name="Line 133"/>
            <p:cNvSpPr>
              <a:spLocks noChangeShapeType="1"/>
            </p:cNvSpPr>
            <p:nvPr/>
          </p:nvSpPr>
          <p:spPr bwMode="auto">
            <a:xfrm>
              <a:off x="793" y="960"/>
              <a:ext cx="2858" cy="0"/>
            </a:xfrm>
            <a:prstGeom prst="line">
              <a:avLst/>
            </a:prstGeom>
            <a:noFill/>
            <a:ln w="25400">
              <a:solidFill>
                <a:srgbClr val="FF0000"/>
              </a:solidFill>
              <a:round/>
            </a:ln>
          </p:spPr>
          <p:txBody>
            <a:bodyPr wrap="none" anchor="ctr"/>
            <a:lstStyle/>
            <a:p>
              <a:endParaRPr lang="zh-CN" altLang="en-US"/>
            </a:p>
          </p:txBody>
        </p:sp>
        <p:sp>
          <p:nvSpPr>
            <p:cNvPr id="60440" name="Line 134"/>
            <p:cNvSpPr>
              <a:spLocks noChangeShapeType="1"/>
            </p:cNvSpPr>
            <p:nvPr/>
          </p:nvSpPr>
          <p:spPr bwMode="auto">
            <a:xfrm flipV="1">
              <a:off x="807" y="1431"/>
              <a:ext cx="1225" cy="0"/>
            </a:xfrm>
            <a:prstGeom prst="line">
              <a:avLst/>
            </a:prstGeom>
            <a:noFill/>
            <a:ln w="25400">
              <a:solidFill>
                <a:srgbClr val="FF0000"/>
              </a:solidFill>
              <a:round/>
            </a:ln>
          </p:spPr>
          <p:txBody>
            <a:bodyPr wrap="none" anchor="ctr"/>
            <a:lstStyle/>
            <a:p>
              <a:endParaRPr lang="zh-CN" altLang="en-US"/>
            </a:p>
          </p:txBody>
        </p:sp>
        <p:sp>
          <p:nvSpPr>
            <p:cNvPr id="60441" name="Line 135"/>
            <p:cNvSpPr>
              <a:spLocks noChangeShapeType="1"/>
            </p:cNvSpPr>
            <p:nvPr/>
          </p:nvSpPr>
          <p:spPr bwMode="auto">
            <a:xfrm>
              <a:off x="800" y="974"/>
              <a:ext cx="0" cy="453"/>
            </a:xfrm>
            <a:prstGeom prst="line">
              <a:avLst/>
            </a:prstGeom>
            <a:noFill/>
            <a:ln w="25400">
              <a:solidFill>
                <a:srgbClr val="FF0000"/>
              </a:solidFill>
              <a:round/>
            </a:ln>
          </p:spPr>
          <p:txBody>
            <a:bodyPr wrap="none" anchor="ctr"/>
            <a:lstStyle/>
            <a:p>
              <a:endParaRPr lang="zh-CN" altLang="en-US"/>
            </a:p>
          </p:txBody>
        </p:sp>
        <p:sp>
          <p:nvSpPr>
            <p:cNvPr id="60442" name="Line 136"/>
            <p:cNvSpPr>
              <a:spLocks noChangeShapeType="1"/>
            </p:cNvSpPr>
            <p:nvPr/>
          </p:nvSpPr>
          <p:spPr bwMode="auto">
            <a:xfrm flipV="1">
              <a:off x="2050" y="1162"/>
              <a:ext cx="1587" cy="0"/>
            </a:xfrm>
            <a:prstGeom prst="line">
              <a:avLst/>
            </a:prstGeom>
            <a:noFill/>
            <a:ln w="25400">
              <a:solidFill>
                <a:srgbClr val="FF0000"/>
              </a:solidFill>
              <a:round/>
            </a:ln>
          </p:spPr>
          <p:txBody>
            <a:bodyPr wrap="none" anchor="ctr"/>
            <a:lstStyle/>
            <a:p>
              <a:endParaRPr lang="zh-CN" altLang="en-US"/>
            </a:p>
          </p:txBody>
        </p:sp>
        <p:sp>
          <p:nvSpPr>
            <p:cNvPr id="60443" name="Line 137"/>
            <p:cNvSpPr>
              <a:spLocks noChangeShapeType="1"/>
            </p:cNvSpPr>
            <p:nvPr/>
          </p:nvSpPr>
          <p:spPr bwMode="auto">
            <a:xfrm>
              <a:off x="2043" y="1162"/>
              <a:ext cx="0" cy="272"/>
            </a:xfrm>
            <a:prstGeom prst="line">
              <a:avLst/>
            </a:prstGeom>
            <a:noFill/>
            <a:ln w="25400">
              <a:solidFill>
                <a:srgbClr val="FF0000"/>
              </a:solidFill>
              <a:round/>
            </a:ln>
          </p:spPr>
          <p:txBody>
            <a:bodyPr wrap="none" anchor="ctr"/>
            <a:lstStyle/>
            <a:p>
              <a:endParaRPr lang="zh-CN" altLang="en-US"/>
            </a:p>
          </p:txBody>
        </p:sp>
        <p:sp>
          <p:nvSpPr>
            <p:cNvPr id="60444" name="Line 138"/>
            <p:cNvSpPr>
              <a:spLocks noChangeShapeType="1"/>
            </p:cNvSpPr>
            <p:nvPr/>
          </p:nvSpPr>
          <p:spPr bwMode="auto">
            <a:xfrm>
              <a:off x="3651" y="949"/>
              <a:ext cx="0" cy="227"/>
            </a:xfrm>
            <a:prstGeom prst="line">
              <a:avLst/>
            </a:prstGeom>
            <a:noFill/>
            <a:ln w="25400">
              <a:solidFill>
                <a:srgbClr val="FF0000"/>
              </a:solidFill>
              <a:round/>
            </a:ln>
          </p:spPr>
          <p:txBody>
            <a:bodyPr wrap="none" anchor="ctr"/>
            <a:lstStyle/>
            <a:p>
              <a:endParaRPr lang="zh-CN" altLang="en-US"/>
            </a:p>
          </p:txBody>
        </p:sp>
      </p:grpSp>
      <p:grpSp>
        <p:nvGrpSpPr>
          <p:cNvPr id="8" name="Group 139"/>
          <p:cNvGrpSpPr/>
          <p:nvPr/>
        </p:nvGrpSpPr>
        <p:grpSpPr bwMode="auto">
          <a:xfrm>
            <a:off x="6672064" y="4869162"/>
            <a:ext cx="2664296" cy="1783312"/>
            <a:chOff x="2880" y="3161"/>
            <a:chExt cx="1601" cy="859"/>
          </a:xfrm>
        </p:grpSpPr>
        <p:sp>
          <p:nvSpPr>
            <p:cNvPr id="60435" name="AutoShape 140"/>
            <p:cNvSpPr>
              <a:spLocks noChangeArrowheads="1"/>
            </p:cNvSpPr>
            <p:nvPr/>
          </p:nvSpPr>
          <p:spPr bwMode="auto">
            <a:xfrm>
              <a:off x="2880" y="3385"/>
              <a:ext cx="1542" cy="635"/>
            </a:xfrm>
            <a:prstGeom prst="cloudCallout">
              <a:avLst>
                <a:gd name="adj1" fmla="val -71921"/>
                <a:gd name="adj2" fmla="val -32519"/>
              </a:avLst>
            </a:prstGeom>
            <a:noFill/>
            <a:ln w="38100">
              <a:solidFill>
                <a:srgbClr val="FFFF00"/>
              </a:solidFill>
              <a:round/>
            </a:ln>
          </p:spPr>
          <p:txBody>
            <a:bodyPr anchor="ctr"/>
            <a:lstStyle/>
            <a:p>
              <a:pPr algn="ctr"/>
              <a:endParaRPr lang="zh-CN" altLang="en-US" sz="2600"/>
            </a:p>
          </p:txBody>
        </p:sp>
        <p:sp>
          <p:nvSpPr>
            <p:cNvPr id="60436" name="Text Box 141"/>
            <p:cNvSpPr txBox="1">
              <a:spLocks noChangeArrowheads="1"/>
            </p:cNvSpPr>
            <p:nvPr/>
          </p:nvSpPr>
          <p:spPr bwMode="auto">
            <a:xfrm>
              <a:off x="3005" y="3502"/>
              <a:ext cx="1476" cy="365"/>
            </a:xfrm>
            <a:prstGeom prst="rect">
              <a:avLst/>
            </a:prstGeom>
            <a:noFill/>
            <a:ln w="9525">
              <a:noFill/>
              <a:miter lim="800000"/>
            </a:ln>
          </p:spPr>
          <p:txBody>
            <a:bodyPr>
              <a:spAutoFit/>
            </a:bodyPr>
            <a:lstStyle/>
            <a:p>
              <a:pPr>
                <a:lnSpc>
                  <a:spcPct val="80000"/>
                </a:lnSpc>
                <a:spcBef>
                  <a:spcPct val="0"/>
                </a:spcBef>
              </a:pPr>
              <a:r>
                <a:rPr lang="zh-CN" altLang="en-US" dirty="0">
                  <a:solidFill>
                    <a:schemeClr val="bg1"/>
                  </a:solidFill>
                  <a:latin typeface="幼圆" pitchFamily="49" charset="-122"/>
                  <a:ea typeface="幼圆" pitchFamily="49" charset="-122"/>
                </a:rPr>
                <a:t>将指针为</a:t>
              </a:r>
              <a:r>
                <a:rPr lang="en-US" altLang="zh-CN" dirty="0">
                  <a:solidFill>
                    <a:schemeClr val="bg1"/>
                  </a:solidFill>
                  <a:ea typeface="幼圆" pitchFamily="49" charset="-122"/>
                </a:rPr>
                <a:t>p</a:t>
              </a:r>
              <a:r>
                <a:rPr lang="zh-CN" altLang="en-US" dirty="0">
                  <a:solidFill>
                    <a:schemeClr val="bg1"/>
                  </a:solidFill>
                  <a:latin typeface="幼圆" pitchFamily="49" charset="-122"/>
                  <a:ea typeface="幼圆" pitchFamily="49" charset="-122"/>
                </a:rPr>
                <a:t>的结点插入</a:t>
              </a:r>
              <a:endParaRPr lang="zh-CN" altLang="en-US" dirty="0">
                <a:solidFill>
                  <a:schemeClr val="bg1"/>
                </a:solidFill>
                <a:latin typeface="幼圆" pitchFamily="49" charset="-122"/>
                <a:ea typeface="幼圆" pitchFamily="49" charset="-122"/>
              </a:endParaRPr>
            </a:p>
            <a:p>
              <a:pPr>
                <a:lnSpc>
                  <a:spcPct val="80000"/>
                </a:lnSpc>
                <a:spcBef>
                  <a:spcPct val="0"/>
                </a:spcBef>
              </a:pPr>
              <a:r>
                <a:rPr lang="zh-CN" altLang="en-US" dirty="0">
                  <a:solidFill>
                    <a:schemeClr val="bg1"/>
                  </a:solidFill>
                  <a:latin typeface="幼圆" pitchFamily="49" charset="-122"/>
                  <a:ea typeface="幼圆" pitchFamily="49" charset="-122"/>
                </a:rPr>
                <a:t>到头结点指针为</a:t>
              </a:r>
              <a:r>
                <a:rPr lang="en-US" altLang="zh-CN" dirty="0">
                  <a:solidFill>
                    <a:schemeClr val="bg1"/>
                  </a:solidFill>
                  <a:ea typeface="幼圆" pitchFamily="49" charset="-122"/>
                </a:rPr>
                <a:t>list</a:t>
              </a:r>
              <a:r>
                <a:rPr lang="zh-CN" altLang="en-US" dirty="0">
                  <a:solidFill>
                    <a:schemeClr val="bg1"/>
                  </a:solidFill>
                  <a:latin typeface="幼圆" pitchFamily="49" charset="-122"/>
                  <a:ea typeface="幼圆" pitchFamily="49" charset="-122"/>
                </a:rPr>
                <a:t>的</a:t>
              </a:r>
              <a:endParaRPr lang="zh-CN" altLang="en-US" dirty="0">
                <a:solidFill>
                  <a:schemeClr val="bg1"/>
                </a:solidFill>
                <a:latin typeface="幼圆" pitchFamily="49" charset="-122"/>
                <a:ea typeface="幼圆" pitchFamily="49" charset="-122"/>
              </a:endParaRPr>
            </a:p>
            <a:p>
              <a:pPr>
                <a:lnSpc>
                  <a:spcPct val="80000"/>
                </a:lnSpc>
                <a:spcBef>
                  <a:spcPct val="0"/>
                </a:spcBef>
              </a:pPr>
              <a:r>
                <a:rPr lang="zh-CN" altLang="en-US" dirty="0">
                  <a:solidFill>
                    <a:schemeClr val="bg1"/>
                  </a:solidFill>
                  <a:latin typeface="幼圆" pitchFamily="49" charset="-122"/>
                  <a:ea typeface="幼圆" pitchFamily="49" charset="-122"/>
                </a:rPr>
                <a:t>双向循环链表中</a:t>
              </a:r>
              <a:endParaRPr lang="zh-CN" altLang="en-US" dirty="0">
                <a:solidFill>
                  <a:schemeClr val="bg1"/>
                </a:solidFill>
                <a:latin typeface="幼圆" pitchFamily="49" charset="-122"/>
                <a:ea typeface="幼圆" pitchFamily="49" charset="-122"/>
              </a:endParaRPr>
            </a:p>
          </p:txBody>
        </p:sp>
        <p:sp>
          <p:nvSpPr>
            <p:cNvPr id="60437" name="Text Box 142"/>
            <p:cNvSpPr txBox="1">
              <a:spLocks noChangeArrowheads="1"/>
            </p:cNvSpPr>
            <p:nvPr/>
          </p:nvSpPr>
          <p:spPr bwMode="auto">
            <a:xfrm>
              <a:off x="3061" y="3161"/>
              <a:ext cx="608" cy="252"/>
            </a:xfrm>
            <a:prstGeom prst="rect">
              <a:avLst/>
            </a:prstGeom>
            <a:noFill/>
            <a:ln w="9525">
              <a:noFill/>
              <a:miter lim="800000"/>
            </a:ln>
            <a:effectLst>
              <a:outerShdw dist="17961" dir="2700000" algn="ctr" rotWithShape="0">
                <a:srgbClr val="000000">
                  <a:alpha val="50000"/>
                </a:srgbClr>
              </a:outerShdw>
            </a:effectLst>
          </p:spPr>
          <p:txBody>
            <a:bodyPr>
              <a:spAutoFit/>
            </a:bodyPr>
            <a:lstStyle/>
            <a:p>
              <a:r>
                <a:rPr lang="zh-CN" altLang="en-US" sz="2800" dirty="0">
                  <a:solidFill>
                    <a:srgbClr val="FFFF00"/>
                  </a:solidFill>
                  <a:ea typeface="黑体" panose="02010609060101010101" pitchFamily="2" charset="-122"/>
                </a:rPr>
                <a:t>功能</a:t>
              </a:r>
              <a:endParaRPr lang="zh-CN" altLang="en-US" sz="2800" dirty="0">
                <a:solidFill>
                  <a:srgbClr val="FFFF00"/>
                </a:solidFill>
                <a:ea typeface="黑体" panose="02010609060101010101" pitchFamily="2" charset="-122"/>
              </a:endParaRPr>
            </a:p>
          </p:txBody>
        </p:sp>
      </p:grpSp>
      <p:grpSp>
        <p:nvGrpSpPr>
          <p:cNvPr id="9" name="Group 143"/>
          <p:cNvGrpSpPr/>
          <p:nvPr/>
        </p:nvGrpSpPr>
        <p:grpSpPr bwMode="auto">
          <a:xfrm>
            <a:off x="4873625" y="4724402"/>
            <a:ext cx="1130300" cy="1454151"/>
            <a:chOff x="2094" y="2976"/>
            <a:chExt cx="712" cy="916"/>
          </a:xfrm>
        </p:grpSpPr>
        <p:sp>
          <p:nvSpPr>
            <p:cNvPr id="60427" name="Oval 144"/>
            <p:cNvSpPr>
              <a:spLocks noChangeArrowheads="1"/>
            </p:cNvSpPr>
            <p:nvPr/>
          </p:nvSpPr>
          <p:spPr bwMode="auto">
            <a:xfrm>
              <a:off x="2583" y="3255"/>
              <a:ext cx="181" cy="168"/>
            </a:xfrm>
            <a:prstGeom prst="ellipse">
              <a:avLst/>
            </a:prstGeom>
            <a:noFill/>
            <a:ln w="28575">
              <a:solidFill>
                <a:srgbClr val="FF0000"/>
              </a:solidFill>
              <a:round/>
            </a:ln>
          </p:spPr>
          <p:txBody>
            <a:bodyPr wrap="none" anchor="ctr"/>
            <a:lstStyle/>
            <a:p>
              <a:endParaRPr lang="zh-CN" altLang="en-US"/>
            </a:p>
          </p:txBody>
        </p:sp>
        <p:sp>
          <p:nvSpPr>
            <p:cNvPr id="60428" name="Text Box 145"/>
            <p:cNvSpPr txBox="1">
              <a:spLocks noChangeArrowheads="1"/>
            </p:cNvSpPr>
            <p:nvPr/>
          </p:nvSpPr>
          <p:spPr bwMode="auto">
            <a:xfrm>
              <a:off x="2576" y="3187"/>
              <a:ext cx="226" cy="349"/>
            </a:xfrm>
            <a:prstGeom prst="rect">
              <a:avLst/>
            </a:prstGeom>
            <a:noFill/>
            <a:ln w="9525">
              <a:noFill/>
              <a:miter lim="800000"/>
            </a:ln>
          </p:spPr>
          <p:txBody>
            <a:bodyPr wrap="none">
              <a:spAutoFit/>
            </a:bodyPr>
            <a:lstStyle/>
            <a:p>
              <a:r>
                <a:rPr lang="en-US" altLang="zh-CN" sz="3000">
                  <a:solidFill>
                    <a:srgbClr val="FFFF00"/>
                  </a:solidFill>
                </a:rPr>
                <a:t>2</a:t>
              </a:r>
              <a:endParaRPr lang="en-US" altLang="zh-CN" sz="3000">
                <a:solidFill>
                  <a:srgbClr val="FFFF00"/>
                </a:solidFill>
              </a:endParaRPr>
            </a:p>
          </p:txBody>
        </p:sp>
        <p:sp>
          <p:nvSpPr>
            <p:cNvPr id="60429" name="Oval 146"/>
            <p:cNvSpPr>
              <a:spLocks noChangeArrowheads="1"/>
            </p:cNvSpPr>
            <p:nvPr/>
          </p:nvSpPr>
          <p:spPr bwMode="auto">
            <a:xfrm>
              <a:off x="2587" y="3044"/>
              <a:ext cx="181" cy="168"/>
            </a:xfrm>
            <a:prstGeom prst="ellipse">
              <a:avLst/>
            </a:prstGeom>
            <a:noFill/>
            <a:ln w="28575">
              <a:solidFill>
                <a:srgbClr val="FF0000"/>
              </a:solidFill>
              <a:round/>
            </a:ln>
          </p:spPr>
          <p:txBody>
            <a:bodyPr wrap="none" anchor="ctr"/>
            <a:lstStyle/>
            <a:p>
              <a:endParaRPr lang="zh-CN" altLang="en-US"/>
            </a:p>
          </p:txBody>
        </p:sp>
        <p:sp>
          <p:nvSpPr>
            <p:cNvPr id="60430" name="Text Box 147"/>
            <p:cNvSpPr txBox="1">
              <a:spLocks noChangeArrowheads="1"/>
            </p:cNvSpPr>
            <p:nvPr/>
          </p:nvSpPr>
          <p:spPr bwMode="auto">
            <a:xfrm>
              <a:off x="2580" y="2976"/>
              <a:ext cx="226" cy="349"/>
            </a:xfrm>
            <a:prstGeom prst="rect">
              <a:avLst/>
            </a:prstGeom>
            <a:noFill/>
            <a:ln w="9525">
              <a:noFill/>
              <a:miter lim="800000"/>
            </a:ln>
          </p:spPr>
          <p:txBody>
            <a:bodyPr wrap="none">
              <a:spAutoFit/>
            </a:bodyPr>
            <a:lstStyle/>
            <a:p>
              <a:r>
                <a:rPr lang="en-US" altLang="zh-CN" sz="3000">
                  <a:solidFill>
                    <a:srgbClr val="FFFF00"/>
                  </a:solidFill>
                </a:rPr>
                <a:t>1</a:t>
              </a:r>
              <a:endParaRPr lang="en-US" altLang="zh-CN" sz="3000">
                <a:solidFill>
                  <a:srgbClr val="FFFF00"/>
                </a:solidFill>
              </a:endParaRPr>
            </a:p>
          </p:txBody>
        </p:sp>
        <p:sp>
          <p:nvSpPr>
            <p:cNvPr id="60431" name="Oval 148"/>
            <p:cNvSpPr>
              <a:spLocks noChangeArrowheads="1"/>
            </p:cNvSpPr>
            <p:nvPr/>
          </p:nvSpPr>
          <p:spPr bwMode="auto">
            <a:xfrm>
              <a:off x="2102" y="3405"/>
              <a:ext cx="181" cy="168"/>
            </a:xfrm>
            <a:prstGeom prst="ellipse">
              <a:avLst/>
            </a:prstGeom>
            <a:noFill/>
            <a:ln w="28575">
              <a:solidFill>
                <a:srgbClr val="FF0000"/>
              </a:solidFill>
              <a:round/>
            </a:ln>
          </p:spPr>
          <p:txBody>
            <a:bodyPr wrap="none" anchor="ctr"/>
            <a:lstStyle/>
            <a:p>
              <a:endParaRPr lang="zh-CN" altLang="en-US"/>
            </a:p>
          </p:txBody>
        </p:sp>
        <p:sp>
          <p:nvSpPr>
            <p:cNvPr id="60432" name="Text Box 149"/>
            <p:cNvSpPr txBox="1">
              <a:spLocks noChangeArrowheads="1"/>
            </p:cNvSpPr>
            <p:nvPr/>
          </p:nvSpPr>
          <p:spPr bwMode="auto">
            <a:xfrm>
              <a:off x="2095" y="3337"/>
              <a:ext cx="226" cy="349"/>
            </a:xfrm>
            <a:prstGeom prst="rect">
              <a:avLst/>
            </a:prstGeom>
            <a:noFill/>
            <a:ln w="9525">
              <a:noFill/>
              <a:miter lim="800000"/>
            </a:ln>
          </p:spPr>
          <p:txBody>
            <a:bodyPr wrap="none">
              <a:spAutoFit/>
            </a:bodyPr>
            <a:lstStyle/>
            <a:p>
              <a:r>
                <a:rPr lang="en-US" altLang="zh-CN" sz="3000">
                  <a:solidFill>
                    <a:srgbClr val="FFFF00"/>
                  </a:solidFill>
                </a:rPr>
                <a:t>3</a:t>
              </a:r>
              <a:endParaRPr lang="en-US" altLang="zh-CN" sz="3000">
                <a:solidFill>
                  <a:srgbClr val="FFFF00"/>
                </a:solidFill>
              </a:endParaRPr>
            </a:p>
          </p:txBody>
        </p:sp>
        <p:sp>
          <p:nvSpPr>
            <p:cNvPr id="60433" name="Oval 150"/>
            <p:cNvSpPr>
              <a:spLocks noChangeArrowheads="1"/>
            </p:cNvSpPr>
            <p:nvPr/>
          </p:nvSpPr>
          <p:spPr bwMode="auto">
            <a:xfrm>
              <a:off x="2101" y="3611"/>
              <a:ext cx="181" cy="168"/>
            </a:xfrm>
            <a:prstGeom prst="ellipse">
              <a:avLst/>
            </a:prstGeom>
            <a:noFill/>
            <a:ln w="28575">
              <a:solidFill>
                <a:srgbClr val="FF0000"/>
              </a:solidFill>
              <a:round/>
            </a:ln>
          </p:spPr>
          <p:txBody>
            <a:bodyPr wrap="none" anchor="ctr"/>
            <a:lstStyle/>
            <a:p>
              <a:endParaRPr lang="zh-CN" altLang="en-US"/>
            </a:p>
          </p:txBody>
        </p:sp>
        <p:sp>
          <p:nvSpPr>
            <p:cNvPr id="60434" name="Text Box 151"/>
            <p:cNvSpPr txBox="1">
              <a:spLocks noChangeArrowheads="1"/>
            </p:cNvSpPr>
            <p:nvPr/>
          </p:nvSpPr>
          <p:spPr bwMode="auto">
            <a:xfrm>
              <a:off x="2094" y="3543"/>
              <a:ext cx="226" cy="349"/>
            </a:xfrm>
            <a:prstGeom prst="rect">
              <a:avLst/>
            </a:prstGeom>
            <a:noFill/>
            <a:ln w="9525">
              <a:noFill/>
              <a:miter lim="800000"/>
            </a:ln>
          </p:spPr>
          <p:txBody>
            <a:bodyPr wrap="none">
              <a:spAutoFit/>
            </a:bodyPr>
            <a:lstStyle/>
            <a:p>
              <a:r>
                <a:rPr lang="en-US" altLang="zh-CN" sz="3000">
                  <a:solidFill>
                    <a:srgbClr val="FFFF00"/>
                  </a:solidFill>
                </a:rPr>
                <a:t>4</a:t>
              </a:r>
              <a:endParaRPr lang="en-US" altLang="zh-CN" sz="3000">
                <a:solidFill>
                  <a:srgbClr val="FFFF00"/>
                </a:solidFill>
              </a:endParaRPr>
            </a:p>
          </p:txBody>
        </p:sp>
      </p:grpSp>
      <p:grpSp>
        <p:nvGrpSpPr>
          <p:cNvPr id="10" name="Group 152"/>
          <p:cNvGrpSpPr/>
          <p:nvPr/>
        </p:nvGrpSpPr>
        <p:grpSpPr bwMode="auto">
          <a:xfrm>
            <a:off x="9264651" y="3873500"/>
            <a:ext cx="1001713" cy="2508250"/>
            <a:chOff x="4876" y="2318"/>
            <a:chExt cx="631" cy="1580"/>
          </a:xfrm>
        </p:grpSpPr>
        <p:sp>
          <p:nvSpPr>
            <p:cNvPr id="60425" name="Freeform 153"/>
            <p:cNvSpPr/>
            <p:nvPr/>
          </p:nvSpPr>
          <p:spPr bwMode="auto">
            <a:xfrm rot="-5400000">
              <a:off x="4392" y="2900"/>
              <a:ext cx="1580" cy="416"/>
            </a:xfrm>
            <a:custGeom>
              <a:avLst/>
              <a:gdLst>
                <a:gd name="T0" fmla="*/ 2534 w 901"/>
                <a:gd name="T1" fmla="*/ 25 h 416"/>
                <a:gd name="T2" fmla="*/ 21296 w 901"/>
                <a:gd name="T3" fmla="*/ 36 h 416"/>
                <a:gd name="T4" fmla="*/ 24316 w 901"/>
                <a:gd name="T5" fmla="*/ 48 h 416"/>
                <a:gd name="T6" fmla="*/ 23651 w 901"/>
                <a:gd name="T7" fmla="*/ 370 h 416"/>
                <a:gd name="T8" fmla="*/ 6224 w 901"/>
                <a:gd name="T9" fmla="*/ 416 h 416"/>
                <a:gd name="T10" fmla="*/ 1192 w 901"/>
                <a:gd name="T11" fmla="*/ 405 h 416"/>
                <a:gd name="T12" fmla="*/ 200 w 901"/>
                <a:gd name="T13" fmla="*/ 393 h 416"/>
                <a:gd name="T14" fmla="*/ 530 w 901"/>
                <a:gd name="T15" fmla="*/ 71 h 416"/>
                <a:gd name="T16" fmla="*/ 2534 w 901"/>
                <a:gd name="T17" fmla="*/ 25 h 4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901" h="416">
                  <a:moveTo>
                    <a:pt x="87" y="25"/>
                  </a:moveTo>
                  <a:cubicBezTo>
                    <a:pt x="455" y="62"/>
                    <a:pt x="241" y="50"/>
                    <a:pt x="732" y="36"/>
                  </a:cubicBezTo>
                  <a:cubicBezTo>
                    <a:pt x="767" y="40"/>
                    <a:pt x="823" y="15"/>
                    <a:pt x="836" y="48"/>
                  </a:cubicBezTo>
                  <a:cubicBezTo>
                    <a:pt x="840" y="59"/>
                    <a:pt x="901" y="355"/>
                    <a:pt x="813" y="370"/>
                  </a:cubicBezTo>
                  <a:cubicBezTo>
                    <a:pt x="626" y="401"/>
                    <a:pt x="409" y="393"/>
                    <a:pt x="214" y="416"/>
                  </a:cubicBezTo>
                  <a:cubicBezTo>
                    <a:pt x="156" y="412"/>
                    <a:pt x="98" y="411"/>
                    <a:pt x="41" y="405"/>
                  </a:cubicBezTo>
                  <a:cubicBezTo>
                    <a:pt x="29" y="404"/>
                    <a:pt x="8" y="405"/>
                    <a:pt x="7" y="393"/>
                  </a:cubicBezTo>
                  <a:cubicBezTo>
                    <a:pt x="0" y="286"/>
                    <a:pt x="8" y="178"/>
                    <a:pt x="18" y="71"/>
                  </a:cubicBezTo>
                  <a:cubicBezTo>
                    <a:pt x="20" y="45"/>
                    <a:pt x="64" y="0"/>
                    <a:pt x="87" y="25"/>
                  </a:cubicBezTo>
                  <a:close/>
                </a:path>
              </a:pathLst>
            </a:custGeom>
            <a:solidFill>
              <a:srgbClr val="5BE0FF"/>
            </a:solidFill>
            <a:ln w="12700" cap="sq" cmpd="sng">
              <a:noFill/>
              <a:prstDash val="solid"/>
              <a:round/>
            </a:ln>
            <a:effectLst>
              <a:outerShdw dist="91581" dir="2021404" algn="ctr" rotWithShape="0">
                <a:srgbClr val="C0C0C0"/>
              </a:outerShdw>
            </a:effectLst>
          </p:spPr>
          <p:txBody>
            <a:bodyPr wrap="none" anchor="ctr"/>
            <a:lstStyle/>
            <a:p>
              <a:endParaRPr lang="zh-CN" altLang="en-US"/>
            </a:p>
          </p:txBody>
        </p:sp>
        <p:sp>
          <p:nvSpPr>
            <p:cNvPr id="60426" name="Rectangle 154"/>
            <p:cNvSpPr>
              <a:spLocks noChangeArrowheads="1"/>
            </p:cNvSpPr>
            <p:nvPr/>
          </p:nvSpPr>
          <p:spPr bwMode="auto">
            <a:xfrm rot="-30194">
              <a:off x="4876" y="2478"/>
              <a:ext cx="631" cy="1282"/>
            </a:xfrm>
            <a:prstGeom prst="rect">
              <a:avLst/>
            </a:prstGeom>
            <a:noFill/>
            <a:ln w="12700" cap="sq">
              <a:noFill/>
              <a:miter lim="800000"/>
            </a:ln>
            <a:effectLst>
              <a:outerShdw dist="12700" algn="ctr" rotWithShape="0">
                <a:srgbClr val="000000"/>
              </a:outerShdw>
            </a:effectLst>
          </p:spPr>
          <p:txBody>
            <a:bodyPr>
              <a:spAutoFit/>
            </a:bodyPr>
            <a:lstStyle/>
            <a:p>
              <a:pPr algn="ctr">
                <a:lnSpc>
                  <a:spcPct val="85000"/>
                </a:lnSpc>
                <a:spcBef>
                  <a:spcPct val="0"/>
                </a:spcBef>
              </a:pPr>
              <a:r>
                <a:rPr lang="zh-CN" altLang="en-US" sz="2500">
                  <a:solidFill>
                    <a:srgbClr val="FF3300"/>
                  </a:solidFill>
                  <a:ea typeface="幼圆" pitchFamily="49" charset="-122"/>
                </a:rPr>
                <a:t>时</a:t>
              </a:r>
              <a:endParaRPr lang="zh-CN" altLang="en-US" sz="2500">
                <a:solidFill>
                  <a:srgbClr val="FF3300"/>
                </a:solidFill>
                <a:ea typeface="幼圆" pitchFamily="49" charset="-122"/>
              </a:endParaRPr>
            </a:p>
            <a:p>
              <a:pPr algn="ctr">
                <a:lnSpc>
                  <a:spcPct val="85000"/>
                </a:lnSpc>
                <a:spcBef>
                  <a:spcPct val="0"/>
                </a:spcBef>
              </a:pPr>
              <a:r>
                <a:rPr lang="zh-CN" altLang="en-US" sz="2500">
                  <a:solidFill>
                    <a:srgbClr val="FF3300"/>
                  </a:solidFill>
                  <a:ea typeface="幼圆" pitchFamily="49" charset="-122"/>
                </a:rPr>
                <a:t>间</a:t>
              </a:r>
              <a:endParaRPr lang="zh-CN" altLang="en-US" sz="2500">
                <a:solidFill>
                  <a:srgbClr val="FF3300"/>
                </a:solidFill>
                <a:ea typeface="幼圆" pitchFamily="49" charset="-122"/>
              </a:endParaRPr>
            </a:p>
            <a:p>
              <a:pPr algn="ctr">
                <a:lnSpc>
                  <a:spcPct val="85000"/>
                </a:lnSpc>
                <a:spcBef>
                  <a:spcPct val="0"/>
                </a:spcBef>
              </a:pPr>
              <a:r>
                <a:rPr lang="zh-CN" altLang="en-US" sz="2500">
                  <a:solidFill>
                    <a:srgbClr val="FF3300"/>
                  </a:solidFill>
                  <a:ea typeface="幼圆" pitchFamily="49" charset="-122"/>
                </a:rPr>
                <a:t>复</a:t>
              </a:r>
              <a:endParaRPr lang="zh-CN" altLang="en-US" sz="2500">
                <a:solidFill>
                  <a:srgbClr val="FF3300"/>
                </a:solidFill>
                <a:ea typeface="幼圆" pitchFamily="49" charset="-122"/>
              </a:endParaRPr>
            </a:p>
            <a:p>
              <a:pPr algn="ctr">
                <a:lnSpc>
                  <a:spcPct val="85000"/>
                </a:lnSpc>
                <a:spcBef>
                  <a:spcPct val="0"/>
                </a:spcBef>
              </a:pPr>
              <a:r>
                <a:rPr lang="zh-CN" altLang="en-US" sz="2500">
                  <a:solidFill>
                    <a:srgbClr val="FF3300"/>
                  </a:solidFill>
                  <a:ea typeface="幼圆" pitchFamily="49" charset="-122"/>
                </a:rPr>
                <a:t>杂</a:t>
              </a:r>
              <a:endParaRPr lang="zh-CN" altLang="en-US" sz="2500">
                <a:solidFill>
                  <a:srgbClr val="FF3300"/>
                </a:solidFill>
                <a:ea typeface="幼圆" pitchFamily="49" charset="-122"/>
              </a:endParaRPr>
            </a:p>
            <a:p>
              <a:pPr algn="ctr">
                <a:lnSpc>
                  <a:spcPct val="85000"/>
                </a:lnSpc>
                <a:spcBef>
                  <a:spcPct val="0"/>
                </a:spcBef>
              </a:pPr>
              <a:r>
                <a:rPr lang="zh-CN" altLang="en-US" sz="2500">
                  <a:solidFill>
                    <a:srgbClr val="FF3300"/>
                  </a:solidFill>
                  <a:ea typeface="幼圆" pitchFamily="49" charset="-122"/>
                </a:rPr>
                <a:t>度</a:t>
              </a:r>
              <a:endParaRPr lang="zh-CN" altLang="en-US" sz="2500">
                <a:solidFill>
                  <a:srgbClr val="FF3300"/>
                </a:solidFill>
                <a:ea typeface="幼圆" pitchFamily="49" charset="-122"/>
              </a:endParaRPr>
            </a:p>
            <a:p>
              <a:pPr algn="ctr">
                <a:lnSpc>
                  <a:spcPct val="85000"/>
                </a:lnSpc>
                <a:spcBef>
                  <a:spcPct val="0"/>
                </a:spcBef>
              </a:pPr>
              <a:r>
                <a:rPr lang="en-US" altLang="zh-CN" sz="2500">
                  <a:solidFill>
                    <a:srgbClr val="FF3300"/>
                  </a:solidFill>
                  <a:ea typeface="幼圆" pitchFamily="49" charset="-122"/>
                </a:rPr>
                <a:t>O(n)</a:t>
              </a:r>
              <a:endParaRPr lang="zh-CN" altLang="en-US" sz="2500">
                <a:solidFill>
                  <a:srgbClr val="FF3300"/>
                </a:solidFill>
                <a:ea typeface="幼圆" pitchFamily="49" charset="-122"/>
              </a:endParaRP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righ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up)">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up)">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dissolve">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up)">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a:p>
        </p:txBody>
      </p:sp>
      <p:graphicFrame>
        <p:nvGraphicFramePr>
          <p:cNvPr id="3" name="表格 2"/>
          <p:cNvGraphicFramePr>
            <a:graphicFrameLocks noGrp="1"/>
          </p:cNvGraphicFramePr>
          <p:nvPr/>
        </p:nvGraphicFramePr>
        <p:xfrm>
          <a:off x="3431704" y="1484784"/>
          <a:ext cx="5400600" cy="4084220"/>
        </p:xfrm>
        <a:graphic>
          <a:graphicData uri="http://schemas.openxmlformats.org/drawingml/2006/table">
            <a:tbl>
              <a:tblPr firstRow="1" bandRow="1">
                <a:effectLst>
                  <a:outerShdw blurRad="50800" dist="38100" dir="5400000" algn="t" rotWithShape="0">
                    <a:prstClr val="black">
                      <a:alpha val="40000"/>
                    </a:prstClr>
                  </a:outerShdw>
                </a:effectLst>
                <a:tableStyleId>{5C22544A-7EE6-4342-B048-85BDC9FD1C3A}</a:tableStyleId>
              </a:tblPr>
              <a:tblGrid>
                <a:gridCol w="5400600"/>
              </a:tblGrid>
              <a:tr h="639980">
                <a:tc>
                  <a:txBody>
                    <a:bodyPr/>
                    <a:lstStyle/>
                    <a:p>
                      <a:pPr algn="ctr"/>
                      <a:r>
                        <a:rPr lang="zh-CN" altLang="en-US" sz="2800" dirty="0">
                          <a:solidFill>
                            <a:srgbClr val="FFFF00"/>
                          </a:solidFill>
                          <a:latin typeface="黑体" panose="02010609060101010101" pitchFamily="2" charset="-122"/>
                          <a:ea typeface="黑体" panose="02010609060101010101" pitchFamily="2" charset="-122"/>
                        </a:rPr>
                        <a:t>双向链表</a:t>
                      </a:r>
                      <a:endParaRPr lang="zh-CN" altLang="en-US" sz="2800" dirty="0">
                        <a:solidFill>
                          <a:srgbClr val="FFFF00"/>
                        </a:solidFill>
                        <a:latin typeface="黑体" panose="02010609060101010101" pitchFamily="2" charset="-122"/>
                        <a:ea typeface="黑体" panose="02010609060101010101" pitchFamily="2" charset="-122"/>
                      </a:endParaRPr>
                    </a:p>
                  </a:txBody>
                  <a:tcPr>
                    <a:solidFill>
                      <a:schemeClr val="tx2"/>
                    </a:solidFill>
                  </a:tcPr>
                </a:tc>
              </a:tr>
              <a:tr h="3032428">
                <a:tc>
                  <a:txBody>
                    <a:bodyPr/>
                    <a:lstStyle/>
                    <a:p>
                      <a:pPr marL="262255" indent="-262255">
                        <a:buFont typeface="Wingdings" panose="05000000000000000000" pitchFamily="2" charset="2"/>
                        <a:buChar char="ü"/>
                      </a:pPr>
                      <a:r>
                        <a:rPr lang="en-US" altLang="zh-CN" sz="2800" dirty="0"/>
                        <a:t> </a:t>
                      </a:r>
                      <a:r>
                        <a:rPr lang="zh-CN" altLang="en-US" sz="2400" dirty="0">
                          <a:solidFill>
                            <a:srgbClr val="002060"/>
                          </a:solidFill>
                          <a:latin typeface="楷体" panose="02010609060101010101" pitchFamily="49" charset="-122"/>
                          <a:ea typeface="楷体" panose="02010609060101010101" pitchFamily="49" charset="-122"/>
                        </a:rPr>
                        <a:t>双向链表由于多了一个前驱结点的指针，使得结点的插入和删除时需要做更多的操作，需要小心；</a:t>
                      </a:r>
                      <a:endParaRPr lang="en-US" altLang="zh-CN" sz="2400" dirty="0">
                        <a:solidFill>
                          <a:srgbClr val="002060"/>
                        </a:solidFill>
                        <a:latin typeface="楷体" panose="02010609060101010101" pitchFamily="49" charset="-122"/>
                        <a:ea typeface="楷体" panose="02010609060101010101" pitchFamily="49" charset="-122"/>
                      </a:endParaRPr>
                    </a:p>
                    <a:p>
                      <a:pPr marL="262255" indent="-262255">
                        <a:buFont typeface="Wingdings" panose="05000000000000000000" pitchFamily="2" charset="2"/>
                        <a:buChar char="ü"/>
                      </a:pPr>
                      <a:r>
                        <a:rPr lang="zh-CN" altLang="en-US" sz="2400" baseline="0" dirty="0">
                          <a:solidFill>
                            <a:srgbClr val="002060"/>
                          </a:solidFill>
                          <a:latin typeface="楷体" panose="02010609060101010101" pitchFamily="49" charset="-122"/>
                          <a:ea typeface="楷体" panose="02010609060101010101" pitchFamily="49" charset="-122"/>
                        </a:rPr>
                        <a:t>双向链表需要保存前驱和后续结点的指针，要比单向链表多占用一些空间；</a:t>
                      </a:r>
                      <a:endParaRPr lang="en-US" altLang="zh-CN" sz="2400" baseline="0" dirty="0">
                        <a:solidFill>
                          <a:srgbClr val="002060"/>
                        </a:solidFill>
                        <a:latin typeface="楷体" panose="02010609060101010101" pitchFamily="49" charset="-122"/>
                        <a:ea typeface="楷体" panose="02010609060101010101" pitchFamily="49" charset="-122"/>
                      </a:endParaRPr>
                    </a:p>
                    <a:p>
                      <a:pPr marL="262255" indent="-262255">
                        <a:buFont typeface="Wingdings" panose="05000000000000000000" pitchFamily="2" charset="2"/>
                        <a:buChar char="ü"/>
                      </a:pPr>
                      <a:r>
                        <a:rPr lang="zh-CN" altLang="en-US" sz="2400" baseline="0" dirty="0">
                          <a:solidFill>
                            <a:srgbClr val="002060"/>
                          </a:solidFill>
                          <a:latin typeface="楷体" panose="02010609060101010101" pitchFamily="49" charset="-122"/>
                          <a:ea typeface="楷体" panose="02010609060101010101" pitchFamily="49" charset="-122"/>
                        </a:rPr>
                        <a:t>双向链表由于很好的对称性，使得对某个结点的前后结点访问带来了方便，简化了算法，可以提高算法的时间性能，以空间换时间。</a:t>
                      </a:r>
                      <a:endParaRPr lang="zh-CN" altLang="en-US" sz="3200" dirty="0">
                        <a:solidFill>
                          <a:srgbClr val="002060"/>
                        </a:solidFill>
                      </a:endParaRPr>
                    </a:p>
                  </a:txBody>
                  <a:tcPr/>
                </a:tc>
              </a:tr>
            </a:tbl>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a:p>
        </p:txBody>
      </p:sp>
      <p:graphicFrame>
        <p:nvGraphicFramePr>
          <p:cNvPr id="3" name="表格 2"/>
          <p:cNvGraphicFramePr>
            <a:graphicFrameLocks noGrp="1"/>
          </p:cNvGraphicFramePr>
          <p:nvPr/>
        </p:nvGraphicFramePr>
        <p:xfrm>
          <a:off x="2279576" y="980728"/>
          <a:ext cx="7560840" cy="5256584"/>
        </p:xfrm>
        <a:graphic>
          <a:graphicData uri="http://schemas.openxmlformats.org/drawingml/2006/table">
            <a:tbl>
              <a:tblPr firstRow="1" bandRow="1">
                <a:effectLst>
                  <a:outerShdw blurRad="50800" dist="38100" dir="5400000" algn="t" rotWithShape="0">
                    <a:prstClr val="black">
                      <a:alpha val="40000"/>
                    </a:prstClr>
                  </a:outerShdw>
                </a:effectLst>
                <a:tableStyleId>{5C22544A-7EE6-4342-B048-85BDC9FD1C3A}</a:tableStyleId>
              </a:tblPr>
              <a:tblGrid>
                <a:gridCol w="7560840"/>
              </a:tblGrid>
              <a:tr h="639980">
                <a:tc>
                  <a:txBody>
                    <a:bodyPr/>
                    <a:lstStyle/>
                    <a:p>
                      <a:pPr algn="l"/>
                      <a:r>
                        <a:rPr lang="zh-CN" altLang="en-US" sz="2800" dirty="0">
                          <a:solidFill>
                            <a:srgbClr val="FFFF00"/>
                          </a:solidFill>
                          <a:latin typeface="黑体" panose="02010609060101010101" pitchFamily="2" charset="-122"/>
                          <a:ea typeface="黑体" panose="02010609060101010101" pitchFamily="2" charset="-122"/>
                        </a:rPr>
                        <a:t>链表使用的注意事项：</a:t>
                      </a:r>
                      <a:endParaRPr lang="zh-CN" altLang="en-US" sz="2800" dirty="0">
                        <a:solidFill>
                          <a:srgbClr val="FFFF00"/>
                        </a:solidFill>
                        <a:latin typeface="黑体" panose="02010609060101010101" pitchFamily="2" charset="-122"/>
                        <a:ea typeface="黑体" panose="02010609060101010101" pitchFamily="2" charset="-122"/>
                      </a:endParaRPr>
                    </a:p>
                  </a:txBody>
                  <a:tcPr>
                    <a:solidFill>
                      <a:schemeClr val="tx2"/>
                    </a:solidFill>
                  </a:tcPr>
                </a:tc>
              </a:tr>
              <a:tr h="4616604">
                <a:tc>
                  <a:txBody>
                    <a:bodyPr/>
                    <a:lstStyle/>
                    <a:p>
                      <a:pPr marL="514350" indent="-514350">
                        <a:buFont typeface="+mj-ea"/>
                        <a:buAutoNum type="circleNumDbPlain"/>
                      </a:pPr>
                      <a:r>
                        <a:rPr lang="zh-CN" altLang="en-US" sz="2000" dirty="0">
                          <a:solidFill>
                            <a:srgbClr val="002060"/>
                          </a:solidFill>
                          <a:latin typeface="楷体" panose="02010609060101010101" pitchFamily="49" charset="-122"/>
                          <a:ea typeface="楷体" panose="02010609060101010101" pitchFamily="49" charset="-122"/>
                        </a:rPr>
                        <a:t>应确保链表结点指针指向一个合法空间（通常由</a:t>
                      </a:r>
                      <a:r>
                        <a:rPr lang="en-US" altLang="zh-CN" sz="2000" dirty="0" err="1">
                          <a:solidFill>
                            <a:srgbClr val="002060"/>
                          </a:solidFill>
                          <a:latin typeface="楷体" panose="02010609060101010101" pitchFamily="49" charset="-122"/>
                          <a:ea typeface="楷体" panose="02010609060101010101" pitchFamily="49" charset="-122"/>
                        </a:rPr>
                        <a:t>malloc</a:t>
                      </a:r>
                      <a:r>
                        <a:rPr lang="zh-CN" altLang="en-US" sz="2000" dirty="0">
                          <a:solidFill>
                            <a:srgbClr val="002060"/>
                          </a:solidFill>
                          <a:latin typeface="楷体" panose="02010609060101010101" pitchFamily="49" charset="-122"/>
                          <a:ea typeface="楷体" panose="02010609060101010101" pitchFamily="49" charset="-122"/>
                        </a:rPr>
                        <a:t>申请而得），否则结点操作时会出现内存错误（</a:t>
                      </a:r>
                      <a:r>
                        <a:rPr lang="en-US" altLang="zh-CN" sz="2000" b="1" dirty="0">
                          <a:solidFill>
                            <a:srgbClr val="FF0000"/>
                          </a:solidFill>
                          <a:latin typeface="+mn-lt"/>
                          <a:ea typeface="楷体" panose="02010609060101010101" pitchFamily="49" charset="-122"/>
                        </a:rPr>
                        <a:t>memory</a:t>
                      </a:r>
                      <a:r>
                        <a:rPr lang="en-US" altLang="zh-CN" sz="2000" b="1" baseline="0" dirty="0">
                          <a:solidFill>
                            <a:srgbClr val="FF0000"/>
                          </a:solidFill>
                          <a:latin typeface="+mn-lt"/>
                          <a:ea typeface="楷体" panose="02010609060101010101" pitchFamily="49" charset="-122"/>
                        </a:rPr>
                        <a:t> access violation</a:t>
                      </a:r>
                      <a:r>
                        <a:rPr lang="zh-CN" altLang="en-US" sz="2000" baseline="0" dirty="0">
                          <a:solidFill>
                            <a:srgbClr val="002060"/>
                          </a:solidFill>
                          <a:latin typeface="楷体" panose="02010609060101010101" pitchFamily="49" charset="-122"/>
                          <a:ea typeface="楷体" panose="02010609060101010101" pitchFamily="49" charset="-122"/>
                        </a:rPr>
                        <a:t>），如：</a:t>
                      </a:r>
                      <a:endParaRPr lang="en-US" altLang="zh-CN" sz="2000" baseline="0" dirty="0">
                        <a:solidFill>
                          <a:srgbClr val="002060"/>
                        </a:solidFill>
                        <a:latin typeface="楷体" panose="02010609060101010101" pitchFamily="49" charset="-122"/>
                        <a:ea typeface="楷体" panose="02010609060101010101" pitchFamily="49" charset="-122"/>
                      </a:endParaRPr>
                    </a:p>
                    <a:p>
                      <a:pPr marL="1428750" lvl="2" indent="-514350">
                        <a:buFont typeface="+mj-ea"/>
                        <a:buNone/>
                      </a:pPr>
                      <a:r>
                        <a:rPr lang="en-US" altLang="zh-CN" sz="2000" kern="1200" dirty="0" err="1">
                          <a:solidFill>
                            <a:srgbClr val="FF0000"/>
                          </a:solidFill>
                          <a:latin typeface="+mn-lt"/>
                          <a:ea typeface="楷体" panose="02010609060101010101" pitchFamily="49" charset="-122"/>
                          <a:cs typeface="+mn-cs"/>
                        </a:rPr>
                        <a:t>struct</a:t>
                      </a:r>
                      <a:r>
                        <a:rPr lang="en-US" altLang="zh-CN" sz="2000" kern="1200" baseline="0" dirty="0">
                          <a:solidFill>
                            <a:srgbClr val="FF0000"/>
                          </a:solidFill>
                          <a:latin typeface="+mn-lt"/>
                          <a:ea typeface="楷体" panose="02010609060101010101" pitchFamily="49" charset="-122"/>
                          <a:cs typeface="+mn-cs"/>
                        </a:rPr>
                        <a:t> Node *p;</a:t>
                      </a:r>
                      <a:endParaRPr lang="en-US" altLang="zh-CN" sz="2000" kern="1200" baseline="0" dirty="0">
                        <a:solidFill>
                          <a:srgbClr val="FF0000"/>
                        </a:solidFill>
                        <a:latin typeface="+mn-lt"/>
                        <a:ea typeface="楷体" panose="02010609060101010101" pitchFamily="49" charset="-122"/>
                        <a:cs typeface="+mn-cs"/>
                      </a:endParaRPr>
                    </a:p>
                    <a:p>
                      <a:pPr marL="1428750" lvl="2" indent="-514350">
                        <a:buFont typeface="+mj-ea"/>
                        <a:buNone/>
                      </a:pPr>
                      <a:r>
                        <a:rPr lang="en-US" altLang="zh-CN" sz="2000" kern="1200" baseline="0" dirty="0">
                          <a:solidFill>
                            <a:srgbClr val="FF0000"/>
                          </a:solidFill>
                          <a:latin typeface="+mn-lt"/>
                          <a:ea typeface="楷体" panose="02010609060101010101" pitchFamily="49" charset="-122"/>
                          <a:cs typeface="+mn-cs"/>
                        </a:rPr>
                        <a:t>p-&gt;link = q;</a:t>
                      </a:r>
                      <a:endParaRPr lang="en-US" altLang="zh-CN" sz="2000" kern="1200" baseline="0" dirty="0">
                        <a:solidFill>
                          <a:srgbClr val="FF0000"/>
                        </a:solidFill>
                        <a:latin typeface="+mn-lt"/>
                        <a:ea typeface="楷体" panose="02010609060101010101" pitchFamily="49" charset="-122"/>
                        <a:cs typeface="+mn-cs"/>
                      </a:endParaRPr>
                    </a:p>
                    <a:p>
                      <a:pPr marL="514350" lvl="1" indent="-514350" algn="l" defTabSz="914400" rtl="0" eaLnBrk="1" latinLnBrk="0" hangingPunct="1">
                        <a:buFont typeface="+mj-ea"/>
                        <a:buAutoNum type="circleNumDbPlain" startAt="2"/>
                      </a:pPr>
                      <a:r>
                        <a:rPr lang="zh-CN" altLang="en-US" sz="2000" kern="1200" dirty="0">
                          <a:solidFill>
                            <a:srgbClr val="002060"/>
                          </a:solidFill>
                          <a:latin typeface="楷体" panose="02010609060101010101" pitchFamily="49" charset="-122"/>
                          <a:ea typeface="楷体" panose="02010609060101010101" pitchFamily="49" charset="-122"/>
                          <a:cs typeface="+mn-cs"/>
                        </a:rPr>
                        <a:t>单向链表的最后一个结点的</a:t>
                      </a:r>
                      <a:r>
                        <a:rPr lang="en-US" altLang="zh-CN" sz="2000" kern="1200" dirty="0">
                          <a:solidFill>
                            <a:srgbClr val="002060"/>
                          </a:solidFill>
                          <a:latin typeface="楷体" panose="02010609060101010101" pitchFamily="49" charset="-122"/>
                          <a:ea typeface="楷体" panose="02010609060101010101" pitchFamily="49" charset="-122"/>
                          <a:cs typeface="+mn-cs"/>
                        </a:rPr>
                        <a:t>p-&gt;link</a:t>
                      </a:r>
                      <a:r>
                        <a:rPr lang="zh-CN" altLang="en-US" sz="2000" kern="1200" dirty="0">
                          <a:solidFill>
                            <a:srgbClr val="002060"/>
                          </a:solidFill>
                          <a:latin typeface="楷体" panose="02010609060101010101" pitchFamily="49" charset="-122"/>
                          <a:ea typeface="楷体" panose="02010609060101010101" pitchFamily="49" charset="-122"/>
                          <a:cs typeface="+mn-cs"/>
                        </a:rPr>
                        <a:t>指针一定要为</a:t>
                      </a:r>
                      <a:r>
                        <a:rPr lang="en-US" altLang="zh-CN" sz="2000" kern="1200" dirty="0">
                          <a:solidFill>
                            <a:srgbClr val="002060"/>
                          </a:solidFill>
                          <a:latin typeface="楷体" panose="02010609060101010101" pitchFamily="49" charset="-122"/>
                          <a:ea typeface="楷体" panose="02010609060101010101" pitchFamily="49" charset="-122"/>
                          <a:cs typeface="+mn-cs"/>
                        </a:rPr>
                        <a:t>NULL,</a:t>
                      </a:r>
                      <a:r>
                        <a:rPr lang="zh-CN" altLang="en-US" sz="2000" b="1" kern="1200" dirty="0">
                          <a:solidFill>
                            <a:srgbClr val="002060"/>
                          </a:solidFill>
                          <a:latin typeface="楷体" panose="02010609060101010101" pitchFamily="49" charset="-122"/>
                          <a:ea typeface="楷体" panose="02010609060101010101" pitchFamily="49" charset="-122"/>
                          <a:cs typeface="+mn-cs"/>
                        </a:rPr>
                        <a:t>通常申请一个结点</a:t>
                      </a:r>
                      <a:r>
                        <a:rPr lang="en-US" altLang="zh-CN" sz="2000" b="1" kern="1200" dirty="0">
                          <a:solidFill>
                            <a:srgbClr val="002060"/>
                          </a:solidFill>
                          <a:latin typeface="楷体" panose="02010609060101010101" pitchFamily="49" charset="-122"/>
                          <a:ea typeface="楷体" panose="02010609060101010101" pitchFamily="49" charset="-122"/>
                          <a:cs typeface="+mn-cs"/>
                        </a:rPr>
                        <a:t>p</a:t>
                      </a:r>
                      <a:r>
                        <a:rPr lang="zh-CN" altLang="en-US" sz="2000" b="1" kern="1200" dirty="0">
                          <a:solidFill>
                            <a:srgbClr val="002060"/>
                          </a:solidFill>
                          <a:latin typeface="楷体" panose="02010609060101010101" pitchFamily="49" charset="-122"/>
                          <a:ea typeface="楷体" panose="02010609060101010101" pitchFamily="49" charset="-122"/>
                          <a:cs typeface="+mn-cs"/>
                        </a:rPr>
                        <a:t>时及时执行</a:t>
                      </a:r>
                      <a:r>
                        <a:rPr lang="en-US" altLang="zh-CN" sz="2000" b="1" kern="1200" dirty="0">
                          <a:solidFill>
                            <a:srgbClr val="FF0000"/>
                          </a:solidFill>
                          <a:latin typeface="楷体" panose="02010609060101010101" pitchFamily="49" charset="-122"/>
                          <a:ea typeface="楷体" panose="02010609060101010101" pitchFamily="49" charset="-122"/>
                          <a:cs typeface="+mn-cs"/>
                        </a:rPr>
                        <a:t>p-&gt;link</a:t>
                      </a:r>
                      <a:r>
                        <a:rPr lang="en-US" altLang="zh-CN" sz="2000" b="1" kern="1200" baseline="0" dirty="0">
                          <a:solidFill>
                            <a:srgbClr val="FF0000"/>
                          </a:solidFill>
                          <a:latin typeface="楷体" panose="02010609060101010101" pitchFamily="49" charset="-122"/>
                          <a:ea typeface="楷体" panose="02010609060101010101" pitchFamily="49" charset="-122"/>
                          <a:cs typeface="+mn-cs"/>
                        </a:rPr>
                        <a:t> = NULL;</a:t>
                      </a:r>
                      <a:r>
                        <a:rPr lang="zh-CN" altLang="en-US" sz="2000" b="1" kern="1200" baseline="0" dirty="0">
                          <a:solidFill>
                            <a:srgbClr val="002060"/>
                          </a:solidFill>
                          <a:latin typeface="楷体" panose="02010609060101010101" pitchFamily="49" charset="-122"/>
                          <a:ea typeface="楷体" panose="02010609060101010101" pitchFamily="49" charset="-122"/>
                          <a:cs typeface="+mn-cs"/>
                        </a:rPr>
                        <a:t>语句是一个好习惯</a:t>
                      </a:r>
                      <a:r>
                        <a:rPr lang="zh-CN" altLang="en-US" sz="2000" kern="1200" baseline="0" dirty="0">
                          <a:solidFill>
                            <a:srgbClr val="002060"/>
                          </a:solidFill>
                          <a:latin typeface="楷体" panose="02010609060101010101" pitchFamily="49" charset="-122"/>
                          <a:ea typeface="楷体" panose="02010609060101010101" pitchFamily="49" charset="-122"/>
                          <a:cs typeface="+mn-cs"/>
                        </a:rPr>
                        <a:t>；</a:t>
                      </a:r>
                      <a:endParaRPr lang="en-US" altLang="zh-CN" sz="2000" kern="1200" dirty="0">
                        <a:solidFill>
                          <a:srgbClr val="002060"/>
                        </a:solidFill>
                        <a:latin typeface="楷体" panose="02010609060101010101" pitchFamily="49" charset="-122"/>
                        <a:ea typeface="楷体" panose="02010609060101010101" pitchFamily="49" charset="-122"/>
                        <a:cs typeface="+mn-cs"/>
                      </a:endParaRPr>
                    </a:p>
                    <a:p>
                      <a:pPr marL="514350" lvl="1" indent="-514350" algn="l" defTabSz="914400" rtl="0" eaLnBrk="1" latinLnBrk="0" hangingPunct="1">
                        <a:buFont typeface="+mj-ea"/>
                        <a:buAutoNum type="circleNumDbPlain" startAt="2"/>
                      </a:pPr>
                      <a:r>
                        <a:rPr lang="zh-CN" altLang="en-US" sz="2000" kern="1200" dirty="0">
                          <a:solidFill>
                            <a:srgbClr val="002060"/>
                          </a:solidFill>
                          <a:latin typeface="楷体" panose="02010609060101010101" pitchFamily="49" charset="-122"/>
                          <a:ea typeface="楷体" panose="02010609060101010101" pitchFamily="49" charset="-122"/>
                          <a:cs typeface="+mn-cs"/>
                        </a:rPr>
                        <a:t>当链表结点删除后应及时用</a:t>
                      </a:r>
                      <a:r>
                        <a:rPr lang="en-US" altLang="zh-CN" sz="2000" kern="1200" dirty="0">
                          <a:solidFill>
                            <a:srgbClr val="002060"/>
                          </a:solidFill>
                          <a:latin typeface="楷体" panose="02010609060101010101" pitchFamily="49" charset="-122"/>
                          <a:ea typeface="楷体" panose="02010609060101010101" pitchFamily="49" charset="-122"/>
                          <a:cs typeface="+mn-cs"/>
                        </a:rPr>
                        <a:t>free(p)</a:t>
                      </a:r>
                      <a:r>
                        <a:rPr lang="zh-CN" altLang="en-US" sz="2000" kern="1200" dirty="0">
                          <a:solidFill>
                            <a:srgbClr val="002060"/>
                          </a:solidFill>
                          <a:latin typeface="楷体" panose="02010609060101010101" pitchFamily="49" charset="-122"/>
                          <a:ea typeface="楷体" panose="02010609060101010101" pitchFamily="49" charset="-122"/>
                          <a:cs typeface="+mn-cs"/>
                        </a:rPr>
                        <a:t>释放。不释放</a:t>
                      </a:r>
                      <a:r>
                        <a:rPr lang="zh-CN" altLang="en-US" sz="2000" kern="1200" baseline="0" dirty="0">
                          <a:solidFill>
                            <a:srgbClr val="002060"/>
                          </a:solidFill>
                          <a:latin typeface="楷体" panose="02010609060101010101" pitchFamily="49" charset="-122"/>
                          <a:ea typeface="楷体" panose="02010609060101010101" pitchFamily="49" charset="-122"/>
                          <a:cs typeface="+mn-cs"/>
                        </a:rPr>
                        <a:t>不用的结点会造成</a:t>
                      </a:r>
                      <a:r>
                        <a:rPr lang="zh-CN" altLang="en-US" sz="2000" kern="1200" dirty="0">
                          <a:solidFill>
                            <a:srgbClr val="002060"/>
                          </a:solidFill>
                          <a:latin typeface="楷体" panose="02010609060101010101" pitchFamily="49" charset="-122"/>
                          <a:ea typeface="楷体" panose="02010609060101010101" pitchFamily="49" charset="-122"/>
                          <a:cs typeface="+mn-cs"/>
                        </a:rPr>
                        <a:t>内存泄漏（</a:t>
                      </a:r>
                      <a:r>
                        <a:rPr lang="en-US" altLang="zh-CN" sz="2000" b="1" kern="1200" dirty="0">
                          <a:solidFill>
                            <a:srgbClr val="7030A0"/>
                          </a:solidFill>
                          <a:latin typeface="+mn-lt"/>
                          <a:ea typeface="楷体" panose="02010609060101010101" pitchFamily="49" charset="-122"/>
                          <a:cs typeface="+mn-cs"/>
                        </a:rPr>
                        <a:t>memory</a:t>
                      </a:r>
                      <a:r>
                        <a:rPr lang="en-US" altLang="zh-CN" sz="2000" b="1" kern="1200" baseline="0" dirty="0">
                          <a:solidFill>
                            <a:srgbClr val="7030A0"/>
                          </a:solidFill>
                          <a:latin typeface="+mn-lt"/>
                          <a:ea typeface="楷体" panose="02010609060101010101" pitchFamily="49" charset="-122"/>
                          <a:cs typeface="+mn-cs"/>
                        </a:rPr>
                        <a:t> leak</a:t>
                      </a:r>
                      <a:r>
                        <a:rPr lang="zh-CN" altLang="en-US" sz="2000" kern="1200" dirty="0">
                          <a:solidFill>
                            <a:srgbClr val="002060"/>
                          </a:solidFill>
                          <a:latin typeface="楷体" panose="02010609060101010101" pitchFamily="49" charset="-122"/>
                          <a:ea typeface="楷体" panose="02010609060101010101" pitchFamily="49" charset="-122"/>
                          <a:cs typeface="+mn-cs"/>
                        </a:rPr>
                        <a:t>），这是工程应中常见问题；</a:t>
                      </a:r>
                      <a:endParaRPr lang="en-US" altLang="zh-CN" sz="2000" kern="1200" dirty="0">
                        <a:solidFill>
                          <a:srgbClr val="002060"/>
                        </a:solidFill>
                        <a:latin typeface="楷体" panose="02010609060101010101" pitchFamily="49" charset="-122"/>
                        <a:ea typeface="楷体" panose="02010609060101010101" pitchFamily="49" charset="-122"/>
                        <a:cs typeface="+mn-cs"/>
                      </a:endParaRPr>
                    </a:p>
                    <a:p>
                      <a:pPr marL="514350" lvl="1" indent="-514350" algn="l" defTabSz="914400" rtl="0" eaLnBrk="1" latinLnBrk="0" hangingPunct="1">
                        <a:buFont typeface="+mj-ea"/>
                        <a:buAutoNum type="circleNumDbPlain" startAt="2"/>
                      </a:pPr>
                      <a:r>
                        <a:rPr lang="zh-CN" altLang="en-US" sz="2000" kern="1200" dirty="0">
                          <a:solidFill>
                            <a:srgbClr val="002060"/>
                          </a:solidFill>
                          <a:latin typeface="楷体" panose="02010609060101010101" pitchFamily="49" charset="-122"/>
                          <a:ea typeface="楷体" panose="02010609060101010101" pitchFamily="49" charset="-122"/>
                          <a:cs typeface="+mn-cs"/>
                        </a:rPr>
                        <a:t>不能随意移动链表的</a:t>
                      </a:r>
                      <a:r>
                        <a:rPr lang="zh-CN" altLang="en-US" sz="2000" b="1" kern="1200" dirty="0">
                          <a:solidFill>
                            <a:srgbClr val="002060"/>
                          </a:solidFill>
                          <a:latin typeface="楷体" panose="02010609060101010101" pitchFamily="49" charset="-122"/>
                          <a:ea typeface="楷体" panose="02010609060101010101" pitchFamily="49" charset="-122"/>
                          <a:cs typeface="+mn-cs"/>
                        </a:rPr>
                        <a:t>头结点指针</a:t>
                      </a:r>
                      <a:r>
                        <a:rPr lang="zh-CN" altLang="en-US" sz="2000" kern="1200" dirty="0">
                          <a:solidFill>
                            <a:srgbClr val="002060"/>
                          </a:solidFill>
                          <a:latin typeface="楷体" panose="02010609060101010101" pitchFamily="49" charset="-122"/>
                          <a:ea typeface="楷体" panose="02010609060101010101" pitchFamily="49" charset="-122"/>
                          <a:cs typeface="+mn-cs"/>
                        </a:rPr>
                        <a:t>，对头结点的移动都应是有意义的（如要在头结点前插入一个结点或要删除链表的第一个结点），否则会造成链表头结点的丢失。</a:t>
                      </a:r>
                      <a:endParaRPr lang="zh-CN" altLang="en-US" sz="2000" kern="1200" dirty="0">
                        <a:solidFill>
                          <a:srgbClr val="002060"/>
                        </a:solidFill>
                        <a:latin typeface="楷体" panose="02010609060101010101" pitchFamily="49" charset="-122"/>
                        <a:ea typeface="楷体" panose="02010609060101010101" pitchFamily="49" charset="-122"/>
                        <a:cs typeface="+mn-cs"/>
                      </a:endParaRPr>
                    </a:p>
                  </a:txBody>
                  <a:tcPr/>
                </a:tc>
              </a:tr>
            </a:tbl>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bwMode="auto">
          <a:xfrm>
            <a:off x="695400" y="137732"/>
            <a:ext cx="8439618" cy="677863"/>
            <a:chOff x="288" y="432"/>
            <a:chExt cx="1920" cy="427"/>
          </a:xfrm>
        </p:grpSpPr>
        <p:sp>
          <p:nvSpPr>
            <p:cNvPr id="36876" name="AutoShape 3"/>
            <p:cNvSpPr>
              <a:spLocks noChangeArrowheads="1"/>
            </p:cNvSpPr>
            <p:nvPr/>
          </p:nvSpPr>
          <p:spPr bwMode="auto">
            <a:xfrm>
              <a:off x="288" y="432"/>
              <a:ext cx="1920" cy="427"/>
            </a:xfrm>
            <a:prstGeom prst="cloudCallout">
              <a:avLst>
                <a:gd name="adj1" fmla="val -18074"/>
                <a:gd name="adj2" fmla="val 30796"/>
              </a:avLst>
            </a:prstGeom>
            <a:solidFill>
              <a:srgbClr val="FFFFD9"/>
            </a:solidFill>
            <a:ln w="12700" cap="sq">
              <a:noFill/>
              <a:round/>
              <a:headEnd type="none" w="sm" len="sm"/>
              <a:tailEnd type="none" w="sm" len="sm"/>
            </a:ln>
            <a:effectLst>
              <a:outerShdw dist="130755" dir="1743276" algn="ctr" rotWithShape="0">
                <a:srgbClr val="B2B2B2"/>
              </a:outerShdw>
            </a:effectLst>
          </p:spPr>
          <p:txBody>
            <a:bodyPr wrap="none" anchor="ctr"/>
            <a:lstStyle/>
            <a:p>
              <a:pPr eaLnBrk="1" hangingPunct="1"/>
              <a:endParaRPr kumimoji="1" lang="zh-CN" altLang="zh-CN" sz="2400"/>
            </a:p>
          </p:txBody>
        </p:sp>
        <p:sp>
          <p:nvSpPr>
            <p:cNvPr id="36877" name="Text Box 4"/>
            <p:cNvSpPr txBox="1">
              <a:spLocks noChangeArrowheads="1"/>
            </p:cNvSpPr>
            <p:nvPr/>
          </p:nvSpPr>
          <p:spPr bwMode="auto">
            <a:xfrm>
              <a:off x="474" y="435"/>
              <a:ext cx="1638" cy="359"/>
            </a:xfrm>
            <a:prstGeom prst="rect">
              <a:avLst/>
            </a:prstGeom>
            <a:noFill/>
            <a:ln w="12700" cap="sq">
              <a:noFill/>
              <a:miter lim="800000"/>
              <a:headEnd type="none" w="sm" len="sm"/>
              <a:tailEnd type="none" w="sm" len="sm"/>
            </a:ln>
            <a:effectLst>
              <a:outerShdw dist="17961" dir="2700000" algn="ctr" rotWithShape="0">
                <a:srgbClr val="000000">
                  <a:alpha val="50000"/>
                </a:srgbClr>
              </a:outerShdw>
            </a:effectLst>
          </p:spPr>
          <p:txBody>
            <a:bodyPr>
              <a:spAutoFit/>
            </a:bodyPr>
            <a:lstStyle/>
            <a:p>
              <a:pPr algn="l" eaLnBrk="1" hangingPunct="1"/>
              <a:r>
                <a:rPr kumimoji="1" lang="zh-CN" altLang="en-US" sz="3100" b="1" dirty="0">
                  <a:solidFill>
                    <a:srgbClr val="FF3300"/>
                  </a:solidFill>
                  <a:latin typeface="黑体" panose="02010609060101010101" pitchFamily="2" charset="-122"/>
                  <a:ea typeface="黑体" panose="02010609060101010101" pitchFamily="2" charset="-122"/>
                </a:rPr>
                <a:t>串的模式匹配</a:t>
              </a:r>
              <a:r>
                <a:rPr kumimoji="1" lang="en-US" altLang="zh-CN" sz="3100" b="1" dirty="0">
                  <a:solidFill>
                    <a:srgbClr val="FF3300"/>
                  </a:solidFill>
                  <a:latin typeface="黑体" panose="02010609060101010101" pitchFamily="2" charset="-122"/>
                  <a:ea typeface="黑体" panose="02010609060101010101" pitchFamily="2" charset="-122"/>
                </a:rPr>
                <a:t>(Pattern Matching)</a:t>
              </a:r>
              <a:endParaRPr kumimoji="1" lang="zh-CN" altLang="en-US" sz="3100" dirty="0">
                <a:solidFill>
                  <a:srgbClr val="FF3300"/>
                </a:solidFill>
                <a:latin typeface="黑体" panose="02010609060101010101" pitchFamily="2" charset="-122"/>
                <a:ea typeface="黑体" panose="02010609060101010101" pitchFamily="2" charset="-122"/>
              </a:endParaRPr>
            </a:p>
          </p:txBody>
        </p:sp>
      </p:grpSp>
      <p:grpSp>
        <p:nvGrpSpPr>
          <p:cNvPr id="3" name="Group 75"/>
          <p:cNvGrpSpPr/>
          <p:nvPr/>
        </p:nvGrpSpPr>
        <p:grpSpPr bwMode="auto">
          <a:xfrm>
            <a:off x="1389602" y="981075"/>
            <a:ext cx="9236299" cy="2209800"/>
            <a:chOff x="303" y="638"/>
            <a:chExt cx="4981" cy="1128"/>
          </a:xfrm>
        </p:grpSpPr>
        <p:sp>
          <p:nvSpPr>
            <p:cNvPr id="36873" name="Freeform 76"/>
            <p:cNvSpPr/>
            <p:nvPr/>
          </p:nvSpPr>
          <p:spPr bwMode="auto">
            <a:xfrm>
              <a:off x="303" y="638"/>
              <a:ext cx="4981" cy="1128"/>
            </a:xfrm>
            <a:custGeom>
              <a:avLst/>
              <a:gdLst>
                <a:gd name="T0" fmla="*/ 186 w 5116"/>
                <a:gd name="T1" fmla="*/ 0 h 2432"/>
                <a:gd name="T2" fmla="*/ 615 w 5116"/>
                <a:gd name="T3" fmla="*/ 0 h 2432"/>
                <a:gd name="T4" fmla="*/ 2157 w 5116"/>
                <a:gd name="T5" fmla="*/ 0 h 2432"/>
                <a:gd name="T6" fmla="*/ 3232 w 5116"/>
                <a:gd name="T7" fmla="*/ 0 h 2432"/>
                <a:gd name="T8" fmla="*/ 3813 w 5116"/>
                <a:gd name="T9" fmla="*/ 0 h 2432"/>
                <a:gd name="T10" fmla="*/ 3770 w 5116"/>
                <a:gd name="T11" fmla="*/ 0 h 2432"/>
                <a:gd name="T12" fmla="*/ 3762 w 5116"/>
                <a:gd name="T13" fmla="*/ 0 h 2432"/>
                <a:gd name="T14" fmla="*/ 3756 w 5116"/>
                <a:gd name="T15" fmla="*/ 0 h 2432"/>
                <a:gd name="T16" fmla="*/ 3696 w 5116"/>
                <a:gd name="T17" fmla="*/ 0 h 2432"/>
                <a:gd name="T18" fmla="*/ 3656 w 5116"/>
                <a:gd name="T19" fmla="*/ 0 h 2432"/>
                <a:gd name="T20" fmla="*/ 3332 w 5116"/>
                <a:gd name="T21" fmla="*/ 0 h 2432"/>
                <a:gd name="T22" fmla="*/ 3075 w 5116"/>
                <a:gd name="T23" fmla="*/ 0 h 2432"/>
                <a:gd name="T24" fmla="*/ 1014 w 5116"/>
                <a:gd name="T25" fmla="*/ 0 h 2432"/>
                <a:gd name="T26" fmla="*/ 186 w 5116"/>
                <a:gd name="T27" fmla="*/ 0 h 2432"/>
                <a:gd name="T28" fmla="*/ 86 w 5116"/>
                <a:gd name="T29" fmla="*/ 0 h 2432"/>
                <a:gd name="T30" fmla="*/ 111 w 5116"/>
                <a:gd name="T31" fmla="*/ 0 h 2432"/>
                <a:gd name="T32" fmla="*/ 72 w 5116"/>
                <a:gd name="T33" fmla="*/ 0 h 2432"/>
                <a:gd name="T34" fmla="*/ 79 w 5116"/>
                <a:gd name="T35" fmla="*/ 0 h 2432"/>
                <a:gd name="T36" fmla="*/ 94 w 5116"/>
                <a:gd name="T37" fmla="*/ 0 h 2432"/>
                <a:gd name="T38" fmla="*/ 127 w 5116"/>
                <a:gd name="T39" fmla="*/ 0 h 2432"/>
                <a:gd name="T40" fmla="*/ 186 w 5116"/>
                <a:gd name="T41" fmla="*/ 0 h 2432"/>
                <a:gd name="T42" fmla="*/ 302 w 5116"/>
                <a:gd name="T43" fmla="*/ 0 h 2432"/>
                <a:gd name="T44" fmla="*/ 240 w 5116"/>
                <a:gd name="T45" fmla="*/ 0 h 243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5116" h="2432">
                  <a:moveTo>
                    <a:pt x="249" y="78"/>
                  </a:moveTo>
                  <a:cubicBezTo>
                    <a:pt x="382" y="45"/>
                    <a:pt x="763" y="69"/>
                    <a:pt x="827" y="67"/>
                  </a:cubicBezTo>
                  <a:cubicBezTo>
                    <a:pt x="1516" y="51"/>
                    <a:pt x="2205" y="48"/>
                    <a:pt x="2894" y="34"/>
                  </a:cubicBezTo>
                  <a:cubicBezTo>
                    <a:pt x="3374" y="48"/>
                    <a:pt x="3860" y="76"/>
                    <a:pt x="4338" y="23"/>
                  </a:cubicBezTo>
                  <a:cubicBezTo>
                    <a:pt x="4597" y="35"/>
                    <a:pt x="4861" y="27"/>
                    <a:pt x="5116" y="78"/>
                  </a:cubicBezTo>
                  <a:cubicBezTo>
                    <a:pt x="5105" y="195"/>
                    <a:pt x="5089" y="319"/>
                    <a:pt x="5061" y="434"/>
                  </a:cubicBezTo>
                  <a:cubicBezTo>
                    <a:pt x="5028" y="965"/>
                    <a:pt x="5041" y="882"/>
                    <a:pt x="5050" y="1789"/>
                  </a:cubicBezTo>
                  <a:cubicBezTo>
                    <a:pt x="5046" y="1959"/>
                    <a:pt x="5068" y="2132"/>
                    <a:pt x="5039" y="2300"/>
                  </a:cubicBezTo>
                  <a:cubicBezTo>
                    <a:pt x="5035" y="2326"/>
                    <a:pt x="4987" y="2307"/>
                    <a:pt x="4961" y="2311"/>
                  </a:cubicBezTo>
                  <a:cubicBezTo>
                    <a:pt x="4942" y="2314"/>
                    <a:pt x="4924" y="2320"/>
                    <a:pt x="4905" y="2322"/>
                  </a:cubicBezTo>
                  <a:cubicBezTo>
                    <a:pt x="4762" y="2337"/>
                    <a:pt x="4616" y="2346"/>
                    <a:pt x="4472" y="2356"/>
                  </a:cubicBezTo>
                  <a:cubicBezTo>
                    <a:pt x="4357" y="2375"/>
                    <a:pt x="4243" y="2381"/>
                    <a:pt x="4127" y="2389"/>
                  </a:cubicBezTo>
                  <a:cubicBezTo>
                    <a:pt x="3127" y="2385"/>
                    <a:pt x="2288" y="2432"/>
                    <a:pt x="1360" y="2356"/>
                  </a:cubicBezTo>
                  <a:cubicBezTo>
                    <a:pt x="990" y="2360"/>
                    <a:pt x="619" y="2371"/>
                    <a:pt x="249" y="2367"/>
                  </a:cubicBezTo>
                  <a:cubicBezTo>
                    <a:pt x="172" y="2366"/>
                    <a:pt x="143" y="2189"/>
                    <a:pt x="116" y="2134"/>
                  </a:cubicBezTo>
                  <a:cubicBezTo>
                    <a:pt x="97" y="2017"/>
                    <a:pt x="0" y="1793"/>
                    <a:pt x="149" y="1756"/>
                  </a:cubicBezTo>
                  <a:cubicBezTo>
                    <a:pt x="130" y="1660"/>
                    <a:pt x="118" y="1562"/>
                    <a:pt x="94" y="1467"/>
                  </a:cubicBezTo>
                  <a:cubicBezTo>
                    <a:pt x="83" y="1352"/>
                    <a:pt x="68" y="1235"/>
                    <a:pt x="105" y="1122"/>
                  </a:cubicBezTo>
                  <a:cubicBezTo>
                    <a:pt x="112" y="781"/>
                    <a:pt x="106" y="440"/>
                    <a:pt x="127" y="100"/>
                  </a:cubicBezTo>
                  <a:cubicBezTo>
                    <a:pt x="128" y="84"/>
                    <a:pt x="159" y="90"/>
                    <a:pt x="171" y="78"/>
                  </a:cubicBezTo>
                  <a:cubicBezTo>
                    <a:pt x="202" y="47"/>
                    <a:pt x="197" y="17"/>
                    <a:pt x="249" y="0"/>
                  </a:cubicBezTo>
                  <a:cubicBezTo>
                    <a:pt x="296" y="33"/>
                    <a:pt x="343" y="78"/>
                    <a:pt x="405" y="78"/>
                  </a:cubicBezTo>
                  <a:lnTo>
                    <a:pt x="321" y="60"/>
                  </a:lnTo>
                </a:path>
              </a:pathLst>
            </a:custGeom>
            <a:solidFill>
              <a:srgbClr val="CDF5FF"/>
            </a:solidFill>
            <a:ln w="12700" cap="sq" cmpd="sng">
              <a:noFill/>
              <a:prstDash val="solid"/>
              <a:round/>
              <a:headEnd type="none" w="sm" len="sm"/>
              <a:tailEnd type="none" w="sm" len="sm"/>
            </a:ln>
            <a:effectLst>
              <a:outerShdw dist="179605" dir="2700000" algn="ctr" rotWithShape="0">
                <a:srgbClr val="B2B2B2"/>
              </a:outerShdw>
            </a:effectLst>
          </p:spPr>
          <p:txBody>
            <a:bodyPr wrap="none" anchor="ctr"/>
            <a:lstStyle/>
            <a:p>
              <a:endParaRPr lang="zh-CN" altLang="en-US"/>
            </a:p>
          </p:txBody>
        </p:sp>
        <p:sp>
          <p:nvSpPr>
            <p:cNvPr id="36874" name="Rectangle 77"/>
            <p:cNvSpPr>
              <a:spLocks noChangeArrowheads="1"/>
            </p:cNvSpPr>
            <p:nvPr/>
          </p:nvSpPr>
          <p:spPr bwMode="auto">
            <a:xfrm>
              <a:off x="935" y="727"/>
              <a:ext cx="4275" cy="1029"/>
            </a:xfrm>
            <a:prstGeom prst="rect">
              <a:avLst/>
            </a:prstGeom>
            <a:noFill/>
            <a:ln w="12700" cap="sq">
              <a:noFill/>
              <a:miter lim="800000"/>
              <a:headEnd type="none" w="sm" len="sm"/>
              <a:tailEnd type="none" w="sm" len="sm"/>
            </a:ln>
          </p:spPr>
          <p:txBody>
            <a:bodyPr>
              <a:spAutoFit/>
            </a:bodyPr>
            <a:lstStyle/>
            <a:p>
              <a:pPr algn="l" eaLnBrk="1" hangingPunct="1">
                <a:lnSpc>
                  <a:spcPct val="125000"/>
                </a:lnSpc>
              </a:pPr>
              <a:r>
                <a:rPr kumimoji="1" lang="zh-CN" altLang="en-US" sz="2500" b="1" dirty="0">
                  <a:solidFill>
                    <a:srgbClr val="003296"/>
                  </a:solidFill>
                  <a:latin typeface="幼圆" pitchFamily="49" charset="-122"/>
                  <a:ea typeface="幼圆" pitchFamily="49" charset="-122"/>
                </a:rPr>
                <a:t>字符串的定位。给定一个</a:t>
              </a:r>
              <a:r>
                <a:rPr kumimoji="1" lang="zh-CN" altLang="en-US" sz="2500" b="1" dirty="0">
                  <a:solidFill>
                    <a:srgbClr val="FF0000"/>
                  </a:solidFill>
                  <a:latin typeface="幼圆" pitchFamily="49" charset="-122"/>
                  <a:ea typeface="幼圆" pitchFamily="49" charset="-122"/>
                </a:rPr>
                <a:t>主字符串</a:t>
              </a:r>
              <a:r>
                <a:rPr kumimoji="1" lang="en-US" altLang="zh-CN" sz="2500" b="1" dirty="0">
                  <a:solidFill>
                    <a:srgbClr val="FF0000"/>
                  </a:solidFill>
                  <a:latin typeface="幼圆" pitchFamily="49" charset="-122"/>
                  <a:ea typeface="幼圆" pitchFamily="49" charset="-122"/>
                </a:rPr>
                <a:t>S</a:t>
              </a:r>
              <a:r>
                <a:rPr kumimoji="1" lang="zh-CN" altLang="en-US" sz="2500" b="1" dirty="0">
                  <a:solidFill>
                    <a:srgbClr val="003296"/>
                  </a:solidFill>
                  <a:latin typeface="幼圆" pitchFamily="49" charset="-122"/>
                  <a:ea typeface="幼圆" pitchFamily="49" charset="-122"/>
                </a:rPr>
                <a:t>和一个</a:t>
              </a:r>
              <a:r>
                <a:rPr kumimoji="1" lang="zh-CN" altLang="en-US" sz="2500" b="1" dirty="0">
                  <a:solidFill>
                    <a:srgbClr val="FF0000"/>
                  </a:solidFill>
                  <a:latin typeface="幼圆" pitchFamily="49" charset="-122"/>
                  <a:ea typeface="幼圆" pitchFamily="49" charset="-122"/>
                </a:rPr>
                <a:t>子串</a:t>
              </a:r>
              <a:r>
                <a:rPr kumimoji="1" lang="en-US" altLang="zh-CN" sz="2500" b="1" dirty="0">
                  <a:solidFill>
                    <a:srgbClr val="FF0000"/>
                  </a:solidFill>
                  <a:latin typeface="幼圆" pitchFamily="49" charset="-122"/>
                  <a:ea typeface="幼圆" pitchFamily="49" charset="-122"/>
                </a:rPr>
                <a:t>T(</a:t>
              </a:r>
              <a:r>
                <a:rPr kumimoji="1" lang="zh-CN" altLang="en-US" sz="2500" b="1" dirty="0">
                  <a:solidFill>
                    <a:srgbClr val="FF0000"/>
                  </a:solidFill>
                  <a:latin typeface="幼圆" pitchFamily="49" charset="-122"/>
                  <a:ea typeface="幼圆" pitchFamily="49" charset="-122"/>
                </a:rPr>
                <a:t>又称模式串</a:t>
              </a:r>
              <a:r>
                <a:rPr kumimoji="1" lang="en-US" altLang="zh-CN" sz="2500" b="1" dirty="0">
                  <a:solidFill>
                    <a:srgbClr val="FF0000"/>
                  </a:solidFill>
                  <a:latin typeface="幼圆" pitchFamily="49" charset="-122"/>
                  <a:ea typeface="幼圆" pitchFamily="49" charset="-122"/>
                </a:rPr>
                <a:t>)</a:t>
              </a:r>
              <a:r>
                <a:rPr kumimoji="1" lang="zh-CN" altLang="en-US" sz="2500" b="1" dirty="0">
                  <a:solidFill>
                    <a:srgbClr val="003296"/>
                  </a:solidFill>
                  <a:latin typeface="幼圆" pitchFamily="49" charset="-122"/>
                  <a:ea typeface="幼圆" pitchFamily="49" charset="-122"/>
                </a:rPr>
                <a:t>，长度分别为</a:t>
              </a:r>
              <a:r>
                <a:rPr kumimoji="1" lang="en-US" altLang="zh-CN" sz="2500" b="1" dirty="0">
                  <a:solidFill>
                    <a:srgbClr val="003296"/>
                  </a:solidFill>
                  <a:latin typeface="幼圆" pitchFamily="49" charset="-122"/>
                  <a:ea typeface="幼圆" pitchFamily="49" charset="-122"/>
                </a:rPr>
                <a:t>n</a:t>
              </a:r>
              <a:r>
                <a:rPr kumimoji="1" lang="zh-CN" altLang="en-US" sz="2500" b="1" dirty="0">
                  <a:solidFill>
                    <a:srgbClr val="003296"/>
                  </a:solidFill>
                  <a:latin typeface="幼圆" pitchFamily="49" charset="-122"/>
                  <a:ea typeface="幼圆" pitchFamily="49" charset="-122"/>
                </a:rPr>
                <a:t>和</a:t>
              </a:r>
              <a:r>
                <a:rPr kumimoji="1" lang="en-US" altLang="zh-CN" sz="2500" b="1" dirty="0">
                  <a:solidFill>
                    <a:srgbClr val="003296"/>
                  </a:solidFill>
                  <a:latin typeface="幼圆" pitchFamily="49" charset="-122"/>
                  <a:ea typeface="幼圆" pitchFamily="49" charset="-122"/>
                </a:rPr>
                <a:t>m</a:t>
              </a:r>
              <a:r>
                <a:rPr kumimoji="1" lang="zh-CN" altLang="en-US" sz="2500" b="1" dirty="0">
                  <a:solidFill>
                    <a:srgbClr val="003296"/>
                  </a:solidFill>
                  <a:latin typeface="幼圆" pitchFamily="49" charset="-122"/>
                  <a:ea typeface="幼圆" pitchFamily="49" charset="-122"/>
                </a:rPr>
                <a:t>。在主串</a:t>
              </a:r>
              <a:r>
                <a:rPr kumimoji="1" lang="en-US" altLang="zh-CN" sz="2500" b="1" dirty="0">
                  <a:solidFill>
                    <a:srgbClr val="003296"/>
                  </a:solidFill>
                  <a:latin typeface="幼圆" pitchFamily="49" charset="-122"/>
                  <a:ea typeface="幼圆" pitchFamily="49" charset="-122"/>
                </a:rPr>
                <a:t>S</a:t>
              </a:r>
              <a:r>
                <a:rPr kumimoji="1" lang="zh-CN" altLang="en-US" sz="2500" b="1" dirty="0">
                  <a:solidFill>
                    <a:srgbClr val="003296"/>
                  </a:solidFill>
                  <a:latin typeface="幼圆" pitchFamily="49" charset="-122"/>
                  <a:ea typeface="幼圆" pitchFamily="49" charset="-122"/>
                </a:rPr>
                <a:t>中，从起始位置开始查找，若在主串</a:t>
              </a:r>
              <a:r>
                <a:rPr kumimoji="1" lang="en-US" altLang="zh-CN" sz="2500" b="1" dirty="0">
                  <a:solidFill>
                    <a:srgbClr val="003296"/>
                  </a:solidFill>
                  <a:latin typeface="幼圆" pitchFamily="49" charset="-122"/>
                  <a:ea typeface="幼圆" pitchFamily="49" charset="-122"/>
                </a:rPr>
                <a:t>S</a:t>
              </a:r>
              <a:r>
                <a:rPr kumimoji="1" lang="zh-CN" altLang="en-US" sz="2500" b="1" dirty="0">
                  <a:solidFill>
                    <a:srgbClr val="003296"/>
                  </a:solidFill>
                  <a:latin typeface="幼圆" pitchFamily="49" charset="-122"/>
                  <a:ea typeface="幼圆" pitchFamily="49" charset="-122"/>
                </a:rPr>
                <a:t>中找到一个与子串</a:t>
              </a:r>
              <a:r>
                <a:rPr kumimoji="1" lang="en-US" altLang="zh-CN" sz="2500" b="1" dirty="0">
                  <a:solidFill>
                    <a:srgbClr val="003296"/>
                  </a:solidFill>
                  <a:latin typeface="幼圆" pitchFamily="49" charset="-122"/>
                  <a:ea typeface="幼圆" pitchFamily="49" charset="-122"/>
                </a:rPr>
                <a:t>T</a:t>
              </a:r>
              <a:r>
                <a:rPr kumimoji="1" lang="zh-CN" altLang="en-US" sz="2500" b="1" dirty="0">
                  <a:solidFill>
                    <a:srgbClr val="003296"/>
                  </a:solidFill>
                  <a:latin typeface="幼圆" pitchFamily="49" charset="-122"/>
                  <a:ea typeface="幼圆" pitchFamily="49" charset="-122"/>
                </a:rPr>
                <a:t>相等的子串，则返回</a:t>
              </a:r>
              <a:r>
                <a:rPr kumimoji="1" lang="en-US" altLang="zh-CN" sz="2500" b="1" dirty="0">
                  <a:solidFill>
                    <a:srgbClr val="003296"/>
                  </a:solidFill>
                  <a:latin typeface="幼圆" pitchFamily="49" charset="-122"/>
                  <a:ea typeface="幼圆" pitchFamily="49" charset="-122"/>
                </a:rPr>
                <a:t>T</a:t>
              </a:r>
              <a:r>
                <a:rPr kumimoji="1" lang="zh-CN" altLang="en-US" sz="2500" b="1" dirty="0">
                  <a:solidFill>
                    <a:srgbClr val="003296"/>
                  </a:solidFill>
                  <a:latin typeface="幼圆" pitchFamily="49" charset="-122"/>
                  <a:ea typeface="幼圆" pitchFamily="49" charset="-122"/>
                </a:rPr>
                <a:t>的第一个字符在主串中的位置序号。</a:t>
              </a:r>
              <a:endParaRPr kumimoji="1" lang="zh-CN" altLang="en-US" sz="2500" b="1" dirty="0">
                <a:solidFill>
                  <a:srgbClr val="003296"/>
                </a:solidFill>
                <a:latin typeface="幼圆" pitchFamily="49" charset="-122"/>
                <a:ea typeface="幼圆" pitchFamily="49" charset="-122"/>
              </a:endParaRPr>
            </a:p>
          </p:txBody>
        </p:sp>
        <p:sp>
          <p:nvSpPr>
            <p:cNvPr id="36875" name="Rectangle 78"/>
            <p:cNvSpPr>
              <a:spLocks noChangeArrowheads="1"/>
            </p:cNvSpPr>
            <p:nvPr/>
          </p:nvSpPr>
          <p:spPr bwMode="auto">
            <a:xfrm>
              <a:off x="442" y="722"/>
              <a:ext cx="683" cy="267"/>
            </a:xfrm>
            <a:prstGeom prst="rect">
              <a:avLst/>
            </a:prstGeom>
            <a:noFill/>
            <a:ln w="12700" cap="sq">
              <a:noFill/>
              <a:miter lim="800000"/>
              <a:headEnd type="none" w="sm" len="sm"/>
              <a:tailEnd type="none" w="sm" len="sm"/>
            </a:ln>
            <a:effectLst>
              <a:outerShdw dist="17961" dir="2700000" algn="ctr" rotWithShape="0">
                <a:srgbClr val="000000"/>
              </a:outerShdw>
            </a:effectLst>
          </p:spPr>
          <p:txBody>
            <a:bodyPr wrap="none">
              <a:spAutoFit/>
            </a:bodyPr>
            <a:lstStyle/>
            <a:p>
              <a:pPr algn="l" eaLnBrk="1" hangingPunct="1"/>
              <a:r>
                <a:rPr kumimoji="1" lang="zh-CN" altLang="en-US" sz="2800" b="1">
                  <a:solidFill>
                    <a:srgbClr val="FF3300"/>
                  </a:solidFill>
                  <a:latin typeface="黑体" panose="02010609060101010101" pitchFamily="2" charset="-122"/>
                  <a:ea typeface="黑体" panose="02010609060101010101" pitchFamily="2" charset="-122"/>
                </a:rPr>
                <a:t>功能：</a:t>
              </a:r>
              <a:endParaRPr kumimoji="1" lang="zh-CN" altLang="en-US" sz="2800" b="1">
                <a:solidFill>
                  <a:srgbClr val="FF3300"/>
                </a:solidFill>
                <a:latin typeface="黑体" panose="02010609060101010101" pitchFamily="2" charset="-122"/>
                <a:ea typeface="黑体" panose="02010609060101010101" pitchFamily="2" charset="-122"/>
              </a:endParaRPr>
            </a:p>
          </p:txBody>
        </p:sp>
      </p:grpSp>
      <p:sp>
        <p:nvSpPr>
          <p:cNvPr id="9" name="Rectangle 3"/>
          <p:cNvSpPr txBox="1">
            <a:spLocks noChangeArrowheads="1"/>
          </p:cNvSpPr>
          <p:nvPr/>
        </p:nvSpPr>
        <p:spPr>
          <a:xfrm>
            <a:off x="1524000" y="4049688"/>
            <a:ext cx="9144000" cy="2808312"/>
          </a:xfrm>
          <a:prstGeom prst="rect">
            <a:avLst/>
          </a:prstGeom>
          <a:solidFill>
            <a:srgbClr val="000066"/>
          </a:solidFill>
        </p:spPr>
        <p:txBody>
          <a:bodyPr/>
          <a:lstStyle>
            <a:lvl1pPr marL="342900" indent="-342900" algn="l" rtl="0" eaLnBrk="0" fontAlgn="base" hangingPunct="0">
              <a:spcBef>
                <a:spcPct val="20000"/>
              </a:spcBef>
              <a:spcAft>
                <a:spcPct val="0"/>
              </a:spcAft>
              <a:buClr>
                <a:schemeClr val="tx2"/>
              </a:buClr>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Char char="–"/>
              <a:defRPr kumimoji="1" sz="3200">
                <a:solidFill>
                  <a:schemeClr val="tx1"/>
                </a:solidFill>
                <a:latin typeface="+mn-lt"/>
                <a:ea typeface="+mn-ea"/>
              </a:defRPr>
            </a:lvl2pPr>
            <a:lvl3pPr marL="1143000" indent="-228600" algn="l" rtl="0" eaLnBrk="0" fontAlgn="base" hangingPunct="0">
              <a:spcBef>
                <a:spcPct val="20000"/>
              </a:spcBef>
              <a:spcAft>
                <a:spcPct val="0"/>
              </a:spcAft>
              <a:buClr>
                <a:schemeClr val="tx2"/>
              </a:buClr>
              <a:buChar char="•"/>
              <a:defRPr kumimoji="1" sz="3200">
                <a:solidFill>
                  <a:schemeClr val="tx1"/>
                </a:solidFill>
                <a:latin typeface="+mn-lt"/>
                <a:ea typeface="+mn-ea"/>
              </a:defRPr>
            </a:lvl3pPr>
            <a:lvl4pPr marL="1600200" indent="-228600" algn="l" rtl="0" eaLnBrk="0" fontAlgn="base" hangingPunct="0">
              <a:spcBef>
                <a:spcPct val="20000"/>
              </a:spcBef>
              <a:spcAft>
                <a:spcPct val="0"/>
              </a:spcAft>
              <a:buClr>
                <a:schemeClr val="tx2"/>
              </a:buClr>
              <a:buChar char="–"/>
              <a:defRPr kumimoji="1" sz="3200">
                <a:solidFill>
                  <a:schemeClr val="tx1"/>
                </a:solidFill>
                <a:latin typeface="+mn-lt"/>
                <a:ea typeface="+mn-ea"/>
              </a:defRPr>
            </a:lvl4pPr>
            <a:lvl5pPr marL="2057400" indent="-228600" algn="l" rtl="0" eaLnBrk="0" fontAlgn="base" hangingPunct="0">
              <a:spcBef>
                <a:spcPct val="20000"/>
              </a:spcBef>
              <a:spcAft>
                <a:spcPct val="0"/>
              </a:spcAft>
              <a:buClr>
                <a:schemeClr val="tx2"/>
              </a:buClr>
              <a:buChar char="•"/>
              <a:defRPr kumimoji="1" sz="3200">
                <a:solidFill>
                  <a:schemeClr val="tx1"/>
                </a:solidFill>
                <a:latin typeface="+mn-lt"/>
                <a:ea typeface="+mn-ea"/>
              </a:defRPr>
            </a:lvl5pPr>
            <a:lvl6pPr marL="2514600" indent="-228600" algn="l" rtl="0" fontAlgn="base">
              <a:spcBef>
                <a:spcPct val="20000"/>
              </a:spcBef>
              <a:spcAft>
                <a:spcPct val="0"/>
              </a:spcAft>
              <a:buClr>
                <a:schemeClr val="tx2"/>
              </a:buClr>
              <a:buChar char="•"/>
              <a:defRPr kumimoji="1" sz="3200">
                <a:solidFill>
                  <a:schemeClr val="tx1"/>
                </a:solidFill>
                <a:latin typeface="+mn-lt"/>
                <a:ea typeface="+mn-ea"/>
              </a:defRPr>
            </a:lvl6pPr>
            <a:lvl7pPr marL="2971800" indent="-228600" algn="l" rtl="0" fontAlgn="base">
              <a:spcBef>
                <a:spcPct val="20000"/>
              </a:spcBef>
              <a:spcAft>
                <a:spcPct val="0"/>
              </a:spcAft>
              <a:buClr>
                <a:schemeClr val="tx2"/>
              </a:buClr>
              <a:buChar char="•"/>
              <a:defRPr kumimoji="1" sz="3200">
                <a:solidFill>
                  <a:schemeClr val="tx1"/>
                </a:solidFill>
                <a:latin typeface="+mn-lt"/>
                <a:ea typeface="+mn-ea"/>
              </a:defRPr>
            </a:lvl7pPr>
            <a:lvl8pPr marL="3429000" indent="-228600" algn="l" rtl="0" fontAlgn="base">
              <a:spcBef>
                <a:spcPct val="20000"/>
              </a:spcBef>
              <a:spcAft>
                <a:spcPct val="0"/>
              </a:spcAft>
              <a:buClr>
                <a:schemeClr val="tx2"/>
              </a:buClr>
              <a:buChar char="•"/>
              <a:defRPr kumimoji="1" sz="3200">
                <a:solidFill>
                  <a:schemeClr val="tx1"/>
                </a:solidFill>
                <a:latin typeface="+mn-lt"/>
                <a:ea typeface="+mn-ea"/>
              </a:defRPr>
            </a:lvl8pPr>
            <a:lvl9pPr marL="3886200" indent="-228600" algn="l" rtl="0" fontAlgn="base">
              <a:spcBef>
                <a:spcPct val="20000"/>
              </a:spcBef>
              <a:spcAft>
                <a:spcPct val="0"/>
              </a:spcAft>
              <a:buClr>
                <a:schemeClr val="tx2"/>
              </a:buClr>
              <a:buChar char="•"/>
              <a:defRPr kumimoji="1" sz="3200">
                <a:solidFill>
                  <a:schemeClr val="tx1"/>
                </a:solidFill>
                <a:latin typeface="+mn-lt"/>
                <a:ea typeface="+mn-ea"/>
              </a:defRPr>
            </a:lvl9pPr>
          </a:lstStyle>
          <a:p>
            <a:pPr marL="0" indent="0" eaLnBrk="1" hangingPunct="1">
              <a:spcBef>
                <a:spcPct val="50000"/>
              </a:spcBef>
              <a:buNone/>
              <a:defRPr/>
            </a:pPr>
            <a:r>
              <a:rPr lang="zh-CN" altLang="en-US" sz="2400" b="1" dirty="0">
                <a:ln>
                  <a:solidFill>
                    <a:schemeClr val="bg1">
                      <a:lumMod val="75000"/>
                      <a:lumOff val="25000"/>
                    </a:schemeClr>
                  </a:solidFill>
                </a:ln>
                <a:solidFill>
                  <a:srgbClr val="FFFF00"/>
                </a:solidFill>
                <a:latin typeface="黑体" panose="02010609060101010101" pitchFamily="2" charset="-122"/>
                <a:ea typeface="黑体" panose="02010609060101010101" pitchFamily="2" charset="-122"/>
              </a:rPr>
              <a:t>串的简单模式匹配算法</a:t>
            </a:r>
            <a:r>
              <a:rPr lang="en-US" altLang="zh-CN" sz="2400" b="1" dirty="0">
                <a:ln>
                  <a:solidFill>
                    <a:schemeClr val="bg1">
                      <a:lumMod val="75000"/>
                      <a:lumOff val="25000"/>
                    </a:schemeClr>
                  </a:solidFill>
                </a:ln>
                <a:solidFill>
                  <a:srgbClr val="FFFF00"/>
                </a:solidFill>
                <a:latin typeface="黑体" panose="02010609060101010101" pitchFamily="2" charset="-122"/>
                <a:ea typeface="黑体" panose="02010609060101010101" pitchFamily="2" charset="-122"/>
              </a:rPr>
              <a:t>Brute-Force</a:t>
            </a:r>
            <a:r>
              <a:rPr lang="zh-CN" altLang="en-US" sz="2400" b="1" dirty="0">
                <a:ln>
                  <a:solidFill>
                    <a:schemeClr val="bg1">
                      <a:lumMod val="75000"/>
                      <a:lumOff val="25000"/>
                    </a:schemeClr>
                  </a:solidFill>
                </a:ln>
                <a:solidFill>
                  <a:srgbClr val="FFFF00"/>
                </a:solidFill>
                <a:latin typeface="黑体" panose="02010609060101010101" pitchFamily="2" charset="-122"/>
                <a:ea typeface="黑体" panose="02010609060101010101" pitchFamily="2" charset="-122"/>
              </a:rPr>
              <a:t>（</a:t>
            </a:r>
            <a:r>
              <a:rPr lang="zh-CN" altLang="en-US" sz="2400" b="1" dirty="0">
                <a:ln>
                  <a:solidFill>
                    <a:schemeClr val="bg1">
                      <a:lumMod val="75000"/>
                      <a:lumOff val="25000"/>
                    </a:schemeClr>
                  </a:solidFill>
                </a:ln>
                <a:solidFill>
                  <a:srgbClr val="FFC000"/>
                </a:solidFill>
                <a:latin typeface="黑体" panose="02010609060101010101" pitchFamily="2" charset="-122"/>
                <a:ea typeface="黑体" panose="02010609060101010101" pitchFamily="2" charset="-122"/>
              </a:rPr>
              <a:t>布鲁特</a:t>
            </a:r>
            <a:r>
              <a:rPr lang="en-US" altLang="zh-CN" sz="2400" b="1" dirty="0">
                <a:ln>
                  <a:solidFill>
                    <a:schemeClr val="bg1">
                      <a:lumMod val="75000"/>
                      <a:lumOff val="25000"/>
                    </a:schemeClr>
                  </a:solidFill>
                </a:ln>
                <a:solidFill>
                  <a:srgbClr val="FFC000"/>
                </a:solidFill>
                <a:latin typeface="黑体" panose="02010609060101010101" pitchFamily="2" charset="-122"/>
                <a:ea typeface="黑体" panose="02010609060101010101" pitchFamily="2" charset="-122"/>
              </a:rPr>
              <a:t>-</a:t>
            </a:r>
            <a:r>
              <a:rPr lang="zh-CN" altLang="en-US" sz="2400" b="1" dirty="0">
                <a:ln>
                  <a:solidFill>
                    <a:schemeClr val="bg1">
                      <a:lumMod val="75000"/>
                      <a:lumOff val="25000"/>
                    </a:schemeClr>
                  </a:solidFill>
                </a:ln>
                <a:solidFill>
                  <a:srgbClr val="FFC000"/>
                </a:solidFill>
                <a:latin typeface="黑体" panose="02010609060101010101" pitchFamily="2" charset="-122"/>
                <a:ea typeface="黑体" panose="02010609060101010101" pitchFamily="2" charset="-122"/>
              </a:rPr>
              <a:t>福斯</a:t>
            </a:r>
            <a:r>
              <a:rPr lang="zh-CN" altLang="en-US" sz="2400" b="1" dirty="0">
                <a:ln>
                  <a:solidFill>
                    <a:schemeClr val="bg1">
                      <a:lumMod val="75000"/>
                      <a:lumOff val="25000"/>
                    </a:schemeClr>
                  </a:solidFill>
                </a:ln>
                <a:solidFill>
                  <a:srgbClr val="FFFF00"/>
                </a:solidFill>
                <a:latin typeface="黑体" panose="02010609060101010101" pitchFamily="2" charset="-122"/>
                <a:ea typeface="黑体" panose="02010609060101010101" pitchFamily="2" charset="-122"/>
              </a:rPr>
              <a:t>，又称</a:t>
            </a:r>
            <a:r>
              <a:rPr lang="zh-CN" altLang="en-US" sz="2400" b="1" dirty="0">
                <a:ln>
                  <a:solidFill>
                    <a:schemeClr val="bg1">
                      <a:lumMod val="75000"/>
                      <a:lumOff val="25000"/>
                    </a:schemeClr>
                  </a:solidFill>
                </a:ln>
                <a:solidFill>
                  <a:srgbClr val="FFC000"/>
                </a:solidFill>
                <a:latin typeface="黑体" panose="02010609060101010101" pitchFamily="2" charset="-122"/>
                <a:ea typeface="黑体" panose="02010609060101010101" pitchFamily="2" charset="-122"/>
              </a:rPr>
              <a:t>朴素的模式匹配算法</a:t>
            </a:r>
            <a:r>
              <a:rPr lang="zh-CN" altLang="en-US" sz="2400" b="1" dirty="0">
                <a:ln>
                  <a:solidFill>
                    <a:schemeClr val="bg1">
                      <a:lumMod val="75000"/>
                      <a:lumOff val="25000"/>
                    </a:schemeClr>
                  </a:solidFill>
                </a:ln>
                <a:solidFill>
                  <a:srgbClr val="FFFF00"/>
                </a:solidFill>
                <a:latin typeface="黑体" panose="02010609060101010101" pitchFamily="2" charset="-122"/>
                <a:ea typeface="黑体" panose="02010609060101010101" pitchFamily="2" charset="-122"/>
              </a:rPr>
              <a:t>）算法：</a:t>
            </a:r>
            <a:endParaRPr lang="zh-CN" altLang="en-US" sz="2400" b="1" dirty="0">
              <a:ln>
                <a:solidFill>
                  <a:schemeClr val="bg1">
                    <a:lumMod val="75000"/>
                    <a:lumOff val="25000"/>
                  </a:schemeClr>
                </a:solidFill>
              </a:ln>
              <a:solidFill>
                <a:srgbClr val="FFFF00"/>
              </a:solidFill>
              <a:latin typeface="黑体" panose="02010609060101010101" pitchFamily="2" charset="-122"/>
              <a:ea typeface="黑体" panose="02010609060101010101" pitchFamily="2" charset="-122"/>
            </a:endParaRPr>
          </a:p>
          <a:p>
            <a:pPr eaLnBrk="1" hangingPunct="1">
              <a:spcBef>
                <a:spcPct val="0"/>
              </a:spcBef>
              <a:buFont typeface="Wingdings" panose="05000000000000000000" pitchFamily="2" charset="2"/>
              <a:buChar char="Ø"/>
              <a:defRPr/>
            </a:pPr>
            <a:r>
              <a:rPr lang="zh-CN" altLang="en-US" sz="2000" b="1" dirty="0">
                <a:solidFill>
                  <a:schemeClr val="bg1"/>
                </a:solidFill>
                <a:latin typeface="宋体" pitchFamily="2" charset="-122"/>
              </a:rPr>
              <a:t>将主串</a:t>
            </a:r>
            <a:r>
              <a:rPr lang="en-US" altLang="zh-CN" sz="2000" b="1" dirty="0">
                <a:solidFill>
                  <a:schemeClr val="bg1"/>
                </a:solidFill>
                <a:latin typeface="宋体" pitchFamily="2" charset="-122"/>
              </a:rPr>
              <a:t>S</a:t>
            </a:r>
            <a:r>
              <a:rPr lang="zh-CN" altLang="en-US" sz="2000" b="1" dirty="0">
                <a:solidFill>
                  <a:schemeClr val="bg1"/>
                </a:solidFill>
                <a:latin typeface="宋体" pitchFamily="2" charset="-122"/>
              </a:rPr>
              <a:t>的第一个字符和模式串</a:t>
            </a:r>
            <a:r>
              <a:rPr lang="en-US" altLang="zh-CN" sz="2000" b="1" dirty="0">
                <a:solidFill>
                  <a:schemeClr val="bg1"/>
                </a:solidFill>
                <a:latin typeface="宋体" pitchFamily="2" charset="-122"/>
              </a:rPr>
              <a:t>T</a:t>
            </a:r>
            <a:r>
              <a:rPr lang="zh-CN" altLang="en-US" sz="2000" b="1" dirty="0">
                <a:solidFill>
                  <a:schemeClr val="bg1"/>
                </a:solidFill>
                <a:latin typeface="宋体" pitchFamily="2" charset="-122"/>
              </a:rPr>
              <a:t>的第</a:t>
            </a:r>
            <a:r>
              <a:rPr lang="en-US" altLang="zh-CN" sz="2000" b="1" dirty="0">
                <a:solidFill>
                  <a:schemeClr val="bg1"/>
                </a:solidFill>
                <a:latin typeface="宋体" pitchFamily="2" charset="-122"/>
              </a:rPr>
              <a:t>1</a:t>
            </a:r>
            <a:r>
              <a:rPr lang="zh-CN" altLang="en-US" sz="2000" b="1" dirty="0">
                <a:solidFill>
                  <a:schemeClr val="bg1"/>
                </a:solidFill>
                <a:latin typeface="宋体" pitchFamily="2" charset="-122"/>
              </a:rPr>
              <a:t>个字符比较</a:t>
            </a:r>
            <a:endParaRPr lang="zh-CN" altLang="en-US" sz="2000" b="1" dirty="0">
              <a:solidFill>
                <a:schemeClr val="bg1"/>
              </a:solidFill>
              <a:latin typeface="宋体" pitchFamily="2" charset="-122"/>
            </a:endParaRPr>
          </a:p>
          <a:p>
            <a:pPr eaLnBrk="1" hangingPunct="1">
              <a:spcBef>
                <a:spcPct val="0"/>
              </a:spcBef>
              <a:buFontTx/>
              <a:buNone/>
              <a:defRPr/>
            </a:pPr>
            <a:r>
              <a:rPr lang="zh-CN" altLang="en-US" sz="2000" b="1" i="1" dirty="0">
                <a:solidFill>
                  <a:schemeClr val="bg1"/>
                </a:solidFill>
                <a:latin typeface="宋体" pitchFamily="2" charset="-122"/>
              </a:rPr>
              <a:t>     若</a:t>
            </a:r>
            <a:r>
              <a:rPr lang="zh-CN" altLang="en-US" sz="2000" b="1" i="1" dirty="0">
                <a:solidFill>
                  <a:srgbClr val="FFC000"/>
                </a:solidFill>
                <a:latin typeface="宋体" pitchFamily="2" charset="-122"/>
              </a:rPr>
              <a:t>相等</a:t>
            </a:r>
            <a:r>
              <a:rPr lang="zh-CN" altLang="en-US" sz="2000" b="1" i="1" dirty="0">
                <a:solidFill>
                  <a:schemeClr val="bg1"/>
                </a:solidFill>
                <a:latin typeface="宋体" pitchFamily="2" charset="-122"/>
              </a:rPr>
              <a:t>，继续逐个比较后续字符；</a:t>
            </a:r>
            <a:endParaRPr lang="zh-CN" altLang="en-US" sz="2000" b="1" i="1" dirty="0">
              <a:solidFill>
                <a:schemeClr val="bg1"/>
              </a:solidFill>
              <a:latin typeface="宋体" pitchFamily="2" charset="-122"/>
            </a:endParaRPr>
          </a:p>
          <a:p>
            <a:pPr eaLnBrk="1" hangingPunct="1">
              <a:spcBef>
                <a:spcPct val="0"/>
              </a:spcBef>
              <a:buFontTx/>
              <a:buNone/>
              <a:defRPr/>
            </a:pPr>
            <a:r>
              <a:rPr lang="zh-CN" altLang="en-US" sz="2000" b="1" i="1" dirty="0">
                <a:solidFill>
                  <a:schemeClr val="bg1"/>
                </a:solidFill>
                <a:latin typeface="宋体" pitchFamily="2" charset="-122"/>
              </a:rPr>
              <a:t>     若</a:t>
            </a:r>
            <a:r>
              <a:rPr lang="zh-CN" altLang="en-US" sz="2000" b="1" i="1" dirty="0">
                <a:solidFill>
                  <a:srgbClr val="FFC000"/>
                </a:solidFill>
                <a:latin typeface="宋体" pitchFamily="2" charset="-122"/>
              </a:rPr>
              <a:t>不等</a:t>
            </a:r>
            <a:r>
              <a:rPr lang="zh-CN" altLang="en-US" sz="2000" b="1" i="1" dirty="0">
                <a:solidFill>
                  <a:schemeClr val="bg1"/>
                </a:solidFill>
                <a:latin typeface="宋体" pitchFamily="2" charset="-122"/>
              </a:rPr>
              <a:t>，从主串</a:t>
            </a:r>
            <a:r>
              <a:rPr lang="en-US" altLang="zh-CN" sz="2000" b="1" i="1" dirty="0">
                <a:solidFill>
                  <a:schemeClr val="bg1"/>
                </a:solidFill>
                <a:latin typeface="宋体" pitchFamily="2" charset="-122"/>
              </a:rPr>
              <a:t>S</a:t>
            </a:r>
            <a:r>
              <a:rPr lang="zh-CN" altLang="en-US" sz="2000" b="1" i="1" dirty="0">
                <a:solidFill>
                  <a:schemeClr val="bg1"/>
                </a:solidFill>
                <a:latin typeface="宋体" pitchFamily="2" charset="-122"/>
              </a:rPr>
              <a:t>的下一字符起，重新与</a:t>
            </a:r>
            <a:r>
              <a:rPr lang="en-US" altLang="zh-CN" sz="2000" b="1" i="1" dirty="0">
                <a:solidFill>
                  <a:schemeClr val="bg1"/>
                </a:solidFill>
                <a:latin typeface="宋体" pitchFamily="2" charset="-122"/>
              </a:rPr>
              <a:t>T</a:t>
            </a:r>
            <a:r>
              <a:rPr lang="zh-CN" altLang="en-US" sz="2000" b="1" i="1" dirty="0">
                <a:solidFill>
                  <a:schemeClr val="bg1"/>
                </a:solidFill>
                <a:latin typeface="宋体" pitchFamily="2" charset="-122"/>
              </a:rPr>
              <a:t>第一个字符比较。 </a:t>
            </a:r>
            <a:endParaRPr lang="zh-CN" altLang="en-US" sz="2000" b="1" i="1" dirty="0">
              <a:solidFill>
                <a:schemeClr val="bg1"/>
              </a:solidFill>
              <a:latin typeface="宋体" pitchFamily="2" charset="-122"/>
            </a:endParaRPr>
          </a:p>
          <a:p>
            <a:pPr eaLnBrk="1" hangingPunct="1">
              <a:spcBef>
                <a:spcPct val="50000"/>
              </a:spcBef>
              <a:buFont typeface="Wingdings" panose="05000000000000000000" pitchFamily="2" charset="2"/>
              <a:buChar char="Ø"/>
              <a:defRPr/>
            </a:pPr>
            <a:r>
              <a:rPr lang="zh-CN" altLang="en-US" sz="2000" b="1" dirty="0">
                <a:solidFill>
                  <a:schemeClr val="bg1"/>
                </a:solidFill>
                <a:latin typeface="宋体" pitchFamily="2" charset="-122"/>
              </a:rPr>
              <a:t>直到主串</a:t>
            </a:r>
            <a:r>
              <a:rPr lang="en-US" altLang="zh-CN" sz="2000" b="1" dirty="0">
                <a:solidFill>
                  <a:schemeClr val="bg1"/>
                </a:solidFill>
                <a:latin typeface="宋体" pitchFamily="2" charset="-122"/>
              </a:rPr>
              <a:t>S</a:t>
            </a:r>
            <a:r>
              <a:rPr lang="zh-CN" altLang="en-US" sz="2000" b="1" dirty="0">
                <a:solidFill>
                  <a:schemeClr val="bg1"/>
                </a:solidFill>
                <a:latin typeface="宋体" pitchFamily="2" charset="-122"/>
              </a:rPr>
              <a:t>的一个连续子串字符序列与模式</a:t>
            </a:r>
            <a:r>
              <a:rPr lang="en-US" altLang="zh-CN" sz="2000" b="1" dirty="0">
                <a:solidFill>
                  <a:schemeClr val="bg1"/>
                </a:solidFill>
                <a:latin typeface="宋体" pitchFamily="2" charset="-122"/>
              </a:rPr>
              <a:t>T</a:t>
            </a:r>
            <a:r>
              <a:rPr lang="zh-CN" altLang="en-US" sz="2000" b="1" dirty="0">
                <a:solidFill>
                  <a:schemeClr val="bg1"/>
                </a:solidFill>
                <a:latin typeface="宋体" pitchFamily="2" charset="-122"/>
              </a:rPr>
              <a:t>相等。返回值为</a:t>
            </a:r>
            <a:r>
              <a:rPr lang="en-US" altLang="zh-CN" sz="2000" b="1" dirty="0">
                <a:solidFill>
                  <a:schemeClr val="bg1"/>
                </a:solidFill>
                <a:latin typeface="宋体" pitchFamily="2" charset="-122"/>
              </a:rPr>
              <a:t>S</a:t>
            </a:r>
            <a:r>
              <a:rPr lang="zh-CN" altLang="en-US" sz="2000" b="1" dirty="0">
                <a:solidFill>
                  <a:schemeClr val="bg1"/>
                </a:solidFill>
                <a:latin typeface="宋体" pitchFamily="2" charset="-122"/>
              </a:rPr>
              <a:t>中与</a:t>
            </a:r>
            <a:r>
              <a:rPr lang="en-US" altLang="zh-CN" sz="2000" b="1" dirty="0">
                <a:solidFill>
                  <a:schemeClr val="bg1"/>
                </a:solidFill>
                <a:latin typeface="宋体" pitchFamily="2" charset="-122"/>
              </a:rPr>
              <a:t>T</a:t>
            </a:r>
            <a:r>
              <a:rPr lang="zh-CN" altLang="en-US" sz="2000" b="1" dirty="0">
                <a:solidFill>
                  <a:schemeClr val="bg1"/>
                </a:solidFill>
                <a:latin typeface="宋体" pitchFamily="2" charset="-122"/>
              </a:rPr>
              <a:t>匹配的子序列第一个字符的序号，即匹配成功。否则，匹配失败，返回值 </a:t>
            </a:r>
            <a:r>
              <a:rPr lang="en-US" altLang="zh-CN" sz="2000" b="1" dirty="0">
                <a:solidFill>
                  <a:schemeClr val="bg1"/>
                </a:solidFill>
              </a:rPr>
              <a:t>–</a:t>
            </a:r>
            <a:r>
              <a:rPr lang="en-US" altLang="zh-CN" sz="2000" b="1" dirty="0">
                <a:solidFill>
                  <a:schemeClr val="bg1"/>
                </a:solidFill>
                <a:latin typeface="宋体" pitchFamily="2" charset="-122"/>
              </a:rPr>
              <a:t>1</a:t>
            </a:r>
            <a:r>
              <a:rPr lang="zh-CN" altLang="en-US" sz="2000" b="1" dirty="0">
                <a:solidFill>
                  <a:schemeClr val="bg1"/>
                </a:solidFill>
                <a:latin typeface="宋体" pitchFamily="2" charset="-122"/>
              </a:rPr>
              <a:t>。</a:t>
            </a:r>
            <a:endParaRPr lang="zh-CN" altLang="en-US" sz="2000" b="1" dirty="0">
              <a:solidFill>
                <a:schemeClr val="bg1"/>
              </a:solidFill>
              <a:latin typeface="宋体" pitchFamily="2" charset="-122"/>
            </a:endParaRPr>
          </a:p>
        </p:txBody>
      </p:sp>
      <p:sp>
        <p:nvSpPr>
          <p:cNvPr id="10" name="Text Box 7"/>
          <p:cNvSpPr txBox="1">
            <a:spLocks noChangeArrowheads="1"/>
          </p:cNvSpPr>
          <p:nvPr/>
        </p:nvSpPr>
        <p:spPr bwMode="auto">
          <a:xfrm>
            <a:off x="3378062" y="3284539"/>
            <a:ext cx="3817071" cy="646331"/>
          </a:xfrm>
          <a:prstGeom prst="rect">
            <a:avLst/>
          </a:prstGeom>
          <a:noFill/>
          <a:ln w="12700" cap="sq">
            <a:noFill/>
            <a:miter lim="800000"/>
            <a:headEnd type="none" w="sm" len="sm"/>
            <a:tailEnd type="none" w="sm" len="sm"/>
          </a:ln>
        </p:spPr>
        <p:txBody>
          <a:bodyPr wrap="none">
            <a:spAutoFit/>
          </a:bodyPr>
          <a:lstStyle/>
          <a:p>
            <a:pPr algn="l" eaLnBrk="1" hangingPunct="1"/>
            <a:r>
              <a:rPr kumimoji="1" lang="zh-CN" altLang="en-US" b="1">
                <a:solidFill>
                  <a:srgbClr val="000099"/>
                </a:solidFill>
                <a:latin typeface="幼圆" pitchFamily="49" charset="-122"/>
                <a:ea typeface="幼圆" pitchFamily="49" charset="-122"/>
              </a:rPr>
              <a:t>例如</a:t>
            </a:r>
            <a:r>
              <a:rPr kumimoji="1" lang="en-US" altLang="zh-CN" b="1">
                <a:solidFill>
                  <a:srgbClr val="000099"/>
                </a:solidFill>
                <a:latin typeface="楷体_GB2312" panose="02010609030101010101" pitchFamily="49" charset="-122"/>
                <a:ea typeface="楷体_GB2312" panose="02010609030101010101" pitchFamily="49" charset="-122"/>
              </a:rPr>
              <a:t>:   </a:t>
            </a:r>
            <a:r>
              <a:rPr kumimoji="1" lang="en-US" altLang="zh-CN" b="1">
                <a:solidFill>
                  <a:srgbClr val="000099"/>
                </a:solidFill>
                <a:ea typeface="楷体_GB2312" panose="02010609030101010101" pitchFamily="49" charset="-122"/>
              </a:rPr>
              <a:t>S= </a:t>
            </a:r>
            <a:r>
              <a:rPr kumimoji="1" lang="en-US" altLang="zh-CN" b="1">
                <a:solidFill>
                  <a:srgbClr val="000099"/>
                </a:solidFill>
                <a:cs typeface="Times New Roman" panose="02020503050405090304" pitchFamily="18" charset="0"/>
                <a:sym typeface="Symbol" pitchFamily="18" charset="2"/>
              </a:rPr>
              <a:t>´</a:t>
            </a:r>
            <a:r>
              <a:rPr kumimoji="1" lang="en-US" altLang="zh-CN" b="1">
                <a:solidFill>
                  <a:srgbClr val="000099"/>
                </a:solidFill>
                <a:ea typeface="楷体_GB2312" panose="02010609030101010101" pitchFamily="49" charset="-122"/>
              </a:rPr>
              <a:t>Beijing&amp;Nanjing&amp;Shanghai</a:t>
            </a:r>
            <a:r>
              <a:rPr kumimoji="1" lang="en-US" altLang="zh-CN" b="1">
                <a:solidFill>
                  <a:srgbClr val="000099"/>
                </a:solidFill>
                <a:cs typeface="Times New Roman" panose="02020503050405090304" pitchFamily="18" charset="0"/>
                <a:sym typeface="Symbol" pitchFamily="18" charset="2"/>
              </a:rPr>
              <a:t>´</a:t>
            </a:r>
            <a:endParaRPr kumimoji="1" lang="en-US" altLang="zh-CN" b="1">
              <a:solidFill>
                <a:srgbClr val="000099"/>
              </a:solidFill>
              <a:latin typeface="楷体_GB2312" panose="02010609030101010101" pitchFamily="49" charset="-122"/>
              <a:ea typeface="楷体_GB2312" panose="02010609030101010101" pitchFamily="49" charset="-122"/>
            </a:endParaRPr>
          </a:p>
          <a:p>
            <a:pPr algn="l" eaLnBrk="1" hangingPunct="1"/>
            <a:r>
              <a:rPr kumimoji="1" lang="en-US" altLang="zh-CN" b="1">
                <a:solidFill>
                  <a:srgbClr val="000099"/>
                </a:solidFill>
                <a:latin typeface="楷体_GB2312" panose="02010609030101010101" pitchFamily="49" charset="-122"/>
                <a:ea typeface="楷体_GB2312" panose="02010609030101010101" pitchFamily="49" charset="-122"/>
              </a:rPr>
              <a:t>        </a:t>
            </a:r>
            <a:r>
              <a:rPr kumimoji="1" lang="en-US" altLang="zh-CN" b="1">
                <a:solidFill>
                  <a:srgbClr val="000099"/>
                </a:solidFill>
                <a:ea typeface="楷体_GB2312" panose="02010609030101010101" pitchFamily="49" charset="-122"/>
              </a:rPr>
              <a:t>T= </a:t>
            </a:r>
            <a:r>
              <a:rPr kumimoji="1" lang="en-US" altLang="zh-CN" b="1">
                <a:solidFill>
                  <a:srgbClr val="000099"/>
                </a:solidFill>
                <a:cs typeface="Times New Roman" panose="02020503050405090304" pitchFamily="18" charset="0"/>
                <a:sym typeface="Symbol" pitchFamily="18" charset="2"/>
              </a:rPr>
              <a:t>´</a:t>
            </a:r>
            <a:r>
              <a:rPr kumimoji="1" lang="en-US" altLang="zh-CN" b="1">
                <a:solidFill>
                  <a:srgbClr val="000099"/>
                </a:solidFill>
                <a:ea typeface="楷体_GB2312" panose="02010609030101010101" pitchFamily="49" charset="-122"/>
              </a:rPr>
              <a:t>jing</a:t>
            </a:r>
            <a:r>
              <a:rPr kumimoji="1" lang="en-US" altLang="zh-CN" b="1">
                <a:solidFill>
                  <a:srgbClr val="000099"/>
                </a:solidFill>
                <a:cs typeface="Times New Roman" panose="02020503050405090304" pitchFamily="18" charset="0"/>
                <a:sym typeface="Symbol" pitchFamily="18" charset="2"/>
              </a:rPr>
              <a:t>´</a:t>
            </a:r>
            <a:endParaRPr kumimoji="1" lang="en-US" altLang="zh-CN" sz="2500" b="1">
              <a:solidFill>
                <a:srgbClr val="FFFFFF"/>
              </a:solidFill>
              <a:cs typeface="Times New Roman" panose="02020503050405090304" pitchFamily="18" charset="0"/>
              <a:sym typeface="Symbol" pitchFamily="18" charset="2"/>
            </a:endParaRPr>
          </a:p>
        </p:txBody>
      </p:sp>
      <p:grpSp>
        <p:nvGrpSpPr>
          <p:cNvPr id="4" name="Group 8"/>
          <p:cNvGrpSpPr/>
          <p:nvPr/>
        </p:nvGrpSpPr>
        <p:grpSpPr bwMode="auto">
          <a:xfrm>
            <a:off x="8265008" y="3284984"/>
            <a:ext cx="2402992" cy="538162"/>
            <a:chOff x="502" y="3768"/>
            <a:chExt cx="1514" cy="339"/>
          </a:xfrm>
        </p:grpSpPr>
        <p:sp>
          <p:nvSpPr>
            <p:cNvPr id="36871" name="AutoShape 9"/>
            <p:cNvSpPr>
              <a:spLocks noChangeArrowheads="1"/>
            </p:cNvSpPr>
            <p:nvPr/>
          </p:nvSpPr>
          <p:spPr bwMode="auto">
            <a:xfrm>
              <a:off x="502" y="3793"/>
              <a:ext cx="1514" cy="314"/>
            </a:xfrm>
            <a:prstGeom prst="cloudCallout">
              <a:avLst>
                <a:gd name="adj1" fmla="val -153912"/>
                <a:gd name="adj2" fmla="val -37398"/>
              </a:avLst>
            </a:prstGeom>
            <a:noFill/>
            <a:ln w="50800" cap="sq">
              <a:solidFill>
                <a:srgbClr val="33CCCC"/>
              </a:solidFill>
              <a:round/>
              <a:headEnd type="none" w="sm" len="sm"/>
              <a:tailEnd type="none" w="sm" len="sm"/>
            </a:ln>
          </p:spPr>
          <p:txBody>
            <a:bodyPr wrap="none" anchor="ctr"/>
            <a:lstStyle/>
            <a:p>
              <a:pPr eaLnBrk="1" hangingPunct="1"/>
              <a:endParaRPr kumimoji="1" lang="zh-CN" altLang="en-US" sz="2400"/>
            </a:p>
          </p:txBody>
        </p:sp>
        <p:sp>
          <p:nvSpPr>
            <p:cNvPr id="36872" name="Text Box 10"/>
            <p:cNvSpPr txBox="1">
              <a:spLocks noChangeArrowheads="1"/>
            </p:cNvSpPr>
            <p:nvPr/>
          </p:nvSpPr>
          <p:spPr bwMode="auto">
            <a:xfrm>
              <a:off x="790" y="3768"/>
              <a:ext cx="986" cy="320"/>
            </a:xfrm>
            <a:prstGeom prst="rect">
              <a:avLst/>
            </a:prstGeom>
            <a:noFill/>
            <a:ln w="12700" cap="sq">
              <a:noFill/>
              <a:miter lim="800000"/>
              <a:headEnd type="none" w="sm" len="sm"/>
              <a:tailEnd type="none" w="sm" len="sm"/>
            </a:ln>
            <a:effectLst>
              <a:outerShdw dist="12700" algn="ctr" rotWithShape="0">
                <a:srgbClr val="000000"/>
              </a:outerShdw>
            </a:effectLst>
          </p:spPr>
          <p:txBody>
            <a:bodyPr>
              <a:spAutoFit/>
            </a:bodyPr>
            <a:lstStyle/>
            <a:p>
              <a:pPr algn="l" eaLnBrk="1" hangingPunct="1"/>
              <a:r>
                <a:rPr kumimoji="1" lang="zh-CN" altLang="en-US" sz="2700" b="1" dirty="0">
                  <a:solidFill>
                    <a:srgbClr val="FF3300"/>
                  </a:solidFill>
                  <a:latin typeface="黑体" panose="02010609060101010101" pitchFamily="2" charset="-122"/>
                  <a:ea typeface="黑体" panose="02010609060101010101" pitchFamily="2" charset="-122"/>
                </a:rPr>
                <a:t>返回</a:t>
              </a:r>
              <a:r>
                <a:rPr kumimoji="1" lang="en-US" altLang="zh-CN" sz="2700" b="1" dirty="0">
                  <a:solidFill>
                    <a:srgbClr val="FF3300"/>
                  </a:solidFill>
                  <a:latin typeface="黑体" panose="02010609060101010101" pitchFamily="2" charset="-122"/>
                  <a:ea typeface="黑体" panose="02010609060101010101" pitchFamily="2" charset="-122"/>
                </a:rPr>
                <a:t>4</a:t>
              </a:r>
              <a:endParaRPr kumimoji="1" lang="en-US" altLang="zh-CN" sz="2700" b="1" dirty="0">
                <a:solidFill>
                  <a:srgbClr val="FF3300"/>
                </a:solidFill>
                <a:latin typeface="黑体" panose="02010609060101010101" pitchFamily="2" charset="-122"/>
                <a:ea typeface="黑体" panose="02010609060101010101" pitchFamily="2" charset="-122"/>
              </a:endParaRPr>
            </a:p>
          </p:txBody>
        </p:sp>
      </p:gr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ppt_x</p:attrName>
                                        </p:attrNameLst>
                                      </p:cBhvr>
                                      <p:tavLst>
                                        <p:tav tm="0">
                                          <p:val>
                                            <p:strVal val="#ppt_x-#ppt_w/2"/>
                                          </p:val>
                                        </p:tav>
                                        <p:tav tm="100000">
                                          <p:val>
                                            <p:strVal val="#ppt_x"/>
                                          </p:val>
                                        </p:tav>
                                      </p:tavLst>
                                    </p:anim>
                                    <p:anim calcmode="lin" valueType="num">
                                      <p:cBhvr>
                                        <p:cTn id="8" dur="500" fill="hold"/>
                                        <p:tgtEl>
                                          <p:spTgt spid="10"/>
                                        </p:tgtEl>
                                        <p:attrNameLst>
                                          <p:attrName>ppt_y</p:attrName>
                                        </p:attrNameLst>
                                      </p:cBhvr>
                                      <p:tavLst>
                                        <p:tav tm="0">
                                          <p:val>
                                            <p:strVal val="#ppt_y"/>
                                          </p:val>
                                        </p:tav>
                                        <p:tav tm="100000">
                                          <p:val>
                                            <p:strVal val="#ppt_y"/>
                                          </p:val>
                                        </p:tav>
                                      </p:tavLst>
                                    </p:anim>
                                    <p:anim calcmode="lin" valueType="num">
                                      <p:cBhvr>
                                        <p:cTn id="9" dur="500" fill="hold"/>
                                        <p:tgtEl>
                                          <p:spTgt spid="10"/>
                                        </p:tgtEl>
                                        <p:attrNameLst>
                                          <p:attrName>ppt_w</p:attrName>
                                        </p:attrNameLst>
                                      </p:cBhvr>
                                      <p:tavLst>
                                        <p:tav tm="0">
                                          <p:val>
                                            <p:fltVal val="0"/>
                                          </p:val>
                                        </p:tav>
                                        <p:tav tm="100000">
                                          <p:val>
                                            <p:strVal val="#ppt_w"/>
                                          </p:val>
                                        </p:tav>
                                      </p:tavLst>
                                    </p:anim>
                                    <p:anim calcmode="lin" valueType="num">
                                      <p:cBhvr>
                                        <p:cTn id="10" dur="500" fill="hold"/>
                                        <p:tgtEl>
                                          <p:spTgt spid="10"/>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down)">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anim calcmode="lin" valueType="num">
                                      <p:cBhvr additive="base">
                                        <p:cTn id="20" dur="500" fill="hold"/>
                                        <p:tgtEl>
                                          <p:spTgt spid="9"/>
                                        </p:tgtEl>
                                        <p:attrNameLst>
                                          <p:attrName>ppt_x</p:attrName>
                                        </p:attrNameLst>
                                      </p:cBhvr>
                                      <p:tavLst>
                                        <p:tav tm="0">
                                          <p:val>
                                            <p:strVal val="#ppt_x"/>
                                          </p:val>
                                        </p:tav>
                                        <p:tav tm="100000">
                                          <p:val>
                                            <p:strVal val="#ppt_x"/>
                                          </p:val>
                                        </p:tav>
                                      </p:tavLst>
                                    </p:anim>
                                    <p:anim calcmode="lin" valueType="num">
                                      <p:cBhvr additive="base">
                                        <p:cTn id="21"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utoUpdateAnimBg="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2"/>
          <p:cNvSpPr>
            <a:spLocks noGrp="1" noChangeArrowheads="1"/>
          </p:cNvSpPr>
          <p:nvPr>
            <p:ph type="title"/>
          </p:nvPr>
        </p:nvSpPr>
        <p:spPr>
          <a:xfrm>
            <a:off x="898525" y="90440"/>
            <a:ext cx="8229600" cy="817296"/>
          </a:xfrm>
        </p:spPr>
        <p:txBody>
          <a:bodyPr/>
          <a:lstStyle/>
          <a:p>
            <a:r>
              <a:rPr lang="zh-CN" altLang="en-US" dirty="0">
                <a:ea typeface="宋体" pitchFamily="2" charset="-122"/>
              </a:rPr>
              <a:t>算法设计</a:t>
            </a:r>
            <a:endParaRPr lang="zh-CN" altLang="en-US" dirty="0">
              <a:ea typeface="宋体" pitchFamily="2" charset="-122"/>
            </a:endParaRPr>
          </a:p>
        </p:txBody>
      </p:sp>
      <p:sp>
        <p:nvSpPr>
          <p:cNvPr id="159747" name="Rectangle 3"/>
          <p:cNvSpPr>
            <a:spLocks noGrp="1" noChangeArrowheads="1"/>
          </p:cNvSpPr>
          <p:nvPr>
            <p:ph idx="1"/>
          </p:nvPr>
        </p:nvSpPr>
        <p:spPr/>
        <p:txBody>
          <a:bodyPr/>
          <a:lstStyle/>
          <a:p>
            <a:pPr>
              <a:buFont typeface="Wingdings" panose="05000000000000000000" pitchFamily="2" charset="2"/>
              <a:buChar char="l"/>
            </a:pPr>
            <a:r>
              <a:rPr lang="zh-CN" altLang="en-US" sz="1800" b="0" dirty="0">
                <a:ea typeface="宋体" pitchFamily="2" charset="-122"/>
              </a:rPr>
              <a:t>设</a:t>
            </a:r>
            <a:r>
              <a:rPr lang="en-US" altLang="zh-CN" sz="1800" b="0" dirty="0">
                <a:ea typeface="宋体" pitchFamily="2" charset="-122"/>
              </a:rPr>
              <a:t>int index(char s[ ], char t[ ])</a:t>
            </a:r>
            <a:r>
              <a:rPr lang="zh-CN" altLang="en-US" sz="1800" b="0" dirty="0">
                <a:ea typeface="宋体" pitchFamily="2" charset="-122"/>
              </a:rPr>
              <a:t>函数用来在字符串</a:t>
            </a:r>
            <a:r>
              <a:rPr lang="en-US" altLang="zh-CN" sz="1800" b="0" dirty="0">
                <a:ea typeface="宋体" pitchFamily="2" charset="-122"/>
              </a:rPr>
              <a:t>s</a:t>
            </a:r>
            <a:r>
              <a:rPr lang="zh-CN" altLang="en-US" sz="1800" b="0" dirty="0">
                <a:ea typeface="宋体" pitchFamily="2" charset="-122"/>
              </a:rPr>
              <a:t>中查找字符串</a:t>
            </a:r>
            <a:r>
              <a:rPr lang="en-US" altLang="zh-CN" sz="1800" b="0" dirty="0">
                <a:ea typeface="宋体" pitchFamily="2" charset="-122"/>
              </a:rPr>
              <a:t>t</a:t>
            </a:r>
            <a:r>
              <a:rPr lang="zh-CN" altLang="en-US" sz="1800" b="0" dirty="0">
                <a:ea typeface="宋体" pitchFamily="2" charset="-122"/>
              </a:rPr>
              <a:t>。若找到则返回</a:t>
            </a:r>
            <a:r>
              <a:rPr lang="en-US" altLang="zh-CN" sz="1800" b="0" dirty="0">
                <a:ea typeface="宋体" pitchFamily="2" charset="-122"/>
              </a:rPr>
              <a:t>t</a:t>
            </a:r>
            <a:r>
              <a:rPr lang="zh-CN" altLang="en-US" sz="1800" b="0" dirty="0">
                <a:ea typeface="宋体" pitchFamily="2" charset="-122"/>
              </a:rPr>
              <a:t>在</a:t>
            </a:r>
            <a:r>
              <a:rPr lang="en-US" altLang="zh-CN" sz="1800" b="0" dirty="0">
                <a:ea typeface="宋体" pitchFamily="2" charset="-122"/>
              </a:rPr>
              <a:t>s</a:t>
            </a:r>
            <a:r>
              <a:rPr lang="zh-CN" altLang="en-US" sz="1800" b="0" dirty="0">
                <a:ea typeface="宋体" pitchFamily="2" charset="-122"/>
              </a:rPr>
              <a:t>中出现的位置，否则返回</a:t>
            </a:r>
            <a:r>
              <a:rPr lang="en-US" altLang="zh-CN" sz="1800" b="0" dirty="0">
                <a:ea typeface="宋体" pitchFamily="2" charset="-122"/>
              </a:rPr>
              <a:t>-1</a:t>
            </a:r>
            <a:r>
              <a:rPr lang="zh-CN" altLang="en-US" sz="1800" b="0" dirty="0">
                <a:ea typeface="宋体" pitchFamily="2" charset="-122"/>
              </a:rPr>
              <a:t>。其主要查找算法如下：</a:t>
            </a:r>
            <a:endParaRPr lang="zh-CN" altLang="en-US" sz="1800" b="0" dirty="0">
              <a:ea typeface="宋体" pitchFamily="2" charset="-122"/>
            </a:endParaRPr>
          </a:p>
        </p:txBody>
      </p:sp>
      <p:sp>
        <p:nvSpPr>
          <p:cNvPr id="159768" name="Text Box 24"/>
          <p:cNvSpPr txBox="1">
            <a:spLocks noChangeArrowheads="1"/>
          </p:cNvSpPr>
          <p:nvPr/>
        </p:nvSpPr>
        <p:spPr bwMode="auto">
          <a:xfrm>
            <a:off x="2566989" y="5516563"/>
            <a:ext cx="1944687" cy="369332"/>
          </a:xfrm>
          <a:prstGeom prst="rect">
            <a:avLst/>
          </a:prstGeom>
          <a:noFill/>
          <a:ln w="9525">
            <a:noFill/>
            <a:miter lim="800000"/>
          </a:ln>
        </p:spPr>
        <p:txBody>
          <a:bodyPr>
            <a:spAutoFit/>
          </a:bodyPr>
          <a:lstStyle/>
          <a:p>
            <a:r>
              <a:rPr lang="zh-CN" altLang="en-US"/>
              <a:t>主要算法分析</a:t>
            </a:r>
            <a:endParaRPr lang="zh-CN" altLang="en-US"/>
          </a:p>
        </p:txBody>
      </p:sp>
      <p:sp>
        <p:nvSpPr>
          <p:cNvPr id="159777" name="Text Box 33"/>
          <p:cNvSpPr txBox="1">
            <a:spLocks noChangeArrowheads="1"/>
          </p:cNvSpPr>
          <p:nvPr/>
        </p:nvSpPr>
        <p:spPr bwMode="auto">
          <a:xfrm>
            <a:off x="4656138" y="4221164"/>
            <a:ext cx="4685898" cy="1200329"/>
          </a:xfrm>
          <a:prstGeom prst="rect">
            <a:avLst/>
          </a:prstGeom>
          <a:noFill/>
          <a:ln w="9525">
            <a:noFill/>
            <a:miter lim="800000"/>
          </a:ln>
        </p:spPr>
        <p:txBody>
          <a:bodyPr wrap="none">
            <a:spAutoFit/>
          </a:bodyPr>
          <a:lstStyle/>
          <a:p>
            <a:r>
              <a:rPr lang="zh-CN" altLang="en-US">
                <a:latin typeface="楷体" panose="02010609060101010101" pitchFamily="49" charset="-122"/>
                <a:ea typeface="楷体" panose="02010609060101010101" pitchFamily="49" charset="-122"/>
              </a:rPr>
              <a:t>在字符串</a:t>
            </a:r>
            <a:r>
              <a:rPr lang="en-US" altLang="zh-CN">
                <a:latin typeface="楷体" panose="02010609060101010101" pitchFamily="49" charset="-122"/>
                <a:ea typeface="楷体" panose="02010609060101010101" pitchFamily="49" charset="-122"/>
              </a:rPr>
              <a:t>s</a:t>
            </a:r>
            <a:r>
              <a:rPr lang="zh-CN" altLang="en-US">
                <a:latin typeface="楷体" panose="02010609060101010101" pitchFamily="49" charset="-122"/>
                <a:ea typeface="楷体" panose="02010609060101010101" pitchFamily="49" charset="-122"/>
              </a:rPr>
              <a:t>中查找字符串</a:t>
            </a:r>
            <a:r>
              <a:rPr lang="en-US" altLang="zh-CN">
                <a:latin typeface="楷体" panose="02010609060101010101" pitchFamily="49" charset="-122"/>
                <a:ea typeface="楷体" panose="02010609060101010101" pitchFamily="49" charset="-122"/>
              </a:rPr>
              <a:t>t </a:t>
            </a:r>
            <a:r>
              <a:rPr lang="zh-CN" altLang="en-US">
                <a:latin typeface="楷体" panose="02010609060101010101" pitchFamily="49" charset="-122"/>
                <a:ea typeface="楷体" panose="02010609060101010101" pitchFamily="49" charset="-122"/>
              </a:rPr>
              <a:t>：</a:t>
            </a:r>
            <a:endParaRPr lang="zh-CN" altLang="en-US">
              <a:latin typeface="楷体" panose="02010609060101010101" pitchFamily="49" charset="-122"/>
              <a:ea typeface="楷体" panose="02010609060101010101" pitchFamily="49" charset="-122"/>
            </a:endParaRPr>
          </a:p>
          <a:p>
            <a:r>
              <a:rPr lang="en-US" altLang="zh-CN">
                <a:latin typeface="楷体" panose="02010609060101010101" pitchFamily="49" charset="-122"/>
                <a:ea typeface="楷体" panose="02010609060101010101" pitchFamily="49" charset="-122"/>
              </a:rPr>
              <a:t>for(i=0; s[i] != ‘\0’; i++)</a:t>
            </a:r>
            <a:endParaRPr lang="en-US" altLang="zh-CN">
              <a:latin typeface="楷体" panose="02010609060101010101" pitchFamily="49" charset="-122"/>
              <a:ea typeface="楷体" panose="02010609060101010101" pitchFamily="49" charset="-122"/>
            </a:endParaRPr>
          </a:p>
          <a:p>
            <a:r>
              <a:rPr lang="en-US" altLang="zh-CN">
                <a:latin typeface="楷体" panose="02010609060101010101" pitchFamily="49" charset="-122"/>
                <a:ea typeface="楷体" panose="02010609060101010101" pitchFamily="49" charset="-122"/>
              </a:rPr>
              <a:t>    for(j=i,k=0; t[k] != ‘\0; j++,k++)</a:t>
            </a:r>
            <a:endParaRPr lang="en-US" altLang="zh-CN">
              <a:latin typeface="楷体" panose="02010609060101010101" pitchFamily="49" charset="-122"/>
              <a:ea typeface="楷体" panose="02010609060101010101" pitchFamily="49" charset="-122"/>
            </a:endParaRPr>
          </a:p>
          <a:p>
            <a:r>
              <a:rPr lang="en-US" altLang="zh-CN">
                <a:latin typeface="楷体" panose="02010609060101010101" pitchFamily="49" charset="-122"/>
                <a:ea typeface="楷体" panose="02010609060101010101" pitchFamily="49" charset="-122"/>
              </a:rPr>
              <a:t>        s[j]</a:t>
            </a:r>
            <a:r>
              <a:rPr lang="zh-CN" altLang="en-US">
                <a:latin typeface="楷体" panose="02010609060101010101" pitchFamily="49" charset="-122"/>
                <a:ea typeface="楷体" panose="02010609060101010101" pitchFamily="49" charset="-122"/>
              </a:rPr>
              <a:t>和</a:t>
            </a:r>
            <a:r>
              <a:rPr lang="en-US" altLang="zh-CN">
                <a:latin typeface="楷体" panose="02010609060101010101" pitchFamily="49" charset="-122"/>
                <a:ea typeface="楷体" panose="02010609060101010101" pitchFamily="49" charset="-122"/>
              </a:rPr>
              <a:t>t[k]</a:t>
            </a:r>
            <a:r>
              <a:rPr lang="zh-CN" altLang="en-US">
                <a:latin typeface="楷体" panose="02010609060101010101" pitchFamily="49" charset="-122"/>
                <a:ea typeface="楷体" panose="02010609060101010101" pitchFamily="49" charset="-122"/>
              </a:rPr>
              <a:t>进行比较</a:t>
            </a:r>
            <a:endParaRPr lang="zh-CN" altLang="en-US">
              <a:latin typeface="楷体" panose="02010609060101010101" pitchFamily="49" charset="-122"/>
              <a:ea typeface="楷体" panose="02010609060101010101" pitchFamily="49" charset="-122"/>
            </a:endParaRPr>
          </a:p>
        </p:txBody>
      </p:sp>
      <p:sp>
        <p:nvSpPr>
          <p:cNvPr id="159778" name="AutoShape 34"/>
          <p:cNvSpPr>
            <a:spLocks noChangeArrowheads="1"/>
          </p:cNvSpPr>
          <p:nvPr/>
        </p:nvSpPr>
        <p:spPr bwMode="auto">
          <a:xfrm>
            <a:off x="8400256" y="3284984"/>
            <a:ext cx="1728788" cy="825500"/>
          </a:xfrm>
          <a:prstGeom prst="wedgeRoundRectCallout">
            <a:avLst>
              <a:gd name="adj1" fmla="val -49950"/>
              <a:gd name="adj2" fmla="val 104742"/>
              <a:gd name="adj3" fmla="val 16667"/>
            </a:avLst>
          </a:prstGeom>
          <a:solidFill>
            <a:schemeClr val="accent1"/>
          </a:solidFill>
          <a:ln w="9525">
            <a:solidFill>
              <a:schemeClr val="tx1"/>
            </a:solidFill>
            <a:miter lim="800000"/>
          </a:ln>
        </p:spPr>
        <p:txBody>
          <a:bodyPr/>
          <a:lstStyle/>
          <a:p>
            <a:pPr algn="ctr"/>
            <a:r>
              <a:rPr lang="zh-CN" altLang="en-US" dirty="0"/>
              <a:t>遍历主字符串中每个字符</a:t>
            </a:r>
            <a:endParaRPr lang="zh-CN" altLang="en-US" dirty="0"/>
          </a:p>
        </p:txBody>
      </p:sp>
      <p:sp>
        <p:nvSpPr>
          <p:cNvPr id="159779" name="AutoShape 35"/>
          <p:cNvSpPr>
            <a:spLocks noChangeArrowheads="1"/>
          </p:cNvSpPr>
          <p:nvPr/>
        </p:nvSpPr>
        <p:spPr bwMode="auto">
          <a:xfrm>
            <a:off x="8400256" y="5373217"/>
            <a:ext cx="1944688" cy="1223963"/>
          </a:xfrm>
          <a:prstGeom prst="wedgeRoundRectCallout">
            <a:avLst>
              <a:gd name="adj1" fmla="val -53823"/>
              <a:gd name="adj2" fmla="val -64292"/>
              <a:gd name="adj3" fmla="val 16667"/>
            </a:avLst>
          </a:prstGeom>
          <a:solidFill>
            <a:schemeClr val="accent1"/>
          </a:solidFill>
          <a:ln w="9525">
            <a:solidFill>
              <a:schemeClr val="tx1"/>
            </a:solidFill>
            <a:miter lim="800000"/>
          </a:ln>
        </p:spPr>
        <p:txBody>
          <a:bodyPr/>
          <a:lstStyle/>
          <a:p>
            <a:pPr algn="ctr"/>
            <a:r>
              <a:rPr lang="zh-CN" altLang="en-US" dirty="0"/>
              <a:t>依次与子串中每个字符比较。</a:t>
            </a:r>
            <a:endParaRPr lang="zh-CN" altLang="en-US" dirty="0"/>
          </a:p>
          <a:p>
            <a:r>
              <a:rPr lang="en-US" altLang="zh-CN" dirty="0"/>
              <a:t>j</a:t>
            </a:r>
            <a:r>
              <a:rPr lang="zh-CN" altLang="en-US" dirty="0"/>
              <a:t>为</a:t>
            </a:r>
            <a:r>
              <a:rPr lang="en-US" altLang="zh-CN" dirty="0"/>
              <a:t>s</a:t>
            </a:r>
            <a:r>
              <a:rPr lang="zh-CN" altLang="en-US" dirty="0"/>
              <a:t>中每次开始比较的位置。</a:t>
            </a:r>
            <a:endParaRPr lang="zh-CN" altLang="en-US" dirty="0"/>
          </a:p>
        </p:txBody>
      </p:sp>
      <p:grpSp>
        <p:nvGrpSpPr>
          <p:cNvPr id="36" name="Group 4"/>
          <p:cNvGrpSpPr/>
          <p:nvPr/>
        </p:nvGrpSpPr>
        <p:grpSpPr bwMode="auto">
          <a:xfrm>
            <a:off x="1199456" y="2257951"/>
            <a:ext cx="4946652" cy="865188"/>
            <a:chOff x="1202" y="1434"/>
            <a:chExt cx="3116" cy="545"/>
          </a:xfrm>
        </p:grpSpPr>
        <p:grpSp>
          <p:nvGrpSpPr>
            <p:cNvPr id="37" name="Group 5"/>
            <p:cNvGrpSpPr/>
            <p:nvPr/>
          </p:nvGrpSpPr>
          <p:grpSpPr bwMode="auto">
            <a:xfrm>
              <a:off x="1202" y="1434"/>
              <a:ext cx="2313" cy="545"/>
              <a:chOff x="1202" y="1434"/>
              <a:chExt cx="2313" cy="545"/>
            </a:xfrm>
          </p:grpSpPr>
          <p:sp>
            <p:nvSpPr>
              <p:cNvPr id="40" name="Rectangle 6"/>
              <p:cNvSpPr>
                <a:spLocks noChangeArrowheads="1"/>
              </p:cNvSpPr>
              <p:nvPr/>
            </p:nvSpPr>
            <p:spPr bwMode="auto">
              <a:xfrm>
                <a:off x="1247" y="1661"/>
                <a:ext cx="2268" cy="318"/>
              </a:xfrm>
              <a:prstGeom prst="rect">
                <a:avLst/>
              </a:prstGeom>
              <a:solidFill>
                <a:schemeClr val="accent1"/>
              </a:solidFill>
              <a:ln w="9525">
                <a:solidFill>
                  <a:schemeClr val="tx1"/>
                </a:solidFill>
                <a:miter lim="800000"/>
              </a:ln>
            </p:spPr>
            <p:txBody>
              <a:bodyPr wrap="none" anchor="ctr">
                <a:spAutoFit/>
              </a:bodyPr>
              <a:lstStyle/>
              <a:p>
                <a:endParaRPr lang="zh-CN" altLang="en-US"/>
              </a:p>
            </p:txBody>
          </p:sp>
          <p:sp>
            <p:nvSpPr>
              <p:cNvPr id="41" name="Line 7"/>
              <p:cNvSpPr>
                <a:spLocks noChangeShapeType="1"/>
              </p:cNvSpPr>
              <p:nvPr/>
            </p:nvSpPr>
            <p:spPr bwMode="auto">
              <a:xfrm>
                <a:off x="1383" y="1661"/>
                <a:ext cx="0" cy="318"/>
              </a:xfrm>
              <a:prstGeom prst="line">
                <a:avLst/>
              </a:prstGeom>
              <a:noFill/>
              <a:ln w="9525">
                <a:solidFill>
                  <a:schemeClr val="tx1"/>
                </a:solidFill>
                <a:round/>
              </a:ln>
            </p:spPr>
            <p:txBody>
              <a:bodyPr wrap="none">
                <a:spAutoFit/>
              </a:bodyPr>
              <a:lstStyle/>
              <a:p>
                <a:endParaRPr lang="zh-CN" altLang="en-US"/>
              </a:p>
            </p:txBody>
          </p:sp>
          <p:sp>
            <p:nvSpPr>
              <p:cNvPr id="42" name="Line 8"/>
              <p:cNvSpPr>
                <a:spLocks noChangeShapeType="1"/>
              </p:cNvSpPr>
              <p:nvPr/>
            </p:nvSpPr>
            <p:spPr bwMode="auto">
              <a:xfrm>
                <a:off x="1519" y="1661"/>
                <a:ext cx="0" cy="318"/>
              </a:xfrm>
              <a:prstGeom prst="line">
                <a:avLst/>
              </a:prstGeom>
              <a:noFill/>
              <a:ln w="9525">
                <a:solidFill>
                  <a:schemeClr val="tx1"/>
                </a:solidFill>
                <a:round/>
              </a:ln>
            </p:spPr>
            <p:txBody>
              <a:bodyPr wrap="none">
                <a:spAutoFit/>
              </a:bodyPr>
              <a:lstStyle/>
              <a:p>
                <a:endParaRPr lang="zh-CN" altLang="en-US"/>
              </a:p>
            </p:txBody>
          </p:sp>
          <p:sp>
            <p:nvSpPr>
              <p:cNvPr id="43" name="Line 9"/>
              <p:cNvSpPr>
                <a:spLocks noChangeShapeType="1"/>
              </p:cNvSpPr>
              <p:nvPr/>
            </p:nvSpPr>
            <p:spPr bwMode="auto">
              <a:xfrm>
                <a:off x="1655" y="1661"/>
                <a:ext cx="0" cy="318"/>
              </a:xfrm>
              <a:prstGeom prst="line">
                <a:avLst/>
              </a:prstGeom>
              <a:noFill/>
              <a:ln w="9525">
                <a:solidFill>
                  <a:schemeClr val="tx1"/>
                </a:solidFill>
                <a:round/>
              </a:ln>
            </p:spPr>
            <p:txBody>
              <a:bodyPr wrap="none">
                <a:spAutoFit/>
              </a:bodyPr>
              <a:lstStyle/>
              <a:p>
                <a:endParaRPr lang="zh-CN" altLang="en-US"/>
              </a:p>
            </p:txBody>
          </p:sp>
          <p:sp>
            <p:nvSpPr>
              <p:cNvPr id="44" name="Text Box 10"/>
              <p:cNvSpPr txBox="1">
                <a:spLocks noChangeArrowheads="1"/>
              </p:cNvSpPr>
              <p:nvPr/>
            </p:nvSpPr>
            <p:spPr bwMode="auto">
              <a:xfrm>
                <a:off x="1882" y="1706"/>
                <a:ext cx="276" cy="250"/>
              </a:xfrm>
              <a:prstGeom prst="rect">
                <a:avLst/>
              </a:prstGeom>
              <a:noFill/>
              <a:ln w="9525">
                <a:noFill/>
                <a:miter lim="800000"/>
              </a:ln>
            </p:spPr>
            <p:txBody>
              <a:bodyPr wrap="none">
                <a:spAutoFit/>
              </a:bodyPr>
              <a:lstStyle/>
              <a:p>
                <a:r>
                  <a:rPr lang="en-US" altLang="zh-CN"/>
                  <a:t>…</a:t>
                </a:r>
                <a:endParaRPr lang="en-US" altLang="zh-CN"/>
              </a:p>
            </p:txBody>
          </p:sp>
          <p:sp>
            <p:nvSpPr>
              <p:cNvPr id="45" name="Text Box 11"/>
              <p:cNvSpPr txBox="1">
                <a:spLocks noChangeArrowheads="1"/>
              </p:cNvSpPr>
              <p:nvPr/>
            </p:nvSpPr>
            <p:spPr bwMode="auto">
              <a:xfrm>
                <a:off x="1202" y="1434"/>
                <a:ext cx="205" cy="250"/>
              </a:xfrm>
              <a:prstGeom prst="rect">
                <a:avLst/>
              </a:prstGeom>
              <a:noFill/>
              <a:ln w="9525">
                <a:noFill/>
                <a:miter lim="800000"/>
              </a:ln>
            </p:spPr>
            <p:txBody>
              <a:bodyPr wrap="none">
                <a:spAutoFit/>
              </a:bodyPr>
              <a:lstStyle/>
              <a:p>
                <a:r>
                  <a:rPr lang="en-US" altLang="zh-CN"/>
                  <a:t>0</a:t>
                </a:r>
                <a:endParaRPr lang="en-US" altLang="zh-CN"/>
              </a:p>
            </p:txBody>
          </p:sp>
          <p:sp>
            <p:nvSpPr>
              <p:cNvPr id="46" name="Text Box 12"/>
              <p:cNvSpPr txBox="1">
                <a:spLocks noChangeArrowheads="1"/>
              </p:cNvSpPr>
              <p:nvPr/>
            </p:nvSpPr>
            <p:spPr bwMode="auto">
              <a:xfrm>
                <a:off x="1338" y="1434"/>
                <a:ext cx="205" cy="250"/>
              </a:xfrm>
              <a:prstGeom prst="rect">
                <a:avLst/>
              </a:prstGeom>
              <a:noFill/>
              <a:ln w="9525">
                <a:noFill/>
                <a:miter lim="800000"/>
              </a:ln>
            </p:spPr>
            <p:txBody>
              <a:bodyPr wrap="none">
                <a:spAutoFit/>
              </a:bodyPr>
              <a:lstStyle/>
              <a:p>
                <a:r>
                  <a:rPr lang="en-US" altLang="zh-CN"/>
                  <a:t>1</a:t>
                </a:r>
                <a:endParaRPr lang="en-US" altLang="zh-CN"/>
              </a:p>
            </p:txBody>
          </p:sp>
          <p:sp>
            <p:nvSpPr>
              <p:cNvPr id="47" name="Text Box 13"/>
              <p:cNvSpPr txBox="1">
                <a:spLocks noChangeArrowheads="1"/>
              </p:cNvSpPr>
              <p:nvPr/>
            </p:nvSpPr>
            <p:spPr bwMode="auto">
              <a:xfrm>
                <a:off x="1474" y="1434"/>
                <a:ext cx="205" cy="250"/>
              </a:xfrm>
              <a:prstGeom prst="rect">
                <a:avLst/>
              </a:prstGeom>
              <a:noFill/>
              <a:ln w="9525">
                <a:noFill/>
                <a:miter lim="800000"/>
              </a:ln>
            </p:spPr>
            <p:txBody>
              <a:bodyPr wrap="none">
                <a:spAutoFit/>
              </a:bodyPr>
              <a:lstStyle/>
              <a:p>
                <a:r>
                  <a:rPr lang="en-US" altLang="zh-CN"/>
                  <a:t>2</a:t>
                </a:r>
                <a:endParaRPr lang="en-US" altLang="zh-CN"/>
              </a:p>
            </p:txBody>
          </p:sp>
        </p:grpSp>
        <p:sp>
          <p:nvSpPr>
            <p:cNvPr id="38" name="Text Box 14"/>
            <p:cNvSpPr txBox="1">
              <a:spLocks noChangeArrowheads="1"/>
            </p:cNvSpPr>
            <p:nvPr/>
          </p:nvSpPr>
          <p:spPr bwMode="auto">
            <a:xfrm>
              <a:off x="1202" y="1434"/>
              <a:ext cx="205" cy="250"/>
            </a:xfrm>
            <a:prstGeom prst="rect">
              <a:avLst/>
            </a:prstGeom>
            <a:noFill/>
            <a:ln w="9525">
              <a:noFill/>
              <a:miter lim="800000"/>
            </a:ln>
          </p:spPr>
          <p:txBody>
            <a:bodyPr wrap="none">
              <a:spAutoFit/>
            </a:bodyPr>
            <a:lstStyle/>
            <a:p>
              <a:r>
                <a:rPr lang="en-US" altLang="zh-CN"/>
                <a:t>0</a:t>
              </a:r>
              <a:endParaRPr lang="en-US" altLang="zh-CN"/>
            </a:p>
          </p:txBody>
        </p:sp>
        <p:sp>
          <p:nvSpPr>
            <p:cNvPr id="39" name="Text Box 15"/>
            <p:cNvSpPr txBox="1">
              <a:spLocks noChangeArrowheads="1"/>
            </p:cNvSpPr>
            <p:nvPr/>
          </p:nvSpPr>
          <p:spPr bwMode="auto">
            <a:xfrm>
              <a:off x="3911" y="1648"/>
              <a:ext cx="407" cy="233"/>
            </a:xfrm>
            <a:prstGeom prst="rect">
              <a:avLst/>
            </a:prstGeom>
            <a:noFill/>
            <a:ln w="9525">
              <a:noFill/>
              <a:miter lim="800000"/>
            </a:ln>
          </p:spPr>
          <p:txBody>
            <a:bodyPr wrap="none">
              <a:spAutoFit/>
            </a:bodyPr>
            <a:lstStyle/>
            <a:p>
              <a:r>
                <a:rPr lang="zh-CN" altLang="en-US" dirty="0"/>
                <a:t>主</a:t>
              </a:r>
              <a:r>
                <a:rPr lang="zh-CN" altLang="en-US" b="0" dirty="0"/>
                <a:t>串</a:t>
              </a:r>
              <a:endParaRPr lang="zh-CN" altLang="en-US" b="0" dirty="0"/>
            </a:p>
          </p:txBody>
        </p:sp>
      </p:grpSp>
      <p:grpSp>
        <p:nvGrpSpPr>
          <p:cNvPr id="48" name="Group 16"/>
          <p:cNvGrpSpPr/>
          <p:nvPr/>
        </p:nvGrpSpPr>
        <p:grpSpPr bwMode="auto">
          <a:xfrm>
            <a:off x="1199456" y="2618314"/>
            <a:ext cx="1460500" cy="901700"/>
            <a:chOff x="1202" y="2205"/>
            <a:chExt cx="920" cy="568"/>
          </a:xfrm>
        </p:grpSpPr>
        <p:grpSp>
          <p:nvGrpSpPr>
            <p:cNvPr id="49" name="Group 17"/>
            <p:cNvGrpSpPr/>
            <p:nvPr/>
          </p:nvGrpSpPr>
          <p:grpSpPr bwMode="auto">
            <a:xfrm>
              <a:off x="1202" y="2205"/>
              <a:ext cx="920" cy="568"/>
              <a:chOff x="1144" y="2432"/>
              <a:chExt cx="920" cy="568"/>
            </a:xfrm>
          </p:grpSpPr>
          <p:sp>
            <p:nvSpPr>
              <p:cNvPr id="51" name="Rectangle 18"/>
              <p:cNvSpPr>
                <a:spLocks noChangeArrowheads="1"/>
              </p:cNvSpPr>
              <p:nvPr/>
            </p:nvSpPr>
            <p:spPr bwMode="auto">
              <a:xfrm>
                <a:off x="1202" y="2432"/>
                <a:ext cx="862" cy="318"/>
              </a:xfrm>
              <a:prstGeom prst="rect">
                <a:avLst/>
              </a:prstGeom>
              <a:solidFill>
                <a:srgbClr val="FFCC99"/>
              </a:solidFill>
              <a:ln w="9525">
                <a:solidFill>
                  <a:schemeClr val="tx1"/>
                </a:solidFill>
                <a:miter lim="800000"/>
              </a:ln>
            </p:spPr>
            <p:txBody>
              <a:bodyPr wrap="none" anchor="ctr">
                <a:spAutoFit/>
              </a:bodyPr>
              <a:lstStyle/>
              <a:p>
                <a:endParaRPr lang="zh-CN" altLang="en-US"/>
              </a:p>
            </p:txBody>
          </p:sp>
          <p:sp>
            <p:nvSpPr>
              <p:cNvPr id="52" name="Line 19"/>
              <p:cNvSpPr>
                <a:spLocks noChangeShapeType="1"/>
              </p:cNvSpPr>
              <p:nvPr/>
            </p:nvSpPr>
            <p:spPr bwMode="auto">
              <a:xfrm>
                <a:off x="1338" y="2432"/>
                <a:ext cx="0" cy="318"/>
              </a:xfrm>
              <a:prstGeom prst="line">
                <a:avLst/>
              </a:prstGeom>
              <a:noFill/>
              <a:ln w="9525">
                <a:solidFill>
                  <a:schemeClr val="tx1"/>
                </a:solidFill>
                <a:round/>
              </a:ln>
            </p:spPr>
            <p:txBody>
              <a:bodyPr wrap="none">
                <a:spAutoFit/>
              </a:bodyPr>
              <a:lstStyle/>
              <a:p>
                <a:endParaRPr lang="zh-CN" altLang="en-US"/>
              </a:p>
            </p:txBody>
          </p:sp>
          <p:sp>
            <p:nvSpPr>
              <p:cNvPr id="53" name="Line 20"/>
              <p:cNvSpPr>
                <a:spLocks noChangeShapeType="1"/>
              </p:cNvSpPr>
              <p:nvPr/>
            </p:nvSpPr>
            <p:spPr bwMode="auto">
              <a:xfrm>
                <a:off x="1474" y="2432"/>
                <a:ext cx="0" cy="318"/>
              </a:xfrm>
              <a:prstGeom prst="line">
                <a:avLst/>
              </a:prstGeom>
              <a:noFill/>
              <a:ln w="9525">
                <a:solidFill>
                  <a:schemeClr val="tx1"/>
                </a:solidFill>
                <a:round/>
              </a:ln>
            </p:spPr>
            <p:txBody>
              <a:bodyPr wrap="none">
                <a:spAutoFit/>
              </a:bodyPr>
              <a:lstStyle/>
              <a:p>
                <a:endParaRPr lang="zh-CN" altLang="en-US"/>
              </a:p>
            </p:txBody>
          </p:sp>
          <p:sp>
            <p:nvSpPr>
              <p:cNvPr id="54" name="Text Box 21"/>
              <p:cNvSpPr txBox="1">
                <a:spLocks noChangeArrowheads="1"/>
              </p:cNvSpPr>
              <p:nvPr/>
            </p:nvSpPr>
            <p:spPr bwMode="auto">
              <a:xfrm>
                <a:off x="1144" y="2746"/>
                <a:ext cx="205" cy="250"/>
              </a:xfrm>
              <a:prstGeom prst="rect">
                <a:avLst/>
              </a:prstGeom>
              <a:noFill/>
              <a:ln w="9525">
                <a:noFill/>
                <a:miter lim="800000"/>
              </a:ln>
            </p:spPr>
            <p:txBody>
              <a:bodyPr wrap="none">
                <a:spAutoFit/>
              </a:bodyPr>
              <a:lstStyle/>
              <a:p>
                <a:r>
                  <a:rPr lang="en-US" altLang="zh-CN"/>
                  <a:t>0</a:t>
                </a:r>
                <a:endParaRPr lang="en-US" altLang="zh-CN"/>
              </a:p>
            </p:txBody>
          </p:sp>
          <p:sp>
            <p:nvSpPr>
              <p:cNvPr id="55" name="Text Box 22"/>
              <p:cNvSpPr txBox="1">
                <a:spLocks noChangeArrowheads="1"/>
              </p:cNvSpPr>
              <p:nvPr/>
            </p:nvSpPr>
            <p:spPr bwMode="auto">
              <a:xfrm>
                <a:off x="1280" y="2750"/>
                <a:ext cx="205" cy="250"/>
              </a:xfrm>
              <a:prstGeom prst="rect">
                <a:avLst/>
              </a:prstGeom>
              <a:noFill/>
              <a:ln w="9525">
                <a:noFill/>
                <a:miter lim="800000"/>
              </a:ln>
            </p:spPr>
            <p:txBody>
              <a:bodyPr>
                <a:spAutoFit/>
              </a:bodyPr>
              <a:lstStyle/>
              <a:p>
                <a:r>
                  <a:rPr lang="en-US" altLang="zh-CN"/>
                  <a:t>1</a:t>
                </a:r>
                <a:endParaRPr lang="en-US" altLang="zh-CN"/>
              </a:p>
            </p:txBody>
          </p:sp>
        </p:grpSp>
        <p:sp>
          <p:nvSpPr>
            <p:cNvPr id="50" name="Text Box 23"/>
            <p:cNvSpPr txBox="1">
              <a:spLocks noChangeArrowheads="1"/>
            </p:cNvSpPr>
            <p:nvPr/>
          </p:nvSpPr>
          <p:spPr bwMode="auto">
            <a:xfrm>
              <a:off x="1610" y="2251"/>
              <a:ext cx="452" cy="192"/>
            </a:xfrm>
            <a:prstGeom prst="rect">
              <a:avLst/>
            </a:prstGeom>
            <a:noFill/>
            <a:ln w="9525">
              <a:noFill/>
              <a:miter lim="800000"/>
            </a:ln>
          </p:spPr>
          <p:txBody>
            <a:bodyPr wrap="none">
              <a:spAutoFit/>
            </a:bodyPr>
            <a:lstStyle/>
            <a:p>
              <a:r>
                <a:rPr lang="zh-CN" altLang="en-US" sz="1400" b="0"/>
                <a:t>给定串</a:t>
              </a:r>
              <a:endParaRPr lang="zh-CN" altLang="en-US" sz="1400" b="0"/>
            </a:p>
          </p:txBody>
        </p:sp>
      </p:grpSp>
      <p:grpSp>
        <p:nvGrpSpPr>
          <p:cNvPr id="56" name="Group 25"/>
          <p:cNvGrpSpPr/>
          <p:nvPr/>
        </p:nvGrpSpPr>
        <p:grpSpPr bwMode="auto">
          <a:xfrm>
            <a:off x="1415356" y="2618314"/>
            <a:ext cx="1460500" cy="901700"/>
            <a:chOff x="1202" y="2205"/>
            <a:chExt cx="920" cy="568"/>
          </a:xfrm>
        </p:grpSpPr>
        <p:grpSp>
          <p:nvGrpSpPr>
            <p:cNvPr id="57" name="Group 26"/>
            <p:cNvGrpSpPr/>
            <p:nvPr/>
          </p:nvGrpSpPr>
          <p:grpSpPr bwMode="auto">
            <a:xfrm>
              <a:off x="1202" y="2205"/>
              <a:ext cx="920" cy="568"/>
              <a:chOff x="1144" y="2432"/>
              <a:chExt cx="920" cy="568"/>
            </a:xfrm>
          </p:grpSpPr>
          <p:sp>
            <p:nvSpPr>
              <p:cNvPr id="59" name="Rectangle 27"/>
              <p:cNvSpPr>
                <a:spLocks noChangeArrowheads="1"/>
              </p:cNvSpPr>
              <p:nvPr/>
            </p:nvSpPr>
            <p:spPr bwMode="auto">
              <a:xfrm>
                <a:off x="1202" y="2432"/>
                <a:ext cx="862" cy="318"/>
              </a:xfrm>
              <a:prstGeom prst="rect">
                <a:avLst/>
              </a:prstGeom>
              <a:solidFill>
                <a:srgbClr val="FFCC99"/>
              </a:solidFill>
              <a:ln w="9525">
                <a:solidFill>
                  <a:schemeClr val="tx1"/>
                </a:solidFill>
                <a:miter lim="800000"/>
              </a:ln>
            </p:spPr>
            <p:txBody>
              <a:bodyPr wrap="none" anchor="ctr">
                <a:spAutoFit/>
              </a:bodyPr>
              <a:lstStyle/>
              <a:p>
                <a:endParaRPr lang="zh-CN" altLang="en-US"/>
              </a:p>
            </p:txBody>
          </p:sp>
          <p:sp>
            <p:nvSpPr>
              <p:cNvPr id="60" name="Line 28"/>
              <p:cNvSpPr>
                <a:spLocks noChangeShapeType="1"/>
              </p:cNvSpPr>
              <p:nvPr/>
            </p:nvSpPr>
            <p:spPr bwMode="auto">
              <a:xfrm>
                <a:off x="1338" y="2432"/>
                <a:ext cx="0" cy="318"/>
              </a:xfrm>
              <a:prstGeom prst="line">
                <a:avLst/>
              </a:prstGeom>
              <a:noFill/>
              <a:ln w="9525">
                <a:solidFill>
                  <a:schemeClr val="tx1"/>
                </a:solidFill>
                <a:round/>
              </a:ln>
            </p:spPr>
            <p:txBody>
              <a:bodyPr wrap="none">
                <a:spAutoFit/>
              </a:bodyPr>
              <a:lstStyle/>
              <a:p>
                <a:endParaRPr lang="zh-CN" altLang="en-US"/>
              </a:p>
            </p:txBody>
          </p:sp>
          <p:sp>
            <p:nvSpPr>
              <p:cNvPr id="61" name="Line 29"/>
              <p:cNvSpPr>
                <a:spLocks noChangeShapeType="1"/>
              </p:cNvSpPr>
              <p:nvPr/>
            </p:nvSpPr>
            <p:spPr bwMode="auto">
              <a:xfrm>
                <a:off x="1474" y="2432"/>
                <a:ext cx="0" cy="318"/>
              </a:xfrm>
              <a:prstGeom prst="line">
                <a:avLst/>
              </a:prstGeom>
              <a:noFill/>
              <a:ln w="9525">
                <a:solidFill>
                  <a:schemeClr val="tx1"/>
                </a:solidFill>
                <a:round/>
              </a:ln>
            </p:spPr>
            <p:txBody>
              <a:bodyPr wrap="none">
                <a:spAutoFit/>
              </a:bodyPr>
              <a:lstStyle/>
              <a:p>
                <a:endParaRPr lang="zh-CN" altLang="en-US"/>
              </a:p>
            </p:txBody>
          </p:sp>
          <p:sp>
            <p:nvSpPr>
              <p:cNvPr id="62" name="Text Box 30"/>
              <p:cNvSpPr txBox="1">
                <a:spLocks noChangeArrowheads="1"/>
              </p:cNvSpPr>
              <p:nvPr/>
            </p:nvSpPr>
            <p:spPr bwMode="auto">
              <a:xfrm>
                <a:off x="1144" y="2746"/>
                <a:ext cx="205" cy="250"/>
              </a:xfrm>
              <a:prstGeom prst="rect">
                <a:avLst/>
              </a:prstGeom>
              <a:noFill/>
              <a:ln w="9525">
                <a:noFill/>
                <a:miter lim="800000"/>
              </a:ln>
            </p:spPr>
            <p:txBody>
              <a:bodyPr wrap="none">
                <a:spAutoFit/>
              </a:bodyPr>
              <a:lstStyle/>
              <a:p>
                <a:r>
                  <a:rPr lang="en-US" altLang="zh-CN"/>
                  <a:t>0</a:t>
                </a:r>
                <a:endParaRPr lang="en-US" altLang="zh-CN"/>
              </a:p>
            </p:txBody>
          </p:sp>
          <p:sp>
            <p:nvSpPr>
              <p:cNvPr id="63" name="Text Box 31"/>
              <p:cNvSpPr txBox="1">
                <a:spLocks noChangeArrowheads="1"/>
              </p:cNvSpPr>
              <p:nvPr/>
            </p:nvSpPr>
            <p:spPr bwMode="auto">
              <a:xfrm>
                <a:off x="1280" y="2750"/>
                <a:ext cx="205" cy="250"/>
              </a:xfrm>
              <a:prstGeom prst="rect">
                <a:avLst/>
              </a:prstGeom>
              <a:noFill/>
              <a:ln w="9525">
                <a:noFill/>
                <a:miter lim="800000"/>
              </a:ln>
            </p:spPr>
            <p:txBody>
              <a:bodyPr>
                <a:spAutoFit/>
              </a:bodyPr>
              <a:lstStyle/>
              <a:p>
                <a:r>
                  <a:rPr lang="en-US" altLang="zh-CN"/>
                  <a:t>1</a:t>
                </a:r>
                <a:endParaRPr lang="en-US" altLang="zh-CN"/>
              </a:p>
            </p:txBody>
          </p:sp>
        </p:grpSp>
        <p:sp>
          <p:nvSpPr>
            <p:cNvPr id="58" name="Text Box 32"/>
            <p:cNvSpPr txBox="1">
              <a:spLocks noChangeArrowheads="1"/>
            </p:cNvSpPr>
            <p:nvPr/>
          </p:nvSpPr>
          <p:spPr bwMode="auto">
            <a:xfrm>
              <a:off x="1610" y="2251"/>
              <a:ext cx="349" cy="194"/>
            </a:xfrm>
            <a:prstGeom prst="rect">
              <a:avLst/>
            </a:prstGeom>
            <a:noFill/>
            <a:ln w="9525">
              <a:noFill/>
              <a:miter lim="800000"/>
            </a:ln>
          </p:spPr>
          <p:txBody>
            <a:bodyPr wrap="none">
              <a:spAutoFit/>
            </a:bodyPr>
            <a:lstStyle/>
            <a:p>
              <a:r>
                <a:rPr lang="zh-CN" altLang="en-US" sz="1400" dirty="0"/>
                <a:t>子</a:t>
              </a:r>
              <a:r>
                <a:rPr lang="zh-CN" altLang="en-US" sz="1400" b="0" dirty="0"/>
                <a:t>串</a:t>
              </a:r>
              <a:endParaRPr lang="zh-CN" altLang="en-US" sz="1400" b="0" dirty="0"/>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9747">
                                            <p:txEl>
                                              <p:pRg st="0" end="0"/>
                                            </p:txEl>
                                          </p:spTgt>
                                        </p:tgtEl>
                                        <p:attrNameLst>
                                          <p:attrName>style.visibility</p:attrName>
                                        </p:attrNameLst>
                                      </p:cBhvr>
                                      <p:to>
                                        <p:strVal val="visible"/>
                                      </p:to>
                                    </p:set>
                                    <p:animEffect transition="in" filter="blinds(horizontal)">
                                      <p:cBhvr>
                                        <p:cTn id="7" dur="500"/>
                                        <p:tgtEl>
                                          <p:spTgt spid="1597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9768"/>
                                        </p:tgtEl>
                                        <p:attrNameLst>
                                          <p:attrName>style.visibility</p:attrName>
                                        </p:attrNameLst>
                                      </p:cBhvr>
                                      <p:to>
                                        <p:strVal val="visible"/>
                                      </p:to>
                                    </p:set>
                                    <p:animEffect transition="in" filter="blinds(horizontal)">
                                      <p:cBhvr>
                                        <p:cTn id="12" dur="500"/>
                                        <p:tgtEl>
                                          <p:spTgt spid="159768"/>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59777"/>
                                        </p:tgtEl>
                                        <p:attrNameLst>
                                          <p:attrName>style.visibility</p:attrName>
                                        </p:attrNameLst>
                                      </p:cBhvr>
                                      <p:to>
                                        <p:strVal val="visible"/>
                                      </p:to>
                                    </p:set>
                                    <p:anim calcmode="lin" valueType="num">
                                      <p:cBhvr additive="base">
                                        <p:cTn id="17" dur="2000" fill="hold"/>
                                        <p:tgtEl>
                                          <p:spTgt spid="159777"/>
                                        </p:tgtEl>
                                        <p:attrNameLst>
                                          <p:attrName>ppt_x</p:attrName>
                                        </p:attrNameLst>
                                      </p:cBhvr>
                                      <p:tavLst>
                                        <p:tav tm="0">
                                          <p:val>
                                            <p:strVal val="#ppt_x"/>
                                          </p:val>
                                        </p:tav>
                                        <p:tav tm="100000">
                                          <p:val>
                                            <p:strVal val="#ppt_x"/>
                                          </p:val>
                                        </p:tav>
                                      </p:tavLst>
                                    </p:anim>
                                    <p:anim calcmode="lin" valueType="num">
                                      <p:cBhvr additive="base">
                                        <p:cTn id="18" dur="2000" fill="hold"/>
                                        <p:tgtEl>
                                          <p:spTgt spid="15977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59778"/>
                                        </p:tgtEl>
                                        <p:attrNameLst>
                                          <p:attrName>style.visibility</p:attrName>
                                        </p:attrNameLst>
                                      </p:cBhvr>
                                      <p:to>
                                        <p:strVal val="visible"/>
                                      </p:to>
                                    </p:set>
                                    <p:animEffect transition="in" filter="blinds(horizontal)">
                                      <p:cBhvr>
                                        <p:cTn id="23" dur="1000"/>
                                        <p:tgtEl>
                                          <p:spTgt spid="159778"/>
                                        </p:tgtEl>
                                      </p:cBhvr>
                                    </p:animEffect>
                                  </p:childTnLst>
                                  <p:subTnLst>
                                    <p:set>
                                      <p:cBhvr override="childStyle">
                                        <p:cTn dur="1" fill="hold" display="0" masterRel="nextClick" afterEffect="1"/>
                                        <p:tgtEl>
                                          <p:spTgt spid="159778"/>
                                        </p:tgtEl>
                                        <p:attrNameLst>
                                          <p:attrName>style.visibility</p:attrName>
                                        </p:attrNameLst>
                                      </p:cBhvr>
                                      <p:to>
                                        <p:strVal val="hidden"/>
                                      </p:to>
                                    </p:set>
                                  </p:sub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159779"/>
                                        </p:tgtEl>
                                        <p:attrNameLst>
                                          <p:attrName>style.visibility</p:attrName>
                                        </p:attrNameLst>
                                      </p:cBhvr>
                                      <p:to>
                                        <p:strVal val="visible"/>
                                      </p:to>
                                    </p:set>
                                    <p:animEffect transition="in" filter="blinds(horizontal)">
                                      <p:cBhvr>
                                        <p:cTn id="28" dur="1000"/>
                                        <p:tgtEl>
                                          <p:spTgt spid="159779"/>
                                        </p:tgtEl>
                                      </p:cBhvr>
                                    </p:animEffect>
                                  </p:childTnLst>
                                  <p:subTnLst>
                                    <p:set>
                                      <p:cBhvr override="childStyle">
                                        <p:cTn dur="1" fill="hold" display="0" masterRel="nextClick" afterEffect="1"/>
                                        <p:tgtEl>
                                          <p:spTgt spid="159779"/>
                                        </p:tgtEl>
                                        <p:attrNameLst>
                                          <p:attrName>style.visibility</p:attrName>
                                        </p:attrNameLst>
                                      </p:cBhvr>
                                      <p:to>
                                        <p:strVal val="hidden"/>
                                      </p:to>
                                    </p:set>
                                  </p:sub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36"/>
                                        </p:tgtEl>
                                        <p:attrNameLst>
                                          <p:attrName>style.visibility</p:attrName>
                                        </p:attrNameLst>
                                      </p:cBhvr>
                                      <p:to>
                                        <p:strVal val="visible"/>
                                      </p:to>
                                    </p:set>
                                    <p:animEffect transition="in" filter="blinds(horizontal)">
                                      <p:cBhvr>
                                        <p:cTn id="33" dur="1000"/>
                                        <p:tgtEl>
                                          <p:spTgt spid="36"/>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48"/>
                                        </p:tgtEl>
                                        <p:attrNameLst>
                                          <p:attrName>style.visibility</p:attrName>
                                        </p:attrNameLst>
                                      </p:cBhvr>
                                      <p:to>
                                        <p:strVal val="visible"/>
                                      </p:to>
                                    </p:set>
                                    <p:anim calcmode="lin" valueType="num">
                                      <p:cBhvr additive="base">
                                        <p:cTn id="38" dur="2000" fill="hold"/>
                                        <p:tgtEl>
                                          <p:spTgt spid="48"/>
                                        </p:tgtEl>
                                        <p:attrNameLst>
                                          <p:attrName>ppt_x</p:attrName>
                                        </p:attrNameLst>
                                      </p:cBhvr>
                                      <p:tavLst>
                                        <p:tav tm="0">
                                          <p:val>
                                            <p:strVal val="#ppt_x"/>
                                          </p:val>
                                        </p:tav>
                                        <p:tav tm="100000">
                                          <p:val>
                                            <p:strVal val="#ppt_x"/>
                                          </p:val>
                                        </p:tav>
                                      </p:tavLst>
                                    </p:anim>
                                    <p:anim calcmode="lin" valueType="num">
                                      <p:cBhvr additive="base">
                                        <p:cTn id="39" dur="2000" fill="hold"/>
                                        <p:tgtEl>
                                          <p:spTgt spid="48"/>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48"/>
                                        </p:tgtEl>
                                        <p:attrNameLst>
                                          <p:attrName>style.visibility</p:attrName>
                                        </p:attrNameLst>
                                      </p:cBhvr>
                                      <p:to>
                                        <p:strVal val="hidden"/>
                                      </p:to>
                                    </p:set>
                                  </p:subTnLst>
                                </p:cTn>
                              </p:par>
                            </p:childTnLst>
                          </p:cTn>
                        </p:par>
                      </p:childTnLst>
                    </p:cTn>
                  </p:par>
                  <p:par>
                    <p:cTn id="40" fill="hold">
                      <p:stCondLst>
                        <p:cond delay="indefinite"/>
                      </p:stCondLst>
                      <p:childTnLst>
                        <p:par>
                          <p:cTn id="41" fill="hold">
                            <p:stCondLst>
                              <p:cond delay="0"/>
                            </p:stCondLst>
                            <p:childTnLst>
                              <p:par>
                                <p:cTn id="42" presetID="2" presetClass="entr" presetSubtype="4" fill="hold" nodeType="clickEffect">
                                  <p:stCondLst>
                                    <p:cond delay="0"/>
                                  </p:stCondLst>
                                  <p:childTnLst>
                                    <p:set>
                                      <p:cBhvr>
                                        <p:cTn id="43" dur="1" fill="hold">
                                          <p:stCondLst>
                                            <p:cond delay="0"/>
                                          </p:stCondLst>
                                        </p:cTn>
                                        <p:tgtEl>
                                          <p:spTgt spid="56"/>
                                        </p:tgtEl>
                                        <p:attrNameLst>
                                          <p:attrName>style.visibility</p:attrName>
                                        </p:attrNameLst>
                                      </p:cBhvr>
                                      <p:to>
                                        <p:strVal val="visible"/>
                                      </p:to>
                                    </p:set>
                                    <p:anim calcmode="lin" valueType="num">
                                      <p:cBhvr additive="base">
                                        <p:cTn id="44" dur="2000" fill="hold"/>
                                        <p:tgtEl>
                                          <p:spTgt spid="56"/>
                                        </p:tgtEl>
                                        <p:attrNameLst>
                                          <p:attrName>ppt_x</p:attrName>
                                        </p:attrNameLst>
                                      </p:cBhvr>
                                      <p:tavLst>
                                        <p:tav tm="0">
                                          <p:val>
                                            <p:strVal val="#ppt_x"/>
                                          </p:val>
                                        </p:tav>
                                        <p:tav tm="100000">
                                          <p:val>
                                            <p:strVal val="#ppt_x"/>
                                          </p:val>
                                        </p:tav>
                                      </p:tavLst>
                                    </p:anim>
                                    <p:anim calcmode="lin" valueType="num">
                                      <p:cBhvr additive="base">
                                        <p:cTn id="45" dur="2000" fill="hold"/>
                                        <p:tgtEl>
                                          <p:spTgt spid="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68" grpId="0"/>
      <p:bldP spid="159777" grpId="0"/>
      <p:bldP spid="159778" grpId="0" animBg="1"/>
      <p:bldP spid="159779" grpId="0" animBg="1"/>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bwMode="auto">
          <a:xfrm>
            <a:off x="280911" y="1030513"/>
            <a:ext cx="1696992" cy="700087"/>
            <a:chOff x="368" y="351"/>
            <a:chExt cx="1069" cy="441"/>
          </a:xfrm>
        </p:grpSpPr>
        <p:sp>
          <p:nvSpPr>
            <p:cNvPr id="29702" name="Cloud"/>
            <p:cNvSpPr>
              <a:spLocks noChangeAspect="1" noEditPoints="1" noChangeArrowheads="1"/>
            </p:cNvSpPr>
            <p:nvPr/>
          </p:nvSpPr>
          <p:spPr bwMode="auto">
            <a:xfrm>
              <a:off x="368" y="367"/>
              <a:ext cx="998" cy="42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2987 w 21600"/>
                <a:gd name="T13" fmla="*/ 3253 h 21600"/>
                <a:gd name="T14" fmla="*/ 17077 w 21600"/>
                <a:gd name="T15" fmla="*/ 17331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CCFFFF"/>
            </a:solidFill>
            <a:ln w="25400">
              <a:solidFill>
                <a:srgbClr val="969696"/>
              </a:solidFill>
              <a:miter lim="800000"/>
            </a:ln>
            <a:effectLst>
              <a:outerShdw dist="71842" dir="2700000" algn="ctr" rotWithShape="0">
                <a:srgbClr val="B2B2B2"/>
              </a:outerShdw>
            </a:effectLst>
          </p:spPr>
          <p:txBody>
            <a:bodyPr/>
            <a:lstStyle/>
            <a:p>
              <a:endParaRPr lang="zh-CN" altLang="en-US"/>
            </a:p>
          </p:txBody>
        </p:sp>
        <p:sp>
          <p:nvSpPr>
            <p:cNvPr id="29703" name="Text Box 4"/>
            <p:cNvSpPr txBox="1">
              <a:spLocks noChangeArrowheads="1"/>
            </p:cNvSpPr>
            <p:nvPr/>
          </p:nvSpPr>
          <p:spPr bwMode="auto">
            <a:xfrm>
              <a:off x="477" y="351"/>
              <a:ext cx="960" cy="407"/>
            </a:xfrm>
            <a:prstGeom prst="rect">
              <a:avLst/>
            </a:prstGeom>
            <a:noFill/>
            <a:ln w="12700" cap="sq">
              <a:noFill/>
              <a:miter lim="800000"/>
              <a:headEnd type="none" w="sm" len="sm"/>
              <a:tailEnd type="none" w="sm" len="sm"/>
            </a:ln>
            <a:effectLst>
              <a:outerShdw dist="28398" dir="3806097" algn="ctr" rotWithShape="0">
                <a:schemeClr val="bg1"/>
              </a:outerShdw>
            </a:effectLst>
          </p:spPr>
          <p:txBody>
            <a:bodyPr>
              <a:spAutoFit/>
            </a:bodyPr>
            <a:lstStyle/>
            <a:p>
              <a:pPr algn="l" eaLnBrk="1" hangingPunct="1"/>
              <a:r>
                <a:rPr kumimoji="1" lang="zh-CN" altLang="en-US" sz="3600" b="1" i="1" dirty="0">
                  <a:solidFill>
                    <a:srgbClr val="FF3300"/>
                  </a:solidFill>
                  <a:latin typeface="黑体" panose="02010609060101010101" pitchFamily="2" charset="-122"/>
                  <a:ea typeface="黑体" panose="02010609060101010101" pitchFamily="2" charset="-122"/>
                </a:rPr>
                <a:t>算法</a:t>
              </a:r>
              <a:endParaRPr kumimoji="1" lang="zh-CN" altLang="en-US" sz="3600" i="1" dirty="0">
                <a:solidFill>
                  <a:srgbClr val="FF3300"/>
                </a:solidFill>
                <a:latin typeface="黑体" panose="02010609060101010101" pitchFamily="2" charset="-122"/>
                <a:ea typeface="黑体" panose="02010609060101010101" pitchFamily="2" charset="-122"/>
              </a:endParaRPr>
            </a:p>
          </p:txBody>
        </p:sp>
      </p:grpSp>
      <p:grpSp>
        <p:nvGrpSpPr>
          <p:cNvPr id="3" name="Group 5"/>
          <p:cNvGrpSpPr/>
          <p:nvPr/>
        </p:nvGrpSpPr>
        <p:grpSpPr bwMode="auto">
          <a:xfrm>
            <a:off x="118986" y="1030513"/>
            <a:ext cx="7848151" cy="5256213"/>
            <a:chOff x="567" y="604"/>
            <a:chExt cx="4857" cy="3311"/>
          </a:xfrm>
        </p:grpSpPr>
        <p:sp>
          <p:nvSpPr>
            <p:cNvPr id="29700" name="Oval 6"/>
            <p:cNvSpPr>
              <a:spLocks noChangeArrowheads="1"/>
            </p:cNvSpPr>
            <p:nvPr/>
          </p:nvSpPr>
          <p:spPr bwMode="auto">
            <a:xfrm>
              <a:off x="567" y="604"/>
              <a:ext cx="4857" cy="3311"/>
            </a:xfrm>
            <a:prstGeom prst="ellipse">
              <a:avLst/>
            </a:prstGeom>
            <a:noFill/>
            <a:ln w="114300" cap="sq">
              <a:solidFill>
                <a:srgbClr val="33CCCC"/>
              </a:solidFill>
              <a:round/>
              <a:headEnd type="none" w="sm" len="sm"/>
              <a:tailEnd type="none" w="sm" len="sm"/>
            </a:ln>
            <a:effectLst>
              <a:outerShdw dist="52363" dir="4557825" algn="ctr" rotWithShape="0">
                <a:srgbClr val="B2B2B2"/>
              </a:outerShdw>
            </a:effectLst>
          </p:spPr>
          <p:txBody>
            <a:bodyPr wrap="none" anchor="ctr"/>
            <a:lstStyle/>
            <a:p>
              <a:endParaRPr lang="zh-CN" altLang="en-US"/>
            </a:p>
          </p:txBody>
        </p:sp>
        <p:sp>
          <p:nvSpPr>
            <p:cNvPr id="29701" name="Text Box 7"/>
            <p:cNvSpPr txBox="1">
              <a:spLocks noChangeArrowheads="1"/>
            </p:cNvSpPr>
            <p:nvPr/>
          </p:nvSpPr>
          <p:spPr bwMode="auto">
            <a:xfrm>
              <a:off x="1339" y="1107"/>
              <a:ext cx="4064" cy="2368"/>
            </a:xfrm>
            <a:prstGeom prst="rect">
              <a:avLst/>
            </a:prstGeom>
            <a:noFill/>
            <a:ln w="12700" cap="sq">
              <a:noFill/>
              <a:miter lim="800000"/>
              <a:headEnd type="none" w="sm" len="sm"/>
              <a:tailEnd type="none" w="sm" len="sm"/>
            </a:ln>
          </p:spPr>
          <p:txBody>
            <a:bodyPr>
              <a:spAutoFit/>
            </a:bodyPr>
            <a:lstStyle/>
            <a:p>
              <a:pPr algn="just">
                <a:lnSpc>
                  <a:spcPts val="1500"/>
                </a:lnSpc>
                <a:spcBef>
                  <a:spcPct val="50000"/>
                </a:spcBef>
              </a:pPr>
              <a:r>
                <a:rPr lang="en-US" altLang="zh-CN" sz="2000" b="1" dirty="0" err="1">
                  <a:solidFill>
                    <a:srgbClr val="7030A0"/>
                  </a:solidFill>
                  <a:latin typeface="Times New Roman" panose="02020503050405090304" pitchFamily="18" charset="0"/>
                </a:rPr>
                <a:t>int</a:t>
              </a:r>
              <a:r>
                <a:rPr lang="en-US" altLang="zh-CN" sz="2000" b="1" dirty="0">
                  <a:solidFill>
                    <a:srgbClr val="7030A0"/>
                  </a:solidFill>
                  <a:latin typeface="Times New Roman" panose="02020503050405090304" pitchFamily="18" charset="0"/>
                </a:rPr>
                <a:t> index(char s[ ], char t[ ])</a:t>
              </a:r>
              <a:endParaRPr lang="en-US" altLang="zh-CN" sz="2000" b="1" dirty="0">
                <a:solidFill>
                  <a:srgbClr val="7030A0"/>
                </a:solidFill>
                <a:latin typeface="Times New Roman" panose="02020503050405090304" pitchFamily="18" charset="0"/>
              </a:endParaRPr>
            </a:p>
            <a:p>
              <a:pPr algn="just">
                <a:lnSpc>
                  <a:spcPts val="1500"/>
                </a:lnSpc>
                <a:spcBef>
                  <a:spcPct val="50000"/>
                </a:spcBef>
              </a:pPr>
              <a:r>
                <a:rPr lang="en-US" altLang="zh-CN" sz="2000" b="1" dirty="0">
                  <a:solidFill>
                    <a:srgbClr val="7030A0"/>
                  </a:solidFill>
                  <a:latin typeface="Times New Roman" panose="02020503050405090304" pitchFamily="18" charset="0"/>
                </a:rPr>
                <a:t>{</a:t>
              </a:r>
              <a:endParaRPr lang="en-US" altLang="zh-CN" sz="2000" b="1" dirty="0">
                <a:solidFill>
                  <a:srgbClr val="7030A0"/>
                </a:solidFill>
                <a:latin typeface="Times New Roman" panose="02020503050405090304" pitchFamily="18" charset="0"/>
              </a:endParaRPr>
            </a:p>
            <a:p>
              <a:pPr lvl="1" algn="just">
                <a:lnSpc>
                  <a:spcPts val="1500"/>
                </a:lnSpc>
                <a:spcBef>
                  <a:spcPct val="50000"/>
                </a:spcBef>
              </a:pPr>
              <a:r>
                <a:rPr lang="en-US" altLang="zh-CN" sz="2000" b="1" dirty="0" err="1">
                  <a:solidFill>
                    <a:srgbClr val="7030A0"/>
                  </a:solidFill>
                  <a:latin typeface="Times New Roman" panose="02020503050405090304" pitchFamily="18" charset="0"/>
                </a:rPr>
                <a:t>int</a:t>
              </a:r>
              <a:r>
                <a:rPr lang="en-US" altLang="zh-CN" sz="2000" b="1" dirty="0">
                  <a:solidFill>
                    <a:srgbClr val="7030A0"/>
                  </a:solidFill>
                  <a:latin typeface="Times New Roman" panose="02020503050405090304" pitchFamily="18" charset="0"/>
                </a:rPr>
                <a:t> </a:t>
              </a:r>
              <a:r>
                <a:rPr lang="en-US" altLang="zh-CN" sz="2000" b="1" dirty="0" err="1">
                  <a:solidFill>
                    <a:srgbClr val="7030A0"/>
                  </a:solidFill>
                  <a:latin typeface="Times New Roman" panose="02020503050405090304" pitchFamily="18" charset="0"/>
                </a:rPr>
                <a:t>i</a:t>
              </a:r>
              <a:r>
                <a:rPr lang="en-US" altLang="zh-CN" sz="2000" b="1" dirty="0">
                  <a:solidFill>
                    <a:srgbClr val="7030A0"/>
                  </a:solidFill>
                  <a:latin typeface="Times New Roman" panose="02020503050405090304" pitchFamily="18" charset="0"/>
                </a:rPr>
                <a:t>, j, k;</a:t>
              </a:r>
              <a:endParaRPr lang="en-US" altLang="zh-CN" sz="2000" b="1" dirty="0">
                <a:solidFill>
                  <a:srgbClr val="7030A0"/>
                </a:solidFill>
                <a:latin typeface="Times New Roman" panose="02020503050405090304" pitchFamily="18" charset="0"/>
              </a:endParaRPr>
            </a:p>
            <a:p>
              <a:pPr lvl="1" algn="just">
                <a:lnSpc>
                  <a:spcPts val="1500"/>
                </a:lnSpc>
                <a:spcBef>
                  <a:spcPct val="50000"/>
                </a:spcBef>
              </a:pPr>
              <a:r>
                <a:rPr lang="en-US" altLang="zh-CN" sz="2000" b="1" dirty="0">
                  <a:solidFill>
                    <a:srgbClr val="7030A0"/>
                  </a:solidFill>
                  <a:latin typeface="Times New Roman" panose="02020503050405090304" pitchFamily="18" charset="0"/>
                </a:rPr>
                <a:t>for(</a:t>
              </a:r>
              <a:r>
                <a:rPr lang="en-US" altLang="zh-CN" sz="2000" b="1" dirty="0" err="1">
                  <a:solidFill>
                    <a:srgbClr val="7030A0"/>
                  </a:solidFill>
                  <a:latin typeface="Times New Roman" panose="02020503050405090304" pitchFamily="18" charset="0"/>
                </a:rPr>
                <a:t>i</a:t>
              </a:r>
              <a:r>
                <a:rPr lang="en-US" altLang="zh-CN" sz="2000" b="1" dirty="0">
                  <a:solidFill>
                    <a:srgbClr val="7030A0"/>
                  </a:solidFill>
                  <a:latin typeface="Times New Roman" panose="02020503050405090304" pitchFamily="18" charset="0"/>
                </a:rPr>
                <a:t> =0; s[</a:t>
              </a:r>
              <a:r>
                <a:rPr lang="en-US" altLang="zh-CN" sz="2000" b="1" dirty="0" err="1">
                  <a:solidFill>
                    <a:srgbClr val="7030A0"/>
                  </a:solidFill>
                  <a:latin typeface="Times New Roman" panose="02020503050405090304" pitchFamily="18" charset="0"/>
                </a:rPr>
                <a:t>i</a:t>
              </a:r>
              <a:r>
                <a:rPr lang="en-US" altLang="zh-CN" sz="2000" b="1" dirty="0">
                  <a:solidFill>
                    <a:srgbClr val="7030A0"/>
                  </a:solidFill>
                  <a:latin typeface="Times New Roman" panose="02020503050405090304" pitchFamily="18" charset="0"/>
                </a:rPr>
                <a:t>] != ‘\0’; </a:t>
              </a:r>
              <a:r>
                <a:rPr lang="en-US" altLang="zh-CN" sz="2000" b="1" dirty="0" err="1">
                  <a:solidFill>
                    <a:srgbClr val="7030A0"/>
                  </a:solidFill>
                  <a:latin typeface="Times New Roman" panose="02020503050405090304" pitchFamily="18" charset="0"/>
                </a:rPr>
                <a:t>i</a:t>
              </a:r>
              <a:r>
                <a:rPr lang="en-US" altLang="zh-CN" sz="2000" b="1" dirty="0">
                  <a:solidFill>
                    <a:srgbClr val="7030A0"/>
                  </a:solidFill>
                  <a:latin typeface="Times New Roman" panose="02020503050405090304" pitchFamily="18" charset="0"/>
                </a:rPr>
                <a:t>++){</a:t>
              </a:r>
              <a:endParaRPr lang="en-US" altLang="zh-CN" sz="2000" b="1" dirty="0">
                <a:solidFill>
                  <a:srgbClr val="7030A0"/>
                </a:solidFill>
                <a:latin typeface="Times New Roman" panose="02020503050405090304" pitchFamily="18" charset="0"/>
              </a:endParaRPr>
            </a:p>
            <a:p>
              <a:pPr lvl="2" algn="just">
                <a:lnSpc>
                  <a:spcPts val="1500"/>
                </a:lnSpc>
                <a:spcBef>
                  <a:spcPct val="50000"/>
                </a:spcBef>
              </a:pPr>
              <a:r>
                <a:rPr lang="en-US" altLang="zh-CN" sz="2000" b="1" dirty="0">
                  <a:solidFill>
                    <a:srgbClr val="7030A0"/>
                  </a:solidFill>
                  <a:latin typeface="Times New Roman" panose="02020503050405090304" pitchFamily="18" charset="0"/>
                </a:rPr>
                <a:t>for(j=</a:t>
              </a:r>
              <a:r>
                <a:rPr lang="en-US" altLang="zh-CN" sz="2000" b="1" dirty="0" err="1">
                  <a:solidFill>
                    <a:srgbClr val="7030A0"/>
                  </a:solidFill>
                  <a:latin typeface="Times New Roman" panose="02020503050405090304" pitchFamily="18" charset="0"/>
                </a:rPr>
                <a:t>i,k</a:t>
              </a:r>
              <a:r>
                <a:rPr lang="en-US" altLang="zh-CN" sz="2000" b="1" dirty="0">
                  <a:solidFill>
                    <a:srgbClr val="7030A0"/>
                  </a:solidFill>
                  <a:latin typeface="Times New Roman" panose="02020503050405090304" pitchFamily="18" charset="0"/>
                </a:rPr>
                <a:t>=0;t[k]!=‘\0’&amp;&amp;s[j]==t[k]; j++,k++)</a:t>
              </a:r>
              <a:endParaRPr lang="en-US" altLang="zh-CN" sz="2000" b="1" dirty="0">
                <a:solidFill>
                  <a:srgbClr val="7030A0"/>
                </a:solidFill>
                <a:latin typeface="Times New Roman" panose="02020503050405090304" pitchFamily="18" charset="0"/>
              </a:endParaRPr>
            </a:p>
            <a:p>
              <a:pPr lvl="3" algn="just">
                <a:lnSpc>
                  <a:spcPts val="1500"/>
                </a:lnSpc>
                <a:spcBef>
                  <a:spcPct val="50000"/>
                </a:spcBef>
              </a:pPr>
              <a:r>
                <a:rPr lang="en-US" altLang="zh-CN" sz="2000" b="1" dirty="0">
                  <a:solidFill>
                    <a:srgbClr val="7030A0"/>
                  </a:solidFill>
                  <a:latin typeface="Times New Roman" panose="02020503050405090304" pitchFamily="18" charset="0"/>
                </a:rPr>
                <a:t>;</a:t>
              </a:r>
              <a:endParaRPr lang="en-US" altLang="zh-CN" sz="2000" b="1" dirty="0">
                <a:solidFill>
                  <a:srgbClr val="7030A0"/>
                </a:solidFill>
                <a:latin typeface="Times New Roman" panose="02020503050405090304" pitchFamily="18" charset="0"/>
              </a:endParaRPr>
            </a:p>
            <a:p>
              <a:pPr lvl="2" algn="just">
                <a:lnSpc>
                  <a:spcPts val="1500"/>
                </a:lnSpc>
                <a:spcBef>
                  <a:spcPct val="50000"/>
                </a:spcBef>
              </a:pPr>
              <a:r>
                <a:rPr lang="en-US" altLang="zh-CN" sz="2000" b="1" dirty="0">
                  <a:solidFill>
                    <a:srgbClr val="7030A0"/>
                  </a:solidFill>
                  <a:latin typeface="Times New Roman" panose="02020503050405090304" pitchFamily="18" charset="0"/>
                </a:rPr>
                <a:t>if(t[k] == ‘\0’)</a:t>
              </a:r>
              <a:endParaRPr lang="en-US" altLang="zh-CN" sz="2000" b="1" dirty="0">
                <a:solidFill>
                  <a:srgbClr val="7030A0"/>
                </a:solidFill>
                <a:latin typeface="Times New Roman" panose="02020503050405090304" pitchFamily="18" charset="0"/>
              </a:endParaRPr>
            </a:p>
            <a:p>
              <a:pPr lvl="3" algn="just">
                <a:lnSpc>
                  <a:spcPts val="1500"/>
                </a:lnSpc>
                <a:spcBef>
                  <a:spcPct val="50000"/>
                </a:spcBef>
              </a:pPr>
              <a:r>
                <a:rPr lang="en-US" altLang="zh-CN" sz="2000" b="1" dirty="0">
                  <a:solidFill>
                    <a:srgbClr val="7030A0"/>
                  </a:solidFill>
                  <a:latin typeface="Times New Roman" panose="02020503050405090304" pitchFamily="18" charset="0"/>
                </a:rPr>
                <a:t>return ( </a:t>
              </a:r>
              <a:r>
                <a:rPr lang="en-US" altLang="zh-CN" sz="2000" b="1" dirty="0" err="1">
                  <a:solidFill>
                    <a:srgbClr val="7030A0"/>
                  </a:solidFill>
                  <a:latin typeface="Times New Roman" panose="02020503050405090304" pitchFamily="18" charset="0"/>
                </a:rPr>
                <a:t>i</a:t>
              </a:r>
              <a:r>
                <a:rPr lang="en-US" altLang="zh-CN" sz="2000" b="1" dirty="0">
                  <a:solidFill>
                    <a:srgbClr val="7030A0"/>
                  </a:solidFill>
                  <a:latin typeface="Times New Roman" panose="02020503050405090304" pitchFamily="18" charset="0"/>
                </a:rPr>
                <a:t>);</a:t>
              </a:r>
              <a:endParaRPr lang="en-US" altLang="zh-CN" sz="2000" b="1" dirty="0">
                <a:solidFill>
                  <a:srgbClr val="7030A0"/>
                </a:solidFill>
                <a:latin typeface="Times New Roman" panose="02020503050405090304" pitchFamily="18" charset="0"/>
              </a:endParaRPr>
            </a:p>
            <a:p>
              <a:pPr lvl="1" algn="just">
                <a:lnSpc>
                  <a:spcPts val="1500"/>
                </a:lnSpc>
                <a:spcBef>
                  <a:spcPct val="50000"/>
                </a:spcBef>
              </a:pPr>
              <a:r>
                <a:rPr lang="en-US" altLang="zh-CN" sz="2000" b="1" dirty="0">
                  <a:solidFill>
                    <a:srgbClr val="7030A0"/>
                  </a:solidFill>
                  <a:latin typeface="Times New Roman" panose="02020503050405090304" pitchFamily="18" charset="0"/>
                </a:rPr>
                <a:t>}</a:t>
              </a:r>
              <a:endParaRPr lang="en-US" altLang="zh-CN" sz="2000" b="1" dirty="0">
                <a:solidFill>
                  <a:srgbClr val="7030A0"/>
                </a:solidFill>
                <a:latin typeface="Times New Roman" panose="02020503050405090304" pitchFamily="18" charset="0"/>
              </a:endParaRPr>
            </a:p>
            <a:p>
              <a:pPr lvl="1" algn="just">
                <a:lnSpc>
                  <a:spcPts val="1500"/>
                </a:lnSpc>
                <a:spcBef>
                  <a:spcPct val="50000"/>
                </a:spcBef>
              </a:pPr>
              <a:r>
                <a:rPr lang="en-US" altLang="zh-CN" sz="2000" b="1" dirty="0">
                  <a:solidFill>
                    <a:srgbClr val="7030A0"/>
                  </a:solidFill>
                  <a:latin typeface="Times New Roman" panose="02020503050405090304" pitchFamily="18" charset="0"/>
                </a:rPr>
                <a:t>return ( -1);</a:t>
              </a:r>
              <a:endParaRPr lang="en-US" altLang="zh-CN" sz="2000" b="1" dirty="0">
                <a:solidFill>
                  <a:srgbClr val="7030A0"/>
                </a:solidFill>
                <a:latin typeface="Times New Roman" panose="02020503050405090304" pitchFamily="18" charset="0"/>
              </a:endParaRPr>
            </a:p>
            <a:p>
              <a:pPr algn="just">
                <a:lnSpc>
                  <a:spcPts val="1500"/>
                </a:lnSpc>
                <a:spcBef>
                  <a:spcPct val="50000"/>
                </a:spcBef>
              </a:pPr>
              <a:r>
                <a:rPr lang="en-US" altLang="zh-CN" sz="2000" b="1" dirty="0">
                  <a:solidFill>
                    <a:srgbClr val="7030A0"/>
                  </a:solidFill>
                  <a:latin typeface="Times New Roman" panose="02020503050405090304" pitchFamily="18" charset="0"/>
                </a:rPr>
                <a:t>}</a:t>
              </a:r>
              <a:endParaRPr lang="en-US" altLang="zh-CN" b="1" dirty="0">
                <a:solidFill>
                  <a:srgbClr val="7030A0"/>
                </a:solidFill>
                <a:latin typeface="Times New Roman" panose="02020503050405090304" pitchFamily="18" charset="0"/>
              </a:endParaRPr>
            </a:p>
          </p:txBody>
        </p:sp>
      </p:grpSp>
      <p:sp>
        <p:nvSpPr>
          <p:cNvPr id="9" name="Text Box 2"/>
          <p:cNvSpPr txBox="1">
            <a:spLocks noChangeArrowheads="1"/>
          </p:cNvSpPr>
          <p:nvPr/>
        </p:nvSpPr>
        <p:spPr bwMode="auto">
          <a:xfrm>
            <a:off x="2029118" y="1023416"/>
            <a:ext cx="7213834" cy="695325"/>
          </a:xfrm>
          <a:prstGeom prst="rect">
            <a:avLst/>
          </a:prstGeom>
          <a:noFill/>
          <a:ln w="9525">
            <a:noFill/>
            <a:miter lim="800000"/>
          </a:ln>
        </p:spPr>
        <p:txBody>
          <a:bodyPr wrap="square">
            <a:spAutoFit/>
          </a:bodyPr>
          <a:lstStyle/>
          <a:p>
            <a:pPr>
              <a:lnSpc>
                <a:spcPct val="70000"/>
              </a:lnSpc>
              <a:defRPr/>
            </a:pPr>
            <a:r>
              <a:rPr kumimoji="1" lang="en-US" altLang="zh-CN" sz="2800" b="1" dirty="0">
                <a:solidFill>
                  <a:srgbClr val="000066"/>
                </a:solidFill>
                <a:effectLst>
                  <a:outerShdw blurRad="38100" dist="38100" dir="2700000" algn="tl">
                    <a:srgbClr val="C0C0C0"/>
                  </a:outerShdw>
                </a:effectLst>
                <a:ea typeface="楷体_GB2312" panose="02010609030101010101" pitchFamily="49" charset="-122"/>
              </a:rPr>
              <a:t>a b </a:t>
            </a:r>
            <a:r>
              <a:rPr kumimoji="1" lang="en-US" altLang="zh-CN" sz="2800" b="1" dirty="0" err="1">
                <a:solidFill>
                  <a:srgbClr val="FF0000"/>
                </a:solidFill>
                <a:effectLst>
                  <a:outerShdw blurRad="38100" dist="38100" dir="2700000" algn="tl">
                    <a:srgbClr val="C0C0C0"/>
                  </a:outerShdw>
                </a:effectLst>
                <a:ea typeface="楷体_GB2312" panose="02010609030101010101" pitchFamily="49" charset="-122"/>
              </a:rPr>
              <a:t>b</a:t>
            </a:r>
            <a:r>
              <a:rPr kumimoji="1" lang="en-US" altLang="zh-CN" sz="2800" b="1" dirty="0">
                <a:solidFill>
                  <a:srgbClr val="000066"/>
                </a:solidFill>
                <a:effectLst>
                  <a:outerShdw blurRad="38100" dist="38100" dir="2700000" algn="tl">
                    <a:srgbClr val="C0C0C0"/>
                  </a:outerShdw>
                </a:effectLst>
                <a:ea typeface="楷体_GB2312" panose="02010609030101010101" pitchFamily="49" charset="-122"/>
              </a:rPr>
              <a:t> a b a     </a:t>
            </a:r>
            <a:r>
              <a:rPr kumimoji="1" lang="en-US" altLang="zh-CN" sz="2800" b="1" dirty="0" err="1">
                <a:solidFill>
                  <a:srgbClr val="000066"/>
                </a:solidFill>
                <a:effectLst>
                  <a:outerShdw blurRad="38100" dist="38100" dir="2700000" algn="tl">
                    <a:srgbClr val="C0C0C0"/>
                  </a:outerShdw>
                </a:effectLst>
                <a:ea typeface="楷体_GB2312" panose="02010609030101010101" pitchFamily="49" charset="-122"/>
              </a:rPr>
              <a:t>a</a:t>
            </a:r>
            <a:r>
              <a:rPr kumimoji="1" lang="en-US" altLang="zh-CN" sz="2800" b="1" dirty="0">
                <a:solidFill>
                  <a:srgbClr val="000066"/>
                </a:solidFill>
                <a:effectLst>
                  <a:outerShdw blurRad="38100" dist="38100" dir="2700000" algn="tl">
                    <a:srgbClr val="C0C0C0"/>
                  </a:outerShdw>
                </a:effectLst>
                <a:ea typeface="楷体_GB2312" panose="02010609030101010101" pitchFamily="49" charset="-122"/>
              </a:rPr>
              <a:t> </a:t>
            </a:r>
            <a:r>
              <a:rPr kumimoji="1" lang="en-US" altLang="zh-CN" sz="2800" b="1" dirty="0">
                <a:solidFill>
                  <a:srgbClr val="FF0000"/>
                </a:solidFill>
                <a:effectLst>
                  <a:outerShdw blurRad="38100" dist="38100" dir="2700000" algn="tl">
                    <a:srgbClr val="C0C0C0"/>
                  </a:outerShdw>
                </a:effectLst>
                <a:ea typeface="楷体_GB2312" panose="02010609030101010101" pitchFamily="49" charset="-122"/>
              </a:rPr>
              <a:t>b</a:t>
            </a:r>
            <a:r>
              <a:rPr kumimoji="1" lang="en-US" altLang="zh-CN" sz="2800" b="1" dirty="0">
                <a:solidFill>
                  <a:srgbClr val="000066"/>
                </a:solidFill>
                <a:effectLst>
                  <a:outerShdw blurRad="38100" dist="38100" dir="2700000" algn="tl">
                    <a:srgbClr val="C0C0C0"/>
                  </a:outerShdw>
                </a:effectLst>
                <a:ea typeface="楷体_GB2312" panose="02010609030101010101" pitchFamily="49" charset="-122"/>
              </a:rPr>
              <a:t> </a:t>
            </a:r>
            <a:r>
              <a:rPr kumimoji="1" lang="en-US" altLang="zh-CN" sz="2800" b="1" dirty="0" err="1">
                <a:solidFill>
                  <a:srgbClr val="000066"/>
                </a:solidFill>
                <a:effectLst>
                  <a:outerShdw blurRad="38100" dist="38100" dir="2700000" algn="tl">
                    <a:srgbClr val="C0C0C0"/>
                  </a:outerShdw>
                </a:effectLst>
                <a:ea typeface="楷体_GB2312" panose="02010609030101010101" pitchFamily="49" charset="-122"/>
              </a:rPr>
              <a:t>b</a:t>
            </a:r>
            <a:r>
              <a:rPr kumimoji="1" lang="en-US" altLang="zh-CN" sz="2800" b="1" dirty="0">
                <a:solidFill>
                  <a:srgbClr val="000066"/>
                </a:solidFill>
                <a:effectLst>
                  <a:outerShdw blurRad="38100" dist="38100" dir="2700000" algn="tl">
                    <a:srgbClr val="C0C0C0"/>
                  </a:outerShdw>
                </a:effectLst>
                <a:ea typeface="楷体_GB2312" panose="02010609030101010101" pitchFamily="49" charset="-122"/>
              </a:rPr>
              <a:t> a b a    …   a b </a:t>
            </a:r>
            <a:r>
              <a:rPr kumimoji="1" lang="en-US" altLang="zh-CN" sz="2800" b="1" dirty="0" err="1">
                <a:solidFill>
                  <a:srgbClr val="000066"/>
                </a:solidFill>
                <a:effectLst>
                  <a:outerShdw blurRad="38100" dist="38100" dir="2700000" algn="tl">
                    <a:srgbClr val="C0C0C0"/>
                  </a:outerShdw>
                </a:effectLst>
                <a:ea typeface="楷体_GB2312" panose="02010609030101010101" pitchFamily="49" charset="-122"/>
              </a:rPr>
              <a:t>b</a:t>
            </a:r>
            <a:r>
              <a:rPr kumimoji="1" lang="en-US" altLang="zh-CN" sz="2800" b="1" dirty="0">
                <a:solidFill>
                  <a:srgbClr val="000066"/>
                </a:solidFill>
                <a:effectLst>
                  <a:outerShdw blurRad="38100" dist="38100" dir="2700000" algn="tl">
                    <a:srgbClr val="C0C0C0"/>
                  </a:outerShdw>
                </a:effectLst>
                <a:ea typeface="楷体_GB2312" panose="02010609030101010101" pitchFamily="49" charset="-122"/>
              </a:rPr>
              <a:t> a b a</a:t>
            </a:r>
            <a:endParaRPr kumimoji="1" lang="en-US" altLang="zh-CN" sz="2800" b="1" dirty="0">
              <a:solidFill>
                <a:srgbClr val="000066"/>
              </a:solidFill>
              <a:effectLst>
                <a:outerShdw blurRad="38100" dist="38100" dir="2700000" algn="tl">
                  <a:srgbClr val="C0C0C0"/>
                </a:outerShdw>
              </a:effectLst>
              <a:ea typeface="楷体_GB2312" panose="02010609030101010101" pitchFamily="49" charset="-122"/>
            </a:endParaRPr>
          </a:p>
          <a:p>
            <a:pPr>
              <a:lnSpc>
                <a:spcPct val="70000"/>
              </a:lnSpc>
              <a:defRPr/>
            </a:pPr>
            <a:r>
              <a:rPr kumimoji="1" lang="en-US" altLang="zh-CN" sz="2800" b="1" dirty="0">
                <a:solidFill>
                  <a:srgbClr val="000066"/>
                </a:solidFill>
                <a:effectLst>
                  <a:outerShdw blurRad="38100" dist="38100" dir="2700000" algn="tl">
                    <a:srgbClr val="C0C0C0"/>
                  </a:outerShdw>
                </a:effectLst>
                <a:ea typeface="楷体_GB2312" panose="02010609030101010101" pitchFamily="49" charset="-122"/>
              </a:rPr>
              <a:t>a b </a:t>
            </a:r>
            <a:r>
              <a:rPr kumimoji="1" lang="en-US" altLang="zh-CN" sz="2800" b="1" dirty="0">
                <a:solidFill>
                  <a:srgbClr val="FF0000"/>
                </a:solidFill>
                <a:effectLst>
                  <a:outerShdw blurRad="38100" dist="38100" dir="2700000" algn="tl">
                    <a:srgbClr val="C0C0C0"/>
                  </a:outerShdw>
                </a:effectLst>
                <a:ea typeface="楷体_GB2312" panose="02010609030101010101" pitchFamily="49" charset="-122"/>
              </a:rPr>
              <a:t>a</a:t>
            </a:r>
            <a:r>
              <a:rPr kumimoji="1" lang="en-US" altLang="zh-CN" sz="2800" b="1" dirty="0">
                <a:solidFill>
                  <a:srgbClr val="000066"/>
                </a:solidFill>
                <a:effectLst>
                  <a:outerShdw blurRad="38100" dist="38100" dir="2700000" algn="tl">
                    <a:srgbClr val="C0C0C0"/>
                  </a:outerShdw>
                </a:effectLst>
                <a:ea typeface="楷体_GB2312" panose="02010609030101010101" pitchFamily="49" charset="-122"/>
              </a:rPr>
              <a:t>                  </a:t>
            </a:r>
            <a:r>
              <a:rPr kumimoji="1" lang="en-US" altLang="zh-CN" sz="2800" b="1" dirty="0" err="1">
                <a:solidFill>
                  <a:srgbClr val="FF0000"/>
                </a:solidFill>
                <a:effectLst>
                  <a:outerShdw blurRad="38100" dist="38100" dir="2700000" algn="tl">
                    <a:srgbClr val="C0C0C0"/>
                  </a:outerShdw>
                </a:effectLst>
                <a:ea typeface="楷体_GB2312" panose="02010609030101010101" pitchFamily="49" charset="-122"/>
              </a:rPr>
              <a:t>a</a:t>
            </a:r>
            <a:r>
              <a:rPr kumimoji="1" lang="en-US" altLang="zh-CN" sz="2800" b="1" dirty="0">
                <a:solidFill>
                  <a:srgbClr val="000066"/>
                </a:solidFill>
                <a:effectLst>
                  <a:outerShdw blurRad="38100" dist="38100" dir="2700000" algn="tl">
                    <a:srgbClr val="C0C0C0"/>
                  </a:outerShdw>
                </a:effectLst>
                <a:ea typeface="楷体_GB2312" panose="02010609030101010101" pitchFamily="49" charset="-122"/>
              </a:rPr>
              <a:t> b a 	   …             a b a</a:t>
            </a:r>
            <a:endParaRPr kumimoji="1" lang="en-US" altLang="zh-CN" sz="2800" b="1" dirty="0">
              <a:solidFill>
                <a:srgbClr val="000066"/>
              </a:solidFill>
              <a:effectLst>
                <a:outerShdw blurRad="38100" dist="38100" dir="2700000" algn="tl">
                  <a:srgbClr val="C0C0C0"/>
                </a:outerShdw>
              </a:effectLst>
              <a:ea typeface="楷体_GB2312" panose="02010609030101010101" pitchFamily="49" charset="-122"/>
            </a:endParaRPr>
          </a:p>
        </p:txBody>
      </p:sp>
      <p:grpSp>
        <p:nvGrpSpPr>
          <p:cNvPr id="10" name="Group 2"/>
          <p:cNvGrpSpPr/>
          <p:nvPr/>
        </p:nvGrpSpPr>
        <p:grpSpPr bwMode="auto">
          <a:xfrm>
            <a:off x="4403001" y="4154340"/>
            <a:ext cx="2845051" cy="1122363"/>
            <a:chOff x="192" y="240"/>
            <a:chExt cx="1248" cy="480"/>
          </a:xfrm>
        </p:grpSpPr>
        <p:sp>
          <p:nvSpPr>
            <p:cNvPr id="11" name="AutoShape 3"/>
            <p:cNvSpPr>
              <a:spLocks noChangeArrowheads="1"/>
            </p:cNvSpPr>
            <p:nvPr/>
          </p:nvSpPr>
          <p:spPr bwMode="auto">
            <a:xfrm>
              <a:off x="192" y="240"/>
              <a:ext cx="1248" cy="480"/>
            </a:xfrm>
            <a:prstGeom prst="star16">
              <a:avLst>
                <a:gd name="adj" fmla="val 37500"/>
              </a:avLst>
            </a:prstGeom>
            <a:gradFill rotWithShape="0">
              <a:gsLst>
                <a:gs pos="0">
                  <a:srgbClr val="760000"/>
                </a:gs>
                <a:gs pos="100000">
                  <a:srgbClr val="FF0000"/>
                </a:gs>
              </a:gsLst>
              <a:path path="shape">
                <a:fillToRect l="50000" t="50000" r="50000" b="50000"/>
              </a:path>
            </a:gradFill>
            <a:ln w="66675" cap="sq">
              <a:solidFill>
                <a:srgbClr val="FFFF00"/>
              </a:solidFill>
              <a:miter lim="800000"/>
              <a:headEnd type="none" w="sm" len="sm"/>
              <a:tailEnd type="none" w="sm" len="sm"/>
            </a:ln>
            <a:effectLst>
              <a:outerShdw dist="91581" dir="2021404" algn="ctr" rotWithShape="0">
                <a:srgbClr val="B2B2B2"/>
              </a:outerShdw>
            </a:effectLst>
          </p:spPr>
          <p:txBody>
            <a:bodyPr wrap="none" anchor="ctr"/>
            <a:lstStyle/>
            <a:p>
              <a:endParaRPr lang="zh-CN" altLang="en-US"/>
            </a:p>
          </p:txBody>
        </p:sp>
        <p:sp>
          <p:nvSpPr>
            <p:cNvPr id="12" name="Text Box 4"/>
            <p:cNvSpPr txBox="1">
              <a:spLocks noChangeArrowheads="1"/>
            </p:cNvSpPr>
            <p:nvPr/>
          </p:nvSpPr>
          <p:spPr bwMode="auto">
            <a:xfrm>
              <a:off x="399" y="276"/>
              <a:ext cx="1009" cy="355"/>
            </a:xfrm>
            <a:prstGeom prst="rect">
              <a:avLst/>
            </a:prstGeom>
            <a:noFill/>
            <a:ln>
              <a:noFill/>
            </a:ln>
            <a:effectLst>
              <a:outerShdw dist="45791" dir="2021404" algn="ctr" rotWithShape="0">
                <a:schemeClr val="bg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300">
                  <a:solidFill>
                    <a:schemeClr val="tx1"/>
                  </a:solidFill>
                  <a:latin typeface="Times New Roman" panose="02020503050405090304" pitchFamily="18" charset="0"/>
                  <a:ea typeface="宋体" pitchFamily="2" charset="-122"/>
                </a:defRPr>
              </a:lvl1pPr>
              <a:lvl2pPr marL="742950" indent="-285750">
                <a:defRPr sz="2300">
                  <a:solidFill>
                    <a:schemeClr val="tx1"/>
                  </a:solidFill>
                  <a:latin typeface="Times New Roman" panose="02020503050405090304" pitchFamily="18" charset="0"/>
                  <a:ea typeface="宋体" pitchFamily="2" charset="-122"/>
                </a:defRPr>
              </a:lvl2pPr>
              <a:lvl3pPr marL="1143000" indent="-228600">
                <a:defRPr sz="2300">
                  <a:solidFill>
                    <a:schemeClr val="tx1"/>
                  </a:solidFill>
                  <a:latin typeface="Times New Roman" panose="02020503050405090304" pitchFamily="18" charset="0"/>
                  <a:ea typeface="宋体" pitchFamily="2" charset="-122"/>
                </a:defRPr>
              </a:lvl3pPr>
              <a:lvl4pPr marL="1600200" indent="-228600">
                <a:defRPr sz="2300">
                  <a:solidFill>
                    <a:schemeClr val="tx1"/>
                  </a:solidFill>
                  <a:latin typeface="Times New Roman" panose="02020503050405090304" pitchFamily="18" charset="0"/>
                  <a:ea typeface="宋体" pitchFamily="2" charset="-122"/>
                </a:defRPr>
              </a:lvl4pPr>
              <a:lvl5pPr marL="2057400" indent="-228600">
                <a:defRPr sz="2300">
                  <a:solidFill>
                    <a:schemeClr val="tx1"/>
                  </a:solidFill>
                  <a:latin typeface="Times New Roman" panose="02020503050405090304" pitchFamily="18" charset="0"/>
                  <a:ea typeface="宋体" pitchFamily="2" charset="-122"/>
                </a:defRPr>
              </a:lvl5pPr>
              <a:lvl6pPr marL="2514600" indent="-228600" algn="ctr" eaLnBrk="0" fontAlgn="base" hangingPunct="0">
                <a:spcBef>
                  <a:spcPct val="0"/>
                </a:spcBef>
                <a:spcAft>
                  <a:spcPct val="0"/>
                </a:spcAft>
                <a:defRPr sz="2300">
                  <a:solidFill>
                    <a:schemeClr val="tx1"/>
                  </a:solidFill>
                  <a:latin typeface="Times New Roman" panose="02020503050405090304" pitchFamily="18" charset="0"/>
                  <a:ea typeface="宋体" pitchFamily="2" charset="-122"/>
                </a:defRPr>
              </a:lvl6pPr>
              <a:lvl7pPr marL="2971800" indent="-228600" algn="ctr" eaLnBrk="0" fontAlgn="base" hangingPunct="0">
                <a:spcBef>
                  <a:spcPct val="0"/>
                </a:spcBef>
                <a:spcAft>
                  <a:spcPct val="0"/>
                </a:spcAft>
                <a:defRPr sz="2300">
                  <a:solidFill>
                    <a:schemeClr val="tx1"/>
                  </a:solidFill>
                  <a:latin typeface="Times New Roman" panose="02020503050405090304" pitchFamily="18" charset="0"/>
                  <a:ea typeface="宋体" pitchFamily="2" charset="-122"/>
                </a:defRPr>
              </a:lvl7pPr>
              <a:lvl8pPr marL="3429000" indent="-228600" algn="ctr" eaLnBrk="0" fontAlgn="base" hangingPunct="0">
                <a:spcBef>
                  <a:spcPct val="0"/>
                </a:spcBef>
                <a:spcAft>
                  <a:spcPct val="0"/>
                </a:spcAft>
                <a:defRPr sz="2300">
                  <a:solidFill>
                    <a:schemeClr val="tx1"/>
                  </a:solidFill>
                  <a:latin typeface="Times New Roman" panose="02020503050405090304" pitchFamily="18" charset="0"/>
                  <a:ea typeface="宋体" pitchFamily="2" charset="-122"/>
                </a:defRPr>
              </a:lvl8pPr>
              <a:lvl9pPr marL="3886200" indent="-228600" algn="ctr" eaLnBrk="0" fontAlgn="base" hangingPunct="0">
                <a:spcBef>
                  <a:spcPct val="0"/>
                </a:spcBef>
                <a:spcAft>
                  <a:spcPct val="0"/>
                </a:spcAft>
                <a:defRPr sz="2300">
                  <a:solidFill>
                    <a:schemeClr val="tx1"/>
                  </a:solidFill>
                  <a:latin typeface="Times New Roman" panose="02020503050405090304" pitchFamily="18" charset="0"/>
                  <a:ea typeface="宋体" pitchFamily="2" charset="-122"/>
                </a:defRPr>
              </a:lvl9pPr>
            </a:lstStyle>
            <a:p>
              <a:pPr algn="l" eaLnBrk="1" hangingPunct="1">
                <a:defRPr/>
              </a:pPr>
              <a:r>
                <a:rPr kumimoji="1" lang="en-US" altLang="zh-CN" sz="4800" b="1" dirty="0">
                  <a:solidFill>
                    <a:srgbClr val="FFFFFF"/>
                  </a:solidFill>
                  <a:latin typeface="+mn-lt"/>
                  <a:ea typeface="黑体" panose="02010609060101010101" pitchFamily="2" charset="-122"/>
                </a:rPr>
                <a:t>O(n*m)</a:t>
              </a:r>
              <a:endParaRPr kumimoji="1" lang="zh-CN" altLang="en-US" sz="4800" dirty="0">
                <a:solidFill>
                  <a:srgbClr val="FFFFFF"/>
                </a:solidFill>
                <a:latin typeface="+mn-lt"/>
              </a:endParaRPr>
            </a:p>
          </p:txBody>
        </p:sp>
      </p:grpSp>
      <p:sp>
        <p:nvSpPr>
          <p:cNvPr id="13" name="矩形 12"/>
          <p:cNvSpPr>
            <a:spLocks noChangeArrowheads="1"/>
          </p:cNvSpPr>
          <p:nvPr/>
        </p:nvSpPr>
        <p:spPr bwMode="auto">
          <a:xfrm>
            <a:off x="0" y="5958865"/>
            <a:ext cx="9144000" cy="858377"/>
          </a:xfrm>
          <a:prstGeom prst="rect">
            <a:avLst/>
          </a:prstGeom>
          <a:solidFill>
            <a:srgbClr val="66FFCC"/>
          </a:solidFill>
          <a:ln w="9525">
            <a:noFill/>
            <a:miter lim="800000"/>
          </a:ln>
        </p:spPr>
        <p:txBody>
          <a:bodyPr wrap="square">
            <a:spAutoFit/>
          </a:bodyPr>
          <a:lstStyle/>
          <a:p>
            <a:pPr algn="l" eaLnBrk="1" hangingPunct="1">
              <a:lnSpc>
                <a:spcPct val="150000"/>
              </a:lnSpc>
            </a:pPr>
            <a:r>
              <a:rPr lang="zh-CN" altLang="en-US" b="1" dirty="0">
                <a:solidFill>
                  <a:srgbClr val="000066"/>
                </a:solidFill>
                <a:latin typeface="黑体" panose="02010609060101010101" pitchFamily="2" charset="-122"/>
                <a:ea typeface="黑体" panose="02010609060101010101" pitchFamily="2" charset="-122"/>
              </a:rPr>
              <a:t>最坏情况下，主串前面</a:t>
            </a:r>
            <a:r>
              <a:rPr lang="en-US" altLang="zh-CN" b="1" dirty="0">
                <a:solidFill>
                  <a:srgbClr val="000066"/>
                </a:solidFill>
                <a:latin typeface="黑体" panose="02010609060101010101" pitchFamily="2" charset="-122"/>
                <a:ea typeface="黑体" panose="02010609060101010101" pitchFamily="2" charset="-122"/>
              </a:rPr>
              <a:t>n-m</a:t>
            </a:r>
            <a:r>
              <a:rPr lang="zh-CN" altLang="en-US" b="1" dirty="0">
                <a:solidFill>
                  <a:srgbClr val="000066"/>
                </a:solidFill>
                <a:latin typeface="黑体" panose="02010609060101010101" pitchFamily="2" charset="-122"/>
                <a:ea typeface="黑体" panose="02010609060101010101" pitchFamily="2" charset="-122"/>
              </a:rPr>
              <a:t>个位置都部分匹配到子串的最后一位，即这</a:t>
            </a:r>
            <a:r>
              <a:rPr lang="en-US" altLang="zh-CN" b="1" dirty="0">
                <a:solidFill>
                  <a:srgbClr val="000066"/>
                </a:solidFill>
                <a:latin typeface="黑体" panose="02010609060101010101" pitchFamily="2" charset="-122"/>
                <a:ea typeface="黑体" panose="02010609060101010101" pitchFamily="2" charset="-122"/>
              </a:rPr>
              <a:t>n-m</a:t>
            </a:r>
            <a:r>
              <a:rPr lang="zh-CN" altLang="en-US" b="1" dirty="0">
                <a:solidFill>
                  <a:srgbClr val="000066"/>
                </a:solidFill>
                <a:latin typeface="黑体" panose="02010609060101010101" pitchFamily="2" charset="-122"/>
                <a:ea typeface="黑体" panose="02010609060101010101" pitchFamily="2" charset="-122"/>
              </a:rPr>
              <a:t>位比</a:t>
            </a:r>
            <a:endParaRPr lang="en-US" altLang="zh-CN" b="1" dirty="0">
              <a:solidFill>
                <a:srgbClr val="000066"/>
              </a:solidFill>
              <a:latin typeface="黑体" panose="02010609060101010101" pitchFamily="2" charset="-122"/>
              <a:ea typeface="黑体" panose="02010609060101010101" pitchFamily="2" charset="-122"/>
            </a:endParaRPr>
          </a:p>
          <a:p>
            <a:pPr algn="l" eaLnBrk="1" hangingPunct="1">
              <a:lnSpc>
                <a:spcPct val="150000"/>
              </a:lnSpc>
            </a:pPr>
            <a:r>
              <a:rPr lang="zh-CN" altLang="en-US" b="1" dirty="0">
                <a:solidFill>
                  <a:srgbClr val="000066"/>
                </a:solidFill>
                <a:latin typeface="黑体" panose="02010609060101010101" pitchFamily="2" charset="-122"/>
                <a:ea typeface="黑体" panose="02010609060101010101" pitchFamily="2" charset="-122"/>
              </a:rPr>
              <a:t>较了</a:t>
            </a:r>
            <a:r>
              <a:rPr lang="en-US" altLang="zh-CN" b="1" dirty="0">
                <a:solidFill>
                  <a:srgbClr val="000066"/>
                </a:solidFill>
                <a:latin typeface="黑体" panose="02010609060101010101" pitchFamily="2" charset="-122"/>
                <a:ea typeface="黑体" panose="02010609060101010101" pitchFamily="2" charset="-122"/>
              </a:rPr>
              <a:t>m</a:t>
            </a:r>
            <a:r>
              <a:rPr lang="zh-CN" altLang="en-US" b="1" dirty="0">
                <a:solidFill>
                  <a:srgbClr val="000066"/>
                </a:solidFill>
                <a:latin typeface="黑体" panose="02010609060101010101" pitchFamily="2" charset="-122"/>
                <a:ea typeface="黑体" panose="02010609060101010101" pitchFamily="2" charset="-122"/>
              </a:rPr>
              <a:t>次，最后</a:t>
            </a:r>
            <a:r>
              <a:rPr lang="en-US" altLang="zh-CN" b="1" dirty="0">
                <a:solidFill>
                  <a:srgbClr val="000066"/>
                </a:solidFill>
                <a:latin typeface="黑体" panose="02010609060101010101" pitchFamily="2" charset="-122"/>
                <a:ea typeface="黑体" panose="02010609060101010101" pitchFamily="2" charset="-122"/>
              </a:rPr>
              <a:t>m</a:t>
            </a:r>
            <a:r>
              <a:rPr lang="zh-CN" altLang="en-US" b="1" dirty="0">
                <a:solidFill>
                  <a:srgbClr val="000066"/>
                </a:solidFill>
                <a:latin typeface="黑体" panose="02010609060101010101" pitchFamily="2" charset="-122"/>
                <a:ea typeface="黑体" panose="02010609060101010101" pitchFamily="2" charset="-122"/>
              </a:rPr>
              <a:t>位也各比较了一次，加上</a:t>
            </a:r>
            <a:r>
              <a:rPr lang="en-US" altLang="zh-CN" b="1" dirty="0">
                <a:solidFill>
                  <a:srgbClr val="000066"/>
                </a:solidFill>
                <a:latin typeface="黑体" panose="02010609060101010101" pitchFamily="2" charset="-122"/>
                <a:ea typeface="黑体" panose="02010609060101010101" pitchFamily="2" charset="-122"/>
              </a:rPr>
              <a:t>m</a:t>
            </a:r>
            <a:r>
              <a:rPr lang="zh-CN" altLang="en-US" b="1" dirty="0">
                <a:solidFill>
                  <a:srgbClr val="000066"/>
                </a:solidFill>
                <a:latin typeface="黑体" panose="02010609060101010101" pitchFamily="2" charset="-122"/>
                <a:ea typeface="黑体" panose="02010609060101010101" pitchFamily="2" charset="-122"/>
              </a:rPr>
              <a:t>，所以总次数为：</a:t>
            </a:r>
            <a:r>
              <a:rPr lang="en-US" altLang="zh-CN" b="1" dirty="0">
                <a:solidFill>
                  <a:srgbClr val="000066"/>
                </a:solidFill>
                <a:latin typeface="黑体" panose="02010609060101010101" pitchFamily="2" charset="-122"/>
                <a:ea typeface="黑体" panose="02010609060101010101" pitchFamily="2" charset="-122"/>
              </a:rPr>
              <a:t>(n-m)*</a:t>
            </a:r>
            <a:r>
              <a:rPr lang="en-US" altLang="zh-CN" b="1" dirty="0" err="1">
                <a:solidFill>
                  <a:srgbClr val="000066"/>
                </a:solidFill>
                <a:latin typeface="黑体" panose="02010609060101010101" pitchFamily="2" charset="-122"/>
                <a:ea typeface="黑体" panose="02010609060101010101" pitchFamily="2" charset="-122"/>
              </a:rPr>
              <a:t>m+m</a:t>
            </a:r>
            <a:r>
              <a:rPr lang="en-US" altLang="zh-CN" b="1" dirty="0">
                <a:solidFill>
                  <a:srgbClr val="000066"/>
                </a:solidFill>
                <a:latin typeface="黑体" panose="02010609060101010101" pitchFamily="2" charset="-122"/>
                <a:ea typeface="黑体" panose="02010609060101010101" pitchFamily="2" charset="-122"/>
              </a:rPr>
              <a:t> </a:t>
            </a:r>
            <a:r>
              <a:rPr lang="zh-CN" altLang="en-US" b="1" dirty="0">
                <a:solidFill>
                  <a:srgbClr val="000066"/>
                </a:solidFill>
                <a:latin typeface="黑体" panose="02010609060101010101" pitchFamily="2" charset="-122"/>
                <a:ea typeface="黑体" panose="02010609060101010101" pitchFamily="2" charset="-122"/>
              </a:rPr>
              <a:t>＝</a:t>
            </a:r>
            <a:r>
              <a:rPr lang="en-US" altLang="zh-CN" b="1" dirty="0">
                <a:solidFill>
                  <a:srgbClr val="000066"/>
                </a:solidFill>
                <a:latin typeface="黑体" panose="02010609060101010101" pitchFamily="2" charset="-122"/>
                <a:ea typeface="黑体" panose="02010609060101010101" pitchFamily="2" charset="-122"/>
              </a:rPr>
              <a:t>(n-m+1)*m</a:t>
            </a:r>
            <a:endParaRPr lang="en-US" altLang="zh-CN" b="1" dirty="0">
              <a:solidFill>
                <a:srgbClr val="000066"/>
              </a:solidFill>
              <a:latin typeface="黑体" panose="02010609060101010101" pitchFamily="2" charset="-122"/>
              <a:ea typeface="黑体" panose="02010609060101010101" pitchFamily="2" charset="-122"/>
            </a:endParaRPr>
          </a:p>
        </p:txBody>
      </p:sp>
      <p:sp>
        <p:nvSpPr>
          <p:cNvPr id="14" name="标题 1"/>
          <p:cNvSpPr txBox="1"/>
          <p:nvPr/>
        </p:nvSpPr>
        <p:spPr>
          <a:xfrm>
            <a:off x="1031328" y="256176"/>
            <a:ext cx="8189913" cy="580309"/>
          </a:xfrm>
          <a:prstGeom prst="rect">
            <a:avLst/>
          </a:prstGeom>
        </p:spPr>
        <p:txBody>
          <a:bodyPr/>
          <a:lstStyle>
            <a:lvl1pPr algn="l" rtl="0" eaLnBrk="1" fontAlgn="base" hangingPunct="1">
              <a:lnSpc>
                <a:spcPct val="80000"/>
              </a:lnSpc>
              <a:spcBef>
                <a:spcPct val="0"/>
              </a:spcBef>
              <a:spcAft>
                <a:spcPct val="0"/>
              </a:spcAft>
              <a:buClr>
                <a:srgbClr val="DC0081"/>
              </a:buClr>
              <a:buFont typeface="Wingdings" panose="05000000000000000000" pitchFamily="2" charset="2"/>
              <a:defRPr sz="3000" b="1">
                <a:solidFill>
                  <a:schemeClr val="tx2"/>
                </a:solidFill>
                <a:latin typeface="+mj-lt"/>
                <a:ea typeface="+mj-ea"/>
                <a:cs typeface="+mj-cs"/>
              </a:defRPr>
            </a:lvl1pPr>
            <a:lvl2pPr algn="l" rtl="0" eaLnBrk="1" fontAlgn="base" hangingPunct="1">
              <a:lnSpc>
                <a:spcPct val="80000"/>
              </a:lnSpc>
              <a:spcBef>
                <a:spcPct val="0"/>
              </a:spcBef>
              <a:spcAft>
                <a:spcPct val="0"/>
              </a:spcAft>
              <a:buClr>
                <a:srgbClr val="DC0081"/>
              </a:buClr>
              <a:buFont typeface="Wingdings" panose="05000000000000000000" pitchFamily="2" charset="2"/>
              <a:defRPr sz="3000" b="1">
                <a:solidFill>
                  <a:schemeClr val="tx2"/>
                </a:solidFill>
                <a:latin typeface="Arial Narrow" panose="020B0606020202030204" pitchFamily="34" charset="0"/>
              </a:defRPr>
            </a:lvl2pPr>
            <a:lvl3pPr algn="l" rtl="0" eaLnBrk="1" fontAlgn="base" hangingPunct="1">
              <a:lnSpc>
                <a:spcPct val="80000"/>
              </a:lnSpc>
              <a:spcBef>
                <a:spcPct val="0"/>
              </a:spcBef>
              <a:spcAft>
                <a:spcPct val="0"/>
              </a:spcAft>
              <a:buClr>
                <a:srgbClr val="DC0081"/>
              </a:buClr>
              <a:buFont typeface="Wingdings" panose="05000000000000000000" pitchFamily="2" charset="2"/>
              <a:defRPr sz="3000" b="1">
                <a:solidFill>
                  <a:schemeClr val="tx2"/>
                </a:solidFill>
                <a:latin typeface="Arial Narrow" panose="020B0606020202030204" pitchFamily="34" charset="0"/>
              </a:defRPr>
            </a:lvl3pPr>
            <a:lvl4pPr algn="l" rtl="0" eaLnBrk="1" fontAlgn="base" hangingPunct="1">
              <a:lnSpc>
                <a:spcPct val="80000"/>
              </a:lnSpc>
              <a:spcBef>
                <a:spcPct val="0"/>
              </a:spcBef>
              <a:spcAft>
                <a:spcPct val="0"/>
              </a:spcAft>
              <a:buClr>
                <a:srgbClr val="DC0081"/>
              </a:buClr>
              <a:buFont typeface="Wingdings" panose="05000000000000000000" pitchFamily="2" charset="2"/>
              <a:defRPr sz="3000" b="1">
                <a:solidFill>
                  <a:schemeClr val="tx2"/>
                </a:solidFill>
                <a:latin typeface="Arial Narrow" panose="020B0606020202030204" pitchFamily="34" charset="0"/>
              </a:defRPr>
            </a:lvl4pPr>
            <a:lvl5pPr algn="l" rtl="0" eaLnBrk="1" fontAlgn="base" hangingPunct="1">
              <a:lnSpc>
                <a:spcPct val="80000"/>
              </a:lnSpc>
              <a:spcBef>
                <a:spcPct val="0"/>
              </a:spcBef>
              <a:spcAft>
                <a:spcPct val="0"/>
              </a:spcAft>
              <a:buClr>
                <a:srgbClr val="DC0081"/>
              </a:buClr>
              <a:buFont typeface="Wingdings" panose="05000000000000000000" pitchFamily="2" charset="2"/>
              <a:defRPr sz="3000" b="1">
                <a:solidFill>
                  <a:schemeClr val="tx2"/>
                </a:solidFill>
                <a:latin typeface="Arial Narrow" panose="020B0606020202030204" pitchFamily="34" charset="0"/>
              </a:defRPr>
            </a:lvl5pPr>
            <a:lvl6pPr marL="457200" algn="l" rtl="0" eaLnBrk="1" fontAlgn="base" hangingPunct="1">
              <a:lnSpc>
                <a:spcPct val="80000"/>
              </a:lnSpc>
              <a:spcBef>
                <a:spcPct val="0"/>
              </a:spcBef>
              <a:spcAft>
                <a:spcPct val="0"/>
              </a:spcAft>
              <a:buClr>
                <a:srgbClr val="DC0081"/>
              </a:buClr>
              <a:buFont typeface="Wingdings" panose="05000000000000000000" pitchFamily="2" charset="2"/>
              <a:defRPr sz="3000" b="1">
                <a:solidFill>
                  <a:schemeClr val="tx2"/>
                </a:solidFill>
                <a:latin typeface="Arial Narrow" panose="020B0606020202030204" pitchFamily="34" charset="0"/>
              </a:defRPr>
            </a:lvl6pPr>
            <a:lvl7pPr marL="914400" algn="l" rtl="0" eaLnBrk="1" fontAlgn="base" hangingPunct="1">
              <a:lnSpc>
                <a:spcPct val="80000"/>
              </a:lnSpc>
              <a:spcBef>
                <a:spcPct val="0"/>
              </a:spcBef>
              <a:spcAft>
                <a:spcPct val="0"/>
              </a:spcAft>
              <a:buClr>
                <a:srgbClr val="DC0081"/>
              </a:buClr>
              <a:buFont typeface="Wingdings" panose="05000000000000000000" pitchFamily="2" charset="2"/>
              <a:defRPr sz="3000" b="1">
                <a:solidFill>
                  <a:schemeClr val="tx2"/>
                </a:solidFill>
                <a:latin typeface="Arial Narrow" panose="020B0606020202030204" pitchFamily="34" charset="0"/>
              </a:defRPr>
            </a:lvl7pPr>
            <a:lvl8pPr marL="1371600" algn="l" rtl="0" eaLnBrk="1" fontAlgn="base" hangingPunct="1">
              <a:lnSpc>
                <a:spcPct val="80000"/>
              </a:lnSpc>
              <a:spcBef>
                <a:spcPct val="0"/>
              </a:spcBef>
              <a:spcAft>
                <a:spcPct val="0"/>
              </a:spcAft>
              <a:buClr>
                <a:srgbClr val="DC0081"/>
              </a:buClr>
              <a:buFont typeface="Wingdings" panose="05000000000000000000" pitchFamily="2" charset="2"/>
              <a:defRPr sz="3000" b="1">
                <a:solidFill>
                  <a:schemeClr val="tx2"/>
                </a:solidFill>
                <a:latin typeface="Arial Narrow" panose="020B0606020202030204" pitchFamily="34" charset="0"/>
              </a:defRPr>
            </a:lvl8pPr>
            <a:lvl9pPr marL="1828800" algn="l" rtl="0" eaLnBrk="1" fontAlgn="base" hangingPunct="1">
              <a:lnSpc>
                <a:spcPct val="80000"/>
              </a:lnSpc>
              <a:spcBef>
                <a:spcPct val="0"/>
              </a:spcBef>
              <a:spcAft>
                <a:spcPct val="0"/>
              </a:spcAft>
              <a:buClr>
                <a:srgbClr val="DC0081"/>
              </a:buClr>
              <a:buFont typeface="Wingdings" panose="05000000000000000000" pitchFamily="2" charset="2"/>
              <a:defRPr sz="3000" b="1">
                <a:solidFill>
                  <a:schemeClr val="tx2"/>
                </a:solidFill>
                <a:latin typeface="Arial Narrow" panose="020B0606020202030204" pitchFamily="34" charset="0"/>
              </a:defRPr>
            </a:lvl9pPr>
          </a:lstStyle>
          <a:p>
            <a:r>
              <a:rPr lang="zh-CN" altLang="en-US" kern="0" dirty="0"/>
              <a:t>一个经典的朴素字符串查找算法（</a:t>
            </a:r>
            <a:r>
              <a:rPr lang="en-US" altLang="zh-CN" kern="0" dirty="0"/>
              <a:t>Brute-Force</a:t>
            </a:r>
            <a:r>
              <a:rPr lang="zh-CN" altLang="en-US" kern="0" dirty="0"/>
              <a:t>）</a:t>
            </a:r>
            <a:endParaRPr lang="zh-CN" altLang="en-US" kern="0" dirty="0"/>
          </a:p>
        </p:txBody>
      </p:sp>
      <p:sp>
        <p:nvSpPr>
          <p:cNvPr id="15" name="灯片编号占位符 1"/>
          <p:cNvSpPr>
            <a:spLocks noGrp="1"/>
          </p:cNvSpPr>
          <p:nvPr>
            <p:ph type="sldNum" sz="quarter" idx="12"/>
          </p:nvPr>
        </p:nvSpPr>
        <p:spPr>
          <a:xfrm>
            <a:off x="9568916" y="6329898"/>
            <a:ext cx="2743200" cy="365125"/>
          </a:xfrm>
        </p:spPr>
        <p:txBody>
          <a:bodyPr/>
          <a:lstStyle/>
          <a:p>
            <a:fld id="{0C913308-F349-4B6D-A68A-DD1791B4A57B}" type="slidenum">
              <a:rPr lang="zh-CN" altLang="en-US" smtClean="0"/>
            </a:fld>
            <a:endParaRPr lang="zh-CN" altLang="en-US"/>
          </a:p>
        </p:txBody>
      </p:sp>
      <p:sp>
        <p:nvSpPr>
          <p:cNvPr id="16" name="灯片编号占位符 2"/>
          <p:cNvSpPr txBox="1"/>
          <p:nvPr/>
        </p:nvSpPr>
        <p:spPr bwMode="auto">
          <a:xfrm>
            <a:off x="9213316" y="6202898"/>
            <a:ext cx="1729432" cy="440010"/>
          </a:xfrm>
          <a:prstGeom prst="rect">
            <a:avLst/>
          </a:prstGeom>
          <a:noFill/>
          <a:ln w="9525">
            <a:noFill/>
            <a:miter lim="800000"/>
          </a:ln>
        </p:spPr>
        <p:txBody>
          <a:bodyPr vert="horz" wrap="square" lIns="91440" tIns="45720" rIns="91440" bIns="45720" numCol="1" anchor="b" anchorCtr="0" compatLnSpc="1"/>
          <a:lstStyle>
            <a:defPPr>
              <a:defRPr lang="zh-CN"/>
            </a:defPPr>
            <a:lvl1pPr marL="0" algn="r" defTabSz="914400" rtl="0" eaLnBrk="1" latinLnBrk="0" hangingPunct="1">
              <a:spcBef>
                <a:spcPct val="50000"/>
              </a:spcBef>
              <a:defRPr sz="1400" b="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C913308-F349-4B6D-A68A-DD1791B4A57B}" type="slidenum">
              <a:rPr lang="zh-CN" altLang="en-US"/>
            </a:fld>
            <a:endParaRPr lang="zh-CN" altLang="en-US" dirty="0"/>
          </a:p>
        </p:txBody>
      </p:sp>
      <p:sp>
        <p:nvSpPr>
          <p:cNvPr id="17" name="Rectangle 4"/>
          <p:cNvSpPr>
            <a:spLocks noChangeArrowheads="1"/>
          </p:cNvSpPr>
          <p:nvPr/>
        </p:nvSpPr>
        <p:spPr bwMode="auto">
          <a:xfrm>
            <a:off x="8018352" y="1704527"/>
            <a:ext cx="4104456" cy="4775282"/>
          </a:xfrm>
          <a:prstGeom prst="rect">
            <a:avLst/>
          </a:prstGeom>
          <a:solidFill>
            <a:srgbClr val="002060"/>
          </a:solidFill>
          <a:ln w="9525">
            <a:noFill/>
            <a:miter lim="800000"/>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a:spAutoFit/>
          </a:bodyPr>
          <a:lstStyle/>
          <a:p>
            <a:pPr algn="l" eaLnBrk="1" hangingPunct="1">
              <a:lnSpc>
                <a:spcPct val="80000"/>
              </a:lnSpc>
            </a:pPr>
            <a:r>
              <a:rPr kumimoji="1" lang="en-US" altLang="zh-CN" sz="2000" b="1" dirty="0" err="1">
                <a:solidFill>
                  <a:srgbClr val="FFFFFF"/>
                </a:solidFill>
              </a:rPr>
              <a:t>int</a:t>
            </a:r>
            <a:r>
              <a:rPr kumimoji="1" lang="en-US" altLang="zh-CN" sz="2000" b="1" dirty="0">
                <a:solidFill>
                  <a:srgbClr val="FFFFFF"/>
                </a:solidFill>
              </a:rPr>
              <a:t> </a:t>
            </a:r>
            <a:r>
              <a:rPr kumimoji="1" lang="en-US" altLang="zh-CN" sz="2000" b="1" dirty="0">
                <a:solidFill>
                  <a:srgbClr val="FF9900"/>
                </a:solidFill>
              </a:rPr>
              <a:t>index</a:t>
            </a:r>
            <a:r>
              <a:rPr kumimoji="1" lang="en-US" altLang="zh-CN" sz="2000" b="1" dirty="0">
                <a:solidFill>
                  <a:srgbClr val="FFFFFF"/>
                </a:solidFill>
              </a:rPr>
              <a:t>(char S[ ], char T[ ]) </a:t>
            </a:r>
            <a:endParaRPr kumimoji="1" lang="en-US" altLang="zh-CN" sz="2000" b="1" dirty="0">
              <a:solidFill>
                <a:srgbClr val="FFFFFF"/>
              </a:solidFill>
            </a:endParaRPr>
          </a:p>
          <a:p>
            <a:pPr algn="l" eaLnBrk="1" hangingPunct="1">
              <a:lnSpc>
                <a:spcPct val="80000"/>
              </a:lnSpc>
            </a:pPr>
            <a:r>
              <a:rPr kumimoji="1" lang="en-US" altLang="zh-CN" sz="2000" b="1" dirty="0">
                <a:solidFill>
                  <a:srgbClr val="FFFFFF"/>
                </a:solidFill>
              </a:rPr>
              <a:t>{</a:t>
            </a:r>
            <a:endParaRPr kumimoji="1" lang="en-US" altLang="zh-CN" sz="2000" b="1" dirty="0">
              <a:solidFill>
                <a:srgbClr val="FFFFFF"/>
              </a:solidFill>
            </a:endParaRPr>
          </a:p>
          <a:p>
            <a:pPr algn="l" eaLnBrk="1" hangingPunct="1">
              <a:lnSpc>
                <a:spcPct val="80000"/>
              </a:lnSpc>
            </a:pPr>
            <a:r>
              <a:rPr kumimoji="1" lang="en-US" altLang="zh-CN" sz="2000" b="1" dirty="0">
                <a:solidFill>
                  <a:srgbClr val="FFFFFF"/>
                </a:solidFill>
              </a:rPr>
              <a:t>     </a:t>
            </a:r>
            <a:r>
              <a:rPr kumimoji="1" lang="en-US" altLang="zh-CN" sz="2000" b="1" dirty="0" err="1">
                <a:solidFill>
                  <a:srgbClr val="FFFFFF"/>
                </a:solidFill>
              </a:rPr>
              <a:t>int</a:t>
            </a:r>
            <a:r>
              <a:rPr kumimoji="1" lang="en-US" altLang="zh-CN" sz="2000" b="1" dirty="0">
                <a:solidFill>
                  <a:srgbClr val="FFFFFF"/>
                </a:solidFill>
              </a:rPr>
              <a:t> </a:t>
            </a:r>
            <a:r>
              <a:rPr kumimoji="1" lang="en-US" altLang="zh-CN" sz="2000" b="1" dirty="0" err="1">
                <a:solidFill>
                  <a:srgbClr val="FFFFFF"/>
                </a:solidFill>
              </a:rPr>
              <a:t>i</a:t>
            </a:r>
            <a:r>
              <a:rPr kumimoji="1" lang="en-US" altLang="zh-CN" sz="2000" b="1" dirty="0">
                <a:solidFill>
                  <a:srgbClr val="FFFFFF"/>
                </a:solidFill>
              </a:rPr>
              <a:t> = 0,  j=0;</a:t>
            </a:r>
            <a:endParaRPr kumimoji="1" lang="en-US" altLang="zh-CN" sz="2000" b="1" dirty="0">
              <a:solidFill>
                <a:srgbClr val="FFFFFF"/>
              </a:solidFill>
            </a:endParaRPr>
          </a:p>
          <a:p>
            <a:pPr algn="l" eaLnBrk="1" hangingPunct="1">
              <a:lnSpc>
                <a:spcPct val="80000"/>
              </a:lnSpc>
            </a:pPr>
            <a:endParaRPr kumimoji="1" lang="en-US" altLang="zh-CN" sz="2000" b="1" dirty="0">
              <a:solidFill>
                <a:srgbClr val="FFFFFF"/>
              </a:solidFill>
            </a:endParaRPr>
          </a:p>
          <a:p>
            <a:pPr algn="l" eaLnBrk="1" hangingPunct="1">
              <a:lnSpc>
                <a:spcPct val="80000"/>
              </a:lnSpc>
            </a:pPr>
            <a:r>
              <a:rPr kumimoji="1" lang="en-US" altLang="zh-CN" sz="2000" b="1" dirty="0">
                <a:solidFill>
                  <a:srgbClr val="FFFFFF"/>
                </a:solidFill>
              </a:rPr>
              <a:t>     while ( S[</a:t>
            </a:r>
            <a:r>
              <a:rPr kumimoji="1" lang="en-US" altLang="zh-CN" sz="2000" b="1" dirty="0" err="1">
                <a:solidFill>
                  <a:srgbClr val="FFFFFF"/>
                </a:solidFill>
              </a:rPr>
              <a:t>i</a:t>
            </a:r>
            <a:r>
              <a:rPr kumimoji="1" lang="en-US" altLang="zh-CN" sz="2000" b="1" dirty="0">
                <a:solidFill>
                  <a:srgbClr val="FFFFFF"/>
                </a:solidFill>
              </a:rPr>
              <a:t>]!=‘\0’  &amp;&amp;  T[j]!=‘\0’) {</a:t>
            </a:r>
            <a:endParaRPr kumimoji="1" lang="en-US" altLang="zh-CN" sz="2000" b="1" dirty="0">
              <a:solidFill>
                <a:srgbClr val="FFFFFF"/>
              </a:solidFill>
            </a:endParaRPr>
          </a:p>
          <a:p>
            <a:pPr algn="l" eaLnBrk="1" hangingPunct="1">
              <a:lnSpc>
                <a:spcPct val="80000"/>
              </a:lnSpc>
            </a:pPr>
            <a:r>
              <a:rPr kumimoji="1" lang="en-US" altLang="zh-CN" sz="2000" b="1" dirty="0">
                <a:solidFill>
                  <a:srgbClr val="FFFFFF"/>
                </a:solidFill>
              </a:rPr>
              <a:t>         if (S [</a:t>
            </a:r>
            <a:r>
              <a:rPr kumimoji="1" lang="en-US" altLang="zh-CN" sz="2000" b="1" dirty="0" err="1">
                <a:solidFill>
                  <a:srgbClr val="FFFFFF"/>
                </a:solidFill>
              </a:rPr>
              <a:t>i</a:t>
            </a:r>
            <a:r>
              <a:rPr kumimoji="1" lang="en-US" altLang="zh-CN" sz="2000" b="1" dirty="0">
                <a:solidFill>
                  <a:srgbClr val="FFFFFF"/>
                </a:solidFill>
              </a:rPr>
              <a:t>] == T[j] ) {</a:t>
            </a:r>
            <a:endParaRPr kumimoji="1" lang="en-US" altLang="zh-CN" sz="2000" b="1" dirty="0">
              <a:solidFill>
                <a:srgbClr val="FFFFFF"/>
              </a:solidFill>
            </a:endParaRPr>
          </a:p>
          <a:p>
            <a:pPr algn="l" eaLnBrk="1" hangingPunct="1">
              <a:lnSpc>
                <a:spcPct val="80000"/>
              </a:lnSpc>
            </a:pPr>
            <a:r>
              <a:rPr kumimoji="1" lang="en-US" altLang="zh-CN" sz="2000" b="1" dirty="0">
                <a:solidFill>
                  <a:srgbClr val="FFFFFF"/>
                </a:solidFill>
              </a:rPr>
              <a:t>             </a:t>
            </a:r>
            <a:r>
              <a:rPr kumimoji="1" lang="en-US" altLang="zh-CN" sz="2000" b="1" dirty="0" err="1">
                <a:solidFill>
                  <a:srgbClr val="FFFFFF"/>
                </a:solidFill>
              </a:rPr>
              <a:t>i</a:t>
            </a:r>
            <a:r>
              <a:rPr kumimoji="1" lang="en-US" altLang="zh-CN" sz="2000" b="1" dirty="0">
                <a:solidFill>
                  <a:srgbClr val="FFFFFF"/>
                </a:solidFill>
              </a:rPr>
              <a:t>++;   </a:t>
            </a:r>
            <a:endParaRPr kumimoji="1" lang="en-US" altLang="zh-CN" sz="2000" b="1" dirty="0">
              <a:solidFill>
                <a:srgbClr val="FFFFFF"/>
              </a:solidFill>
            </a:endParaRPr>
          </a:p>
          <a:p>
            <a:pPr algn="l" eaLnBrk="1" hangingPunct="1">
              <a:lnSpc>
                <a:spcPct val="80000"/>
              </a:lnSpc>
            </a:pPr>
            <a:r>
              <a:rPr kumimoji="1" lang="en-US" altLang="zh-CN" sz="2000" b="1" dirty="0">
                <a:solidFill>
                  <a:srgbClr val="FFFFFF"/>
                </a:solidFill>
              </a:rPr>
              <a:t>             </a:t>
            </a:r>
            <a:r>
              <a:rPr kumimoji="1" lang="en-US" altLang="zh-CN" sz="2000" b="1" dirty="0" err="1">
                <a:solidFill>
                  <a:srgbClr val="FFFFFF"/>
                </a:solidFill>
              </a:rPr>
              <a:t>j++</a:t>
            </a:r>
            <a:r>
              <a:rPr kumimoji="1" lang="en-US" altLang="zh-CN" sz="2000" b="1" dirty="0">
                <a:solidFill>
                  <a:srgbClr val="FFFFFF"/>
                </a:solidFill>
              </a:rPr>
              <a:t> </a:t>
            </a:r>
            <a:endParaRPr kumimoji="1" lang="en-US" altLang="zh-CN" sz="2000" b="1" dirty="0">
              <a:solidFill>
                <a:srgbClr val="FFFFFF"/>
              </a:solidFill>
            </a:endParaRPr>
          </a:p>
          <a:p>
            <a:pPr algn="l" eaLnBrk="1" hangingPunct="1">
              <a:lnSpc>
                <a:spcPct val="80000"/>
              </a:lnSpc>
            </a:pPr>
            <a:r>
              <a:rPr kumimoji="1" lang="en-US" altLang="zh-CN" sz="2000" b="1" dirty="0">
                <a:solidFill>
                  <a:srgbClr val="FFFFFF"/>
                </a:solidFill>
              </a:rPr>
              <a:t>         } </a:t>
            </a:r>
            <a:endParaRPr kumimoji="1" lang="en-US" altLang="zh-CN" sz="2000" b="1" dirty="0">
              <a:solidFill>
                <a:srgbClr val="FFFFFF"/>
              </a:solidFill>
            </a:endParaRPr>
          </a:p>
          <a:p>
            <a:pPr algn="l" eaLnBrk="1" hangingPunct="1">
              <a:lnSpc>
                <a:spcPct val="80000"/>
              </a:lnSpc>
            </a:pPr>
            <a:r>
              <a:rPr kumimoji="1" lang="en-US" altLang="zh-CN" sz="1600" b="1" dirty="0">
                <a:solidFill>
                  <a:srgbClr val="FF6600"/>
                </a:solidFill>
                <a:latin typeface="楷体_GB2312" panose="02010609030101010101" pitchFamily="49" charset="-122"/>
                <a:ea typeface="楷体_GB2312" panose="02010609030101010101" pitchFamily="49" charset="-122"/>
              </a:rPr>
              <a:t>   </a:t>
            </a:r>
            <a:r>
              <a:rPr kumimoji="1" lang="en-US" altLang="zh-CN" sz="2000" b="1" dirty="0">
                <a:solidFill>
                  <a:srgbClr val="FFFFFF"/>
                </a:solidFill>
              </a:rPr>
              <a:t>     else {</a:t>
            </a:r>
            <a:endParaRPr kumimoji="1" lang="en-US" altLang="zh-CN" sz="2000" b="1" dirty="0">
              <a:solidFill>
                <a:srgbClr val="FFFFFF"/>
              </a:solidFill>
            </a:endParaRPr>
          </a:p>
          <a:p>
            <a:pPr>
              <a:lnSpc>
                <a:spcPct val="80000"/>
              </a:lnSpc>
            </a:pPr>
            <a:r>
              <a:rPr kumimoji="1" lang="en-US" altLang="zh-CN" sz="2000" b="1" dirty="0">
                <a:solidFill>
                  <a:srgbClr val="FFFFFF"/>
                </a:solidFill>
              </a:rPr>
              <a:t>            </a:t>
            </a:r>
            <a:r>
              <a:rPr kumimoji="1" lang="en-US" altLang="zh-CN" sz="2000" b="1" dirty="0" err="1">
                <a:solidFill>
                  <a:srgbClr val="FF9900"/>
                </a:solidFill>
              </a:rPr>
              <a:t>i</a:t>
            </a:r>
            <a:r>
              <a:rPr kumimoji="1" lang="en-US" altLang="zh-CN" sz="2000" b="1" dirty="0">
                <a:solidFill>
                  <a:srgbClr val="FF9900"/>
                </a:solidFill>
              </a:rPr>
              <a:t> = </a:t>
            </a:r>
            <a:r>
              <a:rPr kumimoji="1" lang="en-US" altLang="zh-CN" sz="2000" b="1" dirty="0" err="1">
                <a:solidFill>
                  <a:srgbClr val="FF9900"/>
                </a:solidFill>
              </a:rPr>
              <a:t>i</a:t>
            </a:r>
            <a:r>
              <a:rPr kumimoji="1" lang="en-US" altLang="zh-CN" sz="2000" b="1" dirty="0">
                <a:solidFill>
                  <a:srgbClr val="FF9900"/>
                </a:solidFill>
              </a:rPr>
              <a:t>-j +1;	</a:t>
            </a:r>
            <a:endParaRPr kumimoji="1" lang="en-US" altLang="zh-CN" b="1" dirty="0">
              <a:solidFill>
                <a:srgbClr val="FF6600"/>
              </a:solidFill>
              <a:latin typeface="楷体_GB2312" panose="02010609030101010101" pitchFamily="49" charset="-122"/>
              <a:ea typeface="楷体_GB2312" panose="02010609030101010101" pitchFamily="49" charset="-122"/>
            </a:endParaRPr>
          </a:p>
          <a:p>
            <a:pPr>
              <a:lnSpc>
                <a:spcPct val="80000"/>
              </a:lnSpc>
            </a:pPr>
            <a:r>
              <a:rPr kumimoji="1" lang="en-US" altLang="zh-CN" sz="2000" b="1" dirty="0">
                <a:solidFill>
                  <a:srgbClr val="FF9900"/>
                </a:solidFill>
              </a:rPr>
              <a:t>            j = 0;</a:t>
            </a:r>
            <a:r>
              <a:rPr kumimoji="1" lang="en-US" altLang="zh-CN" sz="2000" b="1" dirty="0">
                <a:solidFill>
                  <a:srgbClr val="FFFFFF"/>
                </a:solidFill>
              </a:rPr>
              <a:t> 		</a:t>
            </a:r>
            <a:endParaRPr kumimoji="1" lang="zh-CN" altLang="en-US" b="1" dirty="0">
              <a:solidFill>
                <a:srgbClr val="5294D6"/>
              </a:solidFill>
              <a:latin typeface="楷体_GB2312" panose="02010609030101010101" pitchFamily="49" charset="-122"/>
              <a:ea typeface="楷体_GB2312" panose="02010609030101010101" pitchFamily="49" charset="-122"/>
            </a:endParaRPr>
          </a:p>
          <a:p>
            <a:pPr algn="l" eaLnBrk="1" hangingPunct="1">
              <a:lnSpc>
                <a:spcPct val="80000"/>
              </a:lnSpc>
            </a:pPr>
            <a:r>
              <a:rPr kumimoji="1" lang="zh-CN" altLang="en-US" sz="2000" b="1" dirty="0">
                <a:solidFill>
                  <a:srgbClr val="FFFFFF"/>
                </a:solidFill>
              </a:rPr>
              <a:t>         </a:t>
            </a:r>
            <a:r>
              <a:rPr kumimoji="1" lang="en-US" altLang="zh-CN" sz="2000" b="1" dirty="0">
                <a:solidFill>
                  <a:srgbClr val="FFFFFF"/>
                </a:solidFill>
              </a:rPr>
              <a:t>}</a:t>
            </a:r>
            <a:endParaRPr kumimoji="1" lang="en-US" altLang="zh-CN" sz="2000" b="1" dirty="0">
              <a:solidFill>
                <a:srgbClr val="FFFFFF"/>
              </a:solidFill>
            </a:endParaRPr>
          </a:p>
          <a:p>
            <a:pPr algn="l" eaLnBrk="1" hangingPunct="1">
              <a:lnSpc>
                <a:spcPct val="80000"/>
              </a:lnSpc>
            </a:pPr>
            <a:r>
              <a:rPr kumimoji="1" lang="en-US" altLang="zh-CN" sz="2000" b="1" dirty="0">
                <a:solidFill>
                  <a:srgbClr val="FFFFFF"/>
                </a:solidFill>
              </a:rPr>
              <a:t>     }</a:t>
            </a:r>
            <a:endParaRPr kumimoji="1" lang="en-US" altLang="zh-CN" sz="2000" b="1" dirty="0">
              <a:solidFill>
                <a:srgbClr val="FFFFFF"/>
              </a:solidFill>
            </a:endParaRPr>
          </a:p>
          <a:p>
            <a:pPr>
              <a:lnSpc>
                <a:spcPct val="80000"/>
              </a:lnSpc>
            </a:pPr>
            <a:r>
              <a:rPr kumimoji="1" lang="en-US" altLang="zh-CN" sz="2000" b="1" dirty="0">
                <a:solidFill>
                  <a:srgbClr val="FFFFFF"/>
                </a:solidFill>
              </a:rPr>
              <a:t>     if ( T[j] == ‘\0’) 	</a:t>
            </a:r>
            <a:endParaRPr kumimoji="1" lang="en-US" altLang="zh-CN" b="1" dirty="0">
              <a:solidFill>
                <a:srgbClr val="FF6600"/>
              </a:solidFill>
              <a:latin typeface="楷体_GB2312" panose="02010609030101010101" pitchFamily="49" charset="-122"/>
              <a:ea typeface="楷体_GB2312" panose="02010609030101010101" pitchFamily="49" charset="-122"/>
            </a:endParaRPr>
          </a:p>
          <a:p>
            <a:pPr algn="l" eaLnBrk="1" hangingPunct="1">
              <a:lnSpc>
                <a:spcPct val="80000"/>
              </a:lnSpc>
            </a:pPr>
            <a:r>
              <a:rPr kumimoji="1" lang="en-US" altLang="zh-CN" sz="2000" b="1" dirty="0">
                <a:solidFill>
                  <a:srgbClr val="FFFFFF"/>
                </a:solidFill>
              </a:rPr>
              <a:t>         return  </a:t>
            </a:r>
            <a:r>
              <a:rPr kumimoji="1" lang="en-US" altLang="zh-CN" sz="2000" b="1" dirty="0" err="1">
                <a:solidFill>
                  <a:srgbClr val="FFFFFF"/>
                </a:solidFill>
              </a:rPr>
              <a:t>i</a:t>
            </a:r>
            <a:r>
              <a:rPr kumimoji="1" lang="en-US" altLang="zh-CN" sz="2000" b="1" dirty="0">
                <a:solidFill>
                  <a:srgbClr val="FFFFFF"/>
                </a:solidFill>
              </a:rPr>
              <a:t>-j;  </a:t>
            </a:r>
            <a:endParaRPr kumimoji="1" lang="en-US" altLang="zh-CN" b="1" dirty="0">
              <a:solidFill>
                <a:srgbClr val="5294D6"/>
              </a:solidFill>
              <a:latin typeface="楷体_GB2312" panose="02010609030101010101" pitchFamily="49" charset="-122"/>
              <a:ea typeface="楷体_GB2312" panose="02010609030101010101" pitchFamily="49" charset="-122"/>
            </a:endParaRPr>
          </a:p>
          <a:p>
            <a:pPr algn="l" eaLnBrk="1" hangingPunct="1">
              <a:lnSpc>
                <a:spcPct val="80000"/>
              </a:lnSpc>
            </a:pPr>
            <a:r>
              <a:rPr kumimoji="1" lang="en-US" altLang="zh-CN" sz="2000" b="1" dirty="0">
                <a:solidFill>
                  <a:srgbClr val="FFFFFF"/>
                </a:solidFill>
              </a:rPr>
              <a:t>    else    </a:t>
            </a:r>
            <a:endParaRPr kumimoji="1" lang="en-US" altLang="zh-CN" sz="2000" b="1" dirty="0">
              <a:solidFill>
                <a:srgbClr val="FFFFFF"/>
              </a:solidFill>
            </a:endParaRPr>
          </a:p>
          <a:p>
            <a:pPr algn="l" eaLnBrk="1" hangingPunct="1">
              <a:lnSpc>
                <a:spcPct val="80000"/>
              </a:lnSpc>
            </a:pPr>
            <a:r>
              <a:rPr kumimoji="1" lang="en-US" altLang="zh-CN" sz="2000" b="1" dirty="0">
                <a:solidFill>
                  <a:srgbClr val="FFFFFF"/>
                </a:solidFill>
              </a:rPr>
              <a:t>         return -1;                   </a:t>
            </a:r>
            <a:endParaRPr kumimoji="1" lang="en-US" altLang="zh-CN" sz="2000" b="1" dirty="0">
              <a:solidFill>
                <a:srgbClr val="FFFFFF"/>
              </a:solidFill>
            </a:endParaRPr>
          </a:p>
          <a:p>
            <a:pPr algn="l" eaLnBrk="1" hangingPunct="1">
              <a:lnSpc>
                <a:spcPct val="80000"/>
              </a:lnSpc>
            </a:pPr>
            <a:r>
              <a:rPr kumimoji="1" lang="en-US" altLang="zh-CN" sz="2000" b="1" dirty="0">
                <a:solidFill>
                  <a:srgbClr val="FFFFFF"/>
                </a:solidFill>
              </a:rPr>
              <a:t>}</a:t>
            </a:r>
            <a:endParaRPr kumimoji="1" lang="en-US" altLang="zh-CN" b="1" dirty="0">
              <a:solidFill>
                <a:srgbClr val="5294D6"/>
              </a:solidFill>
              <a:latin typeface="楷体_GB2312" panose="02010609030101010101" pitchFamily="49" charset="-122"/>
              <a:ea typeface="楷体_GB2312" panose="02010609030101010101" pitchFamily="49" charset="-122"/>
            </a:endParaRPr>
          </a:p>
        </p:txBody>
      </p:sp>
      <p:sp>
        <p:nvSpPr>
          <p:cNvPr id="18" name="文本框 17"/>
          <p:cNvSpPr txBox="1"/>
          <p:nvPr/>
        </p:nvSpPr>
        <p:spPr>
          <a:xfrm>
            <a:off x="8710500" y="1242308"/>
            <a:ext cx="1853392" cy="369332"/>
          </a:xfrm>
          <a:prstGeom prst="rect">
            <a:avLst/>
          </a:prstGeom>
          <a:noFill/>
        </p:spPr>
        <p:txBody>
          <a:bodyPr wrap="none" rtlCol="0">
            <a:spAutoFit/>
          </a:bodyPr>
          <a:lstStyle/>
          <a:p>
            <a:r>
              <a:rPr lang="zh-CN" altLang="en-US" dirty="0"/>
              <a:t>另一种实现方式</a:t>
            </a:r>
            <a:endParaRPr lang="zh-CN" altLang="en-US" dirty="0"/>
          </a:p>
        </p:txBody>
      </p:sp>
    </p:spTree>
  </p:cSld>
  <p:clrMapOvr>
    <a:masterClrMapping/>
  </p:clrMapOvr>
  <p:transition>
    <p:randomBa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out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9"/>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6" presetClass="entr" presetSubtype="21" fill="hold"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barn(inVertical)">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16"/>
                                        </p:tgtEl>
                                        <p:attrNameLst>
                                          <p:attrName>style.visibility</p:attrName>
                                        </p:attrNameLst>
                                      </p:cBhvr>
                                      <p:to>
                                        <p:strVal val="visible"/>
                                      </p:to>
                                    </p:set>
                                    <p:anim calcmode="lin" valueType="num">
                                      <p:cBhvr additive="base">
                                        <p:cTn id="26" dur="500" fill="hold"/>
                                        <p:tgtEl>
                                          <p:spTgt spid="16"/>
                                        </p:tgtEl>
                                        <p:attrNameLst>
                                          <p:attrName>ppt_x</p:attrName>
                                        </p:attrNameLst>
                                      </p:cBhvr>
                                      <p:tavLst>
                                        <p:tav tm="0">
                                          <p:val>
                                            <p:strVal val="#ppt_x"/>
                                          </p:val>
                                        </p:tav>
                                        <p:tav tm="100000">
                                          <p:val>
                                            <p:strVal val="#ppt_x"/>
                                          </p:val>
                                        </p:tav>
                                      </p:tavLst>
                                    </p:anim>
                                    <p:anim calcmode="lin" valueType="num">
                                      <p:cBhvr additive="base">
                                        <p:cTn id="27" dur="500" fill="hold"/>
                                        <p:tgtEl>
                                          <p:spTgt spid="16"/>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0"/>
                                  </p:stCondLst>
                                  <p:childTnLst>
                                    <p:set>
                                      <p:cBhvr>
                                        <p:cTn id="29" dur="1" fill="hold">
                                          <p:stCondLst>
                                            <p:cond delay="0"/>
                                          </p:stCondLst>
                                        </p:cTn>
                                        <p:tgtEl>
                                          <p:spTgt spid="17"/>
                                        </p:tgtEl>
                                        <p:attrNameLst>
                                          <p:attrName>style.visibility</p:attrName>
                                        </p:attrNameLst>
                                      </p:cBhvr>
                                      <p:to>
                                        <p:strVal val="visible"/>
                                      </p:to>
                                    </p:set>
                                    <p:anim calcmode="lin" valueType="num">
                                      <p:cBhvr additive="base">
                                        <p:cTn id="30" dur="500" fill="hold"/>
                                        <p:tgtEl>
                                          <p:spTgt spid="17"/>
                                        </p:tgtEl>
                                        <p:attrNameLst>
                                          <p:attrName>ppt_x</p:attrName>
                                        </p:attrNameLst>
                                      </p:cBhvr>
                                      <p:tavLst>
                                        <p:tav tm="0">
                                          <p:val>
                                            <p:strVal val="#ppt_x"/>
                                          </p:val>
                                        </p:tav>
                                        <p:tav tm="100000">
                                          <p:val>
                                            <p:strVal val="#ppt_x"/>
                                          </p:val>
                                        </p:tav>
                                      </p:tavLst>
                                    </p:anim>
                                    <p:anim calcmode="lin" valueType="num">
                                      <p:cBhvr additive="base">
                                        <p:cTn id="31" dur="500" fill="hold"/>
                                        <p:tgtEl>
                                          <p:spTgt spid="17"/>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 calcmode="lin" valueType="num">
                                      <p:cBhvr additive="base">
                                        <p:cTn id="34" dur="500" fill="hold"/>
                                        <p:tgtEl>
                                          <p:spTgt spid="18"/>
                                        </p:tgtEl>
                                        <p:attrNameLst>
                                          <p:attrName>ppt_x</p:attrName>
                                        </p:attrNameLst>
                                      </p:cBhvr>
                                      <p:tavLst>
                                        <p:tav tm="0">
                                          <p:val>
                                            <p:strVal val="#ppt_x"/>
                                          </p:val>
                                        </p:tav>
                                        <p:tav tm="100000">
                                          <p:val>
                                            <p:strVal val="#ppt_x"/>
                                          </p:val>
                                        </p:tav>
                                      </p:tavLst>
                                    </p:anim>
                                    <p:anim calcmode="lin" valueType="num">
                                      <p:cBhvr additive="base">
                                        <p:cTn id="35"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P spid="13" grpId="0" animBg="1"/>
      <p:bldP spid="16" grpId="0"/>
      <p:bldP spid="17" grpId="0" animBg="1"/>
      <p:bldP spid="18" grpId="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bwMode="auto">
          <a:xfrm>
            <a:off x="1750415" y="116633"/>
            <a:ext cx="1778402" cy="674687"/>
            <a:chOff x="368" y="367"/>
            <a:chExt cx="1001" cy="425"/>
          </a:xfrm>
        </p:grpSpPr>
        <p:sp>
          <p:nvSpPr>
            <p:cNvPr id="4" name="Cloud"/>
            <p:cNvSpPr>
              <a:spLocks noChangeAspect="1" noEditPoints="1" noChangeArrowheads="1"/>
            </p:cNvSpPr>
            <p:nvPr/>
          </p:nvSpPr>
          <p:spPr bwMode="auto">
            <a:xfrm>
              <a:off x="368" y="367"/>
              <a:ext cx="998" cy="42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2987 w 21600"/>
                <a:gd name="T13" fmla="*/ 3253 h 21600"/>
                <a:gd name="T14" fmla="*/ 17077 w 21600"/>
                <a:gd name="T15" fmla="*/ 17331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CCFFFF"/>
            </a:solidFill>
            <a:ln w="25400">
              <a:solidFill>
                <a:srgbClr val="969696"/>
              </a:solidFill>
              <a:miter lim="800000"/>
            </a:ln>
            <a:effectLst>
              <a:outerShdw dist="71842" dir="2700000" algn="ctr" rotWithShape="0">
                <a:srgbClr val="B2B2B2"/>
              </a:outerShdw>
            </a:effectLst>
          </p:spPr>
          <p:txBody>
            <a:bodyPr/>
            <a:lstStyle/>
            <a:p>
              <a:endParaRPr lang="zh-CN" altLang="en-US"/>
            </a:p>
          </p:txBody>
        </p:sp>
        <p:sp>
          <p:nvSpPr>
            <p:cNvPr id="5" name="Text Box 4"/>
            <p:cNvSpPr txBox="1">
              <a:spLocks noChangeArrowheads="1"/>
            </p:cNvSpPr>
            <p:nvPr/>
          </p:nvSpPr>
          <p:spPr bwMode="auto">
            <a:xfrm>
              <a:off x="409" y="391"/>
              <a:ext cx="960" cy="330"/>
            </a:xfrm>
            <a:prstGeom prst="rect">
              <a:avLst/>
            </a:prstGeom>
            <a:noFill/>
            <a:ln w="12700" cap="sq">
              <a:noFill/>
              <a:miter lim="800000"/>
              <a:headEnd type="none" w="sm" len="sm"/>
              <a:tailEnd type="none" w="sm" len="sm"/>
            </a:ln>
            <a:effectLst>
              <a:outerShdw dist="28398" dir="3806097" algn="ctr" rotWithShape="0">
                <a:schemeClr val="bg1"/>
              </a:outerShdw>
            </a:effectLst>
          </p:spPr>
          <p:txBody>
            <a:bodyPr wrap="square">
              <a:spAutoFit/>
            </a:bodyPr>
            <a:lstStyle/>
            <a:p>
              <a:r>
                <a:rPr kumimoji="1" lang="zh-CN" altLang="en-US" sz="2800" b="1" i="1" dirty="0">
                  <a:solidFill>
                    <a:srgbClr val="FF3300"/>
                  </a:solidFill>
                  <a:latin typeface="黑体" panose="02010609060101010101" pitchFamily="2" charset="-122"/>
                  <a:ea typeface="黑体" panose="02010609060101010101" pitchFamily="2" charset="-122"/>
                </a:rPr>
                <a:t>算法</a:t>
              </a:r>
              <a:r>
                <a:rPr kumimoji="1" lang="zh-CN" altLang="en-US" sz="2800" b="1" i="1" dirty="0">
                  <a:solidFill>
                    <a:srgbClr val="002060"/>
                  </a:solidFill>
                  <a:latin typeface="黑体" panose="02010609060101010101" pitchFamily="2" charset="-122"/>
                  <a:ea typeface="黑体" panose="02010609060101010101" pitchFamily="2" charset="-122"/>
                </a:rPr>
                <a:t>改进</a:t>
              </a:r>
              <a:endParaRPr kumimoji="1" lang="zh-CN" altLang="en-US" sz="2800" i="1" dirty="0">
                <a:solidFill>
                  <a:srgbClr val="002060"/>
                </a:solidFill>
                <a:latin typeface="黑体" panose="02010609060101010101" pitchFamily="2" charset="-122"/>
                <a:ea typeface="黑体" panose="02010609060101010101" pitchFamily="2" charset="-122"/>
              </a:endParaRPr>
            </a:p>
          </p:txBody>
        </p:sp>
      </p:grpSp>
      <p:sp>
        <p:nvSpPr>
          <p:cNvPr id="6" name="Text Box 7"/>
          <p:cNvSpPr txBox="1">
            <a:spLocks noChangeArrowheads="1"/>
          </p:cNvSpPr>
          <p:nvPr/>
        </p:nvSpPr>
        <p:spPr bwMode="auto">
          <a:xfrm>
            <a:off x="2246165" y="1231452"/>
            <a:ext cx="5434012" cy="4301177"/>
          </a:xfrm>
          <a:prstGeom prst="rect">
            <a:avLst/>
          </a:prstGeom>
          <a:solidFill>
            <a:schemeClr val="bg1">
              <a:lumMod val="95000"/>
            </a:schemeClr>
          </a:solidFill>
          <a:ln w="12700" cap="sq">
            <a:noFill/>
            <a:miter lim="800000"/>
            <a:headEnd type="none" w="sm" len="sm"/>
            <a:tailEnd type="none" w="sm" len="sm"/>
          </a:ln>
          <a:effectLst>
            <a:outerShdw blurRad="50800" dist="38100" dir="2700000" algn="tl" rotWithShape="0">
              <a:prstClr val="black">
                <a:alpha val="40000"/>
              </a:prstClr>
            </a:outerShdw>
          </a:effectLst>
        </p:spPr>
        <p:txBody>
          <a:bodyPr wrap="square">
            <a:spAutoFit/>
          </a:bodyPr>
          <a:lstStyle/>
          <a:p>
            <a:pPr algn="just">
              <a:lnSpc>
                <a:spcPts val="1500"/>
              </a:lnSpc>
              <a:spcBef>
                <a:spcPct val="50000"/>
              </a:spcBef>
            </a:pPr>
            <a:r>
              <a:rPr lang="en-US" altLang="zh-CN" b="1" dirty="0" err="1">
                <a:solidFill>
                  <a:srgbClr val="7030A0"/>
                </a:solidFill>
                <a:latin typeface="Times New Roman" panose="02020503050405090304" pitchFamily="18" charset="0"/>
              </a:rPr>
              <a:t>int</a:t>
            </a:r>
            <a:r>
              <a:rPr lang="en-US" altLang="zh-CN" b="1" dirty="0">
                <a:solidFill>
                  <a:srgbClr val="7030A0"/>
                </a:solidFill>
                <a:latin typeface="Times New Roman" panose="02020503050405090304" pitchFamily="18" charset="0"/>
              </a:rPr>
              <a:t> index(char s[ ], char t[ ])</a:t>
            </a:r>
            <a:endParaRPr lang="en-US" altLang="zh-CN" b="1" dirty="0">
              <a:solidFill>
                <a:srgbClr val="7030A0"/>
              </a:solidFill>
              <a:latin typeface="Times New Roman" panose="02020503050405090304" pitchFamily="18" charset="0"/>
            </a:endParaRPr>
          </a:p>
          <a:p>
            <a:pPr algn="just">
              <a:lnSpc>
                <a:spcPts val="1500"/>
              </a:lnSpc>
              <a:spcBef>
                <a:spcPct val="50000"/>
              </a:spcBef>
            </a:pPr>
            <a:r>
              <a:rPr lang="en-US" altLang="zh-CN" b="1" dirty="0">
                <a:solidFill>
                  <a:srgbClr val="7030A0"/>
                </a:solidFill>
                <a:latin typeface="Times New Roman" panose="02020503050405090304" pitchFamily="18" charset="0"/>
              </a:rPr>
              <a:t>{</a:t>
            </a:r>
            <a:endParaRPr lang="en-US" altLang="zh-CN" b="1" dirty="0">
              <a:solidFill>
                <a:srgbClr val="7030A0"/>
              </a:solidFill>
              <a:latin typeface="Times New Roman" panose="02020503050405090304" pitchFamily="18" charset="0"/>
            </a:endParaRPr>
          </a:p>
          <a:p>
            <a:pPr lvl="1" algn="just">
              <a:lnSpc>
                <a:spcPts val="1500"/>
              </a:lnSpc>
              <a:spcBef>
                <a:spcPct val="50000"/>
              </a:spcBef>
            </a:pPr>
            <a:r>
              <a:rPr lang="en-US" altLang="zh-CN" b="1" dirty="0" err="1">
                <a:solidFill>
                  <a:srgbClr val="7030A0"/>
                </a:solidFill>
                <a:latin typeface="Times New Roman" panose="02020503050405090304" pitchFamily="18" charset="0"/>
              </a:rPr>
              <a:t>int</a:t>
            </a:r>
            <a:r>
              <a:rPr lang="en-US" altLang="zh-CN" b="1" dirty="0">
                <a:solidFill>
                  <a:srgbClr val="7030A0"/>
                </a:solidFill>
                <a:latin typeface="Times New Roman" panose="02020503050405090304" pitchFamily="18" charset="0"/>
              </a:rPr>
              <a:t> </a:t>
            </a:r>
            <a:r>
              <a:rPr lang="en-US" altLang="zh-CN" b="1" dirty="0" err="1">
                <a:solidFill>
                  <a:srgbClr val="7030A0"/>
                </a:solidFill>
                <a:latin typeface="Times New Roman" panose="02020503050405090304" pitchFamily="18" charset="0"/>
              </a:rPr>
              <a:t>i</a:t>
            </a:r>
            <a:r>
              <a:rPr lang="en-US" altLang="zh-CN" b="1" dirty="0">
                <a:solidFill>
                  <a:srgbClr val="7030A0"/>
                </a:solidFill>
                <a:latin typeface="Times New Roman" panose="02020503050405090304" pitchFamily="18" charset="0"/>
              </a:rPr>
              <a:t>, j, </a:t>
            </a:r>
            <a:r>
              <a:rPr lang="en-US" altLang="zh-CN" b="1" dirty="0" err="1">
                <a:solidFill>
                  <a:srgbClr val="7030A0"/>
                </a:solidFill>
                <a:latin typeface="Times New Roman" panose="02020503050405090304" pitchFamily="18" charset="0"/>
              </a:rPr>
              <a:t>k,n,m</a:t>
            </a:r>
            <a:r>
              <a:rPr lang="en-US" altLang="zh-CN" b="1" dirty="0">
                <a:solidFill>
                  <a:srgbClr val="7030A0"/>
                </a:solidFill>
                <a:latin typeface="Times New Roman" panose="02020503050405090304" pitchFamily="18" charset="0"/>
              </a:rPr>
              <a:t>;</a:t>
            </a:r>
            <a:endParaRPr lang="en-US" altLang="zh-CN" b="1" dirty="0">
              <a:solidFill>
                <a:srgbClr val="7030A0"/>
              </a:solidFill>
              <a:latin typeface="Times New Roman" panose="02020503050405090304" pitchFamily="18" charset="0"/>
            </a:endParaRPr>
          </a:p>
          <a:p>
            <a:pPr lvl="1" algn="just">
              <a:lnSpc>
                <a:spcPts val="1500"/>
              </a:lnSpc>
              <a:spcBef>
                <a:spcPct val="50000"/>
              </a:spcBef>
            </a:pPr>
            <a:r>
              <a:rPr lang="en-US" altLang="zh-CN" b="1" dirty="0">
                <a:solidFill>
                  <a:srgbClr val="7030A0"/>
                </a:solidFill>
                <a:latin typeface="Times New Roman" panose="02020503050405090304" pitchFamily="18" charset="0"/>
              </a:rPr>
              <a:t> n = </a:t>
            </a:r>
            <a:r>
              <a:rPr lang="en-US" altLang="zh-CN" b="1" dirty="0" err="1">
                <a:solidFill>
                  <a:srgbClr val="7030A0"/>
                </a:solidFill>
                <a:latin typeface="Times New Roman" panose="02020503050405090304" pitchFamily="18" charset="0"/>
              </a:rPr>
              <a:t>strlen</a:t>
            </a:r>
            <a:r>
              <a:rPr lang="en-US" altLang="zh-CN" b="1" dirty="0">
                <a:solidFill>
                  <a:srgbClr val="7030A0"/>
                </a:solidFill>
                <a:latin typeface="Times New Roman" panose="02020503050405090304" pitchFamily="18" charset="0"/>
              </a:rPr>
              <a:t>(s); </a:t>
            </a:r>
            <a:endParaRPr lang="en-US" altLang="zh-CN" b="1" dirty="0">
              <a:solidFill>
                <a:srgbClr val="7030A0"/>
              </a:solidFill>
              <a:latin typeface="Times New Roman" panose="02020503050405090304" pitchFamily="18" charset="0"/>
            </a:endParaRPr>
          </a:p>
          <a:p>
            <a:pPr lvl="1" algn="just">
              <a:lnSpc>
                <a:spcPts val="1500"/>
              </a:lnSpc>
              <a:spcBef>
                <a:spcPct val="50000"/>
              </a:spcBef>
            </a:pPr>
            <a:r>
              <a:rPr lang="en-US" altLang="zh-CN" b="1" dirty="0">
                <a:solidFill>
                  <a:srgbClr val="7030A0"/>
                </a:solidFill>
                <a:latin typeface="Times New Roman" panose="02020503050405090304" pitchFamily="18" charset="0"/>
              </a:rPr>
              <a:t>m = </a:t>
            </a:r>
            <a:r>
              <a:rPr lang="en-US" altLang="zh-CN" b="1" dirty="0" err="1">
                <a:solidFill>
                  <a:srgbClr val="7030A0"/>
                </a:solidFill>
                <a:latin typeface="Times New Roman" panose="02020503050405090304" pitchFamily="18" charset="0"/>
              </a:rPr>
              <a:t>strlen</a:t>
            </a:r>
            <a:r>
              <a:rPr lang="en-US" altLang="zh-CN" b="1" dirty="0">
                <a:solidFill>
                  <a:srgbClr val="7030A0"/>
                </a:solidFill>
                <a:latin typeface="Times New Roman" panose="02020503050405090304" pitchFamily="18" charset="0"/>
              </a:rPr>
              <a:t>(t);</a:t>
            </a:r>
            <a:endParaRPr lang="en-US" altLang="zh-CN" b="1" dirty="0">
              <a:solidFill>
                <a:srgbClr val="7030A0"/>
              </a:solidFill>
              <a:latin typeface="Times New Roman" panose="02020503050405090304" pitchFamily="18" charset="0"/>
            </a:endParaRPr>
          </a:p>
          <a:p>
            <a:pPr lvl="1" algn="just">
              <a:lnSpc>
                <a:spcPts val="1500"/>
              </a:lnSpc>
              <a:spcBef>
                <a:spcPct val="50000"/>
              </a:spcBef>
            </a:pPr>
            <a:r>
              <a:rPr lang="en-US" altLang="zh-CN" b="1" dirty="0">
                <a:solidFill>
                  <a:srgbClr val="7030A0"/>
                </a:solidFill>
                <a:latin typeface="Times New Roman" panose="02020503050405090304" pitchFamily="18" charset="0"/>
              </a:rPr>
              <a:t>for(</a:t>
            </a:r>
            <a:r>
              <a:rPr lang="en-US" altLang="zh-CN" b="1" dirty="0" err="1">
                <a:solidFill>
                  <a:srgbClr val="7030A0"/>
                </a:solidFill>
                <a:latin typeface="Times New Roman" panose="02020503050405090304" pitchFamily="18" charset="0"/>
              </a:rPr>
              <a:t>i</a:t>
            </a:r>
            <a:r>
              <a:rPr lang="en-US" altLang="zh-CN" b="1" dirty="0">
                <a:solidFill>
                  <a:srgbClr val="7030A0"/>
                </a:solidFill>
                <a:latin typeface="Times New Roman" panose="02020503050405090304" pitchFamily="18" charset="0"/>
              </a:rPr>
              <a:t> =0; </a:t>
            </a:r>
            <a:r>
              <a:rPr lang="en-US" altLang="zh-CN" sz="2400" b="1" dirty="0">
                <a:solidFill>
                  <a:srgbClr val="C00000"/>
                </a:solidFill>
                <a:latin typeface="Times New Roman" panose="02020503050405090304" pitchFamily="18" charset="0"/>
              </a:rPr>
              <a:t>n-</a:t>
            </a:r>
            <a:r>
              <a:rPr lang="en-US" altLang="zh-CN" sz="2400" b="1" dirty="0" err="1">
                <a:solidFill>
                  <a:srgbClr val="C00000"/>
                </a:solidFill>
                <a:latin typeface="Times New Roman" panose="02020503050405090304" pitchFamily="18" charset="0"/>
              </a:rPr>
              <a:t>i</a:t>
            </a:r>
            <a:r>
              <a:rPr lang="en-US" altLang="zh-CN" sz="2400" b="1" dirty="0">
                <a:solidFill>
                  <a:srgbClr val="C00000"/>
                </a:solidFill>
                <a:latin typeface="Times New Roman" panose="02020503050405090304" pitchFamily="18" charset="0"/>
              </a:rPr>
              <a:t> &gt;= m</a:t>
            </a:r>
            <a:r>
              <a:rPr lang="en-US" altLang="zh-CN" b="1" dirty="0">
                <a:solidFill>
                  <a:srgbClr val="7030A0"/>
                </a:solidFill>
                <a:latin typeface="Times New Roman" panose="02020503050405090304" pitchFamily="18" charset="0"/>
              </a:rPr>
              <a:t>; </a:t>
            </a:r>
            <a:r>
              <a:rPr lang="en-US" altLang="zh-CN" b="1" dirty="0" err="1">
                <a:solidFill>
                  <a:srgbClr val="7030A0"/>
                </a:solidFill>
                <a:latin typeface="Times New Roman" panose="02020503050405090304" pitchFamily="18" charset="0"/>
              </a:rPr>
              <a:t>i</a:t>
            </a:r>
            <a:r>
              <a:rPr lang="en-US" altLang="zh-CN" b="1" dirty="0">
                <a:solidFill>
                  <a:srgbClr val="7030A0"/>
                </a:solidFill>
                <a:latin typeface="Times New Roman" panose="02020503050405090304" pitchFamily="18" charset="0"/>
              </a:rPr>
              <a:t>++){</a:t>
            </a:r>
            <a:endParaRPr lang="en-US" altLang="zh-CN" b="1" dirty="0">
              <a:solidFill>
                <a:srgbClr val="7030A0"/>
              </a:solidFill>
              <a:latin typeface="Times New Roman" panose="02020503050405090304" pitchFamily="18" charset="0"/>
            </a:endParaRPr>
          </a:p>
          <a:p>
            <a:pPr lvl="2" algn="just">
              <a:lnSpc>
                <a:spcPts val="1500"/>
              </a:lnSpc>
              <a:spcBef>
                <a:spcPct val="50000"/>
              </a:spcBef>
            </a:pPr>
            <a:r>
              <a:rPr lang="en-US" altLang="zh-CN" b="1" dirty="0">
                <a:solidFill>
                  <a:srgbClr val="7030A0"/>
                </a:solidFill>
                <a:latin typeface="Times New Roman" panose="02020503050405090304" pitchFamily="18" charset="0"/>
              </a:rPr>
              <a:t>for(j=</a:t>
            </a:r>
            <a:r>
              <a:rPr lang="en-US" altLang="zh-CN" b="1" dirty="0" err="1">
                <a:solidFill>
                  <a:srgbClr val="7030A0"/>
                </a:solidFill>
                <a:latin typeface="Times New Roman" panose="02020503050405090304" pitchFamily="18" charset="0"/>
              </a:rPr>
              <a:t>i,k</a:t>
            </a:r>
            <a:r>
              <a:rPr lang="en-US" altLang="zh-CN" b="1" dirty="0">
                <a:solidFill>
                  <a:srgbClr val="7030A0"/>
                </a:solidFill>
                <a:latin typeface="Times New Roman" panose="02020503050405090304" pitchFamily="18" charset="0"/>
              </a:rPr>
              <a:t>=0;t[k]!=‘\0’&amp;&amp;s[j]==t[k]; j++,k++)</a:t>
            </a:r>
            <a:endParaRPr lang="en-US" altLang="zh-CN" b="1" dirty="0">
              <a:solidFill>
                <a:srgbClr val="7030A0"/>
              </a:solidFill>
              <a:latin typeface="Times New Roman" panose="02020503050405090304" pitchFamily="18" charset="0"/>
            </a:endParaRPr>
          </a:p>
          <a:p>
            <a:pPr lvl="3" algn="just">
              <a:lnSpc>
                <a:spcPts val="1500"/>
              </a:lnSpc>
              <a:spcBef>
                <a:spcPct val="50000"/>
              </a:spcBef>
            </a:pPr>
            <a:r>
              <a:rPr lang="en-US" altLang="zh-CN" b="1" dirty="0">
                <a:solidFill>
                  <a:srgbClr val="7030A0"/>
                </a:solidFill>
                <a:latin typeface="Times New Roman" panose="02020503050405090304" pitchFamily="18" charset="0"/>
              </a:rPr>
              <a:t>;</a:t>
            </a:r>
            <a:endParaRPr lang="en-US" altLang="zh-CN" b="1" dirty="0">
              <a:solidFill>
                <a:srgbClr val="7030A0"/>
              </a:solidFill>
              <a:latin typeface="Times New Roman" panose="02020503050405090304" pitchFamily="18" charset="0"/>
            </a:endParaRPr>
          </a:p>
          <a:p>
            <a:pPr lvl="2" algn="just">
              <a:lnSpc>
                <a:spcPts val="1500"/>
              </a:lnSpc>
              <a:spcBef>
                <a:spcPct val="50000"/>
              </a:spcBef>
            </a:pPr>
            <a:r>
              <a:rPr lang="en-US" altLang="zh-CN" b="1" dirty="0">
                <a:solidFill>
                  <a:srgbClr val="7030A0"/>
                </a:solidFill>
                <a:latin typeface="Times New Roman" panose="02020503050405090304" pitchFamily="18" charset="0"/>
              </a:rPr>
              <a:t>if(t[k] == ‘\0’)</a:t>
            </a:r>
            <a:endParaRPr lang="en-US" altLang="zh-CN" b="1" dirty="0">
              <a:solidFill>
                <a:srgbClr val="7030A0"/>
              </a:solidFill>
              <a:latin typeface="Times New Roman" panose="02020503050405090304" pitchFamily="18" charset="0"/>
            </a:endParaRPr>
          </a:p>
          <a:p>
            <a:pPr lvl="3" algn="just">
              <a:lnSpc>
                <a:spcPts val="1500"/>
              </a:lnSpc>
              <a:spcBef>
                <a:spcPct val="50000"/>
              </a:spcBef>
            </a:pPr>
            <a:r>
              <a:rPr lang="en-US" altLang="zh-CN" b="1" dirty="0">
                <a:solidFill>
                  <a:srgbClr val="7030A0"/>
                </a:solidFill>
                <a:latin typeface="Times New Roman" panose="02020503050405090304" pitchFamily="18" charset="0"/>
              </a:rPr>
              <a:t>return ( </a:t>
            </a:r>
            <a:r>
              <a:rPr lang="en-US" altLang="zh-CN" b="1" dirty="0" err="1">
                <a:solidFill>
                  <a:srgbClr val="7030A0"/>
                </a:solidFill>
                <a:latin typeface="Times New Roman" panose="02020503050405090304" pitchFamily="18" charset="0"/>
              </a:rPr>
              <a:t>i</a:t>
            </a:r>
            <a:r>
              <a:rPr lang="en-US" altLang="zh-CN" b="1" dirty="0">
                <a:solidFill>
                  <a:srgbClr val="7030A0"/>
                </a:solidFill>
                <a:latin typeface="Times New Roman" panose="02020503050405090304" pitchFamily="18" charset="0"/>
              </a:rPr>
              <a:t>);</a:t>
            </a:r>
            <a:endParaRPr lang="en-US" altLang="zh-CN" b="1" dirty="0">
              <a:solidFill>
                <a:srgbClr val="7030A0"/>
              </a:solidFill>
              <a:latin typeface="Times New Roman" panose="02020503050405090304" pitchFamily="18" charset="0"/>
            </a:endParaRPr>
          </a:p>
          <a:p>
            <a:pPr lvl="1" algn="just">
              <a:lnSpc>
                <a:spcPts val="1500"/>
              </a:lnSpc>
              <a:spcBef>
                <a:spcPct val="50000"/>
              </a:spcBef>
            </a:pPr>
            <a:r>
              <a:rPr lang="en-US" altLang="zh-CN" b="1" dirty="0">
                <a:solidFill>
                  <a:srgbClr val="7030A0"/>
                </a:solidFill>
                <a:latin typeface="Times New Roman" panose="02020503050405090304" pitchFamily="18" charset="0"/>
              </a:rPr>
              <a:t>}</a:t>
            </a:r>
            <a:endParaRPr lang="en-US" altLang="zh-CN" b="1" dirty="0">
              <a:solidFill>
                <a:srgbClr val="7030A0"/>
              </a:solidFill>
              <a:latin typeface="Times New Roman" panose="02020503050405090304" pitchFamily="18" charset="0"/>
            </a:endParaRPr>
          </a:p>
          <a:p>
            <a:pPr lvl="1" algn="just">
              <a:lnSpc>
                <a:spcPts val="1500"/>
              </a:lnSpc>
              <a:spcBef>
                <a:spcPct val="50000"/>
              </a:spcBef>
            </a:pPr>
            <a:r>
              <a:rPr lang="en-US" altLang="zh-CN" b="1" dirty="0">
                <a:solidFill>
                  <a:srgbClr val="7030A0"/>
                </a:solidFill>
                <a:latin typeface="Times New Roman" panose="02020503050405090304" pitchFamily="18" charset="0"/>
              </a:rPr>
              <a:t>return ( -1);</a:t>
            </a:r>
            <a:endParaRPr lang="en-US" altLang="zh-CN" b="1" dirty="0">
              <a:solidFill>
                <a:srgbClr val="7030A0"/>
              </a:solidFill>
              <a:latin typeface="Times New Roman" panose="02020503050405090304" pitchFamily="18" charset="0"/>
            </a:endParaRPr>
          </a:p>
          <a:p>
            <a:pPr algn="just">
              <a:lnSpc>
                <a:spcPts val="1500"/>
              </a:lnSpc>
              <a:spcBef>
                <a:spcPct val="50000"/>
              </a:spcBef>
            </a:pPr>
            <a:r>
              <a:rPr lang="en-US" altLang="zh-CN" b="1" dirty="0">
                <a:solidFill>
                  <a:srgbClr val="7030A0"/>
                </a:solidFill>
                <a:latin typeface="Times New Roman" panose="02020503050405090304" pitchFamily="18" charset="0"/>
              </a:rPr>
              <a:t>}</a:t>
            </a:r>
            <a:endParaRPr lang="en-US" altLang="zh-CN" sz="1600" b="1" dirty="0">
              <a:solidFill>
                <a:srgbClr val="7030A0"/>
              </a:solidFill>
              <a:latin typeface="Times New Roman" panose="02020503050405090304" pitchFamily="18" charset="0"/>
            </a:endParaRPr>
          </a:p>
        </p:txBody>
      </p:sp>
      <p:sp>
        <p:nvSpPr>
          <p:cNvPr id="7" name="AutoShape 34"/>
          <p:cNvSpPr>
            <a:spLocks noChangeArrowheads="1"/>
          </p:cNvSpPr>
          <p:nvPr/>
        </p:nvSpPr>
        <p:spPr bwMode="auto">
          <a:xfrm>
            <a:off x="5087888" y="1268760"/>
            <a:ext cx="3168352" cy="825500"/>
          </a:xfrm>
          <a:prstGeom prst="wedgeRoundRectCallout">
            <a:avLst>
              <a:gd name="adj1" fmla="val -49950"/>
              <a:gd name="adj2" fmla="val 104742"/>
              <a:gd name="adj3" fmla="val 16667"/>
            </a:avLst>
          </a:prstGeom>
          <a:solidFill>
            <a:schemeClr val="accent1"/>
          </a:solidFill>
          <a:ln w="9525">
            <a:solidFill>
              <a:schemeClr val="tx1"/>
            </a:solidFill>
            <a:miter lim="800000"/>
          </a:ln>
        </p:spPr>
        <p:txBody>
          <a:bodyPr/>
          <a:lstStyle/>
          <a:p>
            <a:pPr algn="ctr"/>
            <a:r>
              <a:rPr lang="zh-CN" altLang="en-US" b="1" dirty="0">
                <a:solidFill>
                  <a:srgbClr val="FF0000"/>
                </a:solidFill>
              </a:rPr>
              <a:t>当</a:t>
            </a:r>
            <a:r>
              <a:rPr lang="en-US" altLang="zh-CN" b="1" dirty="0">
                <a:solidFill>
                  <a:srgbClr val="FF0000"/>
                </a:solidFill>
              </a:rPr>
              <a:t>s</a:t>
            </a:r>
            <a:r>
              <a:rPr lang="zh-CN" altLang="en-US" b="1" dirty="0">
                <a:solidFill>
                  <a:srgbClr val="FF0000"/>
                </a:solidFill>
              </a:rPr>
              <a:t>中剩余字符数小于</a:t>
            </a:r>
            <a:r>
              <a:rPr lang="en-US" altLang="zh-CN" b="1" dirty="0">
                <a:solidFill>
                  <a:srgbClr val="FF0000"/>
                </a:solidFill>
              </a:rPr>
              <a:t>t</a:t>
            </a:r>
            <a:r>
              <a:rPr lang="zh-CN" altLang="en-US" b="1" dirty="0">
                <a:solidFill>
                  <a:srgbClr val="FF0000"/>
                </a:solidFill>
              </a:rPr>
              <a:t>中字符数时，停止查找</a:t>
            </a:r>
            <a:endParaRPr lang="zh-CN" altLang="en-US" b="1" dirty="0">
              <a:solidFill>
                <a:srgbClr val="FF0000"/>
              </a:solidFill>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10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75"/>
          <p:cNvGrpSpPr/>
          <p:nvPr/>
        </p:nvGrpSpPr>
        <p:grpSpPr bwMode="auto">
          <a:xfrm>
            <a:off x="1541812" y="1844675"/>
            <a:ext cx="9053320" cy="2446338"/>
            <a:chOff x="303" y="638"/>
            <a:chExt cx="4981" cy="1128"/>
          </a:xfrm>
        </p:grpSpPr>
        <p:sp>
          <p:nvSpPr>
            <p:cNvPr id="38921" name="Freeform 76"/>
            <p:cNvSpPr/>
            <p:nvPr/>
          </p:nvSpPr>
          <p:spPr bwMode="auto">
            <a:xfrm>
              <a:off x="303" y="638"/>
              <a:ext cx="4981" cy="1128"/>
            </a:xfrm>
            <a:custGeom>
              <a:avLst/>
              <a:gdLst>
                <a:gd name="T0" fmla="*/ 186 w 5116"/>
                <a:gd name="T1" fmla="*/ 0 h 2432"/>
                <a:gd name="T2" fmla="*/ 615 w 5116"/>
                <a:gd name="T3" fmla="*/ 0 h 2432"/>
                <a:gd name="T4" fmla="*/ 2157 w 5116"/>
                <a:gd name="T5" fmla="*/ 0 h 2432"/>
                <a:gd name="T6" fmla="*/ 3232 w 5116"/>
                <a:gd name="T7" fmla="*/ 0 h 2432"/>
                <a:gd name="T8" fmla="*/ 3813 w 5116"/>
                <a:gd name="T9" fmla="*/ 0 h 2432"/>
                <a:gd name="T10" fmla="*/ 3770 w 5116"/>
                <a:gd name="T11" fmla="*/ 0 h 2432"/>
                <a:gd name="T12" fmla="*/ 3762 w 5116"/>
                <a:gd name="T13" fmla="*/ 0 h 2432"/>
                <a:gd name="T14" fmla="*/ 3756 w 5116"/>
                <a:gd name="T15" fmla="*/ 0 h 2432"/>
                <a:gd name="T16" fmla="*/ 3696 w 5116"/>
                <a:gd name="T17" fmla="*/ 0 h 2432"/>
                <a:gd name="T18" fmla="*/ 3656 w 5116"/>
                <a:gd name="T19" fmla="*/ 0 h 2432"/>
                <a:gd name="T20" fmla="*/ 3332 w 5116"/>
                <a:gd name="T21" fmla="*/ 0 h 2432"/>
                <a:gd name="T22" fmla="*/ 3075 w 5116"/>
                <a:gd name="T23" fmla="*/ 0 h 2432"/>
                <a:gd name="T24" fmla="*/ 1014 w 5116"/>
                <a:gd name="T25" fmla="*/ 0 h 2432"/>
                <a:gd name="T26" fmla="*/ 186 w 5116"/>
                <a:gd name="T27" fmla="*/ 0 h 2432"/>
                <a:gd name="T28" fmla="*/ 86 w 5116"/>
                <a:gd name="T29" fmla="*/ 0 h 2432"/>
                <a:gd name="T30" fmla="*/ 111 w 5116"/>
                <a:gd name="T31" fmla="*/ 0 h 2432"/>
                <a:gd name="T32" fmla="*/ 72 w 5116"/>
                <a:gd name="T33" fmla="*/ 0 h 2432"/>
                <a:gd name="T34" fmla="*/ 79 w 5116"/>
                <a:gd name="T35" fmla="*/ 0 h 2432"/>
                <a:gd name="T36" fmla="*/ 94 w 5116"/>
                <a:gd name="T37" fmla="*/ 0 h 2432"/>
                <a:gd name="T38" fmla="*/ 127 w 5116"/>
                <a:gd name="T39" fmla="*/ 0 h 2432"/>
                <a:gd name="T40" fmla="*/ 186 w 5116"/>
                <a:gd name="T41" fmla="*/ 0 h 2432"/>
                <a:gd name="T42" fmla="*/ 302 w 5116"/>
                <a:gd name="T43" fmla="*/ 0 h 2432"/>
                <a:gd name="T44" fmla="*/ 240 w 5116"/>
                <a:gd name="T45" fmla="*/ 0 h 243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5116" h="2432">
                  <a:moveTo>
                    <a:pt x="249" y="78"/>
                  </a:moveTo>
                  <a:cubicBezTo>
                    <a:pt x="382" y="45"/>
                    <a:pt x="763" y="69"/>
                    <a:pt x="827" y="67"/>
                  </a:cubicBezTo>
                  <a:cubicBezTo>
                    <a:pt x="1516" y="51"/>
                    <a:pt x="2205" y="48"/>
                    <a:pt x="2894" y="34"/>
                  </a:cubicBezTo>
                  <a:cubicBezTo>
                    <a:pt x="3374" y="48"/>
                    <a:pt x="3860" y="76"/>
                    <a:pt x="4338" y="23"/>
                  </a:cubicBezTo>
                  <a:cubicBezTo>
                    <a:pt x="4597" y="35"/>
                    <a:pt x="4861" y="27"/>
                    <a:pt x="5116" y="78"/>
                  </a:cubicBezTo>
                  <a:cubicBezTo>
                    <a:pt x="5105" y="195"/>
                    <a:pt x="5089" y="319"/>
                    <a:pt x="5061" y="434"/>
                  </a:cubicBezTo>
                  <a:cubicBezTo>
                    <a:pt x="5028" y="965"/>
                    <a:pt x="5041" y="882"/>
                    <a:pt x="5050" y="1789"/>
                  </a:cubicBezTo>
                  <a:cubicBezTo>
                    <a:pt x="5046" y="1959"/>
                    <a:pt x="5068" y="2132"/>
                    <a:pt x="5039" y="2300"/>
                  </a:cubicBezTo>
                  <a:cubicBezTo>
                    <a:pt x="5035" y="2326"/>
                    <a:pt x="4987" y="2307"/>
                    <a:pt x="4961" y="2311"/>
                  </a:cubicBezTo>
                  <a:cubicBezTo>
                    <a:pt x="4942" y="2314"/>
                    <a:pt x="4924" y="2320"/>
                    <a:pt x="4905" y="2322"/>
                  </a:cubicBezTo>
                  <a:cubicBezTo>
                    <a:pt x="4762" y="2337"/>
                    <a:pt x="4616" y="2346"/>
                    <a:pt x="4472" y="2356"/>
                  </a:cubicBezTo>
                  <a:cubicBezTo>
                    <a:pt x="4357" y="2375"/>
                    <a:pt x="4243" y="2381"/>
                    <a:pt x="4127" y="2389"/>
                  </a:cubicBezTo>
                  <a:cubicBezTo>
                    <a:pt x="3127" y="2385"/>
                    <a:pt x="2288" y="2432"/>
                    <a:pt x="1360" y="2356"/>
                  </a:cubicBezTo>
                  <a:cubicBezTo>
                    <a:pt x="990" y="2360"/>
                    <a:pt x="619" y="2371"/>
                    <a:pt x="249" y="2367"/>
                  </a:cubicBezTo>
                  <a:cubicBezTo>
                    <a:pt x="172" y="2366"/>
                    <a:pt x="143" y="2189"/>
                    <a:pt x="116" y="2134"/>
                  </a:cubicBezTo>
                  <a:cubicBezTo>
                    <a:pt x="97" y="2017"/>
                    <a:pt x="0" y="1793"/>
                    <a:pt x="149" y="1756"/>
                  </a:cubicBezTo>
                  <a:cubicBezTo>
                    <a:pt x="130" y="1660"/>
                    <a:pt x="118" y="1562"/>
                    <a:pt x="94" y="1467"/>
                  </a:cubicBezTo>
                  <a:cubicBezTo>
                    <a:pt x="83" y="1352"/>
                    <a:pt x="68" y="1235"/>
                    <a:pt x="105" y="1122"/>
                  </a:cubicBezTo>
                  <a:cubicBezTo>
                    <a:pt x="112" y="781"/>
                    <a:pt x="106" y="440"/>
                    <a:pt x="127" y="100"/>
                  </a:cubicBezTo>
                  <a:cubicBezTo>
                    <a:pt x="128" y="84"/>
                    <a:pt x="159" y="90"/>
                    <a:pt x="171" y="78"/>
                  </a:cubicBezTo>
                  <a:cubicBezTo>
                    <a:pt x="202" y="47"/>
                    <a:pt x="197" y="17"/>
                    <a:pt x="249" y="0"/>
                  </a:cubicBezTo>
                  <a:cubicBezTo>
                    <a:pt x="296" y="33"/>
                    <a:pt x="343" y="78"/>
                    <a:pt x="405" y="78"/>
                  </a:cubicBezTo>
                  <a:lnTo>
                    <a:pt x="321" y="60"/>
                  </a:lnTo>
                </a:path>
              </a:pathLst>
            </a:custGeom>
            <a:solidFill>
              <a:srgbClr val="CDF5FF"/>
            </a:solidFill>
            <a:ln w="12700" cap="sq" cmpd="sng">
              <a:noFill/>
              <a:prstDash val="solid"/>
              <a:round/>
              <a:headEnd type="none" w="sm" len="sm"/>
              <a:tailEnd type="none" w="sm" len="sm"/>
            </a:ln>
            <a:effectLst>
              <a:outerShdw dist="179605" dir="2700000" algn="ctr" rotWithShape="0">
                <a:srgbClr val="B2B2B2"/>
              </a:outerShdw>
            </a:effectLst>
          </p:spPr>
          <p:txBody>
            <a:bodyPr wrap="none" anchor="ctr"/>
            <a:lstStyle/>
            <a:p>
              <a:endParaRPr lang="zh-CN" altLang="en-US"/>
            </a:p>
          </p:txBody>
        </p:sp>
        <p:sp>
          <p:nvSpPr>
            <p:cNvPr id="38922" name="Rectangle 77"/>
            <p:cNvSpPr>
              <a:spLocks noChangeArrowheads="1"/>
            </p:cNvSpPr>
            <p:nvPr/>
          </p:nvSpPr>
          <p:spPr bwMode="auto">
            <a:xfrm>
              <a:off x="935" y="727"/>
              <a:ext cx="4275" cy="930"/>
            </a:xfrm>
            <a:prstGeom prst="rect">
              <a:avLst/>
            </a:prstGeom>
            <a:noFill/>
            <a:ln w="12700" cap="sq">
              <a:noFill/>
              <a:miter lim="800000"/>
              <a:headEnd type="none" w="sm" len="sm"/>
              <a:tailEnd type="none" w="sm" len="sm"/>
            </a:ln>
          </p:spPr>
          <p:txBody>
            <a:bodyPr>
              <a:spAutoFit/>
            </a:bodyPr>
            <a:lstStyle/>
            <a:p>
              <a:pPr algn="l" eaLnBrk="1" hangingPunct="1">
                <a:lnSpc>
                  <a:spcPct val="125000"/>
                </a:lnSpc>
              </a:pPr>
              <a:r>
                <a:rPr kumimoji="1" lang="zh-CN" altLang="en-US" sz="2500" b="1" dirty="0">
                  <a:solidFill>
                    <a:srgbClr val="003296"/>
                  </a:solidFill>
                  <a:latin typeface="幼圆" pitchFamily="49" charset="-122"/>
                  <a:ea typeface="幼圆" pitchFamily="49" charset="-122"/>
                </a:rPr>
                <a:t>字符串的匹配。给定一个</a:t>
              </a:r>
              <a:r>
                <a:rPr kumimoji="1" lang="zh-CN" altLang="en-US" sz="2500" b="1" dirty="0">
                  <a:solidFill>
                    <a:srgbClr val="FF0000"/>
                  </a:solidFill>
                  <a:latin typeface="幼圆" pitchFamily="49" charset="-122"/>
                  <a:ea typeface="幼圆" pitchFamily="49" charset="-122"/>
                </a:rPr>
                <a:t>主字符串</a:t>
              </a:r>
              <a:r>
                <a:rPr kumimoji="1" lang="en-US" altLang="zh-CN" sz="2500" b="1" dirty="0">
                  <a:solidFill>
                    <a:srgbClr val="FF0000"/>
                  </a:solidFill>
                  <a:latin typeface="幼圆" pitchFamily="49" charset="-122"/>
                  <a:ea typeface="幼圆" pitchFamily="49" charset="-122"/>
                </a:rPr>
                <a:t>S</a:t>
              </a:r>
              <a:r>
                <a:rPr kumimoji="1" lang="zh-CN" altLang="en-US" sz="2500" b="1" dirty="0">
                  <a:solidFill>
                    <a:srgbClr val="003296"/>
                  </a:solidFill>
                  <a:latin typeface="幼圆" pitchFamily="49" charset="-122"/>
                  <a:ea typeface="幼圆" pitchFamily="49" charset="-122"/>
                </a:rPr>
                <a:t>和一个</a:t>
              </a:r>
              <a:r>
                <a:rPr kumimoji="1" lang="zh-CN" altLang="en-US" sz="2500" b="1" dirty="0">
                  <a:solidFill>
                    <a:srgbClr val="FF0000"/>
                  </a:solidFill>
                  <a:latin typeface="幼圆" pitchFamily="49" charset="-122"/>
                  <a:ea typeface="幼圆" pitchFamily="49" charset="-122"/>
                </a:rPr>
                <a:t>子串</a:t>
              </a:r>
              <a:r>
                <a:rPr kumimoji="1" lang="en-US" altLang="zh-CN" sz="2500" b="1" dirty="0">
                  <a:solidFill>
                    <a:srgbClr val="FF0000"/>
                  </a:solidFill>
                  <a:latin typeface="幼圆" pitchFamily="49" charset="-122"/>
                  <a:ea typeface="幼圆" pitchFamily="49" charset="-122"/>
                </a:rPr>
                <a:t>T(</a:t>
              </a:r>
              <a:r>
                <a:rPr kumimoji="1" lang="zh-CN" altLang="en-US" sz="2500" b="1" dirty="0">
                  <a:solidFill>
                    <a:srgbClr val="FF0000"/>
                  </a:solidFill>
                  <a:latin typeface="幼圆" pitchFamily="49" charset="-122"/>
                  <a:ea typeface="幼圆" pitchFamily="49" charset="-122"/>
                </a:rPr>
                <a:t>又称模式串</a:t>
              </a:r>
              <a:r>
                <a:rPr kumimoji="1" lang="en-US" altLang="zh-CN" sz="2500" b="1" dirty="0">
                  <a:solidFill>
                    <a:srgbClr val="FF0000"/>
                  </a:solidFill>
                  <a:latin typeface="幼圆" pitchFamily="49" charset="-122"/>
                  <a:ea typeface="幼圆" pitchFamily="49" charset="-122"/>
                </a:rPr>
                <a:t>)</a:t>
              </a:r>
              <a:r>
                <a:rPr kumimoji="1" lang="zh-CN" altLang="en-US" sz="2500" b="1" dirty="0">
                  <a:solidFill>
                    <a:srgbClr val="003296"/>
                  </a:solidFill>
                  <a:latin typeface="幼圆" pitchFamily="49" charset="-122"/>
                  <a:ea typeface="幼圆" pitchFamily="49" charset="-122"/>
                </a:rPr>
                <a:t>，长度分别为</a:t>
              </a:r>
              <a:r>
                <a:rPr kumimoji="1" lang="en-US" altLang="zh-CN" sz="2500" b="1" dirty="0">
                  <a:solidFill>
                    <a:srgbClr val="003296"/>
                  </a:solidFill>
                  <a:latin typeface="幼圆" pitchFamily="49" charset="-122"/>
                  <a:ea typeface="幼圆" pitchFamily="49" charset="-122"/>
                </a:rPr>
                <a:t>n</a:t>
              </a:r>
              <a:r>
                <a:rPr kumimoji="1" lang="zh-CN" altLang="en-US" sz="2500" b="1" dirty="0">
                  <a:solidFill>
                    <a:srgbClr val="003296"/>
                  </a:solidFill>
                  <a:latin typeface="幼圆" pitchFamily="49" charset="-122"/>
                  <a:ea typeface="幼圆" pitchFamily="49" charset="-122"/>
                </a:rPr>
                <a:t>和</a:t>
              </a:r>
              <a:r>
                <a:rPr kumimoji="1" lang="en-US" altLang="zh-CN" sz="2500" b="1" dirty="0">
                  <a:solidFill>
                    <a:srgbClr val="003296"/>
                  </a:solidFill>
                  <a:latin typeface="幼圆" pitchFamily="49" charset="-122"/>
                  <a:ea typeface="幼圆" pitchFamily="49" charset="-122"/>
                </a:rPr>
                <a:t>m</a:t>
              </a:r>
              <a:r>
                <a:rPr kumimoji="1" lang="zh-CN" altLang="en-US" sz="2500" b="1" dirty="0">
                  <a:solidFill>
                    <a:srgbClr val="003296"/>
                  </a:solidFill>
                  <a:latin typeface="幼圆" pitchFamily="49" charset="-122"/>
                  <a:ea typeface="幼圆" pitchFamily="49" charset="-122"/>
                </a:rPr>
                <a:t>。若在主串</a:t>
              </a:r>
              <a:r>
                <a:rPr kumimoji="1" lang="en-US" altLang="zh-CN" sz="2500" b="1" dirty="0">
                  <a:solidFill>
                    <a:srgbClr val="003296"/>
                  </a:solidFill>
                  <a:latin typeface="幼圆" pitchFamily="49" charset="-122"/>
                  <a:ea typeface="幼圆" pitchFamily="49" charset="-122"/>
                </a:rPr>
                <a:t>S</a:t>
              </a:r>
              <a:r>
                <a:rPr kumimoji="1" lang="zh-CN" altLang="en-US" sz="2500" b="1" dirty="0">
                  <a:solidFill>
                    <a:srgbClr val="003296"/>
                  </a:solidFill>
                  <a:latin typeface="幼圆" pitchFamily="49" charset="-122"/>
                  <a:ea typeface="幼圆" pitchFamily="49" charset="-122"/>
                </a:rPr>
                <a:t>中找到一个与子串</a:t>
              </a:r>
              <a:r>
                <a:rPr kumimoji="1" lang="en-US" altLang="zh-CN" sz="2500" b="1" dirty="0">
                  <a:solidFill>
                    <a:srgbClr val="003296"/>
                  </a:solidFill>
                  <a:latin typeface="幼圆" pitchFamily="49" charset="-122"/>
                  <a:ea typeface="幼圆" pitchFamily="49" charset="-122"/>
                </a:rPr>
                <a:t>T</a:t>
              </a:r>
              <a:r>
                <a:rPr kumimoji="1" lang="zh-CN" altLang="en-US" sz="2500" b="1" dirty="0">
                  <a:solidFill>
                    <a:srgbClr val="003296"/>
                  </a:solidFill>
                  <a:latin typeface="幼圆" pitchFamily="49" charset="-122"/>
                  <a:ea typeface="幼圆" pitchFamily="49" charset="-122"/>
                </a:rPr>
                <a:t>相等的子串，则返回</a:t>
              </a:r>
              <a:r>
                <a:rPr kumimoji="1" lang="en-US" altLang="zh-CN" sz="2500" b="1" dirty="0">
                  <a:solidFill>
                    <a:srgbClr val="003296"/>
                  </a:solidFill>
                  <a:latin typeface="幼圆" pitchFamily="49" charset="-122"/>
                  <a:ea typeface="幼圆" pitchFamily="49" charset="-122"/>
                </a:rPr>
                <a:t>T</a:t>
              </a:r>
              <a:r>
                <a:rPr kumimoji="1" lang="zh-CN" altLang="en-US" sz="2500" b="1" dirty="0">
                  <a:solidFill>
                    <a:srgbClr val="003296"/>
                  </a:solidFill>
                  <a:latin typeface="幼圆" pitchFamily="49" charset="-122"/>
                  <a:ea typeface="幼圆" pitchFamily="49" charset="-122"/>
                </a:rPr>
                <a:t>的第一个字符在主串中的位置序号。</a:t>
              </a:r>
              <a:endParaRPr kumimoji="1" lang="zh-CN" altLang="en-US" sz="2500" b="1" dirty="0">
                <a:solidFill>
                  <a:srgbClr val="003296"/>
                </a:solidFill>
                <a:latin typeface="幼圆" pitchFamily="49" charset="-122"/>
                <a:ea typeface="幼圆" pitchFamily="49" charset="-122"/>
              </a:endParaRPr>
            </a:p>
          </p:txBody>
        </p:sp>
        <p:sp>
          <p:nvSpPr>
            <p:cNvPr id="38923" name="Rectangle 78"/>
            <p:cNvSpPr>
              <a:spLocks noChangeArrowheads="1"/>
            </p:cNvSpPr>
            <p:nvPr/>
          </p:nvSpPr>
          <p:spPr bwMode="auto">
            <a:xfrm>
              <a:off x="442" y="722"/>
              <a:ext cx="697" cy="241"/>
            </a:xfrm>
            <a:prstGeom prst="rect">
              <a:avLst/>
            </a:prstGeom>
            <a:noFill/>
            <a:ln w="12700" cap="sq">
              <a:noFill/>
              <a:miter lim="800000"/>
              <a:headEnd type="none" w="sm" len="sm"/>
              <a:tailEnd type="none" w="sm" len="sm"/>
            </a:ln>
            <a:effectLst>
              <a:outerShdw dist="17961" dir="2700000" algn="ctr" rotWithShape="0">
                <a:srgbClr val="000000"/>
              </a:outerShdw>
            </a:effectLst>
          </p:spPr>
          <p:txBody>
            <a:bodyPr wrap="none">
              <a:spAutoFit/>
            </a:bodyPr>
            <a:lstStyle/>
            <a:p>
              <a:pPr algn="l" eaLnBrk="1" hangingPunct="1"/>
              <a:r>
                <a:rPr kumimoji="1" lang="zh-CN" altLang="en-US" sz="2800" b="1">
                  <a:solidFill>
                    <a:srgbClr val="FF3300"/>
                  </a:solidFill>
                  <a:latin typeface="黑体" panose="02010609060101010101" pitchFamily="2" charset="-122"/>
                  <a:ea typeface="黑体" panose="02010609060101010101" pitchFamily="2" charset="-122"/>
                </a:rPr>
                <a:t>功能：</a:t>
              </a:r>
              <a:endParaRPr kumimoji="1" lang="zh-CN" altLang="en-US" sz="2800" b="1">
                <a:solidFill>
                  <a:srgbClr val="FF3300"/>
                </a:solidFill>
                <a:latin typeface="黑体" panose="02010609060101010101" pitchFamily="2" charset="-122"/>
                <a:ea typeface="黑体" panose="02010609060101010101" pitchFamily="2" charset="-122"/>
              </a:endParaRPr>
            </a:p>
          </p:txBody>
        </p:sp>
      </p:grpSp>
      <p:grpSp>
        <p:nvGrpSpPr>
          <p:cNvPr id="3" name="Group 2"/>
          <p:cNvGrpSpPr/>
          <p:nvPr/>
        </p:nvGrpSpPr>
        <p:grpSpPr bwMode="auto">
          <a:xfrm>
            <a:off x="1343472" y="120891"/>
            <a:ext cx="8825004" cy="677863"/>
            <a:chOff x="288" y="432"/>
            <a:chExt cx="1920" cy="427"/>
          </a:xfrm>
        </p:grpSpPr>
        <p:sp>
          <p:nvSpPr>
            <p:cNvPr id="38919" name="AutoShape 3"/>
            <p:cNvSpPr>
              <a:spLocks noChangeArrowheads="1"/>
            </p:cNvSpPr>
            <p:nvPr/>
          </p:nvSpPr>
          <p:spPr bwMode="auto">
            <a:xfrm>
              <a:off x="288" y="432"/>
              <a:ext cx="1920" cy="427"/>
            </a:xfrm>
            <a:prstGeom prst="cloudCallout">
              <a:avLst>
                <a:gd name="adj1" fmla="val -18074"/>
                <a:gd name="adj2" fmla="val 30796"/>
              </a:avLst>
            </a:prstGeom>
            <a:solidFill>
              <a:srgbClr val="FFFFD9"/>
            </a:solidFill>
            <a:ln w="12700" cap="sq">
              <a:noFill/>
              <a:round/>
              <a:headEnd type="none" w="sm" len="sm"/>
              <a:tailEnd type="none" w="sm" len="sm"/>
            </a:ln>
            <a:effectLst>
              <a:outerShdw dist="130755" dir="1743276" algn="ctr" rotWithShape="0">
                <a:srgbClr val="B2B2B2"/>
              </a:outerShdw>
            </a:effectLst>
          </p:spPr>
          <p:txBody>
            <a:bodyPr wrap="none" anchor="ctr"/>
            <a:lstStyle/>
            <a:p>
              <a:pPr eaLnBrk="1" hangingPunct="1"/>
              <a:endParaRPr kumimoji="1" lang="zh-CN" altLang="zh-CN" sz="2400"/>
            </a:p>
          </p:txBody>
        </p:sp>
        <p:sp>
          <p:nvSpPr>
            <p:cNvPr id="38920" name="Text Box 4"/>
            <p:cNvSpPr txBox="1">
              <a:spLocks noChangeArrowheads="1"/>
            </p:cNvSpPr>
            <p:nvPr/>
          </p:nvSpPr>
          <p:spPr bwMode="auto">
            <a:xfrm>
              <a:off x="289" y="435"/>
              <a:ext cx="1917" cy="330"/>
            </a:xfrm>
            <a:prstGeom prst="rect">
              <a:avLst/>
            </a:prstGeom>
            <a:noFill/>
            <a:ln w="12700" cap="sq">
              <a:noFill/>
              <a:miter lim="800000"/>
              <a:headEnd type="none" w="sm" len="sm"/>
              <a:tailEnd type="none" w="sm" len="sm"/>
            </a:ln>
            <a:effectLst>
              <a:outerShdw dist="17961" dir="2700000" algn="ctr" rotWithShape="0">
                <a:srgbClr val="000000">
                  <a:alpha val="50000"/>
                </a:srgbClr>
              </a:outerShdw>
            </a:effectLst>
          </p:spPr>
          <p:txBody>
            <a:bodyPr wrap="square">
              <a:spAutoFit/>
            </a:bodyPr>
            <a:lstStyle/>
            <a:p>
              <a:pPr algn="l" eaLnBrk="1" hangingPunct="1"/>
              <a:r>
                <a:rPr kumimoji="1" lang="zh-CN" altLang="en-US" sz="2800" b="1" dirty="0">
                  <a:solidFill>
                    <a:srgbClr val="FF3300"/>
                  </a:solidFill>
                  <a:latin typeface="黑体" panose="02010609060101010101" pitchFamily="2" charset="-122"/>
                  <a:ea typeface="黑体" panose="02010609060101010101" pitchFamily="2" charset="-122"/>
                </a:rPr>
                <a:t>模式匹配的</a:t>
              </a:r>
              <a:r>
                <a:rPr kumimoji="1" lang="en-US" altLang="zh-CN" sz="2800" b="1" dirty="0">
                  <a:solidFill>
                    <a:srgbClr val="FF3300"/>
                  </a:solidFill>
                  <a:latin typeface="黑体" panose="02010609060101010101" pitchFamily="2" charset="-122"/>
                  <a:ea typeface="黑体" panose="02010609060101010101" pitchFamily="2" charset="-122"/>
                </a:rPr>
                <a:t>KMP(Knuth-Morris-Pratt)</a:t>
              </a:r>
              <a:r>
                <a:rPr kumimoji="1" lang="zh-CN" altLang="en-US" sz="2800" b="1" dirty="0">
                  <a:solidFill>
                    <a:srgbClr val="FF3300"/>
                  </a:solidFill>
                  <a:latin typeface="黑体" panose="02010609060101010101" pitchFamily="2" charset="-122"/>
                  <a:ea typeface="黑体" panose="02010609060101010101" pitchFamily="2" charset="-122"/>
                </a:rPr>
                <a:t>算法</a:t>
              </a:r>
              <a:endParaRPr kumimoji="1" lang="zh-CN" altLang="en-US" sz="2800" b="1" dirty="0">
                <a:solidFill>
                  <a:srgbClr val="FF3300"/>
                </a:solidFill>
                <a:latin typeface="黑体" panose="02010609060101010101" pitchFamily="2" charset="-122"/>
                <a:ea typeface="黑体" panose="02010609060101010101" pitchFamily="2" charset="-122"/>
              </a:endParaRPr>
            </a:p>
          </p:txBody>
        </p:sp>
      </p:grpSp>
      <p:grpSp>
        <p:nvGrpSpPr>
          <p:cNvPr id="5" name="组合 4"/>
          <p:cNvGrpSpPr/>
          <p:nvPr/>
        </p:nvGrpSpPr>
        <p:grpSpPr bwMode="auto">
          <a:xfrm>
            <a:off x="2335254" y="4754565"/>
            <a:ext cx="6938118" cy="923330"/>
            <a:chOff x="1132189" y="1162462"/>
            <a:chExt cx="5078669" cy="300986"/>
          </a:xfrm>
        </p:grpSpPr>
        <p:sp>
          <p:nvSpPr>
            <p:cNvPr id="38917" name="TextBox 2"/>
            <p:cNvSpPr txBox="1">
              <a:spLocks noChangeArrowheads="1"/>
            </p:cNvSpPr>
            <p:nvPr/>
          </p:nvSpPr>
          <p:spPr bwMode="auto">
            <a:xfrm>
              <a:off x="1132189" y="1162462"/>
              <a:ext cx="5078669" cy="300986"/>
            </a:xfrm>
            <a:prstGeom prst="rect">
              <a:avLst/>
            </a:prstGeom>
            <a:noFill/>
            <a:ln w="9525">
              <a:noFill/>
              <a:miter lim="800000"/>
            </a:ln>
          </p:spPr>
          <p:txBody>
            <a:bodyPr wrap="none">
              <a:spAutoFit/>
            </a:bodyPr>
            <a:lstStyle/>
            <a:p>
              <a:r>
                <a:rPr lang="en-US" altLang="zh-CN" sz="5400" b="1">
                  <a:solidFill>
                    <a:srgbClr val="000066"/>
                  </a:solidFill>
                </a:rPr>
                <a:t>O(n*m)                  O(n+m)</a:t>
              </a:r>
              <a:endParaRPr lang="zh-CN" altLang="en-US" sz="5400" b="1">
                <a:solidFill>
                  <a:srgbClr val="000066"/>
                </a:solidFill>
              </a:endParaRPr>
            </a:p>
          </p:txBody>
        </p:sp>
        <p:sp>
          <p:nvSpPr>
            <p:cNvPr id="4" name="右箭头 3"/>
            <p:cNvSpPr/>
            <p:nvPr/>
          </p:nvSpPr>
          <p:spPr bwMode="auto">
            <a:xfrm>
              <a:off x="3761174" y="1226113"/>
              <a:ext cx="689842" cy="222521"/>
            </a:xfrm>
            <a:prstGeom prst="rightArrow">
              <a:avLst/>
            </a:prstGeom>
            <a:solidFill>
              <a:srgbClr val="FF0000"/>
            </a:solidFill>
            <a:ln w="12700" cap="sq" cmpd="sng" algn="ctr">
              <a:solidFill>
                <a:schemeClr val="bg1">
                  <a:lumMod val="85000"/>
                  <a:lumOff val="15000"/>
                </a:schemeClr>
              </a:solidFill>
              <a:prstDash val="solid"/>
              <a:round/>
              <a:headEnd type="none" w="sm" len="sm"/>
              <a:tailEnd type="none" w="sm" len="sm"/>
            </a:ln>
            <a:effectLst/>
          </p:spPr>
          <p:txBody>
            <a:bodyPr/>
            <a:lstStyle/>
            <a:p>
              <a:pPr algn="l">
                <a:defRPr/>
              </a:pPr>
              <a:endParaRPr lang="zh-CN" altLang="en-US" sz="3700">
                <a:solidFill>
                  <a:schemeClr val="bg1"/>
                </a:solidFill>
                <a:effectDag name="">
                  <a:cont type="tree" name="">
                    <a:effect ref="fillLine"/>
                    <a:outerShdw dist="38100" dir="13500000" algn="br">
                      <a:schemeClr val="bg1">
                        <a:lumMod val="200000"/>
                        <a:satMod val="200000"/>
                      </a:schemeClr>
                    </a:outerShdw>
                  </a:cont>
                  <a:cont type="tree" name="">
                    <a:effect ref="fillLine"/>
                    <a:outerShdw dist="38100" dir="2700000" algn="tl">
                      <a:schemeClr val="bg1">
                        <a:lumMod val="60000"/>
                        <a:satMod val="60000"/>
                      </a:schemeClr>
                    </a:outerShdw>
                  </a:cont>
                  <a:effect ref="fillLine"/>
                </a:effectDag>
                <a:ea typeface="黑体" panose="02010609060101010101" pitchFamily="2" charset="-122"/>
              </a:endParaRPr>
            </a:p>
          </p:txBody>
        </p:sp>
      </p:gr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55847" y="54905"/>
            <a:ext cx="10515600" cy="831627"/>
          </a:xfrm>
        </p:spPr>
        <p:txBody>
          <a:bodyPr/>
          <a:lstStyle/>
          <a:p>
            <a:r>
              <a:rPr lang="zh-CN" altLang="en-US" dirty="0"/>
              <a:t>朴素</a:t>
            </a:r>
            <a:r>
              <a:rPr lang="en-US" altLang="zh-CN" dirty="0"/>
              <a:t>(</a:t>
            </a:r>
            <a:r>
              <a:rPr kumimoji="1" lang="en-US" altLang="zh-CN" dirty="0">
                <a:solidFill>
                  <a:srgbClr val="002060"/>
                </a:solidFill>
                <a:latin typeface="楷体_GB2312" panose="02010609030101010101" pitchFamily="49" charset="-122"/>
                <a:ea typeface="楷体_GB2312" panose="02010609030101010101" pitchFamily="49" charset="-122"/>
              </a:rPr>
              <a:t>Brute-Force</a:t>
            </a:r>
            <a:r>
              <a:rPr lang="en-US" altLang="zh-CN" dirty="0"/>
              <a:t>)</a:t>
            </a:r>
            <a:r>
              <a:rPr lang="zh-CN" altLang="en-US" dirty="0"/>
              <a:t>字符串匹配算法</a:t>
            </a:r>
            <a:r>
              <a:rPr lang="en-US" altLang="zh-CN" dirty="0"/>
              <a:t>C</a:t>
            </a:r>
            <a:r>
              <a:rPr lang="zh-CN" altLang="en-US" dirty="0"/>
              <a:t>实现</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4" name="Rectangle 4"/>
          <p:cNvSpPr>
            <a:spLocks noChangeArrowheads="1"/>
          </p:cNvSpPr>
          <p:nvPr/>
        </p:nvSpPr>
        <p:spPr bwMode="auto">
          <a:xfrm>
            <a:off x="1524000" y="950915"/>
            <a:ext cx="9144000" cy="5706177"/>
          </a:xfrm>
          <a:prstGeom prst="rect">
            <a:avLst/>
          </a:prstGeom>
          <a:solidFill>
            <a:srgbClr val="002060"/>
          </a:solidFill>
          <a:ln w="9525">
            <a:noFill/>
            <a:miter lim="800000"/>
          </a:ln>
          <a:effectLst/>
        </p:spPr>
        <p:txBody>
          <a:bodyPr wrap="square">
            <a:spAutoFit/>
          </a:bodyPr>
          <a:lstStyle/>
          <a:p>
            <a:pPr algn="l" eaLnBrk="1" hangingPunct="1">
              <a:lnSpc>
                <a:spcPct val="80000"/>
              </a:lnSpc>
            </a:pPr>
            <a:r>
              <a:rPr kumimoji="1" lang="en-US" altLang="zh-CN" sz="2400" b="1" dirty="0" err="1">
                <a:solidFill>
                  <a:srgbClr val="FFFFFF"/>
                </a:solidFill>
              </a:rPr>
              <a:t>int</a:t>
            </a:r>
            <a:r>
              <a:rPr kumimoji="1" lang="en-US" altLang="zh-CN" sz="2400" b="1" dirty="0">
                <a:solidFill>
                  <a:srgbClr val="FFFFFF"/>
                </a:solidFill>
              </a:rPr>
              <a:t> </a:t>
            </a:r>
            <a:r>
              <a:rPr kumimoji="1" lang="en-US" altLang="zh-CN" sz="2400" b="1" dirty="0">
                <a:solidFill>
                  <a:srgbClr val="FF9900"/>
                </a:solidFill>
              </a:rPr>
              <a:t>index</a:t>
            </a:r>
            <a:r>
              <a:rPr kumimoji="1" lang="en-US" altLang="zh-CN" sz="2400" b="1" dirty="0">
                <a:solidFill>
                  <a:srgbClr val="FFFFFF"/>
                </a:solidFill>
              </a:rPr>
              <a:t>(char S[ ], char T[ ]) </a:t>
            </a:r>
            <a:endParaRPr kumimoji="1" lang="en-US" altLang="zh-CN" sz="2400" b="1" dirty="0">
              <a:solidFill>
                <a:srgbClr val="FFFFFF"/>
              </a:solidFill>
            </a:endParaRPr>
          </a:p>
          <a:p>
            <a:pPr algn="l" eaLnBrk="1" hangingPunct="1">
              <a:lnSpc>
                <a:spcPct val="80000"/>
              </a:lnSpc>
            </a:pPr>
            <a:r>
              <a:rPr kumimoji="1" lang="en-US" altLang="zh-CN" sz="2400" b="1" dirty="0">
                <a:solidFill>
                  <a:srgbClr val="FFFFFF"/>
                </a:solidFill>
              </a:rPr>
              <a:t>{</a:t>
            </a:r>
            <a:endParaRPr kumimoji="1" lang="en-US" altLang="zh-CN" sz="2400" b="1" dirty="0">
              <a:solidFill>
                <a:srgbClr val="FFFFFF"/>
              </a:solidFill>
            </a:endParaRPr>
          </a:p>
          <a:p>
            <a:pPr algn="l" eaLnBrk="1" hangingPunct="1">
              <a:lnSpc>
                <a:spcPct val="80000"/>
              </a:lnSpc>
            </a:pPr>
            <a:r>
              <a:rPr kumimoji="1" lang="en-US" altLang="zh-CN" sz="2400" b="1" dirty="0">
                <a:solidFill>
                  <a:srgbClr val="FFFFFF"/>
                </a:solidFill>
              </a:rPr>
              <a:t>     </a:t>
            </a:r>
            <a:r>
              <a:rPr kumimoji="1" lang="en-US" altLang="zh-CN" sz="2400" b="1" dirty="0" err="1">
                <a:solidFill>
                  <a:srgbClr val="FFFFFF"/>
                </a:solidFill>
              </a:rPr>
              <a:t>int</a:t>
            </a:r>
            <a:r>
              <a:rPr kumimoji="1" lang="en-US" altLang="zh-CN" sz="2400" b="1" dirty="0">
                <a:solidFill>
                  <a:srgbClr val="FFFFFF"/>
                </a:solidFill>
              </a:rPr>
              <a:t> </a:t>
            </a:r>
            <a:r>
              <a:rPr kumimoji="1" lang="en-US" altLang="zh-CN" sz="2400" b="1" dirty="0" err="1">
                <a:solidFill>
                  <a:srgbClr val="FFFFFF"/>
                </a:solidFill>
              </a:rPr>
              <a:t>i</a:t>
            </a:r>
            <a:r>
              <a:rPr kumimoji="1" lang="en-US" altLang="zh-CN" sz="2400" b="1" dirty="0">
                <a:solidFill>
                  <a:srgbClr val="FFFFFF"/>
                </a:solidFill>
              </a:rPr>
              <a:t> = 0,  j=0;</a:t>
            </a:r>
            <a:endParaRPr kumimoji="1" lang="en-US" altLang="zh-CN" sz="2400" b="1" dirty="0">
              <a:solidFill>
                <a:srgbClr val="FFFFFF"/>
              </a:solidFill>
            </a:endParaRPr>
          </a:p>
          <a:p>
            <a:pPr algn="l" eaLnBrk="1" hangingPunct="1">
              <a:lnSpc>
                <a:spcPct val="80000"/>
              </a:lnSpc>
            </a:pPr>
            <a:endParaRPr kumimoji="1" lang="en-US" altLang="zh-CN" sz="2400" b="1" dirty="0">
              <a:solidFill>
                <a:srgbClr val="FFFFFF"/>
              </a:solidFill>
            </a:endParaRPr>
          </a:p>
          <a:p>
            <a:pPr algn="l" eaLnBrk="1" hangingPunct="1">
              <a:lnSpc>
                <a:spcPct val="80000"/>
              </a:lnSpc>
            </a:pPr>
            <a:r>
              <a:rPr kumimoji="1" lang="en-US" altLang="zh-CN" sz="2400" b="1" dirty="0">
                <a:solidFill>
                  <a:srgbClr val="FFFFFF"/>
                </a:solidFill>
              </a:rPr>
              <a:t>     while ( S[</a:t>
            </a:r>
            <a:r>
              <a:rPr kumimoji="1" lang="en-US" altLang="zh-CN" sz="2400" b="1" dirty="0" err="1">
                <a:solidFill>
                  <a:srgbClr val="FFFFFF"/>
                </a:solidFill>
              </a:rPr>
              <a:t>i</a:t>
            </a:r>
            <a:r>
              <a:rPr kumimoji="1" lang="en-US" altLang="zh-CN" sz="2400" b="1" dirty="0">
                <a:solidFill>
                  <a:srgbClr val="FFFFFF"/>
                </a:solidFill>
              </a:rPr>
              <a:t>]!=‘\0’  &amp;&amp;  T[j]!=‘\0’) {</a:t>
            </a:r>
            <a:endParaRPr kumimoji="1" lang="en-US" altLang="zh-CN" sz="2400" b="1" dirty="0">
              <a:solidFill>
                <a:srgbClr val="FFFFFF"/>
              </a:solidFill>
            </a:endParaRPr>
          </a:p>
          <a:p>
            <a:pPr algn="l" eaLnBrk="1" hangingPunct="1">
              <a:lnSpc>
                <a:spcPct val="80000"/>
              </a:lnSpc>
            </a:pPr>
            <a:r>
              <a:rPr kumimoji="1" lang="en-US" altLang="zh-CN" sz="2400" b="1" dirty="0">
                <a:solidFill>
                  <a:srgbClr val="FFFFFF"/>
                </a:solidFill>
              </a:rPr>
              <a:t>         if (S [</a:t>
            </a:r>
            <a:r>
              <a:rPr kumimoji="1" lang="en-US" altLang="zh-CN" sz="2400" b="1" dirty="0" err="1">
                <a:solidFill>
                  <a:srgbClr val="FFFFFF"/>
                </a:solidFill>
              </a:rPr>
              <a:t>i</a:t>
            </a:r>
            <a:r>
              <a:rPr kumimoji="1" lang="en-US" altLang="zh-CN" sz="2400" b="1" dirty="0">
                <a:solidFill>
                  <a:srgbClr val="FFFFFF"/>
                </a:solidFill>
              </a:rPr>
              <a:t>] == T[j] ) {</a:t>
            </a:r>
            <a:endParaRPr kumimoji="1" lang="en-US" altLang="zh-CN" sz="2400" b="1" dirty="0">
              <a:solidFill>
                <a:srgbClr val="FFFFFF"/>
              </a:solidFill>
            </a:endParaRPr>
          </a:p>
          <a:p>
            <a:pPr algn="l" eaLnBrk="1" hangingPunct="1">
              <a:lnSpc>
                <a:spcPct val="80000"/>
              </a:lnSpc>
            </a:pPr>
            <a:r>
              <a:rPr kumimoji="1" lang="en-US" altLang="zh-CN" sz="2400" b="1" dirty="0">
                <a:solidFill>
                  <a:srgbClr val="FFFFFF"/>
                </a:solidFill>
              </a:rPr>
              <a:t>             </a:t>
            </a:r>
            <a:r>
              <a:rPr kumimoji="1" lang="en-US" altLang="zh-CN" sz="2400" b="1" dirty="0" err="1">
                <a:solidFill>
                  <a:srgbClr val="FFFFFF"/>
                </a:solidFill>
              </a:rPr>
              <a:t>i</a:t>
            </a:r>
            <a:r>
              <a:rPr kumimoji="1" lang="en-US" altLang="zh-CN" sz="2400" b="1" dirty="0">
                <a:solidFill>
                  <a:srgbClr val="FFFFFF"/>
                </a:solidFill>
              </a:rPr>
              <a:t>++;   </a:t>
            </a:r>
            <a:endParaRPr kumimoji="1" lang="en-US" altLang="zh-CN" sz="2400" b="1" dirty="0">
              <a:solidFill>
                <a:srgbClr val="FFFFFF"/>
              </a:solidFill>
            </a:endParaRPr>
          </a:p>
          <a:p>
            <a:pPr algn="l" eaLnBrk="1" hangingPunct="1">
              <a:lnSpc>
                <a:spcPct val="80000"/>
              </a:lnSpc>
            </a:pPr>
            <a:r>
              <a:rPr kumimoji="1" lang="en-US" altLang="zh-CN" sz="2400" b="1" dirty="0">
                <a:solidFill>
                  <a:srgbClr val="FFFFFF"/>
                </a:solidFill>
              </a:rPr>
              <a:t>             </a:t>
            </a:r>
            <a:r>
              <a:rPr kumimoji="1" lang="en-US" altLang="zh-CN" sz="2400" b="1" dirty="0" err="1">
                <a:solidFill>
                  <a:srgbClr val="FFFFFF"/>
                </a:solidFill>
              </a:rPr>
              <a:t>j++</a:t>
            </a:r>
            <a:r>
              <a:rPr kumimoji="1" lang="en-US" altLang="zh-CN" sz="2400" b="1" dirty="0">
                <a:solidFill>
                  <a:srgbClr val="FFFFFF"/>
                </a:solidFill>
              </a:rPr>
              <a:t> </a:t>
            </a:r>
            <a:endParaRPr kumimoji="1" lang="en-US" altLang="zh-CN" sz="2400" b="1" dirty="0">
              <a:solidFill>
                <a:srgbClr val="FFFFFF"/>
              </a:solidFill>
            </a:endParaRPr>
          </a:p>
          <a:p>
            <a:pPr algn="l" eaLnBrk="1" hangingPunct="1">
              <a:lnSpc>
                <a:spcPct val="80000"/>
              </a:lnSpc>
            </a:pPr>
            <a:r>
              <a:rPr kumimoji="1" lang="en-US" altLang="zh-CN" sz="2400" b="1" dirty="0">
                <a:solidFill>
                  <a:srgbClr val="FFFFFF"/>
                </a:solidFill>
              </a:rPr>
              <a:t>         } </a:t>
            </a:r>
            <a:endParaRPr kumimoji="1" lang="en-US" altLang="zh-CN" sz="2400" b="1" dirty="0">
              <a:solidFill>
                <a:srgbClr val="FFFFFF"/>
              </a:solidFill>
            </a:endParaRPr>
          </a:p>
          <a:p>
            <a:pPr algn="l" eaLnBrk="1" hangingPunct="1">
              <a:lnSpc>
                <a:spcPct val="80000"/>
              </a:lnSpc>
            </a:pPr>
            <a:r>
              <a:rPr kumimoji="1" lang="en-US" altLang="zh-CN" b="1" dirty="0">
                <a:solidFill>
                  <a:srgbClr val="FF6600"/>
                </a:solidFill>
                <a:latin typeface="楷体_GB2312" panose="02010609030101010101" pitchFamily="49" charset="-122"/>
                <a:ea typeface="楷体_GB2312" panose="02010609030101010101" pitchFamily="49" charset="-122"/>
              </a:rPr>
              <a:t>   </a:t>
            </a:r>
            <a:r>
              <a:rPr kumimoji="1" lang="en-US" altLang="zh-CN" sz="2400" b="1" dirty="0">
                <a:solidFill>
                  <a:srgbClr val="FFFFFF"/>
                </a:solidFill>
              </a:rPr>
              <a:t>     else {</a:t>
            </a:r>
            <a:endParaRPr kumimoji="1" lang="en-US" altLang="zh-CN" sz="2400" b="1" dirty="0">
              <a:solidFill>
                <a:srgbClr val="FFFFFF"/>
              </a:solidFill>
            </a:endParaRPr>
          </a:p>
          <a:p>
            <a:pPr>
              <a:lnSpc>
                <a:spcPct val="80000"/>
              </a:lnSpc>
            </a:pPr>
            <a:r>
              <a:rPr kumimoji="1" lang="en-US" altLang="zh-CN" sz="2400" b="1" dirty="0">
                <a:solidFill>
                  <a:srgbClr val="FFFFFF"/>
                </a:solidFill>
              </a:rPr>
              <a:t>            </a:t>
            </a:r>
            <a:r>
              <a:rPr kumimoji="1" lang="en-US" altLang="zh-CN" sz="2400" b="1" dirty="0" err="1">
                <a:solidFill>
                  <a:srgbClr val="FF9900"/>
                </a:solidFill>
              </a:rPr>
              <a:t>i</a:t>
            </a:r>
            <a:r>
              <a:rPr kumimoji="1" lang="en-US" altLang="zh-CN" sz="2400" b="1" dirty="0">
                <a:solidFill>
                  <a:srgbClr val="FF9900"/>
                </a:solidFill>
              </a:rPr>
              <a:t> = </a:t>
            </a:r>
            <a:r>
              <a:rPr kumimoji="1" lang="en-US" altLang="zh-CN" sz="2400" b="1" dirty="0" err="1">
                <a:solidFill>
                  <a:srgbClr val="FF9900"/>
                </a:solidFill>
              </a:rPr>
              <a:t>i</a:t>
            </a:r>
            <a:r>
              <a:rPr kumimoji="1" lang="en-US" altLang="zh-CN" sz="2400" b="1" dirty="0">
                <a:solidFill>
                  <a:srgbClr val="FF9900"/>
                </a:solidFill>
              </a:rPr>
              <a:t>-j +1;	</a:t>
            </a:r>
            <a:r>
              <a:rPr kumimoji="1" lang="en-US" altLang="zh-CN" sz="2000" b="1" dirty="0">
                <a:solidFill>
                  <a:srgbClr val="FF6600"/>
                </a:solidFill>
                <a:latin typeface="楷体_GB2312" panose="02010609030101010101" pitchFamily="49" charset="-122"/>
                <a:ea typeface="楷体_GB2312" panose="02010609030101010101" pitchFamily="49" charset="-122"/>
              </a:rPr>
              <a:t>//</a:t>
            </a:r>
            <a:r>
              <a:rPr kumimoji="1" lang="en-US" altLang="zh-CN" sz="2000" b="1" dirty="0" err="1">
                <a:solidFill>
                  <a:srgbClr val="FF6600"/>
                </a:solidFill>
                <a:latin typeface="楷体_GB2312" panose="02010609030101010101" pitchFamily="49" charset="-122"/>
                <a:ea typeface="楷体_GB2312" panose="02010609030101010101" pitchFamily="49" charset="-122"/>
              </a:rPr>
              <a:t>i</a:t>
            </a:r>
            <a:r>
              <a:rPr kumimoji="1" lang="zh-CN" altLang="en-US" sz="2000" b="1" dirty="0">
                <a:solidFill>
                  <a:srgbClr val="FF6600"/>
                </a:solidFill>
                <a:latin typeface="楷体_GB2312" panose="02010609030101010101" pitchFamily="49" charset="-122"/>
                <a:ea typeface="楷体_GB2312" panose="02010609030101010101" pitchFamily="49" charset="-122"/>
              </a:rPr>
              <a:t>回退到上次匹配起始位置的下一个位置</a:t>
            </a:r>
            <a:endParaRPr kumimoji="1" lang="en-US" altLang="zh-CN" sz="2000" b="1" dirty="0">
              <a:solidFill>
                <a:srgbClr val="FF6600"/>
              </a:solidFill>
              <a:latin typeface="楷体_GB2312" panose="02010609030101010101" pitchFamily="49" charset="-122"/>
              <a:ea typeface="楷体_GB2312" panose="02010609030101010101" pitchFamily="49" charset="-122"/>
            </a:endParaRPr>
          </a:p>
          <a:p>
            <a:pPr>
              <a:lnSpc>
                <a:spcPct val="80000"/>
              </a:lnSpc>
            </a:pPr>
            <a:r>
              <a:rPr kumimoji="1" lang="en-US" altLang="zh-CN" sz="2400" b="1" dirty="0">
                <a:solidFill>
                  <a:srgbClr val="FF9900"/>
                </a:solidFill>
              </a:rPr>
              <a:t>            j = 0;</a:t>
            </a:r>
            <a:r>
              <a:rPr kumimoji="1" lang="en-US" altLang="zh-CN" sz="2400" b="1" dirty="0">
                <a:solidFill>
                  <a:srgbClr val="FFFFFF"/>
                </a:solidFill>
              </a:rPr>
              <a:t> 		</a:t>
            </a:r>
            <a:r>
              <a:rPr kumimoji="1" lang="en-US" altLang="zh-CN" sz="2000" b="1" dirty="0">
                <a:solidFill>
                  <a:srgbClr val="FF6600"/>
                </a:solidFill>
                <a:latin typeface="楷体_GB2312" panose="02010609030101010101" pitchFamily="49" charset="-122"/>
                <a:ea typeface="楷体_GB2312" panose="02010609030101010101" pitchFamily="49" charset="-122"/>
              </a:rPr>
              <a:t>//j</a:t>
            </a:r>
            <a:r>
              <a:rPr kumimoji="1" lang="zh-CN" altLang="en-US" sz="2000" b="1" dirty="0">
                <a:solidFill>
                  <a:srgbClr val="FF6600"/>
                </a:solidFill>
                <a:latin typeface="楷体_GB2312" panose="02010609030101010101" pitchFamily="49" charset="-122"/>
                <a:ea typeface="楷体_GB2312" panose="02010609030101010101" pitchFamily="49" charset="-122"/>
              </a:rPr>
              <a:t>回退到起始位置重新开始查找</a:t>
            </a:r>
            <a:endParaRPr kumimoji="1" lang="zh-CN" altLang="en-US" sz="2000" b="1" dirty="0">
              <a:solidFill>
                <a:srgbClr val="5294D6"/>
              </a:solidFill>
              <a:latin typeface="楷体_GB2312" panose="02010609030101010101" pitchFamily="49" charset="-122"/>
              <a:ea typeface="楷体_GB2312" panose="02010609030101010101" pitchFamily="49" charset="-122"/>
            </a:endParaRPr>
          </a:p>
          <a:p>
            <a:pPr algn="l" eaLnBrk="1" hangingPunct="1">
              <a:lnSpc>
                <a:spcPct val="80000"/>
              </a:lnSpc>
            </a:pPr>
            <a:r>
              <a:rPr kumimoji="1" lang="zh-CN" altLang="en-US" sz="2400" b="1" dirty="0">
                <a:solidFill>
                  <a:srgbClr val="FFFFFF"/>
                </a:solidFill>
              </a:rPr>
              <a:t>         </a:t>
            </a:r>
            <a:r>
              <a:rPr kumimoji="1" lang="en-US" altLang="zh-CN" sz="2400" b="1" dirty="0">
                <a:solidFill>
                  <a:srgbClr val="FFFFFF"/>
                </a:solidFill>
              </a:rPr>
              <a:t>}</a:t>
            </a:r>
            <a:endParaRPr kumimoji="1" lang="en-US" altLang="zh-CN" sz="2400" b="1" dirty="0">
              <a:solidFill>
                <a:srgbClr val="FFFFFF"/>
              </a:solidFill>
            </a:endParaRPr>
          </a:p>
          <a:p>
            <a:pPr algn="l" eaLnBrk="1" hangingPunct="1">
              <a:lnSpc>
                <a:spcPct val="80000"/>
              </a:lnSpc>
            </a:pPr>
            <a:r>
              <a:rPr kumimoji="1" lang="en-US" altLang="zh-CN" sz="2400" b="1" dirty="0">
                <a:solidFill>
                  <a:srgbClr val="FFFFFF"/>
                </a:solidFill>
              </a:rPr>
              <a:t>     }</a:t>
            </a:r>
            <a:endParaRPr kumimoji="1" lang="en-US" altLang="zh-CN" sz="2400" b="1" dirty="0">
              <a:solidFill>
                <a:srgbClr val="FFFFFF"/>
              </a:solidFill>
            </a:endParaRPr>
          </a:p>
          <a:p>
            <a:pPr>
              <a:lnSpc>
                <a:spcPct val="80000"/>
              </a:lnSpc>
            </a:pPr>
            <a:r>
              <a:rPr kumimoji="1" lang="en-US" altLang="zh-CN" sz="2400" b="1" dirty="0">
                <a:solidFill>
                  <a:srgbClr val="FFFFFF"/>
                </a:solidFill>
              </a:rPr>
              <a:t>     if ( T[j] == ‘\0’) 	</a:t>
            </a:r>
            <a:r>
              <a:rPr kumimoji="1" lang="en-US" altLang="zh-CN" sz="2000" b="1" dirty="0">
                <a:solidFill>
                  <a:srgbClr val="FF6600"/>
                </a:solidFill>
                <a:latin typeface="楷体_GB2312" panose="02010609030101010101" pitchFamily="49" charset="-122"/>
                <a:ea typeface="楷体_GB2312" panose="02010609030101010101" pitchFamily="49" charset="-122"/>
              </a:rPr>
              <a:t>//</a:t>
            </a:r>
            <a:r>
              <a:rPr kumimoji="1" lang="zh-CN" altLang="en-US" sz="2000" b="1" dirty="0">
                <a:solidFill>
                  <a:srgbClr val="FF6600"/>
                </a:solidFill>
                <a:latin typeface="楷体_GB2312" panose="02010609030101010101" pitchFamily="49" charset="-122"/>
                <a:ea typeface="楷体_GB2312" panose="02010609030101010101" pitchFamily="49" charset="-122"/>
              </a:rPr>
              <a:t>匹配成功，返回匹配位置</a:t>
            </a:r>
            <a:endParaRPr kumimoji="1" lang="en-US" altLang="zh-CN" sz="2000" b="1" dirty="0">
              <a:solidFill>
                <a:srgbClr val="FF6600"/>
              </a:solidFill>
              <a:latin typeface="楷体_GB2312" panose="02010609030101010101" pitchFamily="49" charset="-122"/>
              <a:ea typeface="楷体_GB2312" panose="02010609030101010101" pitchFamily="49" charset="-122"/>
            </a:endParaRPr>
          </a:p>
          <a:p>
            <a:pPr algn="l" eaLnBrk="1" hangingPunct="1">
              <a:lnSpc>
                <a:spcPct val="80000"/>
              </a:lnSpc>
            </a:pPr>
            <a:r>
              <a:rPr kumimoji="1" lang="en-US" altLang="zh-CN" sz="2400" b="1" dirty="0">
                <a:solidFill>
                  <a:srgbClr val="FFFFFF"/>
                </a:solidFill>
              </a:rPr>
              <a:t>         return  </a:t>
            </a:r>
            <a:r>
              <a:rPr kumimoji="1" lang="en-US" altLang="zh-CN" sz="2400" b="1" dirty="0" err="1">
                <a:solidFill>
                  <a:srgbClr val="FFFFFF"/>
                </a:solidFill>
              </a:rPr>
              <a:t>i</a:t>
            </a:r>
            <a:r>
              <a:rPr kumimoji="1" lang="en-US" altLang="zh-CN" sz="2400" b="1" dirty="0">
                <a:solidFill>
                  <a:srgbClr val="FFFFFF"/>
                </a:solidFill>
              </a:rPr>
              <a:t>-j;  </a:t>
            </a:r>
            <a:endParaRPr kumimoji="1" lang="en-US" altLang="zh-CN" sz="2000" b="1" dirty="0">
              <a:solidFill>
                <a:srgbClr val="5294D6"/>
              </a:solidFill>
              <a:latin typeface="楷体_GB2312" panose="02010609030101010101" pitchFamily="49" charset="-122"/>
              <a:ea typeface="楷体_GB2312" panose="02010609030101010101" pitchFamily="49" charset="-122"/>
            </a:endParaRPr>
          </a:p>
          <a:p>
            <a:pPr algn="l" eaLnBrk="1" hangingPunct="1">
              <a:lnSpc>
                <a:spcPct val="80000"/>
              </a:lnSpc>
            </a:pPr>
            <a:r>
              <a:rPr kumimoji="1" lang="en-US" altLang="zh-CN" sz="2400" b="1" dirty="0">
                <a:solidFill>
                  <a:srgbClr val="FFFFFF"/>
                </a:solidFill>
              </a:rPr>
              <a:t>    else    </a:t>
            </a:r>
            <a:endParaRPr kumimoji="1" lang="en-US" altLang="zh-CN" sz="2400" b="1" dirty="0">
              <a:solidFill>
                <a:srgbClr val="FFFFFF"/>
              </a:solidFill>
            </a:endParaRPr>
          </a:p>
          <a:p>
            <a:pPr algn="l" eaLnBrk="1" hangingPunct="1">
              <a:lnSpc>
                <a:spcPct val="80000"/>
              </a:lnSpc>
            </a:pPr>
            <a:r>
              <a:rPr kumimoji="1" lang="en-US" altLang="zh-CN" sz="2400" b="1" dirty="0">
                <a:solidFill>
                  <a:srgbClr val="FFFFFF"/>
                </a:solidFill>
              </a:rPr>
              <a:t>         return -1;                   </a:t>
            </a:r>
            <a:endParaRPr kumimoji="1" lang="en-US" altLang="zh-CN" sz="2400" b="1" dirty="0">
              <a:solidFill>
                <a:srgbClr val="FFFFFF"/>
              </a:solidFill>
            </a:endParaRPr>
          </a:p>
          <a:p>
            <a:pPr algn="l" eaLnBrk="1" hangingPunct="1">
              <a:lnSpc>
                <a:spcPct val="80000"/>
              </a:lnSpc>
            </a:pPr>
            <a:r>
              <a:rPr kumimoji="1" lang="en-US" altLang="zh-CN" sz="2400" b="1" dirty="0">
                <a:solidFill>
                  <a:srgbClr val="FFFFFF"/>
                </a:solidFill>
              </a:rPr>
              <a:t>}</a:t>
            </a:r>
            <a:endParaRPr kumimoji="1" lang="en-US" altLang="zh-CN" sz="2000" b="1" dirty="0">
              <a:solidFill>
                <a:srgbClr val="5294D6"/>
              </a:solidFill>
              <a:latin typeface="楷体_GB2312" panose="02010609030101010101" pitchFamily="49" charset="-122"/>
              <a:ea typeface="楷体_GB2312" panose="02010609030101010101" pitchFamily="49"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wipe(up)">
                                      <p:cBhvr>
                                        <p:cTn id="7" dur="500"/>
                                        <p:tgtEl>
                                          <p:spTgt spid="4">
                                            <p:bg/>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Effect transition="in" filter="wipe(up)">
                                      <p:cBhvr>
                                        <p:cTn id="11" dur="500"/>
                                        <p:tgtEl>
                                          <p:spTgt spid="4">
                                            <p:txEl>
                                              <p:pRg st="0" end="0"/>
                                            </p:txEl>
                                          </p:spTgt>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animEffect transition="in" filter="wipe(up)">
                                      <p:cBhvr>
                                        <p:cTn id="15" dur="500"/>
                                        <p:tgtEl>
                                          <p:spTgt spid="4">
                                            <p:txEl>
                                              <p:pRg st="1" end="1"/>
                                            </p:txEl>
                                          </p:spTgt>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Effect transition="in" filter="wipe(up)">
                                      <p:cBhvr>
                                        <p:cTn id="19" dur="500"/>
                                        <p:tgtEl>
                                          <p:spTgt spid="4">
                                            <p:txEl>
                                              <p:pRg st="2" end="2"/>
                                            </p:txEl>
                                          </p:spTgt>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Effect transition="in" filter="wipe(up)">
                                      <p:cBhvr>
                                        <p:cTn id="23" dur="500"/>
                                        <p:tgtEl>
                                          <p:spTgt spid="4">
                                            <p:txEl>
                                              <p:pRg st="4" end="4"/>
                                            </p:txEl>
                                          </p:spTgt>
                                        </p:tgtEl>
                                      </p:cBhvr>
                                    </p:animEffect>
                                  </p:childTnLst>
                                </p:cTn>
                              </p:par>
                            </p:childTnLst>
                          </p:cTn>
                        </p:par>
                        <p:par>
                          <p:cTn id="24" fill="hold">
                            <p:stCondLst>
                              <p:cond delay="2500"/>
                            </p:stCondLst>
                            <p:childTnLst>
                              <p:par>
                                <p:cTn id="25" presetID="22" presetClass="entr" presetSubtype="1" fill="hold" grpId="0" nodeType="after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wipe(up)">
                                      <p:cBhvr>
                                        <p:cTn id="27" dur="500"/>
                                        <p:tgtEl>
                                          <p:spTgt spid="4">
                                            <p:txEl>
                                              <p:pRg st="5" end="5"/>
                                            </p:txEl>
                                          </p:spTgt>
                                        </p:tgtEl>
                                      </p:cBhvr>
                                    </p:animEffect>
                                  </p:childTnLst>
                                </p:cTn>
                              </p:par>
                            </p:childTnLst>
                          </p:cTn>
                        </p:par>
                        <p:par>
                          <p:cTn id="28" fill="hold">
                            <p:stCondLst>
                              <p:cond delay="3000"/>
                            </p:stCondLst>
                            <p:childTnLst>
                              <p:par>
                                <p:cTn id="29" presetID="22" presetClass="entr" presetSubtype="1" fill="hold" grpId="0" nodeType="after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animEffect transition="in" filter="wipe(up)">
                                      <p:cBhvr>
                                        <p:cTn id="31" dur="500"/>
                                        <p:tgtEl>
                                          <p:spTgt spid="4">
                                            <p:txEl>
                                              <p:pRg st="6" end="6"/>
                                            </p:txEl>
                                          </p:spTgt>
                                        </p:tgtEl>
                                      </p:cBhvr>
                                    </p:animEffect>
                                  </p:childTnLst>
                                </p:cTn>
                              </p:par>
                            </p:childTnLst>
                          </p:cTn>
                        </p:par>
                        <p:par>
                          <p:cTn id="32" fill="hold">
                            <p:stCondLst>
                              <p:cond delay="3500"/>
                            </p:stCondLst>
                            <p:childTnLst>
                              <p:par>
                                <p:cTn id="33" presetID="22" presetClass="entr" presetSubtype="1" fill="hold" grpId="0" nodeType="after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animEffect transition="in" filter="wipe(up)">
                                      <p:cBhvr>
                                        <p:cTn id="35" dur="500"/>
                                        <p:tgtEl>
                                          <p:spTgt spid="4">
                                            <p:txEl>
                                              <p:pRg st="7" end="7"/>
                                            </p:txEl>
                                          </p:spTgt>
                                        </p:tgtEl>
                                      </p:cBhvr>
                                    </p:animEffect>
                                  </p:childTnLst>
                                </p:cTn>
                              </p:par>
                            </p:childTnLst>
                          </p:cTn>
                        </p:par>
                        <p:par>
                          <p:cTn id="36" fill="hold">
                            <p:stCondLst>
                              <p:cond delay="4000"/>
                            </p:stCondLst>
                            <p:childTnLst>
                              <p:par>
                                <p:cTn id="37" presetID="22" presetClass="entr" presetSubtype="1" fill="hold" grpId="0" nodeType="after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animEffect transition="in" filter="wipe(up)">
                                      <p:cBhvr>
                                        <p:cTn id="39" dur="500"/>
                                        <p:tgtEl>
                                          <p:spTgt spid="4">
                                            <p:txEl>
                                              <p:pRg st="8" end="8"/>
                                            </p:txEl>
                                          </p:spTgt>
                                        </p:tgtEl>
                                      </p:cBhvr>
                                    </p:animEffect>
                                  </p:childTnLst>
                                </p:cTn>
                              </p:par>
                            </p:childTnLst>
                          </p:cTn>
                        </p:par>
                        <p:par>
                          <p:cTn id="40" fill="hold">
                            <p:stCondLst>
                              <p:cond delay="4500"/>
                            </p:stCondLst>
                            <p:childTnLst>
                              <p:par>
                                <p:cTn id="41" presetID="22" presetClass="entr" presetSubtype="1" fill="hold" grpId="0" nodeType="after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animEffect transition="in" filter="wipe(up)">
                                      <p:cBhvr>
                                        <p:cTn id="43" dur="500"/>
                                        <p:tgtEl>
                                          <p:spTgt spid="4">
                                            <p:txEl>
                                              <p:pRg st="9" end="9"/>
                                            </p:txEl>
                                          </p:spTgt>
                                        </p:tgtEl>
                                      </p:cBhvr>
                                    </p:animEffect>
                                  </p:childTnLst>
                                </p:cTn>
                              </p:par>
                            </p:childTnLst>
                          </p:cTn>
                        </p:par>
                        <p:par>
                          <p:cTn id="44" fill="hold">
                            <p:stCondLst>
                              <p:cond delay="5000"/>
                            </p:stCondLst>
                            <p:childTnLst>
                              <p:par>
                                <p:cTn id="45" presetID="22" presetClass="entr" presetSubtype="1" fill="hold" grpId="0" nodeType="after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animEffect transition="in" filter="wipe(up)">
                                      <p:cBhvr>
                                        <p:cTn id="47" dur="500"/>
                                        <p:tgtEl>
                                          <p:spTgt spid="4">
                                            <p:txEl>
                                              <p:pRg st="10" end="10"/>
                                            </p:txEl>
                                          </p:spTgt>
                                        </p:tgtEl>
                                      </p:cBhvr>
                                    </p:animEffect>
                                  </p:childTnLst>
                                </p:cTn>
                              </p:par>
                            </p:childTnLst>
                          </p:cTn>
                        </p:par>
                        <p:par>
                          <p:cTn id="48" fill="hold">
                            <p:stCondLst>
                              <p:cond delay="5500"/>
                            </p:stCondLst>
                            <p:childTnLst>
                              <p:par>
                                <p:cTn id="49" presetID="22" presetClass="entr" presetSubtype="1" fill="hold" grpId="0" nodeType="after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animEffect transition="in" filter="wipe(up)">
                                      <p:cBhvr>
                                        <p:cTn id="51" dur="500"/>
                                        <p:tgtEl>
                                          <p:spTgt spid="4">
                                            <p:txEl>
                                              <p:pRg st="11" end="11"/>
                                            </p:txEl>
                                          </p:spTgt>
                                        </p:tgtEl>
                                      </p:cBhvr>
                                    </p:animEffect>
                                  </p:childTnLst>
                                </p:cTn>
                              </p:par>
                            </p:childTnLst>
                          </p:cTn>
                        </p:par>
                        <p:par>
                          <p:cTn id="52" fill="hold">
                            <p:stCondLst>
                              <p:cond delay="6000"/>
                            </p:stCondLst>
                            <p:childTnLst>
                              <p:par>
                                <p:cTn id="53" presetID="22" presetClass="entr" presetSubtype="1" fill="hold" grpId="0" nodeType="afterEffect">
                                  <p:stCondLst>
                                    <p:cond delay="0"/>
                                  </p:stCondLst>
                                  <p:childTnLst>
                                    <p:set>
                                      <p:cBhvr>
                                        <p:cTn id="54" dur="1" fill="hold">
                                          <p:stCondLst>
                                            <p:cond delay="0"/>
                                          </p:stCondLst>
                                        </p:cTn>
                                        <p:tgtEl>
                                          <p:spTgt spid="4">
                                            <p:txEl>
                                              <p:pRg st="12" end="12"/>
                                            </p:txEl>
                                          </p:spTgt>
                                        </p:tgtEl>
                                        <p:attrNameLst>
                                          <p:attrName>style.visibility</p:attrName>
                                        </p:attrNameLst>
                                      </p:cBhvr>
                                      <p:to>
                                        <p:strVal val="visible"/>
                                      </p:to>
                                    </p:set>
                                    <p:animEffect transition="in" filter="wipe(up)">
                                      <p:cBhvr>
                                        <p:cTn id="55" dur="500"/>
                                        <p:tgtEl>
                                          <p:spTgt spid="4">
                                            <p:txEl>
                                              <p:pRg st="12" end="12"/>
                                            </p:txEl>
                                          </p:spTgt>
                                        </p:tgtEl>
                                      </p:cBhvr>
                                    </p:animEffect>
                                  </p:childTnLst>
                                </p:cTn>
                              </p:par>
                            </p:childTnLst>
                          </p:cTn>
                        </p:par>
                        <p:par>
                          <p:cTn id="56" fill="hold">
                            <p:stCondLst>
                              <p:cond delay="6500"/>
                            </p:stCondLst>
                            <p:childTnLst>
                              <p:par>
                                <p:cTn id="57" presetID="22" presetClass="entr" presetSubtype="1" fill="hold" grpId="0" nodeType="afterEffect">
                                  <p:stCondLst>
                                    <p:cond delay="0"/>
                                  </p:stCondLst>
                                  <p:childTnLst>
                                    <p:set>
                                      <p:cBhvr>
                                        <p:cTn id="58" dur="1" fill="hold">
                                          <p:stCondLst>
                                            <p:cond delay="0"/>
                                          </p:stCondLst>
                                        </p:cTn>
                                        <p:tgtEl>
                                          <p:spTgt spid="4">
                                            <p:txEl>
                                              <p:pRg st="13" end="13"/>
                                            </p:txEl>
                                          </p:spTgt>
                                        </p:tgtEl>
                                        <p:attrNameLst>
                                          <p:attrName>style.visibility</p:attrName>
                                        </p:attrNameLst>
                                      </p:cBhvr>
                                      <p:to>
                                        <p:strVal val="visible"/>
                                      </p:to>
                                    </p:set>
                                    <p:animEffect transition="in" filter="wipe(up)">
                                      <p:cBhvr>
                                        <p:cTn id="59" dur="500"/>
                                        <p:tgtEl>
                                          <p:spTgt spid="4">
                                            <p:txEl>
                                              <p:pRg st="13" end="13"/>
                                            </p:txEl>
                                          </p:spTgt>
                                        </p:tgtEl>
                                      </p:cBhvr>
                                    </p:animEffect>
                                  </p:childTnLst>
                                </p:cTn>
                              </p:par>
                            </p:childTnLst>
                          </p:cTn>
                        </p:par>
                        <p:par>
                          <p:cTn id="60" fill="hold">
                            <p:stCondLst>
                              <p:cond delay="7000"/>
                            </p:stCondLst>
                            <p:childTnLst>
                              <p:par>
                                <p:cTn id="61" presetID="22" presetClass="entr" presetSubtype="1" fill="hold" grpId="0" nodeType="afterEffect">
                                  <p:stCondLst>
                                    <p:cond delay="0"/>
                                  </p:stCondLst>
                                  <p:childTnLst>
                                    <p:set>
                                      <p:cBhvr>
                                        <p:cTn id="62" dur="1" fill="hold">
                                          <p:stCondLst>
                                            <p:cond delay="0"/>
                                          </p:stCondLst>
                                        </p:cTn>
                                        <p:tgtEl>
                                          <p:spTgt spid="4">
                                            <p:txEl>
                                              <p:pRg st="14" end="14"/>
                                            </p:txEl>
                                          </p:spTgt>
                                        </p:tgtEl>
                                        <p:attrNameLst>
                                          <p:attrName>style.visibility</p:attrName>
                                        </p:attrNameLst>
                                      </p:cBhvr>
                                      <p:to>
                                        <p:strVal val="visible"/>
                                      </p:to>
                                    </p:set>
                                    <p:animEffect transition="in" filter="wipe(up)">
                                      <p:cBhvr>
                                        <p:cTn id="63" dur="500"/>
                                        <p:tgtEl>
                                          <p:spTgt spid="4">
                                            <p:txEl>
                                              <p:pRg st="14" end="14"/>
                                            </p:txEl>
                                          </p:spTgt>
                                        </p:tgtEl>
                                      </p:cBhvr>
                                    </p:animEffect>
                                  </p:childTnLst>
                                </p:cTn>
                              </p:par>
                            </p:childTnLst>
                          </p:cTn>
                        </p:par>
                        <p:par>
                          <p:cTn id="64" fill="hold">
                            <p:stCondLst>
                              <p:cond delay="7500"/>
                            </p:stCondLst>
                            <p:childTnLst>
                              <p:par>
                                <p:cTn id="65" presetID="22" presetClass="entr" presetSubtype="1" fill="hold" grpId="0" nodeType="afterEffect">
                                  <p:stCondLst>
                                    <p:cond delay="0"/>
                                  </p:stCondLst>
                                  <p:childTnLst>
                                    <p:set>
                                      <p:cBhvr>
                                        <p:cTn id="66" dur="1" fill="hold">
                                          <p:stCondLst>
                                            <p:cond delay="0"/>
                                          </p:stCondLst>
                                        </p:cTn>
                                        <p:tgtEl>
                                          <p:spTgt spid="4">
                                            <p:txEl>
                                              <p:pRg st="15" end="15"/>
                                            </p:txEl>
                                          </p:spTgt>
                                        </p:tgtEl>
                                        <p:attrNameLst>
                                          <p:attrName>style.visibility</p:attrName>
                                        </p:attrNameLst>
                                      </p:cBhvr>
                                      <p:to>
                                        <p:strVal val="visible"/>
                                      </p:to>
                                    </p:set>
                                    <p:animEffect transition="in" filter="wipe(up)">
                                      <p:cBhvr>
                                        <p:cTn id="67" dur="500"/>
                                        <p:tgtEl>
                                          <p:spTgt spid="4">
                                            <p:txEl>
                                              <p:pRg st="15" end="15"/>
                                            </p:txEl>
                                          </p:spTgt>
                                        </p:tgtEl>
                                      </p:cBhvr>
                                    </p:animEffect>
                                  </p:childTnLst>
                                </p:cTn>
                              </p:par>
                            </p:childTnLst>
                          </p:cTn>
                        </p:par>
                        <p:par>
                          <p:cTn id="68" fill="hold">
                            <p:stCondLst>
                              <p:cond delay="8000"/>
                            </p:stCondLst>
                            <p:childTnLst>
                              <p:par>
                                <p:cTn id="69" presetID="22" presetClass="entr" presetSubtype="1" fill="hold" grpId="0" nodeType="afterEffect">
                                  <p:stCondLst>
                                    <p:cond delay="0"/>
                                  </p:stCondLst>
                                  <p:childTnLst>
                                    <p:set>
                                      <p:cBhvr>
                                        <p:cTn id="70" dur="1" fill="hold">
                                          <p:stCondLst>
                                            <p:cond delay="0"/>
                                          </p:stCondLst>
                                        </p:cTn>
                                        <p:tgtEl>
                                          <p:spTgt spid="4">
                                            <p:txEl>
                                              <p:pRg st="16" end="16"/>
                                            </p:txEl>
                                          </p:spTgt>
                                        </p:tgtEl>
                                        <p:attrNameLst>
                                          <p:attrName>style.visibility</p:attrName>
                                        </p:attrNameLst>
                                      </p:cBhvr>
                                      <p:to>
                                        <p:strVal val="visible"/>
                                      </p:to>
                                    </p:set>
                                    <p:animEffect transition="in" filter="wipe(up)">
                                      <p:cBhvr>
                                        <p:cTn id="71" dur="500"/>
                                        <p:tgtEl>
                                          <p:spTgt spid="4">
                                            <p:txEl>
                                              <p:pRg st="16" end="16"/>
                                            </p:txEl>
                                          </p:spTgt>
                                        </p:tgtEl>
                                      </p:cBhvr>
                                    </p:animEffect>
                                  </p:childTnLst>
                                </p:cTn>
                              </p:par>
                            </p:childTnLst>
                          </p:cTn>
                        </p:par>
                        <p:par>
                          <p:cTn id="72" fill="hold">
                            <p:stCondLst>
                              <p:cond delay="8500"/>
                            </p:stCondLst>
                            <p:childTnLst>
                              <p:par>
                                <p:cTn id="73" presetID="22" presetClass="entr" presetSubtype="1" fill="hold" grpId="0" nodeType="afterEffect">
                                  <p:stCondLst>
                                    <p:cond delay="0"/>
                                  </p:stCondLst>
                                  <p:childTnLst>
                                    <p:set>
                                      <p:cBhvr>
                                        <p:cTn id="74" dur="1" fill="hold">
                                          <p:stCondLst>
                                            <p:cond delay="0"/>
                                          </p:stCondLst>
                                        </p:cTn>
                                        <p:tgtEl>
                                          <p:spTgt spid="4">
                                            <p:txEl>
                                              <p:pRg st="17" end="17"/>
                                            </p:txEl>
                                          </p:spTgt>
                                        </p:tgtEl>
                                        <p:attrNameLst>
                                          <p:attrName>style.visibility</p:attrName>
                                        </p:attrNameLst>
                                      </p:cBhvr>
                                      <p:to>
                                        <p:strVal val="visible"/>
                                      </p:to>
                                    </p:set>
                                    <p:animEffect transition="in" filter="wipe(up)">
                                      <p:cBhvr>
                                        <p:cTn id="75" dur="500"/>
                                        <p:tgtEl>
                                          <p:spTgt spid="4">
                                            <p:txEl>
                                              <p:pRg st="17" end="17"/>
                                            </p:txEl>
                                          </p:spTgt>
                                        </p:tgtEl>
                                      </p:cBhvr>
                                    </p:animEffect>
                                  </p:childTnLst>
                                </p:cTn>
                              </p:par>
                            </p:childTnLst>
                          </p:cTn>
                        </p:par>
                        <p:par>
                          <p:cTn id="76" fill="hold">
                            <p:stCondLst>
                              <p:cond delay="9000"/>
                            </p:stCondLst>
                            <p:childTnLst>
                              <p:par>
                                <p:cTn id="77" presetID="22" presetClass="entr" presetSubtype="1" fill="hold" grpId="0" nodeType="afterEffect">
                                  <p:stCondLst>
                                    <p:cond delay="0"/>
                                  </p:stCondLst>
                                  <p:childTnLst>
                                    <p:set>
                                      <p:cBhvr>
                                        <p:cTn id="78" dur="1" fill="hold">
                                          <p:stCondLst>
                                            <p:cond delay="0"/>
                                          </p:stCondLst>
                                        </p:cTn>
                                        <p:tgtEl>
                                          <p:spTgt spid="4">
                                            <p:txEl>
                                              <p:pRg st="18" end="18"/>
                                            </p:txEl>
                                          </p:spTgt>
                                        </p:tgtEl>
                                        <p:attrNameLst>
                                          <p:attrName>style.visibility</p:attrName>
                                        </p:attrNameLst>
                                      </p:cBhvr>
                                      <p:to>
                                        <p:strVal val="visible"/>
                                      </p:to>
                                    </p:set>
                                    <p:animEffect transition="in" filter="wipe(up)">
                                      <p:cBhvr>
                                        <p:cTn id="79" dur="500"/>
                                        <p:tgtEl>
                                          <p:spTgt spid="4">
                                            <p:txEl>
                                              <p:pRg st="18" end="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advAuto="0" build="p"/>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11424" y="133100"/>
            <a:ext cx="8189913" cy="707886"/>
          </a:xfrm>
        </p:spPr>
        <p:txBody>
          <a:bodyPr/>
          <a:lstStyle/>
          <a:p>
            <a:r>
              <a:rPr lang="zh-CN" altLang="en-US" dirty="0"/>
              <a:t>朴素字符串匹配算法存在的问题</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4" name="图片 3"/>
          <p:cNvPicPr>
            <a:picLocks noChangeAspect="1"/>
          </p:cNvPicPr>
          <p:nvPr/>
        </p:nvPicPr>
        <p:blipFill>
          <a:blip r:embed="rId1"/>
          <a:stretch>
            <a:fillRect/>
          </a:stretch>
        </p:blipFill>
        <p:spPr>
          <a:xfrm>
            <a:off x="623392" y="1011864"/>
            <a:ext cx="9144000" cy="4041847"/>
          </a:xfrm>
          <a:prstGeom prst="rect">
            <a:avLst/>
          </a:prstGeom>
        </p:spPr>
      </p:pic>
      <p:sp>
        <p:nvSpPr>
          <p:cNvPr id="5" name="Rectangle 14"/>
          <p:cNvSpPr>
            <a:spLocks noChangeArrowheads="1"/>
          </p:cNvSpPr>
          <p:nvPr/>
        </p:nvSpPr>
        <p:spPr bwMode="auto">
          <a:xfrm>
            <a:off x="479376" y="5178269"/>
            <a:ext cx="9199054" cy="1667764"/>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algn="l" eaLnBrk="1" hangingPunct="1">
              <a:lnSpc>
                <a:spcPct val="150000"/>
              </a:lnSpc>
              <a:spcBef>
                <a:spcPct val="50000"/>
              </a:spcBef>
              <a:defRPr/>
            </a:pPr>
            <a:r>
              <a:rPr kumimoji="1" lang="zh-CN" altLang="en-US" sz="2400" b="1" dirty="0">
                <a:solidFill>
                  <a:srgbClr val="FFFFFF"/>
                </a:solidFill>
                <a:latin typeface="黑体" panose="02010609060101010101" pitchFamily="2" charset="-122"/>
                <a:ea typeface="黑体" panose="02010609060101010101" pitchFamily="2" charset="-122"/>
              </a:rPr>
              <a:t>朴素字符串匹配算法存在的问题：</a:t>
            </a:r>
            <a:endParaRPr kumimoji="1" lang="zh-CN" altLang="en-US" sz="2400" b="1" dirty="0">
              <a:solidFill>
                <a:srgbClr val="FFFFFF"/>
              </a:solidFill>
              <a:latin typeface="黑体" panose="02010609060101010101" pitchFamily="2" charset="-122"/>
              <a:ea typeface="黑体" panose="02010609060101010101" pitchFamily="2" charset="-122"/>
            </a:endParaRPr>
          </a:p>
          <a:p>
            <a:pPr>
              <a:lnSpc>
                <a:spcPct val="150000"/>
              </a:lnSpc>
              <a:defRPr/>
            </a:pPr>
            <a:r>
              <a:rPr kumimoji="1" lang="zh-CN" altLang="en-US" sz="2400" b="1" dirty="0">
                <a:solidFill>
                  <a:srgbClr val="FFFFFF"/>
                </a:solidFill>
                <a:latin typeface="黑体" panose="02010609060101010101" pitchFamily="2" charset="-122"/>
                <a:ea typeface="黑体" panose="02010609060101010101" pitchFamily="2" charset="-122"/>
              </a:rPr>
              <a:t>① 当前匹配在找到不匹配的字符后，要将主串中下一次匹配开始位置移动一个位置（即要回溯），而不管当前匹配情况，如上图。</a:t>
            </a:r>
            <a:endParaRPr kumimoji="1" lang="zh-CN" altLang="en-US" sz="2400" b="1" dirty="0">
              <a:solidFill>
                <a:srgbClr val="FFFFFF"/>
              </a:solidFill>
              <a:latin typeface="黑体" panose="02010609060101010101" pitchFamily="2" charset="-122"/>
              <a:ea typeface="黑体" panose="02010609060101010101" pitchFamily="2" charset="-122"/>
            </a:endParaRPr>
          </a:p>
        </p:txBody>
      </p:sp>
      <p:sp>
        <p:nvSpPr>
          <p:cNvPr id="6" name="标注: 弯曲线形(带强调线) 5"/>
          <p:cNvSpPr/>
          <p:nvPr/>
        </p:nvSpPr>
        <p:spPr bwMode="auto">
          <a:xfrm>
            <a:off x="9361579" y="688698"/>
            <a:ext cx="2808312" cy="646331"/>
          </a:xfrm>
          <a:prstGeom prst="accentCallout2">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eaLnBrk="0" fontAlgn="base" hangingPunct="0">
              <a:spcBef>
                <a:spcPct val="0"/>
              </a:spcBef>
              <a:spcAft>
                <a:spcPct val="0"/>
              </a:spcAft>
            </a:pPr>
            <a:r>
              <a:rPr lang="zh-CN" altLang="en-US" b="1" dirty="0">
                <a:latin typeface="Arial" panose="020B0604020202090204" pitchFamily="34" charset="0"/>
                <a:ea typeface="宋体" pitchFamily="2" charset="-122"/>
              </a:rPr>
              <a:t>在串“</a:t>
            </a:r>
            <a:r>
              <a:rPr lang="en-US" altLang="zh-CN" b="1" dirty="0" err="1">
                <a:latin typeface="Arial" panose="020B0604020202090204" pitchFamily="34" charset="0"/>
                <a:ea typeface="宋体" pitchFamily="2" charset="-122"/>
              </a:rPr>
              <a:t>abcdefgab</a:t>
            </a:r>
            <a:r>
              <a:rPr lang="en-US" altLang="zh-CN" b="1" dirty="0">
                <a:latin typeface="Arial" panose="020B0604020202090204" pitchFamily="34" charset="0"/>
                <a:ea typeface="宋体" pitchFamily="2" charset="-122"/>
              </a:rPr>
              <a:t>…</a:t>
            </a:r>
            <a:r>
              <a:rPr lang="zh-CN" altLang="en-US" b="1" dirty="0">
                <a:latin typeface="Arial" panose="020B0604020202090204" pitchFamily="34" charset="0"/>
                <a:ea typeface="宋体" pitchFamily="2" charset="-122"/>
              </a:rPr>
              <a:t>”中查找子串“</a:t>
            </a:r>
            <a:r>
              <a:rPr lang="en-US" altLang="zh-CN" b="1" dirty="0" err="1">
                <a:latin typeface="Arial" panose="020B0604020202090204" pitchFamily="34" charset="0"/>
                <a:ea typeface="宋体" pitchFamily="2" charset="-122"/>
              </a:rPr>
              <a:t>abcdex</a:t>
            </a:r>
            <a:r>
              <a:rPr lang="zh-CN" altLang="en-US" b="1" dirty="0">
                <a:latin typeface="Arial" panose="020B0604020202090204" pitchFamily="34" charset="0"/>
                <a:ea typeface="宋体" pitchFamily="2" charset="-122"/>
              </a:rPr>
              <a:t>”</a:t>
            </a:r>
            <a:endParaRPr lang="zh-CN" altLang="en-US" b="1" dirty="0">
              <a:latin typeface="Arial" panose="020B0604020202090204" pitchFamily="34" charset="0"/>
              <a:ea typeface="宋体"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54059"/>
            <a:ext cx="10515600" cy="630237"/>
          </a:xfrm>
        </p:spPr>
        <p:txBody>
          <a:bodyPr>
            <a:normAutofit fontScale="90000"/>
          </a:bodyPr>
          <a:lstStyle/>
          <a:p>
            <a:r>
              <a:rPr lang="en-US" altLang="zh-CN" dirty="0"/>
              <a:t>KMP</a:t>
            </a:r>
            <a:r>
              <a:rPr lang="zh-CN" altLang="en-US" dirty="0"/>
              <a:t>算法核心思想</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grpSp>
        <p:nvGrpSpPr>
          <p:cNvPr id="4" name="Group 38"/>
          <p:cNvGrpSpPr/>
          <p:nvPr/>
        </p:nvGrpSpPr>
        <p:grpSpPr bwMode="auto">
          <a:xfrm>
            <a:off x="2146148" y="1196752"/>
            <a:ext cx="7838284" cy="3815800"/>
            <a:chOff x="289" y="1200"/>
            <a:chExt cx="5136" cy="2352"/>
          </a:xfrm>
        </p:grpSpPr>
        <p:sp>
          <p:nvSpPr>
            <p:cNvPr id="5" name="Freeform 9"/>
            <p:cNvSpPr/>
            <p:nvPr/>
          </p:nvSpPr>
          <p:spPr bwMode="auto">
            <a:xfrm>
              <a:off x="289" y="1200"/>
              <a:ext cx="5136" cy="2352"/>
            </a:xfrm>
            <a:custGeom>
              <a:avLst/>
              <a:gdLst>
                <a:gd name="T0" fmla="*/ 517 w 4969"/>
                <a:gd name="T1" fmla="*/ 63 h 2578"/>
                <a:gd name="T2" fmla="*/ 1684 w 4969"/>
                <a:gd name="T3" fmla="*/ 68 h 2578"/>
                <a:gd name="T4" fmla="*/ 2638 w 4969"/>
                <a:gd name="T5" fmla="*/ 39 h 2578"/>
                <a:gd name="T6" fmla="*/ 3377 w 4969"/>
                <a:gd name="T7" fmla="*/ 63 h 2578"/>
                <a:gd name="T8" fmla="*/ 4047 w 4969"/>
                <a:gd name="T9" fmla="*/ 99 h 2578"/>
                <a:gd name="T10" fmla="*/ 5455 w 4969"/>
                <a:gd name="T11" fmla="*/ 93 h 2578"/>
                <a:gd name="T12" fmla="*/ 6011 w 4969"/>
                <a:gd name="T13" fmla="*/ 63 h 2578"/>
                <a:gd name="T14" fmla="*/ 6211 w 4969"/>
                <a:gd name="T15" fmla="*/ 111 h 2578"/>
                <a:gd name="T16" fmla="*/ 6181 w 4969"/>
                <a:gd name="T17" fmla="*/ 129 h 2578"/>
                <a:gd name="T18" fmla="*/ 6154 w 4969"/>
                <a:gd name="T19" fmla="*/ 349 h 2578"/>
                <a:gd name="T20" fmla="*/ 6124 w 4969"/>
                <a:gd name="T21" fmla="*/ 539 h 2578"/>
                <a:gd name="T22" fmla="*/ 6099 w 4969"/>
                <a:gd name="T23" fmla="*/ 884 h 2578"/>
                <a:gd name="T24" fmla="*/ 6111 w 4969"/>
                <a:gd name="T25" fmla="*/ 826 h 2578"/>
                <a:gd name="T26" fmla="*/ 6124 w 4969"/>
                <a:gd name="T27" fmla="*/ 794 h 2578"/>
                <a:gd name="T28" fmla="*/ 6140 w 4969"/>
                <a:gd name="T29" fmla="*/ 826 h 2578"/>
                <a:gd name="T30" fmla="*/ 6169 w 4969"/>
                <a:gd name="T31" fmla="*/ 842 h 2578"/>
                <a:gd name="T32" fmla="*/ 6140 w 4969"/>
                <a:gd name="T33" fmla="*/ 1336 h 2578"/>
                <a:gd name="T34" fmla="*/ 4789 w 4969"/>
                <a:gd name="T35" fmla="*/ 1329 h 2578"/>
                <a:gd name="T36" fmla="*/ 4871 w 4969"/>
                <a:gd name="T37" fmla="*/ 1324 h 2578"/>
                <a:gd name="T38" fmla="*/ 3535 w 4969"/>
                <a:gd name="T39" fmla="*/ 1316 h 2578"/>
                <a:gd name="T40" fmla="*/ 2083 w 4969"/>
                <a:gd name="T41" fmla="*/ 1299 h 2578"/>
                <a:gd name="T42" fmla="*/ 1242 w 4969"/>
                <a:gd name="T43" fmla="*/ 1299 h 2578"/>
                <a:gd name="T44" fmla="*/ 161 w 4969"/>
                <a:gd name="T45" fmla="*/ 1353 h 2578"/>
                <a:gd name="T46" fmla="*/ 90 w 4969"/>
                <a:gd name="T47" fmla="*/ 663 h 2578"/>
                <a:gd name="T48" fmla="*/ 133 w 4969"/>
                <a:gd name="T49" fmla="*/ 82 h 2578"/>
                <a:gd name="T50" fmla="*/ 190 w 4969"/>
                <a:gd name="T51" fmla="*/ 88 h 2578"/>
                <a:gd name="T52" fmla="*/ 275 w 4969"/>
                <a:gd name="T53" fmla="*/ 99 h 2578"/>
                <a:gd name="T54" fmla="*/ 389 w 4969"/>
                <a:gd name="T55" fmla="*/ 52 h 2578"/>
                <a:gd name="T56" fmla="*/ 517 w 4969"/>
                <a:gd name="T57" fmla="*/ 63 h 2578"/>
                <a:gd name="T58" fmla="*/ 517 w 4969"/>
                <a:gd name="T59" fmla="*/ 63 h 257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4969" h="2578">
                  <a:moveTo>
                    <a:pt x="410" y="121"/>
                  </a:moveTo>
                  <a:cubicBezTo>
                    <a:pt x="749" y="132"/>
                    <a:pt x="984" y="140"/>
                    <a:pt x="1336" y="132"/>
                  </a:cubicBezTo>
                  <a:cubicBezTo>
                    <a:pt x="1588" y="105"/>
                    <a:pt x="1841" y="98"/>
                    <a:pt x="2093" y="76"/>
                  </a:cubicBezTo>
                  <a:cubicBezTo>
                    <a:pt x="1871" y="226"/>
                    <a:pt x="2499" y="91"/>
                    <a:pt x="2680" y="121"/>
                  </a:cubicBezTo>
                  <a:cubicBezTo>
                    <a:pt x="3241" y="111"/>
                    <a:pt x="3496" y="0"/>
                    <a:pt x="3211" y="189"/>
                  </a:cubicBezTo>
                  <a:cubicBezTo>
                    <a:pt x="2900" y="395"/>
                    <a:pt x="3956" y="182"/>
                    <a:pt x="4329" y="178"/>
                  </a:cubicBezTo>
                  <a:cubicBezTo>
                    <a:pt x="4474" y="140"/>
                    <a:pt x="4621" y="130"/>
                    <a:pt x="4770" y="121"/>
                  </a:cubicBezTo>
                  <a:cubicBezTo>
                    <a:pt x="4910" y="140"/>
                    <a:pt x="4969" y="91"/>
                    <a:pt x="4928" y="212"/>
                  </a:cubicBezTo>
                  <a:cubicBezTo>
                    <a:pt x="4924" y="225"/>
                    <a:pt x="4913" y="234"/>
                    <a:pt x="4905" y="245"/>
                  </a:cubicBezTo>
                  <a:cubicBezTo>
                    <a:pt x="4854" y="402"/>
                    <a:pt x="4898" y="255"/>
                    <a:pt x="4883" y="663"/>
                  </a:cubicBezTo>
                  <a:cubicBezTo>
                    <a:pt x="4875" y="867"/>
                    <a:pt x="4874" y="861"/>
                    <a:pt x="4860" y="1025"/>
                  </a:cubicBezTo>
                  <a:cubicBezTo>
                    <a:pt x="4855" y="1243"/>
                    <a:pt x="4838" y="1462"/>
                    <a:pt x="4838" y="1680"/>
                  </a:cubicBezTo>
                  <a:cubicBezTo>
                    <a:pt x="4838" y="1718"/>
                    <a:pt x="4844" y="1605"/>
                    <a:pt x="4849" y="1567"/>
                  </a:cubicBezTo>
                  <a:cubicBezTo>
                    <a:pt x="4851" y="1548"/>
                    <a:pt x="4856" y="1529"/>
                    <a:pt x="4860" y="1510"/>
                  </a:cubicBezTo>
                  <a:cubicBezTo>
                    <a:pt x="4864" y="1529"/>
                    <a:pt x="4864" y="1549"/>
                    <a:pt x="4871" y="1567"/>
                  </a:cubicBezTo>
                  <a:cubicBezTo>
                    <a:pt x="4876" y="1580"/>
                    <a:pt x="4894" y="1587"/>
                    <a:pt x="4894" y="1601"/>
                  </a:cubicBezTo>
                  <a:cubicBezTo>
                    <a:pt x="4894" y="1913"/>
                    <a:pt x="4879" y="2226"/>
                    <a:pt x="4871" y="2538"/>
                  </a:cubicBezTo>
                  <a:cubicBezTo>
                    <a:pt x="4514" y="2534"/>
                    <a:pt x="4156" y="2535"/>
                    <a:pt x="3799" y="2527"/>
                  </a:cubicBezTo>
                  <a:cubicBezTo>
                    <a:pt x="3776" y="2527"/>
                    <a:pt x="3889" y="2517"/>
                    <a:pt x="3866" y="2516"/>
                  </a:cubicBezTo>
                  <a:cubicBezTo>
                    <a:pt x="3512" y="2508"/>
                    <a:pt x="3159" y="2508"/>
                    <a:pt x="2805" y="2504"/>
                  </a:cubicBezTo>
                  <a:cubicBezTo>
                    <a:pt x="2734" y="2506"/>
                    <a:pt x="1040" y="2578"/>
                    <a:pt x="1653" y="2470"/>
                  </a:cubicBezTo>
                  <a:cubicBezTo>
                    <a:pt x="1450" y="2572"/>
                    <a:pt x="1204" y="2516"/>
                    <a:pt x="986" y="2470"/>
                  </a:cubicBezTo>
                  <a:cubicBezTo>
                    <a:pt x="872" y="2472"/>
                    <a:pt x="318" y="2382"/>
                    <a:pt x="128" y="2572"/>
                  </a:cubicBezTo>
                  <a:cubicBezTo>
                    <a:pt x="0" y="2261"/>
                    <a:pt x="85" y="1659"/>
                    <a:pt x="71" y="1262"/>
                  </a:cubicBezTo>
                  <a:cubicBezTo>
                    <a:pt x="81" y="466"/>
                    <a:pt x="28" y="556"/>
                    <a:pt x="105" y="155"/>
                  </a:cubicBezTo>
                  <a:cubicBezTo>
                    <a:pt x="120" y="159"/>
                    <a:pt x="138" y="157"/>
                    <a:pt x="151" y="166"/>
                  </a:cubicBezTo>
                  <a:cubicBezTo>
                    <a:pt x="211" y="206"/>
                    <a:pt x="126" y="211"/>
                    <a:pt x="218" y="189"/>
                  </a:cubicBezTo>
                  <a:cubicBezTo>
                    <a:pt x="244" y="150"/>
                    <a:pt x="269" y="125"/>
                    <a:pt x="309" y="99"/>
                  </a:cubicBezTo>
                  <a:cubicBezTo>
                    <a:pt x="348" y="107"/>
                    <a:pt x="373" y="111"/>
                    <a:pt x="410" y="121"/>
                  </a:cubicBezTo>
                  <a:cubicBezTo>
                    <a:pt x="410" y="121"/>
                    <a:pt x="501" y="150"/>
                    <a:pt x="410" y="121"/>
                  </a:cubicBezTo>
                  <a:close/>
                </a:path>
              </a:pathLst>
            </a:custGeom>
            <a:solidFill>
              <a:srgbClr val="C9E4FF"/>
            </a:solidFill>
            <a:ln w="31750" cap="sq" cmpd="sng">
              <a:noFill/>
              <a:prstDash val="solid"/>
              <a:round/>
            </a:ln>
            <a:effectLst>
              <a:outerShdw dist="224686" dir="2837437" algn="ctr" rotWithShape="0">
                <a:srgbClr val="B9B9B9"/>
              </a:outerShdw>
            </a:effectLst>
          </p:spPr>
          <p:txBody>
            <a:bodyPr wrap="none" anchor="ctr"/>
            <a:lstStyle/>
            <a:p>
              <a:endParaRPr lang="zh-CN" altLang="en-US" dirty="0"/>
            </a:p>
          </p:txBody>
        </p:sp>
        <p:sp>
          <p:nvSpPr>
            <p:cNvPr id="6" name="Text Box 10"/>
            <p:cNvSpPr txBox="1">
              <a:spLocks noChangeArrowheads="1"/>
            </p:cNvSpPr>
            <p:nvPr/>
          </p:nvSpPr>
          <p:spPr bwMode="auto">
            <a:xfrm>
              <a:off x="455" y="1522"/>
              <a:ext cx="4741" cy="1650"/>
            </a:xfrm>
            <a:prstGeom prst="rect">
              <a:avLst/>
            </a:prstGeom>
            <a:noFill/>
            <a:ln w="9525">
              <a:noFill/>
              <a:miter lim="800000"/>
            </a:ln>
          </p:spPr>
          <p:txBody>
            <a:bodyPr wrap="square">
              <a:spAutoFit/>
            </a:bodyPr>
            <a:lstStyle/>
            <a:p>
              <a:pPr algn="just" fontAlgn="base">
                <a:spcBef>
                  <a:spcPct val="0"/>
                </a:spcBef>
              </a:pPr>
              <a:r>
                <a:rPr lang="zh-CN" altLang="en-US" sz="2400" dirty="0">
                  <a:solidFill>
                    <a:srgbClr val="000080"/>
                  </a:solidFill>
                  <a:latin typeface="幼圆" pitchFamily="49" charset="-122"/>
                  <a:ea typeface="幼圆" pitchFamily="49" charset="-122"/>
                </a:rPr>
                <a:t>源串称为主串，定义为</a:t>
              </a:r>
              <a:r>
                <a:rPr lang="en-US" altLang="zh-CN" sz="2400" dirty="0">
                  <a:solidFill>
                    <a:srgbClr val="000080"/>
                  </a:solidFill>
                  <a:latin typeface="幼圆" pitchFamily="49" charset="-122"/>
                  <a:ea typeface="幼圆" pitchFamily="49" charset="-122"/>
                </a:rPr>
                <a:t>S</a:t>
              </a:r>
              <a:r>
                <a:rPr lang="zh-CN" altLang="en-US" sz="2400" dirty="0">
                  <a:solidFill>
                    <a:srgbClr val="000080"/>
                  </a:solidFill>
                  <a:latin typeface="幼圆" pitchFamily="49" charset="-122"/>
                  <a:ea typeface="幼圆" pitchFamily="49" charset="-122"/>
                </a:rPr>
                <a:t>，当前匹配位置为</a:t>
              </a:r>
              <a:r>
                <a:rPr lang="en-US" altLang="zh-CN" sz="2400" dirty="0">
                  <a:solidFill>
                    <a:srgbClr val="000080"/>
                  </a:solidFill>
                  <a:latin typeface="幼圆" pitchFamily="49" charset="-122"/>
                  <a:ea typeface="幼圆" pitchFamily="49" charset="-122"/>
                </a:rPr>
                <a:t>i; </a:t>
              </a:r>
              <a:r>
                <a:rPr lang="zh-CN" altLang="en-US" sz="2400" dirty="0">
                  <a:solidFill>
                    <a:srgbClr val="000080"/>
                  </a:solidFill>
                  <a:latin typeface="幼圆" pitchFamily="49" charset="-122"/>
                  <a:ea typeface="幼圆" pitchFamily="49" charset="-122"/>
                </a:rPr>
                <a:t>目标串称为子串，定义为</a:t>
              </a:r>
              <a:r>
                <a:rPr lang="en-US" altLang="zh-CN" sz="2400" dirty="0">
                  <a:solidFill>
                    <a:srgbClr val="000080"/>
                  </a:solidFill>
                  <a:latin typeface="幼圆" pitchFamily="49" charset="-122"/>
                  <a:ea typeface="幼圆" pitchFamily="49" charset="-122"/>
                </a:rPr>
                <a:t>T</a:t>
              </a:r>
              <a:r>
                <a:rPr lang="zh-CN" altLang="en-US" sz="2400" dirty="0">
                  <a:solidFill>
                    <a:srgbClr val="000080"/>
                  </a:solidFill>
                  <a:latin typeface="幼圆" pitchFamily="49" charset="-122"/>
                  <a:ea typeface="幼圆" pitchFamily="49" charset="-122"/>
                </a:rPr>
                <a:t>，当前匹配位置为</a:t>
              </a:r>
              <a:r>
                <a:rPr lang="en-US" altLang="zh-CN" sz="2400" dirty="0">
                  <a:solidFill>
                    <a:srgbClr val="000080"/>
                  </a:solidFill>
                  <a:latin typeface="幼圆" pitchFamily="49" charset="-122"/>
                  <a:ea typeface="幼圆" pitchFamily="49" charset="-122"/>
                </a:rPr>
                <a:t>j</a:t>
              </a:r>
              <a:r>
                <a:rPr lang="zh-CN" altLang="en-US" sz="2400" dirty="0">
                  <a:solidFill>
                    <a:srgbClr val="000080"/>
                  </a:solidFill>
                  <a:latin typeface="幼圆" pitchFamily="49" charset="-122"/>
                  <a:ea typeface="幼圆" pitchFamily="49" charset="-122"/>
                </a:rPr>
                <a:t>。当前匹配在找到不匹配的字符后，重新开始匹配时：</a:t>
              </a:r>
              <a:endParaRPr lang="en-US" altLang="zh-CN" sz="2400" dirty="0">
                <a:solidFill>
                  <a:srgbClr val="000080"/>
                </a:solidFill>
                <a:latin typeface="幼圆" pitchFamily="49" charset="-122"/>
                <a:ea typeface="幼圆" pitchFamily="49" charset="-122"/>
              </a:endParaRPr>
            </a:p>
            <a:p>
              <a:pPr marL="457200" indent="-457200" algn="just" fontAlgn="base">
                <a:spcBef>
                  <a:spcPct val="0"/>
                </a:spcBef>
                <a:buAutoNum type="arabicPeriod"/>
              </a:pPr>
              <a:r>
                <a:rPr lang="zh-CN" altLang="en-US" sz="2400" dirty="0">
                  <a:solidFill>
                    <a:srgbClr val="000080"/>
                  </a:solidFill>
                  <a:latin typeface="幼圆" pitchFamily="49" charset="-122"/>
                  <a:ea typeface="幼圆" pitchFamily="49" charset="-122"/>
                </a:rPr>
                <a:t>主串当前位置</a:t>
              </a:r>
              <a:r>
                <a:rPr lang="en-US" altLang="zh-CN" sz="2400" dirty="0" err="1">
                  <a:solidFill>
                    <a:srgbClr val="000080"/>
                  </a:solidFill>
                  <a:latin typeface="幼圆" pitchFamily="49" charset="-122"/>
                  <a:ea typeface="幼圆" pitchFamily="49" charset="-122"/>
                </a:rPr>
                <a:t>i</a:t>
              </a:r>
              <a:r>
                <a:rPr lang="zh-CN" altLang="en-US" sz="2400" dirty="0">
                  <a:solidFill>
                    <a:srgbClr val="000080"/>
                  </a:solidFill>
                  <a:latin typeface="幼圆" pitchFamily="49" charset="-122"/>
                  <a:ea typeface="幼圆" pitchFamily="49" charset="-122"/>
                </a:rPr>
                <a:t>不回溯，即不重置为上次匹配开始位置的一下位置；</a:t>
              </a:r>
              <a:endParaRPr lang="en-US" altLang="zh-CN" sz="2400" dirty="0">
                <a:solidFill>
                  <a:srgbClr val="000080"/>
                </a:solidFill>
                <a:latin typeface="幼圆" pitchFamily="49" charset="-122"/>
                <a:ea typeface="幼圆" pitchFamily="49" charset="-122"/>
              </a:endParaRPr>
            </a:p>
            <a:p>
              <a:pPr marL="457200" indent="-457200" algn="just" fontAlgn="base">
                <a:spcBef>
                  <a:spcPct val="0"/>
                </a:spcBef>
                <a:buAutoNum type="arabicPeriod"/>
              </a:pPr>
              <a:r>
                <a:rPr lang="zh-CN" altLang="en-US" sz="2400" dirty="0">
                  <a:solidFill>
                    <a:srgbClr val="000080"/>
                  </a:solidFill>
                  <a:latin typeface="幼圆" pitchFamily="49" charset="-122"/>
                  <a:ea typeface="幼圆" pitchFamily="49" charset="-122"/>
                </a:rPr>
                <a:t>子串当前位置</a:t>
              </a:r>
              <a:r>
                <a:rPr lang="en-US" altLang="zh-CN" sz="2400" dirty="0">
                  <a:solidFill>
                    <a:srgbClr val="000080"/>
                  </a:solidFill>
                  <a:latin typeface="幼圆" pitchFamily="49" charset="-122"/>
                  <a:ea typeface="幼圆" pitchFamily="49" charset="-122"/>
                </a:rPr>
                <a:t>j</a:t>
              </a:r>
              <a:r>
                <a:rPr lang="zh-CN" altLang="en-US" sz="2400" dirty="0">
                  <a:solidFill>
                    <a:srgbClr val="000080"/>
                  </a:solidFill>
                  <a:latin typeface="幼圆" pitchFamily="49" charset="-122"/>
                  <a:ea typeface="幼圆" pitchFamily="49" charset="-122"/>
                </a:rPr>
                <a:t>视情况回溯至起始串位置（</a:t>
              </a:r>
              <a:r>
                <a:rPr lang="en-US" altLang="zh-CN" sz="2400" dirty="0">
                  <a:solidFill>
                    <a:srgbClr val="000080"/>
                  </a:solidFill>
                  <a:latin typeface="幼圆" pitchFamily="49" charset="-122"/>
                  <a:ea typeface="幼圆" pitchFamily="49" charset="-122"/>
                </a:rPr>
                <a:t>0</a:t>
              </a:r>
              <a:r>
                <a:rPr lang="zh-CN" altLang="en-US" sz="2400" dirty="0">
                  <a:solidFill>
                    <a:srgbClr val="000080"/>
                  </a:solidFill>
                  <a:latin typeface="幼圆" pitchFamily="49" charset="-122"/>
                  <a:ea typeface="幼圆" pitchFamily="49" charset="-122"/>
                </a:rPr>
                <a:t>），或子串中某一位置。</a:t>
              </a:r>
              <a:endParaRPr lang="zh-CN" altLang="en-US" sz="2400" dirty="0">
                <a:solidFill>
                  <a:srgbClr val="000080"/>
                </a:solidFill>
                <a:latin typeface="幼圆" pitchFamily="49" charset="-122"/>
                <a:ea typeface="幼圆" pitchFamily="49" charset="-122"/>
              </a:endParaRPr>
            </a:p>
          </p:txBody>
        </p:sp>
      </p:grpSp>
      <p:grpSp>
        <p:nvGrpSpPr>
          <p:cNvPr id="7" name="组合 19"/>
          <p:cNvGrpSpPr/>
          <p:nvPr/>
        </p:nvGrpSpPr>
        <p:grpSpPr>
          <a:xfrm>
            <a:off x="4007769" y="5213942"/>
            <a:ext cx="4640861" cy="898525"/>
            <a:chOff x="1" y="188640"/>
            <a:chExt cx="2528408" cy="898525"/>
          </a:xfrm>
        </p:grpSpPr>
        <p:grpSp>
          <p:nvGrpSpPr>
            <p:cNvPr id="8" name="Group 7"/>
            <p:cNvGrpSpPr/>
            <p:nvPr/>
          </p:nvGrpSpPr>
          <p:grpSpPr bwMode="auto">
            <a:xfrm>
              <a:off x="1" y="188640"/>
              <a:ext cx="2528408" cy="898525"/>
              <a:chOff x="476" y="506"/>
              <a:chExt cx="566" cy="565"/>
            </a:xfrm>
          </p:grpSpPr>
          <p:sp>
            <p:nvSpPr>
              <p:cNvPr id="11" name="Freeform 8"/>
              <p:cNvSpPr/>
              <p:nvPr/>
            </p:nvSpPr>
            <p:spPr bwMode="auto">
              <a:xfrm>
                <a:off x="476" y="506"/>
                <a:ext cx="499" cy="565"/>
              </a:xfrm>
              <a:custGeom>
                <a:avLst/>
                <a:gdLst>
                  <a:gd name="T0" fmla="*/ 7 w 710"/>
                  <a:gd name="T1" fmla="*/ 134 h 616"/>
                  <a:gd name="T2" fmla="*/ 13 w 710"/>
                  <a:gd name="T3" fmla="*/ 284 h 616"/>
                  <a:gd name="T4" fmla="*/ 84 w 710"/>
                  <a:gd name="T5" fmla="*/ 242 h 616"/>
                  <a:gd name="T6" fmla="*/ 77 w 710"/>
                  <a:gd name="T7" fmla="*/ 91 h 616"/>
                  <a:gd name="T8" fmla="*/ 66 w 710"/>
                  <a:gd name="T9" fmla="*/ 79 h 616"/>
                  <a:gd name="T10" fmla="*/ 16 w 710"/>
                  <a:gd name="T11" fmla="*/ 62 h 616"/>
                  <a:gd name="T12" fmla="*/ 9 w 710"/>
                  <a:gd name="T13" fmla="*/ 91 h 616"/>
                  <a:gd name="T14" fmla="*/ 8 w 710"/>
                  <a:gd name="T15" fmla="*/ 105 h 616"/>
                  <a:gd name="T16" fmla="*/ 7 w 710"/>
                  <a:gd name="T17" fmla="*/ 134 h 6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10" h="616">
                    <a:moveTo>
                      <a:pt x="58" y="225"/>
                    </a:moveTo>
                    <a:cubicBezTo>
                      <a:pt x="63" y="383"/>
                      <a:pt x="0" y="441"/>
                      <a:pt x="107" y="477"/>
                    </a:cubicBezTo>
                    <a:cubicBezTo>
                      <a:pt x="511" y="472"/>
                      <a:pt x="586" y="616"/>
                      <a:pt x="690" y="407"/>
                    </a:cubicBezTo>
                    <a:cubicBezTo>
                      <a:pt x="688" y="366"/>
                      <a:pt x="710" y="188"/>
                      <a:pt x="634" y="154"/>
                    </a:cubicBezTo>
                    <a:cubicBezTo>
                      <a:pt x="601" y="139"/>
                      <a:pt x="585" y="139"/>
                      <a:pt x="550" y="133"/>
                    </a:cubicBezTo>
                    <a:cubicBezTo>
                      <a:pt x="462" y="0"/>
                      <a:pt x="367" y="101"/>
                      <a:pt x="135" y="105"/>
                    </a:cubicBezTo>
                    <a:cubicBezTo>
                      <a:pt x="112" y="120"/>
                      <a:pt x="102" y="139"/>
                      <a:pt x="79" y="154"/>
                    </a:cubicBezTo>
                    <a:cubicBezTo>
                      <a:pt x="74" y="161"/>
                      <a:pt x="66" y="167"/>
                      <a:pt x="65" y="175"/>
                    </a:cubicBezTo>
                    <a:cubicBezTo>
                      <a:pt x="60" y="231"/>
                      <a:pt x="93" y="242"/>
                      <a:pt x="58" y="225"/>
                    </a:cubicBezTo>
                    <a:close/>
                  </a:path>
                </a:pathLst>
              </a:custGeom>
              <a:solidFill>
                <a:srgbClr val="99CCFF"/>
              </a:solidFill>
              <a:ln w="9525" cap="flat" cmpd="sng">
                <a:noFill/>
                <a:prstDash val="solid"/>
                <a:round/>
              </a:ln>
              <a:effectLst>
                <a:outerShdw dist="45791" dir="2021404" algn="ctr" rotWithShape="0">
                  <a:srgbClr val="7B7B7B"/>
                </a:outerShdw>
              </a:effectLst>
            </p:spPr>
            <p:txBody>
              <a:bodyPr wrap="none" anchor="ctr"/>
              <a:lstStyle/>
              <a:p>
                <a:endParaRPr lang="zh-CN" altLang="en-US"/>
              </a:p>
            </p:txBody>
          </p:sp>
          <p:sp>
            <p:nvSpPr>
              <p:cNvPr id="12" name="Rectangle 9"/>
              <p:cNvSpPr>
                <a:spLocks noChangeArrowheads="1"/>
              </p:cNvSpPr>
              <p:nvPr/>
            </p:nvSpPr>
            <p:spPr bwMode="auto">
              <a:xfrm>
                <a:off x="509" y="559"/>
                <a:ext cx="533" cy="406"/>
              </a:xfrm>
              <a:prstGeom prst="rect">
                <a:avLst/>
              </a:prstGeom>
              <a:noFill/>
              <a:ln w="9525">
                <a:noFill/>
                <a:miter lim="800000"/>
              </a:ln>
              <a:effectLst>
                <a:outerShdw dist="28398" dir="3806097" algn="ctr" rotWithShape="0">
                  <a:schemeClr val="bg1"/>
                </a:outerShdw>
              </a:effectLst>
            </p:spPr>
            <p:txBody>
              <a:bodyPr wrap="square" anchor="ctr">
                <a:spAutoFit/>
              </a:bodyPr>
              <a:lstStyle/>
              <a:p>
                <a:r>
                  <a:rPr lang="zh-CN" altLang="en-US" sz="2400" dirty="0">
                    <a:solidFill>
                      <a:srgbClr val="FF0000"/>
                    </a:solidFill>
                    <a:ea typeface="华文新魏" pitchFamily="2" charset="-122"/>
                  </a:rPr>
                  <a:t>如何计算子串回溯的位置</a:t>
                </a:r>
                <a:r>
                  <a:rPr lang="zh-CN" altLang="en-US" sz="3600" dirty="0">
                    <a:solidFill>
                      <a:srgbClr val="FF0000"/>
                    </a:solidFill>
                    <a:ea typeface="华文新魏" pitchFamily="2" charset="-122"/>
                  </a:rPr>
                  <a:t> </a:t>
                </a:r>
                <a:endParaRPr lang="zh-CN" altLang="en-US" sz="3600" dirty="0">
                  <a:solidFill>
                    <a:srgbClr val="FF0000"/>
                  </a:solidFill>
                  <a:ea typeface="华文新魏" pitchFamily="2" charset="-122"/>
                </a:endParaRPr>
              </a:p>
            </p:txBody>
          </p:sp>
        </p:grpSp>
        <p:sp>
          <p:nvSpPr>
            <p:cNvPr id="9" name="Freeform 31"/>
            <p:cNvSpPr/>
            <p:nvPr/>
          </p:nvSpPr>
          <p:spPr bwMode="auto">
            <a:xfrm rot="530513">
              <a:off x="2097715" y="441242"/>
              <a:ext cx="413605" cy="393319"/>
            </a:xfrm>
            <a:custGeom>
              <a:avLst/>
              <a:gdLst>
                <a:gd name="T0" fmla="*/ 19595 w 439"/>
                <a:gd name="T1" fmla="*/ 374 h 683"/>
                <a:gd name="T2" fmla="*/ 25351 w 439"/>
                <a:gd name="T3" fmla="*/ 278 h 683"/>
                <a:gd name="T4" fmla="*/ 35572 w 439"/>
                <a:gd name="T5" fmla="*/ 336 h 683"/>
                <a:gd name="T6" fmla="*/ 34644 w 439"/>
                <a:gd name="T7" fmla="*/ 491 h 683"/>
                <a:gd name="T8" fmla="*/ 22332 w 439"/>
                <a:gd name="T9" fmla="*/ 616 h 683"/>
                <a:gd name="T10" fmla="*/ 20008 w 439"/>
                <a:gd name="T11" fmla="*/ 958 h 683"/>
                <a:gd name="T12" fmla="*/ 22332 w 439"/>
                <a:gd name="T13" fmla="*/ 1066 h 683"/>
                <a:gd name="T14" fmla="*/ 18298 w 439"/>
                <a:gd name="T15" fmla="*/ 1183 h 683"/>
                <a:gd name="T16" fmla="*/ 19221 w 439"/>
                <a:gd name="T17" fmla="*/ 1302 h 683"/>
                <a:gd name="T18" fmla="*/ 27843 w 439"/>
                <a:gd name="T19" fmla="*/ 1382 h 683"/>
                <a:gd name="T20" fmla="*/ 39233 w 439"/>
                <a:gd name="T21" fmla="*/ 1327 h 683"/>
                <a:gd name="T22" fmla="*/ 42887 w 439"/>
                <a:gd name="T23" fmla="*/ 1183 h 683"/>
                <a:gd name="T24" fmla="*/ 38303 w 439"/>
                <a:gd name="T25" fmla="*/ 1045 h 683"/>
                <a:gd name="T26" fmla="*/ 43302 w 439"/>
                <a:gd name="T27" fmla="*/ 972 h 683"/>
                <a:gd name="T28" fmla="*/ 43302 w 439"/>
                <a:gd name="T29" fmla="*/ 781 h 683"/>
                <a:gd name="T30" fmla="*/ 56046 w 439"/>
                <a:gd name="T31" fmla="*/ 621 h 683"/>
                <a:gd name="T32" fmla="*/ 57387 w 439"/>
                <a:gd name="T33" fmla="*/ 378 h 683"/>
                <a:gd name="T34" fmla="*/ 49144 w 439"/>
                <a:gd name="T35" fmla="*/ 118 h 683"/>
                <a:gd name="T36" fmla="*/ 32792 w 439"/>
                <a:gd name="T37" fmla="*/ 0 h 683"/>
                <a:gd name="T38" fmla="*/ 14637 w 439"/>
                <a:gd name="T39" fmla="*/ 78 h 683"/>
                <a:gd name="T40" fmla="*/ 4071 w 439"/>
                <a:gd name="T41" fmla="*/ 232 h 683"/>
                <a:gd name="T42" fmla="*/ 0 w 439"/>
                <a:gd name="T43" fmla="*/ 473 h 683"/>
                <a:gd name="T44" fmla="*/ 514 w 439"/>
                <a:gd name="T45" fmla="*/ 616 h 683"/>
                <a:gd name="T46" fmla="*/ 19221 w 439"/>
                <a:gd name="T47" fmla="*/ 598 h 683"/>
                <a:gd name="T48" fmla="*/ 19595 w 439"/>
                <a:gd name="T49" fmla="*/ 374 h 68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439" h="683">
                  <a:moveTo>
                    <a:pt x="150" y="185"/>
                  </a:moveTo>
                  <a:lnTo>
                    <a:pt x="194" y="138"/>
                  </a:lnTo>
                  <a:lnTo>
                    <a:pt x="272" y="167"/>
                  </a:lnTo>
                  <a:lnTo>
                    <a:pt x="265" y="244"/>
                  </a:lnTo>
                  <a:lnTo>
                    <a:pt x="171" y="304"/>
                  </a:lnTo>
                  <a:lnTo>
                    <a:pt x="153" y="474"/>
                  </a:lnTo>
                  <a:lnTo>
                    <a:pt x="171" y="527"/>
                  </a:lnTo>
                  <a:lnTo>
                    <a:pt x="140" y="585"/>
                  </a:lnTo>
                  <a:lnTo>
                    <a:pt x="147" y="645"/>
                  </a:lnTo>
                  <a:lnTo>
                    <a:pt x="213" y="683"/>
                  </a:lnTo>
                  <a:lnTo>
                    <a:pt x="300" y="656"/>
                  </a:lnTo>
                  <a:lnTo>
                    <a:pt x="328" y="585"/>
                  </a:lnTo>
                  <a:lnTo>
                    <a:pt x="293" y="518"/>
                  </a:lnTo>
                  <a:lnTo>
                    <a:pt x="331" y="480"/>
                  </a:lnTo>
                  <a:lnTo>
                    <a:pt x="331" y="387"/>
                  </a:lnTo>
                  <a:lnTo>
                    <a:pt x="429" y="308"/>
                  </a:lnTo>
                  <a:lnTo>
                    <a:pt x="439" y="188"/>
                  </a:lnTo>
                  <a:lnTo>
                    <a:pt x="376" y="59"/>
                  </a:lnTo>
                  <a:lnTo>
                    <a:pt x="251" y="0"/>
                  </a:lnTo>
                  <a:lnTo>
                    <a:pt x="112" y="38"/>
                  </a:lnTo>
                  <a:lnTo>
                    <a:pt x="31" y="115"/>
                  </a:lnTo>
                  <a:lnTo>
                    <a:pt x="0" y="234"/>
                  </a:lnTo>
                  <a:lnTo>
                    <a:pt x="4" y="304"/>
                  </a:lnTo>
                  <a:lnTo>
                    <a:pt x="147" y="296"/>
                  </a:lnTo>
                  <a:lnTo>
                    <a:pt x="150" y="185"/>
                  </a:lnTo>
                  <a:close/>
                </a:path>
              </a:pathLst>
            </a:custGeom>
            <a:solidFill>
              <a:srgbClr val="FF0000"/>
            </a:solidFill>
            <a:ln w="9525">
              <a:solidFill>
                <a:srgbClr val="00FFFF"/>
              </a:solidFill>
              <a:round/>
            </a:ln>
            <a:effectLst>
              <a:outerShdw dist="40161" dir="1106097" algn="ctr" rotWithShape="0">
                <a:srgbClr val="808080"/>
              </a:outerShdw>
            </a:effectLst>
          </p:spPr>
          <p:txBody>
            <a:bodyPr/>
            <a:lstStyle/>
            <a:p>
              <a:endParaRPr lang="zh-CN" altLang="en-US" dirty="0">
                <a:solidFill>
                  <a:srgbClr val="FF0000"/>
                </a:solidFill>
              </a:endParaRPr>
            </a:p>
          </p:txBody>
        </p:sp>
        <p:sp>
          <p:nvSpPr>
            <p:cNvPr id="10" name="Freeform 33"/>
            <p:cNvSpPr/>
            <p:nvPr/>
          </p:nvSpPr>
          <p:spPr bwMode="auto">
            <a:xfrm rot="530513">
              <a:off x="2180048" y="994134"/>
              <a:ext cx="152631" cy="62012"/>
            </a:xfrm>
            <a:custGeom>
              <a:avLst/>
              <a:gdLst>
                <a:gd name="T0" fmla="*/ 5777 w 126"/>
                <a:gd name="T1" fmla="*/ 0 h 109"/>
                <a:gd name="T2" fmla="*/ 1145 w 126"/>
                <a:gd name="T3" fmla="*/ 45 h 109"/>
                <a:gd name="T4" fmla="*/ 0 w 126"/>
                <a:gd name="T5" fmla="*/ 165 h 109"/>
                <a:gd name="T6" fmla="*/ 3612 w 126"/>
                <a:gd name="T7" fmla="*/ 248 h 109"/>
                <a:gd name="T8" fmla="*/ 12576 w 126"/>
                <a:gd name="T9" fmla="*/ 248 h 109"/>
                <a:gd name="T10" fmla="*/ 16178 w 126"/>
                <a:gd name="T11" fmla="*/ 151 h 109"/>
                <a:gd name="T12" fmla="*/ 13076 w 126"/>
                <a:gd name="T13" fmla="*/ 32 h 109"/>
                <a:gd name="T14" fmla="*/ 5777 w 126"/>
                <a:gd name="T15" fmla="*/ 0 h 10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26" h="109">
                  <a:moveTo>
                    <a:pt x="45" y="0"/>
                  </a:moveTo>
                  <a:lnTo>
                    <a:pt x="9" y="20"/>
                  </a:lnTo>
                  <a:lnTo>
                    <a:pt x="0" y="73"/>
                  </a:lnTo>
                  <a:lnTo>
                    <a:pt x="28" y="109"/>
                  </a:lnTo>
                  <a:lnTo>
                    <a:pt x="98" y="109"/>
                  </a:lnTo>
                  <a:lnTo>
                    <a:pt x="126" y="66"/>
                  </a:lnTo>
                  <a:lnTo>
                    <a:pt x="102" y="14"/>
                  </a:lnTo>
                  <a:lnTo>
                    <a:pt x="45" y="0"/>
                  </a:lnTo>
                  <a:close/>
                </a:path>
              </a:pathLst>
            </a:custGeom>
            <a:solidFill>
              <a:srgbClr val="FF3300"/>
            </a:solidFill>
            <a:ln w="9525">
              <a:solidFill>
                <a:srgbClr val="00FFFF"/>
              </a:solidFill>
              <a:round/>
            </a:ln>
            <a:effectLst>
              <a:outerShdw dist="40161" dir="1106097" algn="ctr" rotWithShape="0">
                <a:srgbClr val="808080"/>
              </a:outerShdw>
            </a:effectLst>
          </p:spPr>
          <p:txBody>
            <a:bodyPr/>
            <a:lstStyle/>
            <a:p>
              <a:endParaRPr lang="zh-CN" altLang="en-US"/>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righ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83432" y="136525"/>
            <a:ext cx="8189913" cy="610715"/>
          </a:xfrm>
        </p:spPr>
        <p:txBody>
          <a:bodyPr>
            <a:normAutofit fontScale="90000"/>
          </a:bodyPr>
          <a:lstStyle/>
          <a:p>
            <a:r>
              <a:rPr lang="en-US" altLang="zh-CN" dirty="0"/>
              <a:t>KMP</a:t>
            </a:r>
            <a:r>
              <a:rPr lang="zh-CN" altLang="en-US" dirty="0"/>
              <a:t>算法核心思想 </a:t>
            </a:r>
            <a:r>
              <a:rPr lang="en-US" altLang="zh-CN" dirty="0"/>
              <a:t>– </a:t>
            </a:r>
            <a:r>
              <a:rPr lang="zh-CN" altLang="en-US" sz="2000" dirty="0"/>
              <a:t>计算子串回溯位置</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4" name="Rectangle 3"/>
          <p:cNvSpPr>
            <a:spLocks noChangeArrowheads="1"/>
          </p:cNvSpPr>
          <p:nvPr/>
        </p:nvSpPr>
        <p:spPr bwMode="auto">
          <a:xfrm>
            <a:off x="1886716" y="1343026"/>
            <a:ext cx="845905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1" hangingPunct="1">
              <a:defRPr/>
            </a:pPr>
            <a:r>
              <a:rPr kumimoji="1" lang="zh-CN" altLang="en-US" sz="2000" b="1" dirty="0">
                <a:ea typeface="楷体_GB2312" panose="02010609030101010101" pitchFamily="49" charset="-122"/>
              </a:rPr>
              <a:t>根据子串</a:t>
            </a:r>
            <a:r>
              <a:rPr kumimoji="1" lang="en-US" altLang="zh-CN" sz="2000" b="1" dirty="0">
                <a:ea typeface="楷体_GB2312" panose="02010609030101010101" pitchFamily="49" charset="-122"/>
              </a:rPr>
              <a:t>T</a:t>
            </a:r>
            <a:r>
              <a:rPr kumimoji="1" lang="zh-CN" altLang="en-US" sz="2000" b="1" dirty="0">
                <a:ea typeface="楷体_GB2312" panose="02010609030101010101" pitchFamily="49" charset="-122"/>
              </a:rPr>
              <a:t>当前匹配的规律：   </a:t>
            </a:r>
            <a:r>
              <a:rPr kumimoji="1" lang="zh-CN" altLang="en-US" sz="2000" b="1" dirty="0">
                <a:effectLst>
                  <a:outerShdw blurRad="38100" dist="38100" dir="2700000" algn="tl">
                    <a:srgbClr val="FFFFFF"/>
                  </a:outerShdw>
                </a:effectLst>
                <a:ea typeface="楷体_GB2312" panose="02010609030101010101" pitchFamily="49" charset="-122"/>
              </a:rPr>
              <a:t>“</a:t>
            </a:r>
            <a:r>
              <a:rPr kumimoji="1" lang="en-US" altLang="zh-CN" sz="2000" b="1" dirty="0">
                <a:effectLst>
                  <a:outerShdw blurRad="38100" dist="38100" dir="2700000" algn="tl">
                    <a:srgbClr val="FFFFFF"/>
                  </a:outerShdw>
                </a:effectLst>
                <a:ea typeface="楷体_GB2312" panose="02010609030101010101" pitchFamily="49" charset="-122"/>
              </a:rPr>
              <a:t>T</a:t>
            </a:r>
            <a:r>
              <a:rPr kumimoji="1" lang="en-US" altLang="zh-CN" sz="2000" b="1" baseline="-25000" dirty="0">
                <a:effectLst>
                  <a:outerShdw blurRad="38100" dist="38100" dir="2700000" algn="tl">
                    <a:srgbClr val="FFFFFF"/>
                  </a:outerShdw>
                </a:effectLst>
                <a:ea typeface="楷体_GB2312" panose="02010609030101010101" pitchFamily="49" charset="-122"/>
              </a:rPr>
              <a:t>0</a:t>
            </a:r>
            <a:r>
              <a:rPr kumimoji="1" lang="en-US" altLang="zh-CN" sz="2000" b="1" dirty="0">
                <a:effectLst>
                  <a:outerShdw blurRad="38100" dist="38100" dir="2700000" algn="tl">
                    <a:srgbClr val="FFFFFF"/>
                  </a:outerShdw>
                </a:effectLst>
                <a:ea typeface="楷体_GB2312" panose="02010609030101010101" pitchFamily="49" charset="-122"/>
              </a:rPr>
              <a:t>…T</a:t>
            </a:r>
            <a:r>
              <a:rPr kumimoji="1" lang="en-US" altLang="zh-CN" sz="2000" b="1" baseline="-25000" dirty="0">
                <a:effectLst>
                  <a:outerShdw blurRad="38100" dist="38100" dir="2700000" algn="tl">
                    <a:srgbClr val="FFFFFF"/>
                  </a:outerShdw>
                </a:effectLst>
                <a:ea typeface="楷体_GB2312" panose="02010609030101010101" pitchFamily="49" charset="-122"/>
              </a:rPr>
              <a:t>k-1</a:t>
            </a:r>
            <a:r>
              <a:rPr kumimoji="1" lang="en-US" altLang="zh-CN" sz="2000" b="1" dirty="0">
                <a:effectLst>
                  <a:outerShdw blurRad="38100" dist="38100" dir="2700000" algn="tl">
                    <a:srgbClr val="FFFFFF"/>
                  </a:outerShdw>
                </a:effectLst>
                <a:ea typeface="楷体_GB2312" panose="02010609030101010101" pitchFamily="49" charset="-122"/>
              </a:rPr>
              <a:t>”=“</a:t>
            </a:r>
            <a:r>
              <a:rPr kumimoji="1" lang="en-US" altLang="zh-CN" sz="2000" b="1" dirty="0" err="1">
                <a:effectLst>
                  <a:outerShdw blurRad="38100" dist="38100" dir="2700000" algn="tl">
                    <a:srgbClr val="FFFFFF"/>
                  </a:outerShdw>
                </a:effectLst>
                <a:ea typeface="楷体_GB2312" panose="02010609030101010101" pitchFamily="49" charset="-122"/>
              </a:rPr>
              <a:t>T</a:t>
            </a:r>
            <a:r>
              <a:rPr kumimoji="1" lang="en-US" altLang="zh-CN" sz="2000" b="1" baseline="-25000" dirty="0" err="1">
                <a:effectLst>
                  <a:outerShdw blurRad="38100" dist="38100" dir="2700000" algn="tl">
                    <a:srgbClr val="FFFFFF"/>
                  </a:outerShdw>
                </a:effectLst>
                <a:latin typeface="宋体" pitchFamily="2" charset="-122"/>
                <a:ea typeface="宋体" pitchFamily="2" charset="-122"/>
              </a:rPr>
              <a:t>j</a:t>
            </a:r>
            <a:r>
              <a:rPr kumimoji="1" lang="en-US" altLang="zh-CN" sz="2000" b="1" baseline="-25000" dirty="0">
                <a:effectLst>
                  <a:outerShdw blurRad="38100" dist="38100" dir="2700000" algn="tl">
                    <a:srgbClr val="FFFFFF"/>
                  </a:outerShdw>
                </a:effectLst>
                <a:latin typeface="宋体" pitchFamily="2" charset="-122"/>
                <a:ea typeface="宋体" pitchFamily="2" charset="-122"/>
              </a:rPr>
              <a:t>-k</a:t>
            </a:r>
            <a:r>
              <a:rPr kumimoji="1" lang="en-US" altLang="zh-CN" sz="2000" b="1" dirty="0">
                <a:effectLst>
                  <a:outerShdw blurRad="38100" dist="38100" dir="2700000" algn="tl">
                    <a:srgbClr val="FFFFFF"/>
                  </a:outerShdw>
                </a:effectLst>
                <a:ea typeface="楷体_GB2312" panose="02010609030101010101" pitchFamily="49" charset="-122"/>
              </a:rPr>
              <a:t> …T</a:t>
            </a:r>
            <a:r>
              <a:rPr kumimoji="1" lang="en-US" altLang="zh-CN" sz="2000" b="1" baseline="-25000" dirty="0">
                <a:effectLst>
                  <a:outerShdw blurRad="38100" dist="38100" dir="2700000" algn="tl">
                    <a:srgbClr val="FFFFFF"/>
                  </a:outerShdw>
                </a:effectLst>
                <a:ea typeface="楷体_GB2312" panose="02010609030101010101" pitchFamily="49" charset="-122"/>
              </a:rPr>
              <a:t>j-1</a:t>
            </a:r>
            <a:r>
              <a:rPr kumimoji="1" lang="en-US" altLang="zh-CN" sz="2000" b="1" dirty="0">
                <a:effectLst>
                  <a:outerShdw blurRad="38100" dist="38100" dir="2700000" algn="tl">
                    <a:srgbClr val="FFFFFF"/>
                  </a:outerShdw>
                </a:effectLst>
                <a:ea typeface="楷体_GB2312" panose="02010609030101010101" pitchFamily="49" charset="-122"/>
              </a:rPr>
              <a:t>”</a:t>
            </a:r>
            <a:endParaRPr kumimoji="1" lang="en-US" altLang="zh-CN" sz="2000" b="1" baseline="-25000" dirty="0">
              <a:effectLst>
                <a:outerShdw blurRad="38100" dist="38100" dir="2700000" algn="tl">
                  <a:srgbClr val="FFFFFF"/>
                </a:outerShdw>
              </a:effectLst>
              <a:ea typeface="楷体_GB2312" panose="02010609030101010101" pitchFamily="49" charset="-122"/>
            </a:endParaRPr>
          </a:p>
          <a:p>
            <a:pPr algn="l" eaLnBrk="1" hangingPunct="1">
              <a:defRPr/>
            </a:pPr>
            <a:r>
              <a:rPr kumimoji="1" lang="zh-CN" altLang="en-US" sz="2000" b="1" dirty="0">
                <a:ea typeface="楷体_GB2312" panose="02010609030101010101" pitchFamily="49" charset="-122"/>
              </a:rPr>
              <a:t>由当前失配位置</a:t>
            </a:r>
            <a:r>
              <a:rPr kumimoji="1" lang="en-US" altLang="zh-CN" sz="2000" b="1" dirty="0">
                <a:ea typeface="楷体_GB2312" panose="02010609030101010101" pitchFamily="49" charset="-122"/>
              </a:rPr>
              <a:t>j(</a:t>
            </a:r>
            <a:r>
              <a:rPr kumimoji="1" lang="zh-CN" altLang="en-US" sz="2000" b="1" dirty="0">
                <a:ea typeface="楷体_GB2312" panose="02010609030101010101" pitchFamily="49" charset="-122"/>
              </a:rPr>
              <a:t>已知</a:t>
            </a:r>
            <a:r>
              <a:rPr kumimoji="1" lang="en-US" altLang="zh-CN" sz="2000" b="1" dirty="0">
                <a:ea typeface="楷体_GB2312" panose="02010609030101010101" pitchFamily="49" charset="-122"/>
              </a:rPr>
              <a:t>) </a:t>
            </a:r>
            <a:r>
              <a:rPr kumimoji="1" lang="zh-CN" altLang="en-US" sz="2000" b="1" dirty="0">
                <a:ea typeface="楷体_GB2312" panose="02010609030101010101" pitchFamily="49" charset="-122"/>
              </a:rPr>
              <a:t>，可以归纳计算下次匹配起点 </a:t>
            </a:r>
            <a:r>
              <a:rPr kumimoji="1" lang="en-US" altLang="zh-CN" sz="2000" b="1" dirty="0">
                <a:ea typeface="楷体_GB2312" panose="02010609030101010101" pitchFamily="49" charset="-122"/>
              </a:rPr>
              <a:t>k</a:t>
            </a:r>
            <a:r>
              <a:rPr kumimoji="1" lang="zh-CN" altLang="en-US" sz="2000" b="1" dirty="0">
                <a:ea typeface="楷体_GB2312" panose="02010609030101010101" pitchFamily="49" charset="-122"/>
              </a:rPr>
              <a:t>的表达式。</a:t>
            </a:r>
            <a:endParaRPr kumimoji="1" lang="zh-CN" altLang="en-US" sz="2000" b="1" dirty="0">
              <a:ea typeface="楷体_GB2312" panose="02010609030101010101" pitchFamily="49" charset="-122"/>
            </a:endParaRPr>
          </a:p>
        </p:txBody>
      </p:sp>
      <p:sp>
        <p:nvSpPr>
          <p:cNvPr id="5" name="Rectangle 4"/>
          <p:cNvSpPr>
            <a:spLocks noChangeArrowheads="1"/>
          </p:cNvSpPr>
          <p:nvPr/>
        </p:nvSpPr>
        <p:spPr bwMode="auto">
          <a:xfrm>
            <a:off x="1904528" y="3507154"/>
            <a:ext cx="1711565" cy="400110"/>
          </a:xfrm>
          <a:prstGeom prst="rect">
            <a:avLst/>
          </a:prstGeom>
          <a:noFill/>
          <a:ln w="9525">
            <a:noFill/>
            <a:miter lim="800000"/>
          </a:ln>
          <a:effectLst/>
        </p:spPr>
        <p:txBody>
          <a:bodyPr>
            <a:spAutoFit/>
          </a:bodyPr>
          <a:lstStyle/>
          <a:p>
            <a:pPr algn="l" eaLnBrk="1" hangingPunct="1"/>
            <a:r>
              <a:rPr kumimoji="1" lang="en-US" altLang="zh-CN" sz="2000" b="1">
                <a:ea typeface="楷体_GB2312" panose="02010609030101010101" pitchFamily="49" charset="-122"/>
              </a:rPr>
              <a:t>next[ j ]</a:t>
            </a:r>
            <a:r>
              <a:rPr kumimoji="1" lang="zh-CN" altLang="en-US" sz="2000" b="1">
                <a:ea typeface="楷体_GB2312" panose="02010609030101010101" pitchFamily="49" charset="-122"/>
              </a:rPr>
              <a:t>＝</a:t>
            </a:r>
            <a:endParaRPr kumimoji="1" lang="zh-CN" altLang="en-US" sz="2000" b="1">
              <a:ea typeface="楷体_GB2312" panose="02010609030101010101" pitchFamily="49" charset="-122"/>
            </a:endParaRPr>
          </a:p>
        </p:txBody>
      </p:sp>
      <p:sp>
        <p:nvSpPr>
          <p:cNvPr id="6" name="Rectangle 5"/>
          <p:cNvSpPr>
            <a:spLocks noChangeArrowheads="1"/>
          </p:cNvSpPr>
          <p:nvPr/>
        </p:nvSpPr>
        <p:spPr bwMode="auto">
          <a:xfrm>
            <a:off x="3504363" y="3126154"/>
            <a:ext cx="6477067" cy="1015663"/>
          </a:xfrm>
          <a:prstGeom prst="rect">
            <a:avLst/>
          </a:prstGeom>
          <a:noFill/>
          <a:ln w="9525">
            <a:noFill/>
            <a:miter lim="800000"/>
          </a:ln>
          <a:effectLst/>
        </p:spPr>
        <p:txBody>
          <a:bodyPr>
            <a:spAutoFit/>
          </a:bodyPr>
          <a:lstStyle/>
          <a:p>
            <a:pPr algn="l" eaLnBrk="1" hangingPunct="1"/>
            <a:r>
              <a:rPr kumimoji="1" lang="en-US" altLang="zh-CN" sz="2000" b="1" dirty="0">
                <a:solidFill>
                  <a:srgbClr val="002060"/>
                </a:solidFill>
                <a:ea typeface="楷体_GB2312" panose="02010609030101010101" pitchFamily="49" charset="-122"/>
              </a:rPr>
              <a:t>-1        </a:t>
            </a:r>
            <a:r>
              <a:rPr kumimoji="1" lang="zh-CN" altLang="en-US" sz="2000" b="1" dirty="0">
                <a:solidFill>
                  <a:srgbClr val="002060"/>
                </a:solidFill>
                <a:ea typeface="楷体_GB2312" panose="02010609030101010101" pitchFamily="49" charset="-122"/>
              </a:rPr>
              <a:t>当</a:t>
            </a:r>
            <a:r>
              <a:rPr kumimoji="1" lang="en-US" altLang="zh-CN" sz="2000" b="1" dirty="0">
                <a:solidFill>
                  <a:srgbClr val="002060"/>
                </a:solidFill>
                <a:ea typeface="楷体_GB2312" panose="02010609030101010101" pitchFamily="49" charset="-122"/>
              </a:rPr>
              <a:t>j</a:t>
            </a:r>
            <a:r>
              <a:rPr kumimoji="1" lang="zh-CN" altLang="en-US" sz="2000" b="1" dirty="0">
                <a:solidFill>
                  <a:srgbClr val="002060"/>
                </a:solidFill>
                <a:ea typeface="楷体_GB2312" panose="02010609030101010101" pitchFamily="49" charset="-122"/>
              </a:rPr>
              <a:t>＝</a:t>
            </a:r>
            <a:r>
              <a:rPr kumimoji="1" lang="en-US" altLang="zh-CN" sz="2000" b="1" dirty="0">
                <a:solidFill>
                  <a:srgbClr val="002060"/>
                </a:solidFill>
                <a:ea typeface="楷体_GB2312" panose="02010609030101010101" pitchFamily="49" charset="-122"/>
              </a:rPr>
              <a:t>0</a:t>
            </a:r>
            <a:r>
              <a:rPr kumimoji="1" lang="zh-CN" altLang="en-US" sz="2000" b="1" dirty="0">
                <a:solidFill>
                  <a:srgbClr val="002060"/>
                </a:solidFill>
                <a:ea typeface="楷体_GB2312" panose="02010609030101010101" pitchFamily="49" charset="-122"/>
              </a:rPr>
              <a:t>时</a:t>
            </a:r>
            <a:endParaRPr kumimoji="1" lang="zh-CN" altLang="en-US" sz="2000" b="1" dirty="0">
              <a:solidFill>
                <a:srgbClr val="002060"/>
              </a:solidFill>
              <a:ea typeface="楷体_GB2312" panose="02010609030101010101" pitchFamily="49" charset="-122"/>
            </a:endParaRPr>
          </a:p>
          <a:p>
            <a:pPr algn="l" eaLnBrk="1" hangingPunct="1"/>
            <a:r>
              <a:rPr kumimoji="1" lang="en-US" altLang="zh-CN" sz="2000" b="1" dirty="0">
                <a:solidFill>
                  <a:srgbClr val="002060"/>
                </a:solidFill>
                <a:ea typeface="楷体_GB2312" panose="02010609030101010101" pitchFamily="49" charset="-122"/>
              </a:rPr>
              <a:t>max { k  | 0&lt;k&lt;j   </a:t>
            </a:r>
            <a:r>
              <a:rPr kumimoji="1" lang="zh-CN" altLang="en-US" sz="2000" b="1" dirty="0">
                <a:solidFill>
                  <a:srgbClr val="002060"/>
                </a:solidFill>
                <a:ea typeface="楷体_GB2312" panose="02010609030101010101" pitchFamily="49" charset="-122"/>
              </a:rPr>
              <a:t>且‘</a:t>
            </a:r>
            <a:r>
              <a:rPr kumimoji="1" lang="en-US" altLang="zh-CN" sz="2000" b="1" dirty="0">
                <a:solidFill>
                  <a:srgbClr val="002060"/>
                </a:solidFill>
                <a:ea typeface="楷体_GB2312" panose="02010609030101010101" pitchFamily="49" charset="-122"/>
              </a:rPr>
              <a:t>T</a:t>
            </a:r>
            <a:r>
              <a:rPr kumimoji="1" lang="en-US" altLang="zh-CN" sz="2000" b="1" baseline="-25000" dirty="0">
                <a:solidFill>
                  <a:srgbClr val="002060"/>
                </a:solidFill>
                <a:ea typeface="楷体_GB2312" panose="02010609030101010101" pitchFamily="49" charset="-122"/>
              </a:rPr>
              <a:t>0</a:t>
            </a:r>
            <a:r>
              <a:rPr kumimoji="1" lang="en-US" altLang="zh-CN" sz="2000" b="1" dirty="0">
                <a:solidFill>
                  <a:srgbClr val="002060"/>
                </a:solidFill>
                <a:ea typeface="楷体_GB2312" panose="02010609030101010101" pitchFamily="49" charset="-122"/>
              </a:rPr>
              <a:t>…T</a:t>
            </a:r>
            <a:r>
              <a:rPr kumimoji="1" lang="en-US" altLang="zh-CN" sz="2000" b="1" baseline="-25000" dirty="0">
                <a:solidFill>
                  <a:srgbClr val="002060"/>
                </a:solidFill>
                <a:ea typeface="楷体_GB2312" panose="02010609030101010101" pitchFamily="49" charset="-122"/>
              </a:rPr>
              <a:t>k-1</a:t>
            </a:r>
            <a:r>
              <a:rPr kumimoji="1" lang="en-US" altLang="zh-CN" sz="2000" b="1" dirty="0">
                <a:solidFill>
                  <a:srgbClr val="002060"/>
                </a:solidFill>
                <a:ea typeface="楷体_GB2312" panose="02010609030101010101" pitchFamily="49" charset="-122"/>
              </a:rPr>
              <a:t>’=‘</a:t>
            </a:r>
            <a:r>
              <a:rPr kumimoji="1" lang="en-US" altLang="zh-CN" sz="2000" b="1" dirty="0" err="1">
                <a:solidFill>
                  <a:srgbClr val="002060"/>
                </a:solidFill>
                <a:ea typeface="楷体_GB2312" panose="02010609030101010101" pitchFamily="49" charset="-122"/>
              </a:rPr>
              <a:t>T</a:t>
            </a:r>
            <a:r>
              <a:rPr kumimoji="1" lang="en-US" altLang="zh-CN" sz="2000" b="1" baseline="-25000" dirty="0" err="1">
                <a:solidFill>
                  <a:srgbClr val="002060"/>
                </a:solidFill>
                <a:latin typeface="宋体" pitchFamily="2" charset="-122"/>
              </a:rPr>
              <a:t>j</a:t>
            </a:r>
            <a:r>
              <a:rPr kumimoji="1" lang="en-US" altLang="zh-CN" sz="2000" b="1" baseline="-25000" dirty="0">
                <a:solidFill>
                  <a:srgbClr val="002060"/>
                </a:solidFill>
                <a:latin typeface="宋体" pitchFamily="2" charset="-122"/>
              </a:rPr>
              <a:t>-k</a:t>
            </a:r>
            <a:r>
              <a:rPr kumimoji="1" lang="en-US" altLang="zh-CN" sz="2000" b="1" dirty="0">
                <a:solidFill>
                  <a:srgbClr val="002060"/>
                </a:solidFill>
                <a:ea typeface="楷体_GB2312" panose="02010609030101010101" pitchFamily="49" charset="-122"/>
              </a:rPr>
              <a:t> …T</a:t>
            </a:r>
            <a:r>
              <a:rPr kumimoji="1" lang="en-US" altLang="zh-CN" sz="2000" b="1" baseline="-25000" dirty="0">
                <a:solidFill>
                  <a:srgbClr val="002060"/>
                </a:solidFill>
                <a:ea typeface="楷体_GB2312" panose="02010609030101010101" pitchFamily="49" charset="-122"/>
              </a:rPr>
              <a:t>j-1</a:t>
            </a:r>
            <a:r>
              <a:rPr kumimoji="1" lang="en-US" altLang="zh-CN" sz="2000" b="1" dirty="0">
                <a:solidFill>
                  <a:srgbClr val="002060"/>
                </a:solidFill>
                <a:ea typeface="楷体_GB2312" panose="02010609030101010101" pitchFamily="49" charset="-122"/>
              </a:rPr>
              <a:t>’ }</a:t>
            </a:r>
            <a:endParaRPr kumimoji="1" lang="en-US" altLang="zh-CN" sz="2000" b="1" dirty="0">
              <a:solidFill>
                <a:srgbClr val="002060"/>
              </a:solidFill>
              <a:ea typeface="楷体_GB2312" panose="02010609030101010101" pitchFamily="49" charset="-122"/>
            </a:endParaRPr>
          </a:p>
          <a:p>
            <a:pPr algn="l" eaLnBrk="1" hangingPunct="1"/>
            <a:r>
              <a:rPr kumimoji="1" lang="en-US" altLang="zh-CN" sz="2000" b="1" dirty="0">
                <a:solidFill>
                  <a:srgbClr val="002060"/>
                </a:solidFill>
                <a:ea typeface="楷体_GB2312" panose="02010609030101010101" pitchFamily="49" charset="-122"/>
              </a:rPr>
              <a:t>0        </a:t>
            </a:r>
            <a:r>
              <a:rPr kumimoji="1" lang="zh-CN" altLang="en-US" sz="2000" b="1" dirty="0">
                <a:solidFill>
                  <a:srgbClr val="002060"/>
                </a:solidFill>
                <a:ea typeface="楷体_GB2312" panose="02010609030101010101" pitchFamily="49" charset="-122"/>
              </a:rPr>
              <a:t>其他情况</a:t>
            </a:r>
            <a:endParaRPr kumimoji="1" lang="zh-CN" altLang="en-US" sz="2000" b="1" dirty="0">
              <a:solidFill>
                <a:srgbClr val="002060"/>
              </a:solidFill>
              <a:ea typeface="楷体_GB2312" panose="02010609030101010101" pitchFamily="49" charset="-122"/>
            </a:endParaRPr>
          </a:p>
        </p:txBody>
      </p:sp>
      <p:sp>
        <p:nvSpPr>
          <p:cNvPr id="7" name="AutoShape 6"/>
          <p:cNvSpPr/>
          <p:nvPr/>
        </p:nvSpPr>
        <p:spPr bwMode="auto">
          <a:xfrm>
            <a:off x="3352152" y="3278553"/>
            <a:ext cx="76106" cy="914400"/>
          </a:xfrm>
          <a:prstGeom prst="leftBrace">
            <a:avLst>
              <a:gd name="adj1" fmla="val 100141"/>
              <a:gd name="adj2" fmla="val 50000"/>
            </a:avLst>
          </a:prstGeom>
          <a:noFill/>
          <a:ln w="19050">
            <a:solidFill>
              <a:schemeClr val="tx1"/>
            </a:solidFill>
            <a:round/>
          </a:ln>
          <a:effectLst/>
        </p:spPr>
        <p:txBody>
          <a:bodyPr wrap="none" anchor="ctr"/>
          <a:lstStyle/>
          <a:p>
            <a:pPr algn="l" eaLnBrk="1" hangingPunct="1"/>
            <a:endParaRPr kumimoji="1" lang="zh-CN" altLang="en-US" sz="3200"/>
          </a:p>
        </p:txBody>
      </p:sp>
      <p:sp>
        <p:nvSpPr>
          <p:cNvPr id="8" name="Line 7"/>
          <p:cNvSpPr>
            <a:spLocks noChangeShapeType="1"/>
          </p:cNvSpPr>
          <p:nvPr/>
        </p:nvSpPr>
        <p:spPr bwMode="auto">
          <a:xfrm>
            <a:off x="2437266" y="2897553"/>
            <a:ext cx="0" cy="678722"/>
          </a:xfrm>
          <a:prstGeom prst="line">
            <a:avLst/>
          </a:prstGeom>
          <a:noFill/>
          <a:ln w="9525">
            <a:solidFill>
              <a:schemeClr val="tx1"/>
            </a:solidFill>
            <a:round/>
            <a:tailEnd type="triangle" w="med" len="med"/>
          </a:ln>
          <a:effectLst/>
        </p:spPr>
        <p:txBody>
          <a:bodyPr/>
          <a:lstStyle/>
          <a:p>
            <a:endParaRPr lang="zh-CN" altLang="en-US" sz="1600"/>
          </a:p>
        </p:txBody>
      </p:sp>
      <p:sp>
        <p:nvSpPr>
          <p:cNvPr id="9" name="Rectangle 8"/>
          <p:cNvSpPr>
            <a:spLocks noChangeArrowheads="1"/>
          </p:cNvSpPr>
          <p:nvPr/>
        </p:nvSpPr>
        <p:spPr bwMode="auto">
          <a:xfrm>
            <a:off x="1524000" y="4862389"/>
            <a:ext cx="9144000" cy="1877437"/>
          </a:xfrm>
          <a:prstGeom prst="rect">
            <a:avLst/>
          </a:prstGeom>
          <a:solidFill>
            <a:schemeClr val="bg2">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a:spAutoFit/>
          </a:bodyPr>
          <a:lstStyle/>
          <a:p>
            <a:pPr algn="l" eaLnBrk="1" hangingPunct="1">
              <a:defRPr/>
            </a:pPr>
            <a:r>
              <a:rPr kumimoji="1" lang="zh-CN" altLang="en-US" sz="2400" b="1" dirty="0">
                <a:effectLst>
                  <a:outerShdw blurRad="38100" dist="38100" dir="2700000" algn="tl">
                    <a:srgbClr val="FFFFFF"/>
                  </a:outerShdw>
                </a:effectLst>
                <a:ea typeface="楷体_GB2312" panose="02010609030101010101" pitchFamily="49" charset="-122"/>
              </a:rPr>
              <a:t>注意：</a:t>
            </a:r>
            <a:endParaRPr kumimoji="1" lang="zh-CN" altLang="en-US" sz="2400" b="1" dirty="0">
              <a:effectLst>
                <a:outerShdw blurRad="38100" dist="38100" dir="2700000" algn="tl">
                  <a:srgbClr val="FFFFFF"/>
                </a:outerShdw>
              </a:effectLst>
              <a:ea typeface="楷体_GB2312" panose="02010609030101010101" pitchFamily="49" charset="-122"/>
            </a:endParaRPr>
          </a:p>
          <a:p>
            <a:pPr algn="l" eaLnBrk="1" hangingPunct="1">
              <a:defRPr/>
            </a:pPr>
            <a:r>
              <a:rPr kumimoji="1" lang="zh-CN" altLang="en-US" sz="2000" b="1" dirty="0">
                <a:latin typeface="宋体" pitchFamily="2" charset="-122"/>
                <a:ea typeface="宋体" pitchFamily="2" charset="-122"/>
              </a:rPr>
              <a:t>（</a:t>
            </a:r>
            <a:r>
              <a:rPr kumimoji="1" lang="en-US" altLang="zh-CN" sz="2000" b="1" dirty="0">
                <a:latin typeface="宋体" pitchFamily="2" charset="-122"/>
                <a:ea typeface="宋体" pitchFamily="2" charset="-122"/>
              </a:rPr>
              <a:t>1</a:t>
            </a:r>
            <a:r>
              <a:rPr kumimoji="1" lang="zh-CN" altLang="en-US" sz="2000" b="1" dirty="0">
                <a:latin typeface="宋体" pitchFamily="2" charset="-122"/>
                <a:ea typeface="宋体" pitchFamily="2" charset="-122"/>
              </a:rPr>
              <a:t>）</a:t>
            </a:r>
            <a:r>
              <a:rPr kumimoji="1" lang="en-US" altLang="zh-CN" sz="2000" b="1" dirty="0">
                <a:latin typeface="宋体" pitchFamily="2" charset="-122"/>
                <a:ea typeface="宋体" pitchFamily="2" charset="-122"/>
              </a:rPr>
              <a:t>k</a:t>
            </a:r>
            <a:r>
              <a:rPr kumimoji="1" lang="zh-CN" altLang="en-US" sz="2000" b="1" dirty="0">
                <a:latin typeface="宋体" pitchFamily="2" charset="-122"/>
                <a:ea typeface="宋体" pitchFamily="2" charset="-122"/>
              </a:rPr>
              <a:t>值仅取决于子串本身而与相匹配的主串无关。</a:t>
            </a:r>
            <a:endParaRPr kumimoji="1" lang="zh-CN" altLang="en-US" sz="2000" b="1" dirty="0">
              <a:latin typeface="宋体" pitchFamily="2" charset="-122"/>
              <a:ea typeface="宋体" pitchFamily="2" charset="-122"/>
            </a:endParaRPr>
          </a:p>
          <a:p>
            <a:pPr algn="l" eaLnBrk="1" hangingPunct="1">
              <a:spcBef>
                <a:spcPct val="30000"/>
              </a:spcBef>
              <a:defRPr/>
            </a:pPr>
            <a:r>
              <a:rPr kumimoji="1" lang="zh-CN" altLang="en-US" sz="2000" b="1" dirty="0">
                <a:latin typeface="宋体" pitchFamily="2" charset="-122"/>
                <a:ea typeface="宋体" pitchFamily="2" charset="-122"/>
              </a:rPr>
              <a:t>（</a:t>
            </a:r>
            <a:r>
              <a:rPr kumimoji="1" lang="en-US" altLang="zh-CN" sz="2000" b="1" dirty="0">
                <a:latin typeface="宋体" pitchFamily="2" charset="-122"/>
                <a:ea typeface="宋体" pitchFamily="2" charset="-122"/>
              </a:rPr>
              <a:t>2</a:t>
            </a:r>
            <a:r>
              <a:rPr kumimoji="1" lang="zh-CN" altLang="en-US" sz="2000" b="1" dirty="0">
                <a:latin typeface="宋体" pitchFamily="2" charset="-122"/>
                <a:ea typeface="宋体" pitchFamily="2" charset="-122"/>
              </a:rPr>
              <a:t>）</a:t>
            </a:r>
            <a:r>
              <a:rPr kumimoji="1" lang="en-US" altLang="zh-CN" sz="2000" b="1" dirty="0">
                <a:latin typeface="宋体" pitchFamily="2" charset="-122"/>
                <a:ea typeface="宋体" pitchFamily="2" charset="-122"/>
              </a:rPr>
              <a:t>k</a:t>
            </a:r>
            <a:r>
              <a:rPr kumimoji="1" lang="zh-CN" altLang="en-US" sz="2000" b="1" dirty="0">
                <a:latin typeface="宋体" pitchFamily="2" charset="-122"/>
                <a:ea typeface="宋体" pitchFamily="2" charset="-122"/>
              </a:rPr>
              <a:t>值为子串从头向后及从</a:t>
            </a:r>
            <a:r>
              <a:rPr kumimoji="1" lang="en-US" altLang="zh-CN" sz="2000" b="1" dirty="0">
                <a:latin typeface="宋体" pitchFamily="2" charset="-122"/>
                <a:ea typeface="宋体" pitchFamily="2" charset="-122"/>
              </a:rPr>
              <a:t>j</a:t>
            </a:r>
            <a:r>
              <a:rPr kumimoji="1" lang="zh-CN" altLang="en-US" sz="2000" b="1" dirty="0">
                <a:latin typeface="宋体" pitchFamily="2" charset="-122"/>
                <a:ea typeface="宋体" pitchFamily="2" charset="-122"/>
              </a:rPr>
              <a:t>向前的两部分子串最大相同子串的长度。</a:t>
            </a:r>
            <a:endParaRPr kumimoji="1" lang="zh-CN" altLang="en-US" sz="2000" b="1" dirty="0">
              <a:latin typeface="宋体" pitchFamily="2" charset="-122"/>
              <a:ea typeface="宋体" pitchFamily="2" charset="-122"/>
            </a:endParaRPr>
          </a:p>
          <a:p>
            <a:pPr algn="l" eaLnBrk="1" hangingPunct="1">
              <a:spcBef>
                <a:spcPct val="30000"/>
              </a:spcBef>
              <a:defRPr/>
            </a:pPr>
            <a:r>
              <a:rPr kumimoji="1" lang="zh-CN" altLang="en-US" sz="2000" b="1" dirty="0">
                <a:latin typeface="宋体" pitchFamily="2" charset="-122"/>
                <a:ea typeface="宋体" pitchFamily="2" charset="-122"/>
              </a:rPr>
              <a:t>（</a:t>
            </a:r>
            <a:r>
              <a:rPr kumimoji="1" lang="en-US" altLang="zh-CN" sz="2000" b="1" dirty="0">
                <a:latin typeface="宋体" pitchFamily="2" charset="-122"/>
                <a:ea typeface="宋体" pitchFamily="2" charset="-122"/>
              </a:rPr>
              <a:t>3</a:t>
            </a:r>
            <a:r>
              <a:rPr kumimoji="1" lang="zh-CN" altLang="en-US" sz="2000" b="1" dirty="0">
                <a:latin typeface="宋体" pitchFamily="2" charset="-122"/>
                <a:ea typeface="宋体" pitchFamily="2" charset="-122"/>
              </a:rPr>
              <a:t>）这里的两部分子串可以有部分重叠的字符，但不可以全部重叠，即</a:t>
            </a:r>
            <a:r>
              <a:rPr kumimoji="1" lang="en-US" altLang="zh-CN" sz="2000" b="1" dirty="0">
                <a:latin typeface="宋体" pitchFamily="2" charset="-122"/>
                <a:ea typeface="宋体" pitchFamily="2" charset="-122"/>
              </a:rPr>
              <a:t>k</a:t>
            </a:r>
            <a:r>
              <a:rPr kumimoji="1" lang="zh-CN" altLang="en-US" sz="2000" b="1" dirty="0">
                <a:latin typeface="宋体" pitchFamily="2" charset="-122"/>
                <a:ea typeface="宋体" pitchFamily="2" charset="-122"/>
              </a:rPr>
              <a:t>最大为</a:t>
            </a:r>
            <a:r>
              <a:rPr kumimoji="1" lang="en-US" altLang="zh-CN" sz="2000" b="1" dirty="0">
                <a:latin typeface="宋体" pitchFamily="2" charset="-122"/>
                <a:ea typeface="宋体" pitchFamily="2" charset="-122"/>
              </a:rPr>
              <a:t>j-1</a:t>
            </a:r>
            <a:r>
              <a:rPr kumimoji="1" lang="zh-CN" altLang="en-US" sz="2000" b="1" dirty="0">
                <a:latin typeface="宋体" pitchFamily="2" charset="-122"/>
                <a:ea typeface="宋体" pitchFamily="2" charset="-122"/>
              </a:rPr>
              <a:t>。</a:t>
            </a:r>
            <a:endParaRPr kumimoji="1" lang="zh-CN" altLang="en-US" sz="2000" b="1" dirty="0">
              <a:latin typeface="宋体" pitchFamily="2" charset="-122"/>
              <a:ea typeface="宋体" pitchFamily="2" charset="-122"/>
            </a:endParaRPr>
          </a:p>
        </p:txBody>
      </p:sp>
      <p:sp>
        <p:nvSpPr>
          <p:cNvPr id="10" name="Rectangle 9"/>
          <p:cNvSpPr>
            <a:spLocks noChangeArrowheads="1"/>
          </p:cNvSpPr>
          <p:nvPr/>
        </p:nvSpPr>
        <p:spPr bwMode="auto">
          <a:xfrm>
            <a:off x="1904528" y="2147817"/>
            <a:ext cx="8000793" cy="707886"/>
          </a:xfrm>
          <a:prstGeom prst="rect">
            <a:avLst/>
          </a:prstGeom>
          <a:solidFill>
            <a:schemeClr val="bg1">
              <a:lumMod val="95000"/>
            </a:schemeClr>
          </a:solidFill>
          <a:ln w="9525">
            <a:noFill/>
            <a:miter lim="800000"/>
          </a:ln>
          <a:effectLst/>
        </p:spPr>
        <p:txBody>
          <a:bodyPr wrap="square">
            <a:spAutoFit/>
          </a:bodyPr>
          <a:lstStyle/>
          <a:p>
            <a:pPr>
              <a:spcBef>
                <a:spcPct val="20000"/>
              </a:spcBef>
            </a:pPr>
            <a:r>
              <a:rPr kumimoji="1" lang="zh-CN" altLang="en-US" sz="2000" b="1" dirty="0">
                <a:ea typeface="楷体_GB2312" panose="02010609030101010101" pitchFamily="49" charset="-122"/>
              </a:rPr>
              <a:t>令</a:t>
            </a:r>
            <a:r>
              <a:rPr kumimoji="1" lang="en-US" altLang="zh-CN" sz="2000" b="1" dirty="0">
                <a:ea typeface="楷体_GB2312" panose="02010609030101010101" pitchFamily="49" charset="-122"/>
              </a:rPr>
              <a:t>k = next[ j ]</a:t>
            </a:r>
            <a:r>
              <a:rPr kumimoji="1" lang="zh-CN" altLang="en-US" sz="2000" b="1" dirty="0">
                <a:ea typeface="楷体_GB2312" panose="02010609030101010101" pitchFamily="49" charset="-122"/>
              </a:rPr>
              <a:t>（</a:t>
            </a:r>
            <a:r>
              <a:rPr kumimoji="1" lang="zh-CN" altLang="en-US" sz="2000" b="1" dirty="0">
                <a:solidFill>
                  <a:srgbClr val="FF0000"/>
                </a:solidFill>
                <a:ea typeface="楷体_GB2312" panose="02010609030101010101" pitchFamily="49" charset="-122"/>
              </a:rPr>
              <a:t>函数</a:t>
            </a:r>
            <a:r>
              <a:rPr kumimoji="1" lang="en-US" altLang="zh-CN" sz="2000" b="1" dirty="0">
                <a:solidFill>
                  <a:srgbClr val="FF0000"/>
                </a:solidFill>
                <a:ea typeface="楷体_GB2312" panose="02010609030101010101" pitchFamily="49" charset="-122"/>
              </a:rPr>
              <a:t>next</a:t>
            </a:r>
            <a:r>
              <a:rPr kumimoji="1" lang="zh-CN" altLang="en-US" sz="2000" b="1" dirty="0">
                <a:solidFill>
                  <a:srgbClr val="FF0000"/>
                </a:solidFill>
                <a:ea typeface="楷体_GB2312" panose="02010609030101010101" pitchFamily="49" charset="-122"/>
              </a:rPr>
              <a:t>用子串当前位置</a:t>
            </a:r>
            <a:r>
              <a:rPr kumimoji="1" lang="en-US" altLang="zh-CN" sz="2000" b="1" dirty="0">
                <a:solidFill>
                  <a:srgbClr val="FF0000"/>
                </a:solidFill>
                <a:ea typeface="楷体_GB2312" panose="02010609030101010101" pitchFamily="49" charset="-122"/>
              </a:rPr>
              <a:t>j</a:t>
            </a:r>
            <a:r>
              <a:rPr kumimoji="1" lang="zh-CN" altLang="en-US" sz="2000" b="1" dirty="0">
                <a:solidFill>
                  <a:srgbClr val="FF0000"/>
                </a:solidFill>
                <a:ea typeface="楷体_GB2312" panose="02010609030101010101" pitchFamily="49" charset="-122"/>
              </a:rPr>
              <a:t>来计算下次开始匹配位置</a:t>
            </a:r>
            <a:r>
              <a:rPr kumimoji="1" lang="en-US" altLang="zh-CN" sz="2000" b="1" dirty="0">
                <a:solidFill>
                  <a:srgbClr val="FF0000"/>
                </a:solidFill>
                <a:ea typeface="楷体_GB2312" panose="02010609030101010101" pitchFamily="49" charset="-122"/>
              </a:rPr>
              <a:t>k</a:t>
            </a:r>
            <a:r>
              <a:rPr kumimoji="1" lang="zh-CN" altLang="en-US" sz="2000" b="1" dirty="0">
                <a:ea typeface="楷体_GB2312" panose="02010609030101010101" pitchFamily="49" charset="-122"/>
              </a:rPr>
              <a:t>，</a:t>
            </a:r>
            <a:r>
              <a:rPr kumimoji="1" lang="en-US" altLang="zh-CN" sz="2000" b="1" dirty="0">
                <a:ea typeface="楷体_GB2312" panose="02010609030101010101" pitchFamily="49" charset="-122"/>
              </a:rPr>
              <a:t>k </a:t>
            </a:r>
            <a:r>
              <a:rPr kumimoji="1" lang="zh-CN" altLang="en-US" sz="2000" b="1" dirty="0">
                <a:ea typeface="楷体_GB2312" panose="02010609030101010101" pitchFamily="49" charset="-122"/>
              </a:rPr>
              <a:t>与</a:t>
            </a:r>
            <a:r>
              <a:rPr kumimoji="1" lang="en-US" altLang="zh-CN" sz="2000" b="1" dirty="0">
                <a:ea typeface="楷体_GB2312" panose="02010609030101010101" pitchFamily="49" charset="-122"/>
              </a:rPr>
              <a:t>j </a:t>
            </a:r>
            <a:r>
              <a:rPr kumimoji="1" lang="zh-CN" altLang="en-US" sz="2000" b="1" dirty="0">
                <a:ea typeface="楷体_GB2312" panose="02010609030101010101" pitchFamily="49" charset="-122"/>
              </a:rPr>
              <a:t>显然具有函数关系），则</a:t>
            </a:r>
            <a:endParaRPr kumimoji="1" lang="zh-CN" altLang="en-US" sz="2000" b="1" dirty="0">
              <a:ea typeface="楷体_GB2312" panose="02010609030101010101" pitchFamily="49" charset="-122"/>
            </a:endParaRPr>
          </a:p>
        </p:txBody>
      </p:sp>
      <p:sp>
        <p:nvSpPr>
          <p:cNvPr id="11" name="AutoShape 11"/>
          <p:cNvSpPr>
            <a:spLocks noChangeArrowheads="1"/>
          </p:cNvSpPr>
          <p:nvPr/>
        </p:nvSpPr>
        <p:spPr bwMode="auto">
          <a:xfrm>
            <a:off x="5519937" y="4421553"/>
            <a:ext cx="4919747" cy="381000"/>
          </a:xfrm>
          <a:prstGeom prst="wedgeRoundRectCallout">
            <a:avLst>
              <a:gd name="adj1" fmla="val -48394"/>
              <a:gd name="adj2" fmla="val -165833"/>
              <a:gd name="adj3" fmla="val 16667"/>
            </a:avLst>
          </a:prstGeom>
          <a:solidFill>
            <a:schemeClr val="bg2"/>
          </a:solidFill>
          <a:ln w="9525">
            <a:solidFill>
              <a:schemeClr val="tx1"/>
            </a:solidFill>
            <a:miter lim="800000"/>
          </a:ln>
        </p:spPr>
        <p:txBody>
          <a:bodyPr/>
          <a:lstStyle/>
          <a:p>
            <a:pPr algn="l" eaLnBrk="1" hangingPunct="1"/>
            <a:r>
              <a:rPr kumimoji="1" lang="zh-CN" altLang="en-US" b="1" dirty="0">
                <a:latin typeface="楷体_GB2312" panose="02010609030101010101" pitchFamily="49" charset="-122"/>
                <a:ea typeface="楷体_GB2312" panose="02010609030101010101" pitchFamily="49" charset="-122"/>
              </a:rPr>
              <a:t>取当前位置</a:t>
            </a:r>
            <a:r>
              <a:rPr kumimoji="1" lang="en-US" altLang="zh-CN" b="1" dirty="0">
                <a:latin typeface="楷体_GB2312" panose="02010609030101010101" pitchFamily="49" charset="-122"/>
                <a:ea typeface="楷体_GB2312" panose="02010609030101010101" pitchFamily="49" charset="-122"/>
              </a:rPr>
              <a:t>j</a:t>
            </a:r>
            <a:r>
              <a:rPr kumimoji="1" lang="zh-CN" altLang="en-US" b="1" dirty="0">
                <a:latin typeface="楷体_GB2312" panose="02010609030101010101" pitchFamily="49" charset="-122"/>
                <a:ea typeface="楷体_GB2312" panose="02010609030101010101" pitchFamily="49" charset="-122"/>
              </a:rPr>
              <a:t>前序串首尾最大的相同子串长度</a:t>
            </a:r>
            <a:endParaRPr kumimoji="1" lang="zh-CN" altLang="en-US" b="1" dirty="0">
              <a:latin typeface="楷体_GB2312" panose="02010609030101010101" pitchFamily="49" charset="-122"/>
              <a:ea typeface="楷体_GB2312" panose="02010609030101010101" pitchFamily="49"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up)">
                                      <p:cBhvr>
                                        <p:cTn id="19" dur="500"/>
                                        <p:tgtEl>
                                          <p:spTgt spid="8"/>
                                        </p:tgtEl>
                                      </p:cBhvr>
                                    </p:animEffect>
                                  </p:childTnLst>
                                </p:cTn>
                              </p:par>
                            </p:childTnLst>
                          </p:cTn>
                        </p:par>
                        <p:par>
                          <p:cTn id="20" fill="hold">
                            <p:stCondLst>
                              <p:cond delay="500"/>
                            </p:stCondLst>
                            <p:childTnLst>
                              <p:par>
                                <p:cTn id="21" presetID="1" presetClass="entr" presetSubtype="0" fill="hold" grpId="0" nodeType="afterEffect">
                                  <p:stCondLst>
                                    <p:cond delay="0"/>
                                  </p:stCondLst>
                                  <p:iterate type="lt">
                                    <p:tmAbs val="75"/>
                                  </p:iterate>
                                  <p:childTnLst>
                                    <p:set>
                                      <p:cBhvr>
                                        <p:cTn id="22" dur="1" fill="hold">
                                          <p:stCondLst>
                                            <p:cond delay="74"/>
                                          </p:stCondLst>
                                        </p:cTn>
                                        <p:tgtEl>
                                          <p:spTgt spid="5"/>
                                        </p:tgtEl>
                                        <p:attrNameLst>
                                          <p:attrName>style.visibility</p:attrName>
                                        </p:attrNameLst>
                                      </p:cBhvr>
                                      <p:to>
                                        <p:strVal val="visible"/>
                                      </p:to>
                                    </p:set>
                                  </p:childTnLst>
                                </p:cTn>
                              </p:par>
                            </p:childTnLst>
                          </p:cTn>
                        </p:par>
                        <p:par>
                          <p:cTn id="23" fill="hold">
                            <p:stCondLst>
                              <p:cond delay="1250"/>
                            </p:stCondLst>
                            <p:childTnLst>
                              <p:par>
                                <p:cTn id="24" presetID="1" presetClass="entr" presetSubtype="0" fill="hold" grpId="0" nodeType="afterEffect">
                                  <p:stCondLst>
                                    <p:cond delay="0"/>
                                  </p:stCondLst>
                                  <p:childTnLst>
                                    <p:set>
                                      <p:cBhvr>
                                        <p:cTn id="25" dur="1" fill="hold">
                                          <p:stCondLst>
                                            <p:cond delay="499"/>
                                          </p:stCondLst>
                                        </p:cTn>
                                        <p:tgtEl>
                                          <p:spTgt spid="7"/>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6">
                                            <p:txEl>
                                              <p:pRg st="0" end="0"/>
                                            </p:txEl>
                                          </p:spTgt>
                                        </p:tgtEl>
                                        <p:attrNameLst>
                                          <p:attrName>style.visibility</p:attrName>
                                        </p:attrNameLst>
                                      </p:cBhvr>
                                      <p:to>
                                        <p:strVal val="visible"/>
                                      </p:to>
                                    </p:set>
                                    <p:animEffect transition="in" filter="wipe(up)">
                                      <p:cBhvr>
                                        <p:cTn id="30" dur="500"/>
                                        <p:tgtEl>
                                          <p:spTgt spid="6">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6">
                                            <p:txEl>
                                              <p:pRg st="1" end="1"/>
                                            </p:txEl>
                                          </p:spTgt>
                                        </p:tgtEl>
                                        <p:attrNameLst>
                                          <p:attrName>style.visibility</p:attrName>
                                        </p:attrNameLst>
                                      </p:cBhvr>
                                      <p:to>
                                        <p:strVal val="visible"/>
                                      </p:to>
                                    </p:set>
                                    <p:animEffect transition="in" filter="wipe(up)">
                                      <p:cBhvr>
                                        <p:cTn id="35" dur="500"/>
                                        <p:tgtEl>
                                          <p:spTgt spid="6">
                                            <p:txEl>
                                              <p:pRg st="1" end="1"/>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grpId="0" nodeType="clickEffect">
                                  <p:stCondLst>
                                    <p:cond delay="0"/>
                                  </p:stCondLst>
                                  <p:childTnLst>
                                    <p:set>
                                      <p:cBhvr>
                                        <p:cTn id="39" dur="1" fill="hold">
                                          <p:stCondLst>
                                            <p:cond delay="0"/>
                                          </p:stCondLst>
                                        </p:cTn>
                                        <p:tgtEl>
                                          <p:spTgt spid="6">
                                            <p:txEl>
                                              <p:pRg st="2" end="2"/>
                                            </p:txEl>
                                          </p:spTgt>
                                        </p:tgtEl>
                                        <p:attrNameLst>
                                          <p:attrName>style.visibility</p:attrName>
                                        </p:attrNameLst>
                                      </p:cBhvr>
                                      <p:to>
                                        <p:strVal val="visible"/>
                                      </p:to>
                                    </p:set>
                                    <p:animEffect transition="in" filter="wipe(up)">
                                      <p:cBhvr>
                                        <p:cTn id="40" dur="500"/>
                                        <p:tgtEl>
                                          <p:spTgt spid="6">
                                            <p:txEl>
                                              <p:pRg st="2" end="2"/>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 presetClass="entr" presetSubtype="2" fill="hold" grpId="0" nodeType="clickEffect">
                                  <p:stCondLst>
                                    <p:cond delay="0"/>
                                  </p:stCondLst>
                                  <p:childTnLst>
                                    <p:set>
                                      <p:cBhvr>
                                        <p:cTn id="44" dur="1" fill="hold">
                                          <p:stCondLst>
                                            <p:cond delay="0"/>
                                          </p:stCondLst>
                                        </p:cTn>
                                        <p:tgtEl>
                                          <p:spTgt spid="11"/>
                                        </p:tgtEl>
                                        <p:attrNameLst>
                                          <p:attrName>style.visibility</p:attrName>
                                        </p:attrNameLst>
                                      </p:cBhvr>
                                      <p:to>
                                        <p:strVal val="visible"/>
                                      </p:to>
                                    </p:set>
                                    <p:anim calcmode="lin" valueType="num">
                                      <p:cBhvr additive="base">
                                        <p:cTn id="45" dur="500" fill="hold"/>
                                        <p:tgtEl>
                                          <p:spTgt spid="11"/>
                                        </p:tgtEl>
                                        <p:attrNameLst>
                                          <p:attrName>ppt_x</p:attrName>
                                        </p:attrNameLst>
                                      </p:cBhvr>
                                      <p:tavLst>
                                        <p:tav tm="0">
                                          <p:val>
                                            <p:strVal val="1+#ppt_w/2"/>
                                          </p:val>
                                        </p:tav>
                                        <p:tav tm="100000">
                                          <p:val>
                                            <p:strVal val="#ppt_x"/>
                                          </p:val>
                                        </p:tav>
                                      </p:tavLst>
                                    </p:anim>
                                    <p:anim calcmode="lin" valueType="num">
                                      <p:cBhvr additive="base">
                                        <p:cTn id="46"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9">
                                            <p:txEl>
                                              <p:pRg st="0" end="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9">
                                            <p:txEl>
                                              <p:pRg st="1" end="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499"/>
                                          </p:stCondLst>
                                        </p:cTn>
                                        <p:tgtEl>
                                          <p:spTgt spid="9">
                                            <p:txEl>
                                              <p:pRg st="2" end="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499"/>
                                          </p:stCondLst>
                                        </p:cTn>
                                        <p:tgtEl>
                                          <p:spTgt spid="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build="p"/>
      <p:bldP spid="5" grpId="0" autoUpdateAnimBg="0"/>
      <p:bldP spid="6" grpId="0" autoUpdateAnimBg="0" build="p"/>
      <p:bldP spid="7" grpId="0" animBg="1"/>
      <p:bldP spid="8" grpId="0" animBg="1"/>
      <p:bldP spid="9" grpId="0" autoUpdateAnimBg="0" build="p"/>
      <p:bldP spid="10" grpId="0" animBg="1" autoUpdateAnimBg="0"/>
      <p:bldP spid="11" grpId="0" animBg="1" autoUpdateAnimBg="0"/>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11424" y="136525"/>
            <a:ext cx="10515600" cy="687611"/>
          </a:xfrm>
        </p:spPr>
        <p:txBody>
          <a:bodyPr>
            <a:normAutofit fontScale="90000"/>
          </a:bodyPr>
          <a:lstStyle/>
          <a:p>
            <a:r>
              <a:rPr lang="en-US" altLang="zh-CN" dirty="0"/>
              <a:t>KMP</a:t>
            </a:r>
            <a:r>
              <a:rPr lang="zh-CN" altLang="en-US" dirty="0"/>
              <a:t>算法核心思想</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4" name="图片 3"/>
          <p:cNvPicPr>
            <a:picLocks noChangeAspect="1"/>
          </p:cNvPicPr>
          <p:nvPr/>
        </p:nvPicPr>
        <p:blipFill>
          <a:blip r:embed="rId1"/>
          <a:stretch>
            <a:fillRect/>
          </a:stretch>
        </p:blipFill>
        <p:spPr>
          <a:xfrm>
            <a:off x="1524000" y="1310609"/>
            <a:ext cx="9144000" cy="1513791"/>
          </a:xfrm>
          <a:prstGeom prst="rect">
            <a:avLst/>
          </a:prstGeom>
        </p:spPr>
      </p:pic>
      <p:graphicFrame>
        <p:nvGraphicFramePr>
          <p:cNvPr id="5" name="表格 4"/>
          <p:cNvGraphicFramePr>
            <a:graphicFrameLocks noGrp="1"/>
          </p:cNvGraphicFramePr>
          <p:nvPr/>
        </p:nvGraphicFramePr>
        <p:xfrm>
          <a:off x="2999656" y="3611681"/>
          <a:ext cx="6096000" cy="1112520"/>
        </p:xfrm>
        <a:graphic>
          <a:graphicData uri="http://schemas.openxmlformats.org/drawingml/2006/table">
            <a:tbl>
              <a:tblPr firstRow="1" bandRow="1">
                <a:tableStyleId>{5C22544A-7EE6-4342-B048-85BDC9FD1C3A}</a:tableStyleId>
              </a:tblPr>
              <a:tblGrid>
                <a:gridCol w="3072284"/>
                <a:gridCol w="3023716"/>
              </a:tblGrid>
              <a:tr h="370840">
                <a:tc>
                  <a:txBody>
                    <a:bodyPr/>
                    <a:lstStyle/>
                    <a:p>
                      <a:pPr algn="ctr"/>
                      <a:r>
                        <a:rPr lang="en-US" altLang="zh-CN" b="1" dirty="0">
                          <a:solidFill>
                            <a:srgbClr val="002060"/>
                          </a:solidFill>
                        </a:rPr>
                        <a:t>j</a:t>
                      </a:r>
                      <a:endParaRPr lang="zh-CN" altLang="en-US"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b="0" dirty="0">
                          <a:solidFill>
                            <a:srgbClr val="002060"/>
                          </a:solidFill>
                        </a:rPr>
                        <a:t>0  1 2 3 4 5 6 7 8</a:t>
                      </a:r>
                      <a:endParaRPr lang="zh-CN" altLang="en-US" b="0"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zh-CN" altLang="en-US" b="1" dirty="0">
                          <a:solidFill>
                            <a:srgbClr val="002060"/>
                          </a:solidFill>
                        </a:rPr>
                        <a:t>子串</a:t>
                      </a:r>
                      <a:r>
                        <a:rPr lang="en-US" altLang="zh-CN" b="1" dirty="0">
                          <a:solidFill>
                            <a:srgbClr val="002060"/>
                          </a:solidFill>
                        </a:rPr>
                        <a:t>T</a:t>
                      </a:r>
                      <a:endParaRPr lang="zh-CN" altLang="en-US"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solidFill>
                            <a:srgbClr val="002060"/>
                          </a:solidFill>
                        </a:rPr>
                        <a:t>a  b c d e f  g h  </a:t>
                      </a:r>
                      <a:r>
                        <a:rPr lang="en-US" altLang="zh-CN" dirty="0" err="1">
                          <a:solidFill>
                            <a:srgbClr val="002060"/>
                          </a:solidFill>
                        </a:rPr>
                        <a:t>i</a:t>
                      </a:r>
                      <a:endParaRPr lang="zh-CN" altLang="en-US"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b="1" dirty="0">
                          <a:solidFill>
                            <a:srgbClr val="002060"/>
                          </a:solidFill>
                        </a:rPr>
                        <a:t>next[j]</a:t>
                      </a:r>
                      <a:endParaRPr lang="zh-CN" altLang="en-US"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dirty="0">
                          <a:solidFill>
                            <a:srgbClr val="002060"/>
                          </a:solidFill>
                        </a:rPr>
                        <a:t>-1 0 0 0 0 0 0 0 0</a:t>
                      </a:r>
                      <a:endParaRPr lang="zh-CN" altLang="en-US"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6" name="文本框 5"/>
          <p:cNvSpPr txBox="1"/>
          <p:nvPr/>
        </p:nvSpPr>
        <p:spPr>
          <a:xfrm>
            <a:off x="5015881" y="4784975"/>
            <a:ext cx="1915909" cy="369332"/>
          </a:xfrm>
          <a:prstGeom prst="rect">
            <a:avLst/>
          </a:prstGeom>
          <a:noFill/>
        </p:spPr>
        <p:txBody>
          <a:bodyPr wrap="none" rtlCol="0">
            <a:spAutoFit/>
          </a:bodyPr>
          <a:lstStyle/>
          <a:p>
            <a:r>
              <a:rPr lang="en-US" altLang="zh-CN" dirty="0"/>
              <a:t>T</a:t>
            </a:r>
            <a:r>
              <a:rPr lang="zh-CN" altLang="en-US" dirty="0"/>
              <a:t>串中无重复子串</a:t>
            </a:r>
            <a:endParaRPr lang="zh-CN" altLang="en-US" dirty="0"/>
          </a:p>
        </p:txBody>
      </p:sp>
    </p:spTree>
  </p:cSld>
  <p:clrMapOvr>
    <a:masterClrMapping/>
  </p:clrMapOvr>
  <p:transition>
    <p:fade/>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36525"/>
            <a:ext cx="10515600" cy="615603"/>
          </a:xfrm>
        </p:spPr>
        <p:txBody>
          <a:bodyPr>
            <a:normAutofit fontScale="90000"/>
          </a:bodyPr>
          <a:lstStyle/>
          <a:p>
            <a:r>
              <a:rPr lang="en-US" altLang="zh-CN" dirty="0"/>
              <a:t>KMP</a:t>
            </a:r>
            <a:r>
              <a:rPr lang="zh-CN" altLang="en-US" dirty="0"/>
              <a:t>算法核心思想</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graphicFrame>
        <p:nvGraphicFramePr>
          <p:cNvPr id="6" name="表格 5"/>
          <p:cNvGraphicFramePr>
            <a:graphicFrameLocks noGrp="1"/>
          </p:cNvGraphicFramePr>
          <p:nvPr/>
        </p:nvGraphicFramePr>
        <p:xfrm>
          <a:off x="2927648" y="3013746"/>
          <a:ext cx="6096000" cy="1112520"/>
        </p:xfrm>
        <a:graphic>
          <a:graphicData uri="http://schemas.openxmlformats.org/drawingml/2006/table">
            <a:tbl>
              <a:tblPr firstRow="1" bandRow="1">
                <a:tableStyleId>{5C22544A-7EE6-4342-B048-85BDC9FD1C3A}</a:tableStyleId>
              </a:tblPr>
              <a:tblGrid>
                <a:gridCol w="3072284"/>
                <a:gridCol w="3023716"/>
              </a:tblGrid>
              <a:tr h="370840">
                <a:tc>
                  <a:txBody>
                    <a:bodyPr/>
                    <a:lstStyle/>
                    <a:p>
                      <a:pPr algn="ctr"/>
                      <a:r>
                        <a:rPr lang="en-US" altLang="zh-CN" b="1" dirty="0">
                          <a:solidFill>
                            <a:srgbClr val="002060"/>
                          </a:solidFill>
                        </a:rPr>
                        <a:t>j</a:t>
                      </a:r>
                      <a:endParaRPr lang="zh-CN" altLang="en-US"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b="0" dirty="0">
                          <a:solidFill>
                            <a:srgbClr val="002060"/>
                          </a:solidFill>
                        </a:rPr>
                        <a:t>0  1 2 3 4 5 6 7 8</a:t>
                      </a:r>
                      <a:endParaRPr lang="zh-CN" altLang="en-US" b="0"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zh-CN" altLang="en-US" b="1" dirty="0">
                          <a:solidFill>
                            <a:srgbClr val="002060"/>
                          </a:solidFill>
                        </a:rPr>
                        <a:t>子串</a:t>
                      </a:r>
                      <a:r>
                        <a:rPr lang="en-US" altLang="zh-CN" b="1" dirty="0">
                          <a:solidFill>
                            <a:srgbClr val="002060"/>
                          </a:solidFill>
                        </a:rPr>
                        <a:t>T</a:t>
                      </a:r>
                      <a:endParaRPr lang="zh-CN" altLang="en-US"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solidFill>
                            <a:srgbClr val="002060"/>
                          </a:solidFill>
                        </a:rPr>
                        <a:t>a  b c a b  c a b c</a:t>
                      </a:r>
                      <a:endParaRPr lang="zh-CN" altLang="en-US"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b="1" dirty="0">
                          <a:solidFill>
                            <a:srgbClr val="002060"/>
                          </a:solidFill>
                        </a:rPr>
                        <a:t>next[j]</a:t>
                      </a:r>
                      <a:endParaRPr lang="zh-CN" altLang="en-US"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dirty="0">
                          <a:solidFill>
                            <a:srgbClr val="002060"/>
                          </a:solidFill>
                        </a:rPr>
                        <a:t>-1 0 0 0 1  2 3 4 5</a:t>
                      </a:r>
                      <a:endParaRPr lang="zh-CN" altLang="en-US"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7" name="文本框 6"/>
          <p:cNvSpPr txBox="1"/>
          <p:nvPr/>
        </p:nvSpPr>
        <p:spPr>
          <a:xfrm>
            <a:off x="4943873" y="4187040"/>
            <a:ext cx="1915909" cy="369332"/>
          </a:xfrm>
          <a:prstGeom prst="rect">
            <a:avLst/>
          </a:prstGeom>
          <a:noFill/>
        </p:spPr>
        <p:txBody>
          <a:bodyPr wrap="none" rtlCol="0">
            <a:spAutoFit/>
          </a:bodyPr>
          <a:lstStyle/>
          <a:p>
            <a:r>
              <a:rPr lang="en-US" altLang="zh-CN" dirty="0"/>
              <a:t>T</a:t>
            </a:r>
            <a:r>
              <a:rPr lang="zh-CN" altLang="en-US" dirty="0"/>
              <a:t>串中有重复子串</a:t>
            </a:r>
            <a:endParaRPr lang="zh-CN" altLang="en-US" dirty="0"/>
          </a:p>
        </p:txBody>
      </p:sp>
      <p:graphicFrame>
        <p:nvGraphicFramePr>
          <p:cNvPr id="8" name="表格 7"/>
          <p:cNvGraphicFramePr>
            <a:graphicFrameLocks noGrp="1"/>
          </p:cNvGraphicFramePr>
          <p:nvPr/>
        </p:nvGraphicFramePr>
        <p:xfrm>
          <a:off x="2927648" y="4686724"/>
          <a:ext cx="6096000" cy="1112520"/>
        </p:xfrm>
        <a:graphic>
          <a:graphicData uri="http://schemas.openxmlformats.org/drawingml/2006/table">
            <a:tbl>
              <a:tblPr firstRow="1" bandRow="1">
                <a:tableStyleId>{5C22544A-7EE6-4342-B048-85BDC9FD1C3A}</a:tableStyleId>
              </a:tblPr>
              <a:tblGrid>
                <a:gridCol w="3072284"/>
                <a:gridCol w="3023716"/>
              </a:tblGrid>
              <a:tr h="370840">
                <a:tc>
                  <a:txBody>
                    <a:bodyPr/>
                    <a:lstStyle/>
                    <a:p>
                      <a:pPr algn="ctr"/>
                      <a:r>
                        <a:rPr lang="en-US" altLang="zh-CN" b="1" dirty="0">
                          <a:solidFill>
                            <a:srgbClr val="002060"/>
                          </a:solidFill>
                        </a:rPr>
                        <a:t>j</a:t>
                      </a:r>
                      <a:endParaRPr lang="zh-CN" altLang="en-US"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b="0" dirty="0">
                          <a:solidFill>
                            <a:srgbClr val="002060"/>
                          </a:solidFill>
                        </a:rPr>
                        <a:t>0  1 2 3 4 5 6 7 8</a:t>
                      </a:r>
                      <a:endParaRPr lang="zh-CN" altLang="en-US" b="0"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zh-CN" altLang="en-US" b="1" dirty="0">
                          <a:solidFill>
                            <a:srgbClr val="002060"/>
                          </a:solidFill>
                        </a:rPr>
                        <a:t>子串</a:t>
                      </a:r>
                      <a:r>
                        <a:rPr lang="en-US" altLang="zh-CN" b="1" dirty="0">
                          <a:solidFill>
                            <a:srgbClr val="002060"/>
                          </a:solidFill>
                        </a:rPr>
                        <a:t>T</a:t>
                      </a:r>
                      <a:endParaRPr lang="zh-CN" altLang="en-US"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solidFill>
                            <a:srgbClr val="002060"/>
                          </a:solidFill>
                        </a:rPr>
                        <a:t>a  </a:t>
                      </a:r>
                      <a:r>
                        <a:rPr lang="en-US" altLang="zh-CN" dirty="0" err="1">
                          <a:solidFill>
                            <a:srgbClr val="002060"/>
                          </a:solidFill>
                        </a:rPr>
                        <a:t>a</a:t>
                      </a:r>
                      <a:r>
                        <a:rPr lang="en-US" altLang="zh-CN" dirty="0">
                          <a:solidFill>
                            <a:srgbClr val="002060"/>
                          </a:solidFill>
                        </a:rPr>
                        <a:t> </a:t>
                      </a:r>
                      <a:r>
                        <a:rPr lang="en-US" altLang="zh-CN" dirty="0" err="1">
                          <a:solidFill>
                            <a:srgbClr val="002060"/>
                          </a:solidFill>
                        </a:rPr>
                        <a:t>a</a:t>
                      </a:r>
                      <a:r>
                        <a:rPr lang="en-US" altLang="zh-CN" dirty="0">
                          <a:solidFill>
                            <a:srgbClr val="002060"/>
                          </a:solidFill>
                        </a:rPr>
                        <a:t> </a:t>
                      </a:r>
                      <a:r>
                        <a:rPr lang="en-US" altLang="zh-CN" dirty="0" err="1">
                          <a:solidFill>
                            <a:srgbClr val="002060"/>
                          </a:solidFill>
                        </a:rPr>
                        <a:t>a</a:t>
                      </a:r>
                      <a:r>
                        <a:rPr lang="en-US" altLang="zh-CN" dirty="0">
                          <a:solidFill>
                            <a:srgbClr val="002060"/>
                          </a:solidFill>
                        </a:rPr>
                        <a:t> </a:t>
                      </a:r>
                      <a:r>
                        <a:rPr lang="en-US" altLang="zh-CN" dirty="0" err="1">
                          <a:solidFill>
                            <a:srgbClr val="002060"/>
                          </a:solidFill>
                        </a:rPr>
                        <a:t>a</a:t>
                      </a:r>
                      <a:r>
                        <a:rPr lang="en-US" altLang="zh-CN" dirty="0">
                          <a:solidFill>
                            <a:srgbClr val="002060"/>
                          </a:solidFill>
                        </a:rPr>
                        <a:t> </a:t>
                      </a:r>
                      <a:r>
                        <a:rPr lang="en-US" altLang="zh-CN" dirty="0" err="1">
                          <a:solidFill>
                            <a:srgbClr val="002060"/>
                          </a:solidFill>
                        </a:rPr>
                        <a:t>a</a:t>
                      </a:r>
                      <a:r>
                        <a:rPr lang="en-US" altLang="zh-CN" dirty="0">
                          <a:solidFill>
                            <a:srgbClr val="002060"/>
                          </a:solidFill>
                        </a:rPr>
                        <a:t>  </a:t>
                      </a:r>
                      <a:r>
                        <a:rPr lang="en-US" altLang="zh-CN" dirty="0" err="1">
                          <a:solidFill>
                            <a:srgbClr val="002060"/>
                          </a:solidFill>
                        </a:rPr>
                        <a:t>a</a:t>
                      </a:r>
                      <a:r>
                        <a:rPr lang="en-US" altLang="zh-CN" dirty="0">
                          <a:solidFill>
                            <a:srgbClr val="002060"/>
                          </a:solidFill>
                        </a:rPr>
                        <a:t> </a:t>
                      </a:r>
                      <a:r>
                        <a:rPr lang="en-US" altLang="zh-CN" dirty="0" err="1">
                          <a:solidFill>
                            <a:srgbClr val="002060"/>
                          </a:solidFill>
                        </a:rPr>
                        <a:t>a</a:t>
                      </a:r>
                      <a:r>
                        <a:rPr lang="en-US" altLang="zh-CN" dirty="0">
                          <a:solidFill>
                            <a:srgbClr val="002060"/>
                          </a:solidFill>
                        </a:rPr>
                        <a:t> </a:t>
                      </a:r>
                      <a:r>
                        <a:rPr lang="en-US" altLang="zh-CN" dirty="0" err="1">
                          <a:solidFill>
                            <a:srgbClr val="002060"/>
                          </a:solidFill>
                        </a:rPr>
                        <a:t>i</a:t>
                      </a:r>
                      <a:endParaRPr lang="zh-CN" altLang="en-US"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b="1" dirty="0">
                          <a:solidFill>
                            <a:srgbClr val="002060"/>
                          </a:solidFill>
                        </a:rPr>
                        <a:t>next[j]</a:t>
                      </a:r>
                      <a:endParaRPr lang="zh-CN" altLang="en-US"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dirty="0">
                          <a:solidFill>
                            <a:srgbClr val="002060"/>
                          </a:solidFill>
                        </a:rPr>
                        <a:t>-1 0 1 2 3 4  5 6 7</a:t>
                      </a:r>
                      <a:endParaRPr lang="zh-CN" altLang="en-US"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9" name="文本框 8"/>
          <p:cNvSpPr txBox="1"/>
          <p:nvPr/>
        </p:nvSpPr>
        <p:spPr>
          <a:xfrm>
            <a:off x="4943873" y="5860018"/>
            <a:ext cx="1915909" cy="369332"/>
          </a:xfrm>
          <a:prstGeom prst="rect">
            <a:avLst/>
          </a:prstGeom>
          <a:noFill/>
        </p:spPr>
        <p:txBody>
          <a:bodyPr wrap="none" rtlCol="0">
            <a:spAutoFit/>
          </a:bodyPr>
          <a:lstStyle/>
          <a:p>
            <a:r>
              <a:rPr lang="en-US" altLang="zh-CN" dirty="0"/>
              <a:t>T</a:t>
            </a:r>
            <a:r>
              <a:rPr lang="zh-CN" altLang="en-US" dirty="0"/>
              <a:t>串中有重复子串</a:t>
            </a:r>
            <a:endParaRPr lang="zh-CN" altLang="en-US" dirty="0"/>
          </a:p>
        </p:txBody>
      </p:sp>
      <p:pic>
        <p:nvPicPr>
          <p:cNvPr id="10" name="图片 9"/>
          <p:cNvPicPr>
            <a:picLocks noChangeAspect="1"/>
          </p:cNvPicPr>
          <p:nvPr/>
        </p:nvPicPr>
        <p:blipFill>
          <a:blip r:embed="rId1"/>
          <a:stretch>
            <a:fillRect/>
          </a:stretch>
        </p:blipFill>
        <p:spPr>
          <a:xfrm>
            <a:off x="1403648" y="1286388"/>
            <a:ext cx="9144000" cy="1597006"/>
          </a:xfrm>
          <a:prstGeom prst="rect">
            <a:avLst/>
          </a:prstGeom>
        </p:spPr>
      </p:pic>
    </p:spTree>
  </p:cSld>
  <p:clrMapOvr>
    <a:masterClrMapping/>
  </p:clrMapOvr>
  <p:transition>
    <p:fade/>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83432" y="140972"/>
            <a:ext cx="10515600" cy="615603"/>
          </a:xfrm>
        </p:spPr>
        <p:txBody>
          <a:bodyPr>
            <a:normAutofit fontScale="90000"/>
          </a:bodyPr>
          <a:lstStyle/>
          <a:p>
            <a:r>
              <a:rPr lang="en-US" altLang="zh-CN" dirty="0"/>
              <a:t>KMP</a:t>
            </a:r>
            <a:r>
              <a:rPr lang="zh-CN" altLang="en-US" dirty="0"/>
              <a:t>算法</a:t>
            </a:r>
            <a:r>
              <a:rPr lang="en-US" altLang="zh-CN" dirty="0"/>
              <a:t>C</a:t>
            </a:r>
            <a:r>
              <a:rPr lang="zh-CN" altLang="en-US" dirty="0"/>
              <a:t>代码实现</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4" name="Rectangle 4"/>
          <p:cNvSpPr>
            <a:spLocks noChangeArrowheads="1"/>
          </p:cNvSpPr>
          <p:nvPr/>
        </p:nvSpPr>
        <p:spPr bwMode="auto">
          <a:xfrm>
            <a:off x="1524000" y="950914"/>
            <a:ext cx="9144000" cy="5016758"/>
          </a:xfrm>
          <a:prstGeom prst="rect">
            <a:avLst/>
          </a:prstGeom>
          <a:solidFill>
            <a:srgbClr val="002060"/>
          </a:solidFill>
          <a:ln w="9525">
            <a:noFill/>
            <a:miter lim="800000"/>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a:spAutoFit/>
          </a:bodyPr>
          <a:lstStyle/>
          <a:p>
            <a:pPr algn="l" eaLnBrk="1" hangingPunct="1">
              <a:lnSpc>
                <a:spcPct val="80000"/>
              </a:lnSpc>
            </a:pPr>
            <a:r>
              <a:rPr kumimoji="1" lang="en-US" altLang="zh-CN" sz="2000" dirty="0" err="1">
                <a:solidFill>
                  <a:srgbClr val="FFFFFF"/>
                </a:solidFill>
              </a:rPr>
              <a:t>int</a:t>
            </a:r>
            <a:r>
              <a:rPr kumimoji="1" lang="en-US" altLang="zh-CN" sz="2000" dirty="0">
                <a:solidFill>
                  <a:srgbClr val="FFFFFF"/>
                </a:solidFill>
              </a:rPr>
              <a:t> </a:t>
            </a:r>
            <a:r>
              <a:rPr kumimoji="1" lang="en-US" altLang="zh-CN" sz="2000" dirty="0" err="1">
                <a:solidFill>
                  <a:srgbClr val="FF9900"/>
                </a:solidFill>
              </a:rPr>
              <a:t>KMPindex</a:t>
            </a:r>
            <a:r>
              <a:rPr kumimoji="1" lang="en-US" altLang="zh-CN" sz="2000" dirty="0">
                <a:solidFill>
                  <a:srgbClr val="FFFFFF"/>
                </a:solidFill>
              </a:rPr>
              <a:t>(char S[ ], char T[ ]) </a:t>
            </a:r>
            <a:endParaRPr kumimoji="1" lang="en-US" altLang="zh-CN" sz="2000" dirty="0">
              <a:solidFill>
                <a:srgbClr val="FFFFFF"/>
              </a:solidFill>
            </a:endParaRPr>
          </a:p>
          <a:p>
            <a:pPr algn="l" eaLnBrk="1" hangingPunct="1">
              <a:lnSpc>
                <a:spcPct val="80000"/>
              </a:lnSpc>
            </a:pPr>
            <a:r>
              <a:rPr kumimoji="1" lang="en-US" altLang="zh-CN" sz="2000" dirty="0">
                <a:solidFill>
                  <a:srgbClr val="FFFFFF"/>
                </a:solidFill>
              </a:rPr>
              <a:t>{</a:t>
            </a:r>
            <a:endParaRPr kumimoji="1" lang="en-US" altLang="zh-CN" sz="2000" dirty="0">
              <a:solidFill>
                <a:srgbClr val="FFFFFF"/>
              </a:solidFill>
            </a:endParaRPr>
          </a:p>
          <a:p>
            <a:pPr algn="l" eaLnBrk="1" hangingPunct="1">
              <a:lnSpc>
                <a:spcPct val="80000"/>
              </a:lnSpc>
            </a:pPr>
            <a:r>
              <a:rPr kumimoji="1" lang="en-US" altLang="zh-CN" sz="2000" dirty="0">
                <a:solidFill>
                  <a:srgbClr val="FFFFFF"/>
                </a:solidFill>
              </a:rPr>
              <a:t>     </a:t>
            </a:r>
            <a:r>
              <a:rPr kumimoji="1" lang="en-US" altLang="zh-CN" sz="2000" dirty="0" err="1">
                <a:solidFill>
                  <a:srgbClr val="FFFFFF"/>
                </a:solidFill>
              </a:rPr>
              <a:t>int</a:t>
            </a:r>
            <a:r>
              <a:rPr kumimoji="1" lang="en-US" altLang="zh-CN" sz="2000" dirty="0">
                <a:solidFill>
                  <a:srgbClr val="FFFFFF"/>
                </a:solidFill>
              </a:rPr>
              <a:t> </a:t>
            </a:r>
            <a:r>
              <a:rPr kumimoji="1" lang="en-US" altLang="zh-CN" sz="2000" dirty="0" err="1">
                <a:solidFill>
                  <a:srgbClr val="FFFFFF"/>
                </a:solidFill>
              </a:rPr>
              <a:t>i</a:t>
            </a:r>
            <a:r>
              <a:rPr kumimoji="1" lang="en-US" altLang="zh-CN" sz="2000" dirty="0">
                <a:solidFill>
                  <a:srgbClr val="FFFFFF"/>
                </a:solidFill>
              </a:rPr>
              <a:t> = 0,  j=0, </a:t>
            </a:r>
            <a:r>
              <a:rPr kumimoji="1" lang="en-US" altLang="zh-CN" sz="2000" dirty="0">
                <a:solidFill>
                  <a:srgbClr val="FFC000"/>
                </a:solidFill>
              </a:rPr>
              <a:t>*next;</a:t>
            </a:r>
            <a:endParaRPr kumimoji="1" lang="en-US" altLang="zh-CN" sz="2000" dirty="0">
              <a:solidFill>
                <a:srgbClr val="FFC000"/>
              </a:solidFill>
            </a:endParaRPr>
          </a:p>
          <a:p>
            <a:pPr algn="l" eaLnBrk="1" hangingPunct="1">
              <a:lnSpc>
                <a:spcPct val="80000"/>
              </a:lnSpc>
            </a:pPr>
            <a:endParaRPr kumimoji="1" lang="en-US" altLang="zh-CN" sz="2000" dirty="0">
              <a:solidFill>
                <a:srgbClr val="FFFFFF"/>
              </a:solidFill>
            </a:endParaRPr>
          </a:p>
          <a:p>
            <a:pPr algn="l" eaLnBrk="1" hangingPunct="1">
              <a:lnSpc>
                <a:spcPct val="80000"/>
              </a:lnSpc>
            </a:pPr>
            <a:r>
              <a:rPr kumimoji="1" lang="en-US" altLang="zh-CN" sz="2000" dirty="0">
                <a:solidFill>
                  <a:srgbClr val="FFFFFF"/>
                </a:solidFill>
              </a:rPr>
              <a:t>     </a:t>
            </a:r>
            <a:r>
              <a:rPr kumimoji="1" lang="en-US" altLang="zh-CN" sz="2000" b="1" dirty="0">
                <a:solidFill>
                  <a:srgbClr val="FFC000"/>
                </a:solidFill>
              </a:rPr>
              <a:t>next = (</a:t>
            </a:r>
            <a:r>
              <a:rPr kumimoji="1" lang="en-US" altLang="zh-CN" sz="2000" b="1" dirty="0" err="1">
                <a:solidFill>
                  <a:srgbClr val="FFC000"/>
                </a:solidFill>
              </a:rPr>
              <a:t>int</a:t>
            </a:r>
            <a:r>
              <a:rPr kumimoji="1" lang="en-US" altLang="zh-CN" sz="2000" b="1" dirty="0">
                <a:solidFill>
                  <a:srgbClr val="FFC000"/>
                </a:solidFill>
              </a:rPr>
              <a:t> *)malloc(</a:t>
            </a:r>
            <a:r>
              <a:rPr kumimoji="1" lang="en-US" altLang="zh-CN" sz="2000" b="1" dirty="0" err="1">
                <a:solidFill>
                  <a:srgbClr val="FFC000"/>
                </a:solidFill>
              </a:rPr>
              <a:t>sizeof</a:t>
            </a:r>
            <a:r>
              <a:rPr kumimoji="1" lang="en-US" altLang="zh-CN" sz="2000" b="1" dirty="0">
                <a:solidFill>
                  <a:srgbClr val="FFC000"/>
                </a:solidFill>
              </a:rPr>
              <a:t>(</a:t>
            </a:r>
            <a:r>
              <a:rPr kumimoji="1" lang="en-US" altLang="zh-CN" sz="2000" b="1" dirty="0" err="1">
                <a:solidFill>
                  <a:srgbClr val="FFC000"/>
                </a:solidFill>
              </a:rPr>
              <a:t>int</a:t>
            </a:r>
            <a:r>
              <a:rPr kumimoji="1" lang="en-US" altLang="zh-CN" sz="2000" b="1" dirty="0">
                <a:solidFill>
                  <a:srgbClr val="FFC000"/>
                </a:solidFill>
              </a:rPr>
              <a:t>)*(</a:t>
            </a:r>
            <a:r>
              <a:rPr kumimoji="1" lang="en-US" altLang="zh-CN" sz="2000" b="1" dirty="0" err="1">
                <a:solidFill>
                  <a:srgbClr val="FFC000"/>
                </a:solidFill>
              </a:rPr>
              <a:t>strlen</a:t>
            </a:r>
            <a:r>
              <a:rPr kumimoji="1" lang="en-US" altLang="zh-CN" sz="2000" b="1" dirty="0">
                <a:solidFill>
                  <a:srgbClr val="FFC000"/>
                </a:solidFill>
              </a:rPr>
              <a:t>(T)+1));</a:t>
            </a:r>
            <a:endParaRPr kumimoji="1" lang="en-US" altLang="zh-CN" sz="2000" b="1" dirty="0">
              <a:solidFill>
                <a:srgbClr val="FFC000"/>
              </a:solidFill>
            </a:endParaRPr>
          </a:p>
          <a:p>
            <a:pPr algn="l" eaLnBrk="1" hangingPunct="1">
              <a:lnSpc>
                <a:spcPct val="80000"/>
              </a:lnSpc>
            </a:pPr>
            <a:r>
              <a:rPr kumimoji="1" lang="en-US" altLang="zh-CN" sz="2000" b="1" dirty="0">
                <a:solidFill>
                  <a:srgbClr val="FFC000"/>
                </a:solidFill>
              </a:rPr>
              <a:t>     </a:t>
            </a:r>
            <a:r>
              <a:rPr kumimoji="1" lang="en-US" altLang="zh-CN" sz="2000" b="1" dirty="0" err="1">
                <a:solidFill>
                  <a:srgbClr val="FFC000"/>
                </a:solidFill>
              </a:rPr>
              <a:t>getnext</a:t>
            </a:r>
            <a:r>
              <a:rPr kumimoji="1" lang="en-US" altLang="zh-CN" sz="2000" b="1" dirty="0">
                <a:solidFill>
                  <a:srgbClr val="FFC000"/>
                </a:solidFill>
              </a:rPr>
              <a:t>(T, next);</a:t>
            </a:r>
            <a:endParaRPr kumimoji="1" lang="en-US" altLang="zh-CN" sz="2000" b="1" dirty="0">
              <a:solidFill>
                <a:srgbClr val="FFC000"/>
              </a:solidFill>
            </a:endParaRPr>
          </a:p>
          <a:p>
            <a:pPr algn="l" eaLnBrk="1" hangingPunct="1">
              <a:lnSpc>
                <a:spcPct val="80000"/>
              </a:lnSpc>
            </a:pPr>
            <a:r>
              <a:rPr kumimoji="1" lang="en-US" altLang="zh-CN" sz="2000" dirty="0">
                <a:solidFill>
                  <a:srgbClr val="FFFFFF"/>
                </a:solidFill>
              </a:rPr>
              <a:t>     while ( S[</a:t>
            </a:r>
            <a:r>
              <a:rPr kumimoji="1" lang="en-US" altLang="zh-CN" sz="2000" dirty="0" err="1">
                <a:solidFill>
                  <a:srgbClr val="FFFFFF"/>
                </a:solidFill>
              </a:rPr>
              <a:t>i</a:t>
            </a:r>
            <a:r>
              <a:rPr kumimoji="1" lang="en-US" altLang="zh-CN" sz="2000" dirty="0">
                <a:solidFill>
                  <a:srgbClr val="FFFFFF"/>
                </a:solidFill>
              </a:rPr>
              <a:t>]!=‘\0’  &amp;&amp;  T[j]!=‘\0’) {</a:t>
            </a:r>
            <a:endParaRPr kumimoji="1" lang="en-US" altLang="zh-CN" sz="2000" dirty="0">
              <a:solidFill>
                <a:srgbClr val="FFFFFF"/>
              </a:solidFill>
            </a:endParaRPr>
          </a:p>
          <a:p>
            <a:pPr algn="l" eaLnBrk="1" hangingPunct="1">
              <a:lnSpc>
                <a:spcPct val="80000"/>
              </a:lnSpc>
            </a:pPr>
            <a:r>
              <a:rPr kumimoji="1" lang="en-US" altLang="zh-CN" sz="2000" dirty="0">
                <a:solidFill>
                  <a:srgbClr val="FFFFFF"/>
                </a:solidFill>
              </a:rPr>
              <a:t>         if (S [</a:t>
            </a:r>
            <a:r>
              <a:rPr kumimoji="1" lang="en-US" altLang="zh-CN" sz="2000" dirty="0" err="1">
                <a:solidFill>
                  <a:srgbClr val="FFFFFF"/>
                </a:solidFill>
              </a:rPr>
              <a:t>i</a:t>
            </a:r>
            <a:r>
              <a:rPr kumimoji="1" lang="en-US" altLang="zh-CN" sz="2000" dirty="0">
                <a:solidFill>
                  <a:srgbClr val="FFFFFF"/>
                </a:solidFill>
              </a:rPr>
              <a:t>] == T[j] ) {</a:t>
            </a:r>
            <a:endParaRPr kumimoji="1" lang="en-US" altLang="zh-CN" sz="2000" dirty="0">
              <a:solidFill>
                <a:srgbClr val="FFFFFF"/>
              </a:solidFill>
            </a:endParaRPr>
          </a:p>
          <a:p>
            <a:pPr algn="l" eaLnBrk="1" hangingPunct="1">
              <a:lnSpc>
                <a:spcPct val="80000"/>
              </a:lnSpc>
            </a:pPr>
            <a:r>
              <a:rPr kumimoji="1" lang="en-US" altLang="zh-CN" sz="2000" dirty="0">
                <a:solidFill>
                  <a:srgbClr val="FFFFFF"/>
                </a:solidFill>
              </a:rPr>
              <a:t>             </a:t>
            </a:r>
            <a:r>
              <a:rPr kumimoji="1" lang="en-US" altLang="zh-CN" sz="2000" dirty="0" err="1">
                <a:solidFill>
                  <a:srgbClr val="FFFFFF"/>
                </a:solidFill>
              </a:rPr>
              <a:t>i</a:t>
            </a:r>
            <a:r>
              <a:rPr kumimoji="1" lang="en-US" altLang="zh-CN" sz="2000" dirty="0">
                <a:solidFill>
                  <a:srgbClr val="FFFFFF"/>
                </a:solidFill>
              </a:rPr>
              <a:t>++;   </a:t>
            </a:r>
            <a:endParaRPr kumimoji="1" lang="en-US" altLang="zh-CN" sz="2000" dirty="0">
              <a:solidFill>
                <a:srgbClr val="FFFFFF"/>
              </a:solidFill>
            </a:endParaRPr>
          </a:p>
          <a:p>
            <a:pPr algn="l" eaLnBrk="1" hangingPunct="1">
              <a:lnSpc>
                <a:spcPct val="80000"/>
              </a:lnSpc>
            </a:pPr>
            <a:r>
              <a:rPr kumimoji="1" lang="en-US" altLang="zh-CN" sz="2000" dirty="0">
                <a:solidFill>
                  <a:srgbClr val="FFFFFF"/>
                </a:solidFill>
              </a:rPr>
              <a:t>             </a:t>
            </a:r>
            <a:r>
              <a:rPr kumimoji="1" lang="en-US" altLang="zh-CN" sz="2000" dirty="0" err="1">
                <a:solidFill>
                  <a:srgbClr val="FFFFFF"/>
                </a:solidFill>
              </a:rPr>
              <a:t>j++</a:t>
            </a:r>
            <a:r>
              <a:rPr kumimoji="1" lang="en-US" altLang="zh-CN" sz="2000" dirty="0">
                <a:solidFill>
                  <a:srgbClr val="FFFFFF"/>
                </a:solidFill>
              </a:rPr>
              <a:t> ;</a:t>
            </a:r>
            <a:endParaRPr kumimoji="1" lang="en-US" altLang="zh-CN" sz="2000" dirty="0">
              <a:solidFill>
                <a:srgbClr val="FFFFFF"/>
              </a:solidFill>
            </a:endParaRPr>
          </a:p>
          <a:p>
            <a:pPr algn="l" eaLnBrk="1" hangingPunct="1">
              <a:lnSpc>
                <a:spcPct val="80000"/>
              </a:lnSpc>
            </a:pPr>
            <a:r>
              <a:rPr kumimoji="1" lang="en-US" altLang="zh-CN" sz="2000" dirty="0">
                <a:solidFill>
                  <a:srgbClr val="FFFFFF"/>
                </a:solidFill>
              </a:rPr>
              <a:t>         } </a:t>
            </a:r>
            <a:endParaRPr kumimoji="1" lang="en-US" altLang="zh-CN" sz="2000" dirty="0">
              <a:solidFill>
                <a:srgbClr val="FFFFFF"/>
              </a:solidFill>
            </a:endParaRPr>
          </a:p>
          <a:p>
            <a:pPr algn="l" eaLnBrk="1" hangingPunct="1">
              <a:lnSpc>
                <a:spcPct val="80000"/>
              </a:lnSpc>
            </a:pPr>
            <a:r>
              <a:rPr kumimoji="1" lang="en-US" altLang="zh-CN" sz="1600" dirty="0">
                <a:solidFill>
                  <a:srgbClr val="FF6600"/>
                </a:solidFill>
                <a:latin typeface="楷体_GB2312" panose="02010609030101010101" pitchFamily="49" charset="-122"/>
                <a:ea typeface="楷体_GB2312" panose="02010609030101010101" pitchFamily="49" charset="-122"/>
              </a:rPr>
              <a:t>   </a:t>
            </a:r>
            <a:r>
              <a:rPr kumimoji="1" lang="en-US" altLang="zh-CN" sz="2000" dirty="0">
                <a:solidFill>
                  <a:srgbClr val="FFFFFF"/>
                </a:solidFill>
              </a:rPr>
              <a:t>     else </a:t>
            </a:r>
            <a:endParaRPr kumimoji="1" lang="en-US" altLang="zh-CN" sz="2000" dirty="0">
              <a:solidFill>
                <a:srgbClr val="FFFFFF"/>
              </a:solidFill>
            </a:endParaRPr>
          </a:p>
          <a:p>
            <a:pPr>
              <a:lnSpc>
                <a:spcPct val="80000"/>
              </a:lnSpc>
            </a:pPr>
            <a:r>
              <a:rPr kumimoji="1" lang="en-US" altLang="zh-CN" sz="2000" b="1" dirty="0">
                <a:solidFill>
                  <a:srgbClr val="FFC000"/>
                </a:solidFill>
              </a:rPr>
              <a:t>             (j == 0) ? </a:t>
            </a:r>
            <a:r>
              <a:rPr kumimoji="1" lang="en-US" altLang="zh-CN" sz="2000" b="1" dirty="0" err="1">
                <a:solidFill>
                  <a:srgbClr val="FFC000"/>
                </a:solidFill>
              </a:rPr>
              <a:t>i</a:t>
            </a:r>
            <a:r>
              <a:rPr kumimoji="1" lang="en-US" altLang="zh-CN" sz="2000" b="1" dirty="0">
                <a:solidFill>
                  <a:srgbClr val="FFC000"/>
                </a:solidFill>
              </a:rPr>
              <a:t>++ :( j = next[j]); </a:t>
            </a:r>
            <a:r>
              <a:rPr kumimoji="1" lang="en-US" altLang="zh-CN" sz="2000" dirty="0">
                <a:solidFill>
                  <a:srgbClr val="FFFFFF"/>
                </a:solidFill>
              </a:rPr>
              <a:t>		</a:t>
            </a:r>
            <a:r>
              <a:rPr kumimoji="1" lang="en-US" altLang="zh-CN" dirty="0">
                <a:solidFill>
                  <a:srgbClr val="FF6600"/>
                </a:solidFill>
                <a:latin typeface="楷体_GB2312" panose="02010609030101010101" pitchFamily="49" charset="-122"/>
                <a:ea typeface="楷体_GB2312" panose="02010609030101010101" pitchFamily="49" charset="-122"/>
              </a:rPr>
              <a:t>//j</a:t>
            </a:r>
            <a:r>
              <a:rPr kumimoji="1" lang="zh-CN" altLang="en-US" dirty="0">
                <a:solidFill>
                  <a:srgbClr val="FF6600"/>
                </a:solidFill>
                <a:latin typeface="楷体_GB2312" panose="02010609030101010101" pitchFamily="49" charset="-122"/>
                <a:ea typeface="楷体_GB2312" panose="02010609030101010101" pitchFamily="49" charset="-122"/>
              </a:rPr>
              <a:t>回退到相应位置开始匹配</a:t>
            </a:r>
            <a:r>
              <a:rPr kumimoji="1" lang="zh-CN" altLang="en-US" dirty="0">
                <a:solidFill>
                  <a:srgbClr val="5294D6"/>
                </a:solidFill>
                <a:latin typeface="楷体_GB2312" panose="02010609030101010101" pitchFamily="49" charset="-122"/>
                <a:ea typeface="楷体_GB2312" panose="02010609030101010101" pitchFamily="49" charset="-122"/>
              </a:rPr>
              <a:t>，</a:t>
            </a:r>
            <a:r>
              <a:rPr kumimoji="1" lang="en-US" altLang="zh-CN" dirty="0" err="1">
                <a:solidFill>
                  <a:srgbClr val="5294D6"/>
                </a:solidFill>
                <a:latin typeface="楷体_GB2312" panose="02010609030101010101" pitchFamily="49" charset="-122"/>
                <a:ea typeface="楷体_GB2312" panose="02010609030101010101" pitchFamily="49" charset="-122"/>
              </a:rPr>
              <a:t>i</a:t>
            </a:r>
            <a:r>
              <a:rPr kumimoji="1" lang="zh-CN" altLang="en-US" dirty="0">
                <a:solidFill>
                  <a:srgbClr val="5294D6"/>
                </a:solidFill>
                <a:latin typeface="楷体_GB2312" panose="02010609030101010101" pitchFamily="49" charset="-122"/>
                <a:ea typeface="楷体_GB2312" panose="02010609030101010101" pitchFamily="49" charset="-122"/>
              </a:rPr>
              <a:t>值不变</a:t>
            </a:r>
            <a:endParaRPr kumimoji="1" lang="en-US" altLang="zh-CN" sz="2000" dirty="0">
              <a:solidFill>
                <a:srgbClr val="FFFFFF"/>
              </a:solidFill>
            </a:endParaRPr>
          </a:p>
          <a:p>
            <a:pPr algn="l" eaLnBrk="1" hangingPunct="1">
              <a:lnSpc>
                <a:spcPct val="80000"/>
              </a:lnSpc>
            </a:pPr>
            <a:r>
              <a:rPr kumimoji="1" lang="en-US" altLang="zh-CN" sz="2000" dirty="0">
                <a:solidFill>
                  <a:srgbClr val="FFFFFF"/>
                </a:solidFill>
              </a:rPr>
              <a:t>     }</a:t>
            </a:r>
            <a:endParaRPr kumimoji="1" lang="en-US" altLang="zh-CN" sz="2000" dirty="0">
              <a:solidFill>
                <a:srgbClr val="FFFFFF"/>
              </a:solidFill>
            </a:endParaRPr>
          </a:p>
          <a:p>
            <a:pPr algn="l" eaLnBrk="1" hangingPunct="1">
              <a:lnSpc>
                <a:spcPct val="80000"/>
              </a:lnSpc>
            </a:pPr>
            <a:r>
              <a:rPr kumimoji="1" lang="en-US" altLang="zh-CN" sz="2000" dirty="0">
                <a:solidFill>
                  <a:srgbClr val="FFC000"/>
                </a:solidFill>
              </a:rPr>
              <a:t>     free(next);</a:t>
            </a:r>
            <a:endParaRPr kumimoji="1" lang="en-US" altLang="zh-CN" sz="2000" dirty="0">
              <a:solidFill>
                <a:srgbClr val="FFC000"/>
              </a:solidFill>
            </a:endParaRPr>
          </a:p>
          <a:p>
            <a:pPr>
              <a:lnSpc>
                <a:spcPct val="80000"/>
              </a:lnSpc>
            </a:pPr>
            <a:r>
              <a:rPr kumimoji="1" lang="en-US" altLang="zh-CN" sz="2000" dirty="0">
                <a:solidFill>
                  <a:srgbClr val="FFFFFF"/>
                </a:solidFill>
              </a:rPr>
              <a:t>     if ( T[j] == ‘\0’) 	</a:t>
            </a:r>
            <a:r>
              <a:rPr kumimoji="1" lang="en-US" altLang="zh-CN" dirty="0">
                <a:solidFill>
                  <a:srgbClr val="FF6600"/>
                </a:solidFill>
                <a:latin typeface="楷体_GB2312" panose="02010609030101010101" pitchFamily="49" charset="-122"/>
                <a:ea typeface="楷体_GB2312" panose="02010609030101010101" pitchFamily="49" charset="-122"/>
              </a:rPr>
              <a:t>//</a:t>
            </a:r>
            <a:r>
              <a:rPr kumimoji="1" lang="zh-CN" altLang="en-US" dirty="0">
                <a:solidFill>
                  <a:srgbClr val="FF6600"/>
                </a:solidFill>
                <a:latin typeface="楷体_GB2312" panose="02010609030101010101" pitchFamily="49" charset="-122"/>
                <a:ea typeface="楷体_GB2312" panose="02010609030101010101" pitchFamily="49" charset="-122"/>
              </a:rPr>
              <a:t>匹配成功，返回匹配位置</a:t>
            </a:r>
            <a:endParaRPr kumimoji="1" lang="en-US" altLang="zh-CN" dirty="0">
              <a:solidFill>
                <a:srgbClr val="FF6600"/>
              </a:solidFill>
              <a:latin typeface="楷体_GB2312" panose="02010609030101010101" pitchFamily="49" charset="-122"/>
              <a:ea typeface="楷体_GB2312" panose="02010609030101010101" pitchFamily="49" charset="-122"/>
            </a:endParaRPr>
          </a:p>
          <a:p>
            <a:pPr algn="l" eaLnBrk="1" hangingPunct="1">
              <a:lnSpc>
                <a:spcPct val="80000"/>
              </a:lnSpc>
            </a:pPr>
            <a:r>
              <a:rPr kumimoji="1" lang="en-US" altLang="zh-CN" sz="2000" dirty="0">
                <a:solidFill>
                  <a:srgbClr val="FFFFFF"/>
                </a:solidFill>
              </a:rPr>
              <a:t>         return  </a:t>
            </a:r>
            <a:r>
              <a:rPr kumimoji="1" lang="en-US" altLang="zh-CN" sz="2000" dirty="0" err="1">
                <a:solidFill>
                  <a:srgbClr val="FFFFFF"/>
                </a:solidFill>
              </a:rPr>
              <a:t>i</a:t>
            </a:r>
            <a:r>
              <a:rPr kumimoji="1" lang="en-US" altLang="zh-CN" sz="2000" dirty="0">
                <a:solidFill>
                  <a:srgbClr val="FFFFFF"/>
                </a:solidFill>
              </a:rPr>
              <a:t>-j;  </a:t>
            </a:r>
            <a:endParaRPr kumimoji="1" lang="en-US" altLang="zh-CN" dirty="0">
              <a:solidFill>
                <a:srgbClr val="5294D6"/>
              </a:solidFill>
              <a:latin typeface="楷体_GB2312" panose="02010609030101010101" pitchFamily="49" charset="-122"/>
              <a:ea typeface="楷体_GB2312" panose="02010609030101010101" pitchFamily="49" charset="-122"/>
            </a:endParaRPr>
          </a:p>
          <a:p>
            <a:pPr algn="l" eaLnBrk="1" hangingPunct="1">
              <a:lnSpc>
                <a:spcPct val="80000"/>
              </a:lnSpc>
            </a:pPr>
            <a:r>
              <a:rPr kumimoji="1" lang="en-US" altLang="zh-CN" sz="2000" dirty="0">
                <a:solidFill>
                  <a:srgbClr val="FFFFFF"/>
                </a:solidFill>
              </a:rPr>
              <a:t>    else    </a:t>
            </a:r>
            <a:endParaRPr kumimoji="1" lang="en-US" altLang="zh-CN" sz="2000" dirty="0">
              <a:solidFill>
                <a:srgbClr val="FFFFFF"/>
              </a:solidFill>
            </a:endParaRPr>
          </a:p>
          <a:p>
            <a:pPr algn="l" eaLnBrk="1" hangingPunct="1">
              <a:lnSpc>
                <a:spcPct val="80000"/>
              </a:lnSpc>
            </a:pPr>
            <a:r>
              <a:rPr kumimoji="1" lang="en-US" altLang="zh-CN" sz="2000" dirty="0">
                <a:solidFill>
                  <a:srgbClr val="FFFFFF"/>
                </a:solidFill>
              </a:rPr>
              <a:t>         return -1;                   </a:t>
            </a:r>
            <a:endParaRPr kumimoji="1" lang="en-US" altLang="zh-CN" sz="2000" dirty="0">
              <a:solidFill>
                <a:srgbClr val="FFFFFF"/>
              </a:solidFill>
            </a:endParaRPr>
          </a:p>
          <a:p>
            <a:pPr algn="l" eaLnBrk="1" hangingPunct="1">
              <a:lnSpc>
                <a:spcPct val="80000"/>
              </a:lnSpc>
            </a:pPr>
            <a:r>
              <a:rPr kumimoji="1" lang="en-US" altLang="zh-CN" sz="2000" dirty="0">
                <a:solidFill>
                  <a:srgbClr val="FFFFFF"/>
                </a:solidFill>
              </a:rPr>
              <a:t>}</a:t>
            </a:r>
            <a:endParaRPr kumimoji="1" lang="en-US" altLang="zh-CN" dirty="0">
              <a:solidFill>
                <a:srgbClr val="5294D6"/>
              </a:solidFill>
              <a:latin typeface="楷体_GB2312" panose="02010609030101010101" pitchFamily="49" charset="-122"/>
              <a:ea typeface="楷体_GB2312" panose="02010609030101010101" pitchFamily="49" charset="-122"/>
            </a:endParaRPr>
          </a:p>
        </p:txBody>
      </p:sp>
      <p:sp>
        <p:nvSpPr>
          <p:cNvPr id="5" name="Rectangle 4"/>
          <p:cNvSpPr>
            <a:spLocks noChangeArrowheads="1"/>
          </p:cNvSpPr>
          <p:nvPr/>
        </p:nvSpPr>
        <p:spPr bwMode="auto">
          <a:xfrm>
            <a:off x="1541300" y="5967673"/>
            <a:ext cx="9126700" cy="873637"/>
          </a:xfrm>
          <a:prstGeom prst="rect">
            <a:avLst/>
          </a:prstGeom>
          <a:solidFill>
            <a:schemeClr val="bg2">
              <a:lumMod val="20000"/>
              <a:lumOff val="80000"/>
            </a:schemeClr>
          </a:solidFill>
          <a:ln w="9525">
            <a:noFill/>
            <a:miter lim="800000"/>
          </a:ln>
          <a:effectLst/>
        </p:spPr>
        <p:txBody>
          <a:bodyPr wrap="square">
            <a:spAutoFit/>
          </a:bodyPr>
          <a:lstStyle/>
          <a:p>
            <a:pPr algn="l" eaLnBrk="1" hangingPunct="1">
              <a:lnSpc>
                <a:spcPct val="150000"/>
              </a:lnSpc>
              <a:spcBef>
                <a:spcPct val="20000"/>
              </a:spcBef>
            </a:pPr>
            <a:r>
              <a:rPr kumimoji="1" lang="en-US" altLang="zh-CN" dirty="0">
                <a:solidFill>
                  <a:srgbClr val="002060"/>
                </a:solidFill>
                <a:latin typeface="楷体_GB2312" panose="02010609030101010101" pitchFamily="49" charset="-122"/>
                <a:ea typeface="楷体_GB2312" panose="02010609030101010101" pitchFamily="49" charset="-122"/>
              </a:rPr>
              <a:t>KMP</a:t>
            </a:r>
            <a:r>
              <a:rPr kumimoji="1" lang="zh-CN" altLang="en-US" dirty="0">
                <a:solidFill>
                  <a:srgbClr val="002060"/>
                </a:solidFill>
                <a:latin typeface="楷体_GB2312" panose="02010609030101010101" pitchFamily="49" charset="-122"/>
                <a:ea typeface="楷体_GB2312" panose="02010609030101010101" pitchFamily="49" charset="-122"/>
              </a:rPr>
              <a:t>算法：由于下标</a:t>
            </a:r>
            <a:r>
              <a:rPr kumimoji="1" lang="en-US" altLang="zh-CN" dirty="0" err="1">
                <a:solidFill>
                  <a:srgbClr val="002060"/>
                </a:solidFill>
                <a:latin typeface="楷体_GB2312" panose="02010609030101010101" pitchFamily="49" charset="-122"/>
                <a:ea typeface="楷体_GB2312" panose="02010609030101010101" pitchFamily="49" charset="-122"/>
              </a:rPr>
              <a:t>i</a:t>
            </a:r>
            <a:r>
              <a:rPr kumimoji="1" lang="zh-CN" altLang="en-US" dirty="0">
                <a:solidFill>
                  <a:srgbClr val="002060"/>
                </a:solidFill>
                <a:latin typeface="楷体_GB2312" panose="02010609030101010101" pitchFamily="49" charset="-122"/>
                <a:ea typeface="楷体_GB2312" panose="02010609030101010101" pitchFamily="49" charset="-122"/>
              </a:rPr>
              <a:t>无须回溯，比较次数仅为</a:t>
            </a:r>
            <a:r>
              <a:rPr kumimoji="1" lang="en-US" altLang="zh-CN" dirty="0">
                <a:solidFill>
                  <a:srgbClr val="002060"/>
                </a:solidFill>
                <a:latin typeface="楷体_GB2312" panose="02010609030101010101" pitchFamily="49" charset="-122"/>
                <a:ea typeface="楷体_GB2312" panose="02010609030101010101" pitchFamily="49" charset="-122"/>
              </a:rPr>
              <a:t>n,</a:t>
            </a:r>
            <a:r>
              <a:rPr kumimoji="1" lang="zh-CN" altLang="en-US" dirty="0">
                <a:solidFill>
                  <a:srgbClr val="002060"/>
                </a:solidFill>
                <a:latin typeface="楷体_GB2312" panose="02010609030101010101" pitchFamily="49" charset="-122"/>
                <a:ea typeface="楷体_GB2312" panose="02010609030101010101" pitchFamily="49" charset="-122"/>
              </a:rPr>
              <a:t>即使加上计算</a:t>
            </a:r>
            <a:r>
              <a:rPr kumimoji="1" lang="en-US" altLang="zh-CN" dirty="0">
                <a:solidFill>
                  <a:srgbClr val="002060"/>
                </a:solidFill>
                <a:latin typeface="楷体_GB2312" panose="02010609030101010101" pitchFamily="49" charset="-122"/>
                <a:ea typeface="楷体_GB2312" panose="02010609030101010101" pitchFamily="49" charset="-122"/>
              </a:rPr>
              <a:t>next[j]</a:t>
            </a:r>
            <a:r>
              <a:rPr kumimoji="1" lang="zh-CN" altLang="en-US" dirty="0">
                <a:solidFill>
                  <a:srgbClr val="002060"/>
                </a:solidFill>
                <a:latin typeface="楷体_GB2312" panose="02010609030101010101" pitchFamily="49" charset="-122"/>
                <a:ea typeface="楷体_GB2312" panose="02010609030101010101" pitchFamily="49" charset="-122"/>
              </a:rPr>
              <a:t>时所用的比较次数</a:t>
            </a:r>
            <a:r>
              <a:rPr kumimoji="1" lang="en-US" altLang="zh-CN" dirty="0">
                <a:solidFill>
                  <a:srgbClr val="002060"/>
                </a:solidFill>
                <a:latin typeface="楷体_GB2312" panose="02010609030101010101" pitchFamily="49" charset="-122"/>
                <a:ea typeface="楷体_GB2312" panose="02010609030101010101" pitchFamily="49" charset="-122"/>
              </a:rPr>
              <a:t>m</a:t>
            </a:r>
            <a:r>
              <a:rPr kumimoji="1" lang="zh-CN" altLang="en-US" dirty="0">
                <a:solidFill>
                  <a:srgbClr val="002060"/>
                </a:solidFill>
                <a:latin typeface="楷体_GB2312" panose="02010609030101010101" pitchFamily="49" charset="-122"/>
                <a:ea typeface="楷体_GB2312" panose="02010609030101010101" pitchFamily="49" charset="-122"/>
              </a:rPr>
              <a:t>，比较总次数也仅为</a:t>
            </a:r>
            <a:r>
              <a:rPr kumimoji="1" lang="en-US" altLang="zh-CN" b="1" dirty="0" err="1">
                <a:solidFill>
                  <a:srgbClr val="C00000"/>
                </a:solidFill>
                <a:latin typeface="楷体_GB2312" panose="02010609030101010101" pitchFamily="49" charset="-122"/>
                <a:ea typeface="楷体_GB2312" panose="02010609030101010101" pitchFamily="49" charset="-122"/>
              </a:rPr>
              <a:t>n+m</a:t>
            </a:r>
            <a:r>
              <a:rPr kumimoji="1" lang="en-US" altLang="zh-CN" b="1" dirty="0">
                <a:solidFill>
                  <a:srgbClr val="C00000"/>
                </a:solidFill>
                <a:latin typeface="楷体_GB2312" panose="02010609030101010101" pitchFamily="49" charset="-122"/>
                <a:ea typeface="楷体_GB2312" panose="02010609030101010101" pitchFamily="49" charset="-122"/>
              </a:rPr>
              <a:t>=</a:t>
            </a:r>
            <a:r>
              <a:rPr kumimoji="1" lang="en-US" altLang="zh-CN" b="1" dirty="0">
                <a:solidFill>
                  <a:srgbClr val="C00000"/>
                </a:solidFill>
              </a:rPr>
              <a:t>O(n</a:t>
            </a:r>
            <a:r>
              <a:rPr kumimoji="1" lang="zh-CN" altLang="en-US" b="1" dirty="0">
                <a:solidFill>
                  <a:srgbClr val="C00000"/>
                </a:solidFill>
              </a:rPr>
              <a:t>＋</a:t>
            </a:r>
            <a:r>
              <a:rPr kumimoji="1" lang="en-US" altLang="zh-CN" b="1" dirty="0">
                <a:solidFill>
                  <a:srgbClr val="C00000"/>
                </a:solidFill>
              </a:rPr>
              <a:t>m)</a:t>
            </a:r>
            <a:r>
              <a:rPr kumimoji="1" lang="zh-CN" altLang="en-US" dirty="0">
                <a:solidFill>
                  <a:srgbClr val="002060"/>
                </a:solidFill>
              </a:rPr>
              <a:t>，</a:t>
            </a:r>
            <a:r>
              <a:rPr kumimoji="1" lang="zh-CN" altLang="en-US" dirty="0">
                <a:solidFill>
                  <a:srgbClr val="002060"/>
                </a:solidFill>
                <a:latin typeface="楷体_GB2312" panose="02010609030101010101" pitchFamily="49" charset="-122"/>
                <a:ea typeface="楷体_GB2312" panose="02010609030101010101" pitchFamily="49" charset="-122"/>
              </a:rPr>
              <a:t>大大快于朴素的</a:t>
            </a:r>
            <a:r>
              <a:rPr kumimoji="1" lang="en-US" altLang="zh-CN" dirty="0">
                <a:solidFill>
                  <a:srgbClr val="002060"/>
                </a:solidFill>
                <a:latin typeface="楷体_GB2312" panose="02010609030101010101" pitchFamily="49" charset="-122"/>
                <a:ea typeface="楷体_GB2312" panose="02010609030101010101" pitchFamily="49" charset="-122"/>
              </a:rPr>
              <a:t>Brute-Force</a:t>
            </a:r>
            <a:r>
              <a:rPr kumimoji="1" lang="zh-CN" altLang="en-US" dirty="0">
                <a:solidFill>
                  <a:srgbClr val="002060"/>
                </a:solidFill>
                <a:latin typeface="楷体_GB2312" panose="02010609030101010101" pitchFamily="49" charset="-122"/>
                <a:ea typeface="楷体_GB2312" panose="02010609030101010101" pitchFamily="49" charset="-122"/>
              </a:rPr>
              <a:t>算法。</a:t>
            </a:r>
            <a:endParaRPr kumimoji="1" lang="zh-CN" altLang="en-US" dirty="0">
              <a:solidFill>
                <a:srgbClr val="002060"/>
              </a:solidFill>
              <a:latin typeface="楷体_GB2312" panose="02010609030101010101" pitchFamily="49" charset="-122"/>
              <a:ea typeface="楷体_GB2312" panose="02010609030101010101" pitchFamily="49" charset="-122"/>
            </a:endParaRPr>
          </a:p>
        </p:txBody>
      </p:sp>
      <p:grpSp>
        <p:nvGrpSpPr>
          <p:cNvPr id="6" name="Group 35"/>
          <p:cNvGrpSpPr/>
          <p:nvPr/>
        </p:nvGrpSpPr>
        <p:grpSpPr bwMode="auto">
          <a:xfrm>
            <a:off x="7946942" y="251750"/>
            <a:ext cx="2057400" cy="1136650"/>
            <a:chOff x="192" y="96"/>
            <a:chExt cx="1296" cy="716"/>
          </a:xfrm>
        </p:grpSpPr>
        <p:sp>
          <p:nvSpPr>
            <p:cNvPr id="7" name="AutoShape 7"/>
            <p:cNvSpPr>
              <a:spLocks noChangeArrowheads="1"/>
            </p:cNvSpPr>
            <p:nvPr/>
          </p:nvSpPr>
          <p:spPr bwMode="auto">
            <a:xfrm rot="4009486">
              <a:off x="482" y="-194"/>
              <a:ext cx="716" cy="1296"/>
            </a:xfrm>
            <a:prstGeom prst="irregularSeal2">
              <a:avLst/>
            </a:prstGeom>
            <a:solidFill>
              <a:srgbClr val="CCFFCC"/>
            </a:solidFill>
            <a:ln w="82550">
              <a:solidFill>
                <a:srgbClr val="FFFF00"/>
              </a:solidFill>
              <a:miter lim="800000"/>
            </a:ln>
            <a:effectLst>
              <a:outerShdw dist="129515" dir="678596" algn="ctr" rotWithShape="0">
                <a:srgbClr val="B2B2B2"/>
              </a:outerShdw>
            </a:effectLst>
          </p:spPr>
          <p:txBody>
            <a:bodyPr wrap="none" anchor="ctr"/>
            <a:lstStyle/>
            <a:p>
              <a:endParaRPr lang="zh-CN" altLang="en-US"/>
            </a:p>
          </p:txBody>
        </p:sp>
        <p:sp>
          <p:nvSpPr>
            <p:cNvPr id="8" name="Rectangle 8"/>
            <p:cNvSpPr>
              <a:spLocks noChangeArrowheads="1"/>
            </p:cNvSpPr>
            <p:nvPr/>
          </p:nvSpPr>
          <p:spPr bwMode="auto">
            <a:xfrm>
              <a:off x="368" y="156"/>
              <a:ext cx="1108" cy="490"/>
            </a:xfrm>
            <a:prstGeom prst="rect">
              <a:avLst/>
            </a:prstGeom>
            <a:noFill/>
            <a:ln w="9525">
              <a:noFill/>
              <a:miter lim="800000"/>
            </a:ln>
            <a:effectLst>
              <a:outerShdw dist="35921" dir="2700000" algn="ctr" rotWithShape="0">
                <a:schemeClr val="bg2"/>
              </a:outerShdw>
            </a:effectLst>
          </p:spPr>
          <p:txBody>
            <a:bodyPr anchor="ctr">
              <a:spAutoFit/>
            </a:bodyPr>
            <a:lstStyle/>
            <a:p>
              <a:r>
                <a:rPr lang="zh-CN" altLang="en-US" sz="4500" i="1" dirty="0">
                  <a:solidFill>
                    <a:srgbClr val="FF3300"/>
                  </a:solidFill>
                  <a:ea typeface="黑体" panose="02010609060101010101" pitchFamily="2" charset="-122"/>
                </a:rPr>
                <a:t>算法</a:t>
              </a:r>
              <a:endParaRPr lang="zh-CN" altLang="en-US" sz="4500" i="1" dirty="0">
                <a:solidFill>
                  <a:srgbClr val="FF3300"/>
                </a:solidFill>
                <a:ea typeface="黑体" panose="02010609060101010101" pitchFamily="2" charset="-122"/>
              </a:endParaRP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type="lt">
                                    <p:tmAbs val="75"/>
                                  </p:iterate>
                                  <p:childTnLst>
                                    <p:set>
                                      <p:cBhvr>
                                        <p:cTn id="10" dur="1" fill="hold">
                                          <p:stCondLst>
                                            <p:cond delay="74"/>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autoUpdateAnimBg="0"/>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11424" y="136525"/>
            <a:ext cx="10515600" cy="630238"/>
          </a:xfrm>
        </p:spPr>
        <p:txBody>
          <a:bodyPr>
            <a:normAutofit fontScale="90000"/>
          </a:bodyPr>
          <a:lstStyle/>
          <a:p>
            <a:r>
              <a:rPr lang="en-US" altLang="zh-CN" dirty="0"/>
              <a:t>KMP</a:t>
            </a:r>
            <a:r>
              <a:rPr lang="zh-CN" altLang="en-US" dirty="0"/>
              <a:t>算法</a:t>
            </a:r>
            <a:r>
              <a:rPr lang="en-US" altLang="zh-CN" dirty="0"/>
              <a:t>C</a:t>
            </a:r>
            <a:r>
              <a:rPr lang="zh-CN" altLang="en-US" dirty="0"/>
              <a:t>代码实现</a:t>
            </a:r>
            <a:r>
              <a:rPr lang="en-US" altLang="zh-CN" dirty="0"/>
              <a:t>-</a:t>
            </a:r>
            <a:r>
              <a:rPr lang="zh-CN" altLang="en-US" sz="2400" dirty="0"/>
              <a:t>计算</a:t>
            </a:r>
            <a:r>
              <a:rPr lang="en-US" altLang="zh-CN" sz="2400" dirty="0"/>
              <a:t>next</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5" name="Rectangle 3"/>
          <p:cNvSpPr txBox="1">
            <a:spLocks noChangeArrowheads="1"/>
          </p:cNvSpPr>
          <p:nvPr/>
        </p:nvSpPr>
        <p:spPr bwMode="auto">
          <a:xfrm>
            <a:off x="1830388" y="995363"/>
            <a:ext cx="8517343" cy="5419204"/>
          </a:xfrm>
          <a:prstGeom prst="rect">
            <a:avLst/>
          </a:prstGeom>
          <a:solidFill>
            <a:srgbClr val="002060"/>
          </a:solidFill>
          <a:ln w="9525">
            <a:noFill/>
            <a:miter lim="800000"/>
          </a:ln>
        </p:spPr>
        <p:txBody>
          <a:bodyPr/>
          <a:lstStyle/>
          <a:p>
            <a:pPr marL="342900" indent="-342900">
              <a:lnSpc>
                <a:spcPct val="90000"/>
              </a:lnSpc>
              <a:spcBef>
                <a:spcPct val="20000"/>
              </a:spcBef>
              <a:buClr>
                <a:schemeClr val="tx2"/>
              </a:buClr>
            </a:pPr>
            <a:r>
              <a:rPr kumimoji="1" lang="en-US" altLang="zh-CN" sz="2400" b="1" dirty="0">
                <a:solidFill>
                  <a:schemeClr val="bg1"/>
                </a:solidFill>
                <a:latin typeface="宋体" pitchFamily="2" charset="-122"/>
              </a:rPr>
              <a:t>void </a:t>
            </a:r>
            <a:r>
              <a:rPr kumimoji="1" lang="en-US" altLang="zh-CN" sz="2400" b="1" dirty="0" err="1">
                <a:solidFill>
                  <a:schemeClr val="bg1"/>
                </a:solidFill>
                <a:latin typeface="宋体" pitchFamily="2" charset="-122"/>
              </a:rPr>
              <a:t>getnext</a:t>
            </a:r>
            <a:r>
              <a:rPr kumimoji="1" lang="en-US" altLang="zh-CN" sz="2400" b="1" dirty="0">
                <a:solidFill>
                  <a:schemeClr val="bg1"/>
                </a:solidFill>
                <a:latin typeface="宋体" pitchFamily="2" charset="-122"/>
              </a:rPr>
              <a:t>(char T[], </a:t>
            </a:r>
            <a:r>
              <a:rPr kumimoji="1" lang="en-US" altLang="zh-CN" sz="2400" b="1" dirty="0" err="1">
                <a:solidFill>
                  <a:schemeClr val="bg1"/>
                </a:solidFill>
                <a:latin typeface="宋体" pitchFamily="2" charset="-122"/>
              </a:rPr>
              <a:t>int</a:t>
            </a:r>
            <a:r>
              <a:rPr kumimoji="1" lang="en-US" altLang="zh-CN" sz="2400" b="1" dirty="0">
                <a:solidFill>
                  <a:schemeClr val="bg1"/>
                </a:solidFill>
                <a:latin typeface="宋体" pitchFamily="2" charset="-122"/>
              </a:rPr>
              <a:t> next[])</a:t>
            </a:r>
            <a:endParaRPr kumimoji="1" lang="en-US" altLang="zh-CN" sz="2400" b="1" dirty="0">
              <a:solidFill>
                <a:schemeClr val="bg1"/>
              </a:solidFill>
              <a:latin typeface="宋体" pitchFamily="2" charset="-122"/>
            </a:endParaRPr>
          </a:p>
          <a:p>
            <a:pPr marL="342900" indent="-342900">
              <a:lnSpc>
                <a:spcPct val="90000"/>
              </a:lnSpc>
              <a:spcBef>
                <a:spcPct val="20000"/>
              </a:spcBef>
              <a:buClr>
                <a:schemeClr val="tx2"/>
              </a:buClr>
            </a:pPr>
            <a:r>
              <a:rPr kumimoji="1" lang="en-US" altLang="zh-CN" sz="2400" b="1" dirty="0">
                <a:solidFill>
                  <a:schemeClr val="bg1"/>
                </a:solidFill>
                <a:latin typeface="宋体" pitchFamily="2" charset="-122"/>
              </a:rPr>
              <a:t>{  	</a:t>
            </a:r>
            <a:endParaRPr kumimoji="1" lang="en-US" altLang="zh-CN" sz="2400" b="1" dirty="0">
              <a:solidFill>
                <a:schemeClr val="bg1"/>
              </a:solidFill>
              <a:latin typeface="宋体" pitchFamily="2" charset="-122"/>
            </a:endParaRPr>
          </a:p>
          <a:p>
            <a:pPr marL="342900" indent="-342900">
              <a:lnSpc>
                <a:spcPct val="90000"/>
              </a:lnSpc>
              <a:spcBef>
                <a:spcPct val="20000"/>
              </a:spcBef>
              <a:buClr>
                <a:schemeClr val="tx2"/>
              </a:buClr>
            </a:pPr>
            <a:r>
              <a:rPr kumimoji="1" lang="en-US" altLang="zh-CN" sz="2400" b="1" dirty="0">
                <a:solidFill>
                  <a:schemeClr val="bg1"/>
                </a:solidFill>
                <a:latin typeface="宋体" pitchFamily="2" charset="-122"/>
              </a:rPr>
              <a:t>    </a:t>
            </a:r>
            <a:r>
              <a:rPr kumimoji="1" lang="en-US" altLang="zh-CN" sz="2400" b="1" dirty="0" err="1">
                <a:solidFill>
                  <a:schemeClr val="bg1"/>
                </a:solidFill>
                <a:latin typeface="宋体" pitchFamily="2" charset="-122"/>
              </a:rPr>
              <a:t>int</a:t>
            </a:r>
            <a:r>
              <a:rPr kumimoji="1" lang="en-US" altLang="zh-CN" sz="2400" b="1" dirty="0">
                <a:solidFill>
                  <a:schemeClr val="bg1"/>
                </a:solidFill>
                <a:latin typeface="宋体" pitchFamily="2" charset="-122"/>
              </a:rPr>
              <a:t> </a:t>
            </a:r>
            <a:r>
              <a:rPr kumimoji="1" lang="en-US" altLang="zh-CN" sz="2400" b="1" dirty="0" err="1">
                <a:solidFill>
                  <a:schemeClr val="bg1"/>
                </a:solidFill>
                <a:latin typeface="宋体" pitchFamily="2" charset="-122"/>
              </a:rPr>
              <a:t>i</a:t>
            </a:r>
            <a:r>
              <a:rPr kumimoji="1" lang="en-US" altLang="zh-CN" sz="2400" b="1" dirty="0">
                <a:solidFill>
                  <a:schemeClr val="bg1"/>
                </a:solidFill>
                <a:latin typeface="宋体" pitchFamily="2" charset="-122"/>
              </a:rPr>
              <a:t>=0, j=-1;</a:t>
            </a:r>
            <a:endParaRPr kumimoji="1" lang="en-US" altLang="zh-CN" sz="2400" b="1" dirty="0">
              <a:solidFill>
                <a:schemeClr val="bg1"/>
              </a:solidFill>
              <a:latin typeface="宋体" pitchFamily="2" charset="-122"/>
            </a:endParaRPr>
          </a:p>
          <a:p>
            <a:pPr marL="342900" indent="-342900">
              <a:lnSpc>
                <a:spcPct val="90000"/>
              </a:lnSpc>
              <a:spcBef>
                <a:spcPct val="20000"/>
              </a:spcBef>
              <a:buClr>
                <a:schemeClr val="tx2"/>
              </a:buClr>
            </a:pPr>
            <a:r>
              <a:rPr kumimoji="1" lang="en-US" altLang="zh-CN" sz="2400" b="1" dirty="0">
                <a:solidFill>
                  <a:schemeClr val="bg1"/>
                </a:solidFill>
                <a:latin typeface="宋体" pitchFamily="2" charset="-122"/>
              </a:rPr>
              <a:t>    next[0] = -1;</a:t>
            </a:r>
            <a:endParaRPr kumimoji="1" lang="en-US" altLang="zh-CN" sz="2400" b="1" dirty="0">
              <a:solidFill>
                <a:schemeClr val="bg1"/>
              </a:solidFill>
              <a:latin typeface="宋体" pitchFamily="2" charset="-122"/>
            </a:endParaRPr>
          </a:p>
          <a:p>
            <a:pPr marL="342900" indent="-342900">
              <a:lnSpc>
                <a:spcPct val="90000"/>
              </a:lnSpc>
              <a:spcBef>
                <a:spcPct val="20000"/>
              </a:spcBef>
              <a:buClr>
                <a:schemeClr val="tx2"/>
              </a:buClr>
            </a:pPr>
            <a:r>
              <a:rPr kumimoji="1" lang="en-US" altLang="zh-CN" sz="2400" b="1" dirty="0">
                <a:solidFill>
                  <a:schemeClr val="bg1"/>
                </a:solidFill>
                <a:latin typeface="宋体" pitchFamily="2" charset="-122"/>
              </a:rPr>
              <a:t>    while(T[</a:t>
            </a:r>
            <a:r>
              <a:rPr kumimoji="1" lang="en-US" altLang="zh-CN" sz="2400" b="1" dirty="0" err="1">
                <a:solidFill>
                  <a:schemeClr val="bg1"/>
                </a:solidFill>
                <a:latin typeface="宋体" pitchFamily="2" charset="-122"/>
              </a:rPr>
              <a:t>i</a:t>
            </a:r>
            <a:r>
              <a:rPr kumimoji="1" lang="en-US" altLang="zh-CN" sz="2400" b="1" dirty="0">
                <a:solidFill>
                  <a:schemeClr val="bg1"/>
                </a:solidFill>
                <a:latin typeface="宋体" pitchFamily="2" charset="-122"/>
              </a:rPr>
              <a:t>]!=‘\0’){</a:t>
            </a:r>
            <a:endParaRPr kumimoji="1" lang="en-US" altLang="zh-CN" sz="2400" b="1" dirty="0">
              <a:solidFill>
                <a:schemeClr val="bg1"/>
              </a:solidFill>
              <a:latin typeface="宋体" pitchFamily="2" charset="-122"/>
            </a:endParaRPr>
          </a:p>
          <a:p>
            <a:pPr marL="342900" indent="-342900">
              <a:lnSpc>
                <a:spcPct val="90000"/>
              </a:lnSpc>
              <a:spcBef>
                <a:spcPct val="20000"/>
              </a:spcBef>
              <a:buClr>
                <a:schemeClr val="tx2"/>
              </a:buClr>
            </a:pPr>
            <a:r>
              <a:rPr kumimoji="1" lang="en-US" altLang="zh-CN" sz="2400" b="1" dirty="0">
                <a:solidFill>
                  <a:schemeClr val="bg1"/>
                </a:solidFill>
                <a:latin typeface="宋体" pitchFamily="2" charset="-122"/>
              </a:rPr>
              <a:t>		if(j==-1 || T[</a:t>
            </a:r>
            <a:r>
              <a:rPr kumimoji="1" lang="en-US" altLang="zh-CN" sz="2400" b="1" dirty="0" err="1">
                <a:solidFill>
                  <a:schemeClr val="bg1"/>
                </a:solidFill>
                <a:latin typeface="宋体" pitchFamily="2" charset="-122"/>
              </a:rPr>
              <a:t>i</a:t>
            </a:r>
            <a:r>
              <a:rPr kumimoji="1" lang="en-US" altLang="zh-CN" sz="2400" b="1" dirty="0">
                <a:solidFill>
                  <a:schemeClr val="bg1"/>
                </a:solidFill>
                <a:latin typeface="宋体" pitchFamily="2" charset="-122"/>
              </a:rPr>
              <a:t>]==T[j]){ </a:t>
            </a:r>
            <a:r>
              <a:rPr kumimoji="1" lang="en-US" altLang="zh-CN" sz="2000" dirty="0">
                <a:solidFill>
                  <a:srgbClr val="FFC000"/>
                </a:solidFill>
                <a:latin typeface="宋体" pitchFamily="2" charset="-122"/>
              </a:rPr>
              <a:t>//</a:t>
            </a:r>
            <a:r>
              <a:rPr kumimoji="1" lang="en-US" altLang="zh-CN" sz="2000" dirty="0" err="1">
                <a:solidFill>
                  <a:srgbClr val="FFC000"/>
                </a:solidFill>
                <a:latin typeface="宋体" pitchFamily="2" charset="-122"/>
              </a:rPr>
              <a:t>i</a:t>
            </a:r>
            <a:r>
              <a:rPr kumimoji="1" lang="zh-CN" altLang="en-US" sz="2000" dirty="0">
                <a:solidFill>
                  <a:srgbClr val="FFC000"/>
                </a:solidFill>
                <a:latin typeface="宋体" pitchFamily="2" charset="-122"/>
              </a:rPr>
              <a:t>为后缀位置；</a:t>
            </a:r>
            <a:r>
              <a:rPr kumimoji="1" lang="en-US" altLang="zh-CN" sz="2000" dirty="0">
                <a:solidFill>
                  <a:srgbClr val="FFC000"/>
                </a:solidFill>
                <a:latin typeface="宋体" pitchFamily="2" charset="-122"/>
              </a:rPr>
              <a:t>j</a:t>
            </a:r>
            <a:r>
              <a:rPr kumimoji="1" lang="zh-CN" altLang="en-US" sz="2000" dirty="0">
                <a:solidFill>
                  <a:srgbClr val="FFC000"/>
                </a:solidFill>
                <a:latin typeface="宋体" pitchFamily="2" charset="-122"/>
              </a:rPr>
              <a:t>为前缀位置</a:t>
            </a:r>
            <a:endParaRPr kumimoji="1" lang="en-US" altLang="zh-CN" sz="2400" dirty="0">
              <a:solidFill>
                <a:srgbClr val="FFC000"/>
              </a:solidFill>
              <a:latin typeface="宋体" pitchFamily="2" charset="-122"/>
            </a:endParaRPr>
          </a:p>
          <a:p>
            <a:pPr marL="342900" indent="-342900">
              <a:lnSpc>
                <a:spcPct val="90000"/>
              </a:lnSpc>
              <a:spcBef>
                <a:spcPct val="20000"/>
              </a:spcBef>
              <a:buClr>
                <a:schemeClr val="tx2"/>
              </a:buClr>
            </a:pPr>
            <a:r>
              <a:rPr kumimoji="1" lang="en-US" altLang="zh-CN" sz="2400" b="1" dirty="0">
                <a:solidFill>
                  <a:schemeClr val="bg1"/>
                </a:solidFill>
                <a:latin typeface="宋体" pitchFamily="2" charset="-122"/>
              </a:rPr>
              <a:t>        </a:t>
            </a:r>
            <a:r>
              <a:rPr kumimoji="1" lang="en-US" altLang="zh-CN" sz="2400" b="1" dirty="0" err="1">
                <a:solidFill>
                  <a:schemeClr val="bg1"/>
                </a:solidFill>
                <a:latin typeface="宋体" pitchFamily="2" charset="-122"/>
              </a:rPr>
              <a:t>i</a:t>
            </a:r>
            <a:r>
              <a:rPr kumimoji="1" lang="en-US" altLang="zh-CN" sz="2400" b="1" dirty="0">
                <a:solidFill>
                  <a:schemeClr val="bg1"/>
                </a:solidFill>
                <a:latin typeface="宋体" pitchFamily="2" charset="-122"/>
              </a:rPr>
              <a:t>++; </a:t>
            </a:r>
            <a:endParaRPr kumimoji="1" lang="en-US" altLang="zh-CN" sz="2400" b="1" dirty="0">
              <a:solidFill>
                <a:schemeClr val="bg1"/>
              </a:solidFill>
              <a:latin typeface="宋体" pitchFamily="2" charset="-122"/>
            </a:endParaRPr>
          </a:p>
          <a:p>
            <a:pPr marL="342900" indent="-342900">
              <a:lnSpc>
                <a:spcPct val="90000"/>
              </a:lnSpc>
              <a:spcBef>
                <a:spcPct val="20000"/>
              </a:spcBef>
              <a:buClr>
                <a:schemeClr val="tx2"/>
              </a:buClr>
            </a:pPr>
            <a:r>
              <a:rPr kumimoji="1" lang="en-US" altLang="zh-CN" sz="2400" b="1" dirty="0">
                <a:solidFill>
                  <a:schemeClr val="bg1"/>
                </a:solidFill>
                <a:latin typeface="宋体" pitchFamily="2" charset="-122"/>
              </a:rPr>
              <a:t>        </a:t>
            </a:r>
            <a:r>
              <a:rPr kumimoji="1" lang="en-US" altLang="zh-CN" sz="2400" b="1" dirty="0" err="1">
                <a:solidFill>
                  <a:schemeClr val="bg1"/>
                </a:solidFill>
                <a:latin typeface="宋体" pitchFamily="2" charset="-122"/>
              </a:rPr>
              <a:t>j++</a:t>
            </a:r>
            <a:r>
              <a:rPr kumimoji="1" lang="en-US" altLang="zh-CN" sz="2400" b="1" dirty="0">
                <a:solidFill>
                  <a:schemeClr val="bg1"/>
                </a:solidFill>
                <a:latin typeface="宋体" pitchFamily="2" charset="-122"/>
              </a:rPr>
              <a:t>; </a:t>
            </a:r>
            <a:endParaRPr kumimoji="1" lang="en-US" altLang="zh-CN" sz="2400" b="1" dirty="0">
              <a:solidFill>
                <a:schemeClr val="bg1"/>
              </a:solidFill>
              <a:latin typeface="宋体" pitchFamily="2" charset="-122"/>
            </a:endParaRPr>
          </a:p>
          <a:p>
            <a:pPr marL="342900" indent="-342900">
              <a:lnSpc>
                <a:spcPct val="90000"/>
              </a:lnSpc>
              <a:spcBef>
                <a:spcPct val="20000"/>
              </a:spcBef>
              <a:buClr>
                <a:schemeClr val="tx2"/>
              </a:buClr>
            </a:pPr>
            <a:r>
              <a:rPr kumimoji="1" lang="en-US" altLang="zh-CN" sz="2400" b="1" dirty="0">
                <a:solidFill>
                  <a:schemeClr val="bg1"/>
                </a:solidFill>
                <a:latin typeface="宋体" pitchFamily="2" charset="-122"/>
              </a:rPr>
              <a:t>        next[</a:t>
            </a:r>
            <a:r>
              <a:rPr kumimoji="1" lang="en-US" altLang="zh-CN" sz="2400" b="1" dirty="0" err="1">
                <a:solidFill>
                  <a:schemeClr val="bg1"/>
                </a:solidFill>
                <a:latin typeface="宋体" pitchFamily="2" charset="-122"/>
              </a:rPr>
              <a:t>i</a:t>
            </a:r>
            <a:r>
              <a:rPr kumimoji="1" lang="en-US" altLang="zh-CN" sz="2400" b="1" dirty="0">
                <a:solidFill>
                  <a:schemeClr val="bg1"/>
                </a:solidFill>
                <a:latin typeface="宋体" pitchFamily="2" charset="-122"/>
              </a:rPr>
              <a:t>]=j; </a:t>
            </a:r>
            <a:endParaRPr kumimoji="1" lang="en-US" altLang="zh-CN" sz="2400" b="1" dirty="0">
              <a:solidFill>
                <a:schemeClr val="bg1"/>
              </a:solidFill>
              <a:latin typeface="宋体" pitchFamily="2" charset="-122"/>
            </a:endParaRPr>
          </a:p>
          <a:p>
            <a:pPr marL="342900" indent="-342900">
              <a:lnSpc>
                <a:spcPct val="90000"/>
              </a:lnSpc>
              <a:spcBef>
                <a:spcPct val="20000"/>
              </a:spcBef>
              <a:buClr>
                <a:schemeClr val="tx2"/>
              </a:buClr>
            </a:pPr>
            <a:r>
              <a:rPr kumimoji="1" lang="en-US" altLang="zh-CN" sz="2400" b="1" dirty="0">
                <a:solidFill>
                  <a:schemeClr val="bg1"/>
                </a:solidFill>
                <a:latin typeface="宋体" pitchFamily="2" charset="-122"/>
              </a:rPr>
              <a:t>      }</a:t>
            </a:r>
            <a:endParaRPr kumimoji="1" lang="en-US" altLang="zh-CN" sz="2400" b="1" dirty="0">
              <a:solidFill>
                <a:schemeClr val="bg1"/>
              </a:solidFill>
              <a:latin typeface="宋体" pitchFamily="2" charset="-122"/>
            </a:endParaRPr>
          </a:p>
          <a:p>
            <a:pPr marL="342900" indent="-342900">
              <a:lnSpc>
                <a:spcPct val="90000"/>
              </a:lnSpc>
              <a:spcBef>
                <a:spcPct val="20000"/>
              </a:spcBef>
              <a:buClr>
                <a:schemeClr val="tx2"/>
              </a:buClr>
            </a:pPr>
            <a:r>
              <a:rPr kumimoji="1" lang="en-US" altLang="zh-CN" sz="2400" b="1" dirty="0">
                <a:solidFill>
                  <a:schemeClr val="bg1"/>
                </a:solidFill>
                <a:latin typeface="宋体" pitchFamily="2" charset="-122"/>
              </a:rPr>
              <a:t>      else </a:t>
            </a:r>
            <a:endParaRPr kumimoji="1" lang="en-US" altLang="zh-CN" sz="2400" b="1" dirty="0">
              <a:solidFill>
                <a:schemeClr val="bg1"/>
              </a:solidFill>
              <a:latin typeface="宋体" pitchFamily="2" charset="-122"/>
            </a:endParaRPr>
          </a:p>
          <a:p>
            <a:pPr marL="342900" indent="-342900">
              <a:lnSpc>
                <a:spcPct val="90000"/>
              </a:lnSpc>
              <a:spcBef>
                <a:spcPct val="20000"/>
              </a:spcBef>
              <a:buClr>
                <a:schemeClr val="tx2"/>
              </a:buClr>
            </a:pPr>
            <a:r>
              <a:rPr kumimoji="1" lang="en-US" altLang="zh-CN" sz="2400" b="1" dirty="0">
                <a:solidFill>
                  <a:schemeClr val="bg1"/>
                </a:solidFill>
                <a:latin typeface="宋体" pitchFamily="2" charset="-122"/>
              </a:rPr>
              <a:t>        j = next[j]; </a:t>
            </a:r>
            <a:r>
              <a:rPr kumimoji="1" lang="en-US" altLang="zh-CN" sz="2400" dirty="0">
                <a:solidFill>
                  <a:srgbClr val="FFC000"/>
                </a:solidFill>
                <a:latin typeface="宋体" pitchFamily="2" charset="-122"/>
              </a:rPr>
              <a:t>//</a:t>
            </a:r>
            <a:r>
              <a:rPr kumimoji="1" lang="zh-CN" altLang="en-US" sz="2400" dirty="0">
                <a:solidFill>
                  <a:srgbClr val="FFC000"/>
                </a:solidFill>
                <a:latin typeface="宋体" pitchFamily="2" charset="-122"/>
              </a:rPr>
              <a:t>若字符不同，则</a:t>
            </a:r>
            <a:r>
              <a:rPr kumimoji="1" lang="en-US" altLang="zh-CN" sz="2400" dirty="0">
                <a:solidFill>
                  <a:srgbClr val="FFC000"/>
                </a:solidFill>
                <a:latin typeface="宋体" pitchFamily="2" charset="-122"/>
              </a:rPr>
              <a:t>j</a:t>
            </a:r>
            <a:r>
              <a:rPr kumimoji="1" lang="zh-CN" altLang="en-US" sz="2400" dirty="0">
                <a:solidFill>
                  <a:srgbClr val="FFC000"/>
                </a:solidFill>
                <a:latin typeface="宋体" pitchFamily="2" charset="-122"/>
              </a:rPr>
              <a:t>值回溯</a:t>
            </a:r>
            <a:endParaRPr kumimoji="1" lang="en-US" altLang="zh-CN" sz="2400" b="1" dirty="0">
              <a:solidFill>
                <a:schemeClr val="bg1"/>
              </a:solidFill>
              <a:latin typeface="宋体" pitchFamily="2" charset="-122"/>
            </a:endParaRPr>
          </a:p>
          <a:p>
            <a:pPr marL="342900" indent="-342900">
              <a:lnSpc>
                <a:spcPct val="90000"/>
              </a:lnSpc>
              <a:spcBef>
                <a:spcPct val="20000"/>
              </a:spcBef>
              <a:buClr>
                <a:schemeClr val="tx2"/>
              </a:buClr>
            </a:pPr>
            <a:r>
              <a:rPr kumimoji="1" lang="en-US" altLang="zh-CN" sz="2400" b="1" dirty="0">
                <a:solidFill>
                  <a:schemeClr val="bg1"/>
                </a:solidFill>
                <a:latin typeface="宋体" pitchFamily="2" charset="-122"/>
              </a:rPr>
              <a:t>	 }  </a:t>
            </a:r>
            <a:endParaRPr kumimoji="1" lang="en-US" altLang="zh-CN" sz="2400" b="1" dirty="0">
              <a:solidFill>
                <a:schemeClr val="bg1"/>
              </a:solidFill>
              <a:latin typeface="宋体" pitchFamily="2" charset="-122"/>
            </a:endParaRPr>
          </a:p>
          <a:p>
            <a:pPr marL="342900" indent="-342900">
              <a:lnSpc>
                <a:spcPct val="90000"/>
              </a:lnSpc>
              <a:spcBef>
                <a:spcPct val="20000"/>
              </a:spcBef>
              <a:buClr>
                <a:schemeClr val="tx2"/>
              </a:buClr>
            </a:pPr>
            <a:r>
              <a:rPr kumimoji="1" lang="en-US" altLang="zh-CN" sz="2400" b="1" dirty="0">
                <a:solidFill>
                  <a:schemeClr val="bg1"/>
                </a:solidFill>
                <a:latin typeface="宋体" pitchFamily="2" charset="-122"/>
              </a:rPr>
              <a:t>}</a:t>
            </a:r>
            <a:endParaRPr kumimoji="1" lang="en-US" altLang="zh-CN" sz="2400" b="1" dirty="0">
              <a:solidFill>
                <a:schemeClr val="bg1"/>
              </a:solidFill>
              <a:latin typeface="宋体" pitchFamily="2" charset="-122"/>
            </a:endParaRPr>
          </a:p>
          <a:p>
            <a:pPr marL="342900" indent="-342900">
              <a:lnSpc>
                <a:spcPct val="90000"/>
              </a:lnSpc>
              <a:spcBef>
                <a:spcPct val="20000"/>
              </a:spcBef>
              <a:buClr>
                <a:schemeClr val="tx2"/>
              </a:buClr>
              <a:buFontTx/>
              <a:buChar char="•"/>
            </a:pPr>
            <a:endParaRPr kumimoji="1" lang="en-US" altLang="zh-CN" sz="2400" b="1" dirty="0">
              <a:latin typeface="宋体"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73967" y="188640"/>
            <a:ext cx="10515600" cy="475450"/>
          </a:xfrm>
        </p:spPr>
        <p:txBody>
          <a:bodyPr>
            <a:normAutofit fontScale="90000"/>
          </a:bodyPr>
          <a:lstStyle/>
          <a:p>
            <a:r>
              <a:rPr lang="en-US" altLang="zh-CN" dirty="0"/>
              <a:t>KMP</a:t>
            </a:r>
            <a:r>
              <a:rPr lang="zh-CN" altLang="en-US" dirty="0"/>
              <a:t>算法</a:t>
            </a:r>
            <a:r>
              <a:rPr lang="en-US" altLang="zh-CN" dirty="0"/>
              <a:t>C</a:t>
            </a:r>
            <a:r>
              <a:rPr lang="zh-CN" altLang="en-US" dirty="0"/>
              <a:t>代码实现 </a:t>
            </a:r>
            <a:r>
              <a:rPr lang="en-US" altLang="zh-CN" dirty="0"/>
              <a:t>– </a:t>
            </a:r>
            <a:r>
              <a:rPr lang="zh-CN" altLang="en-US" dirty="0"/>
              <a:t>示例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4" name="矩形 3"/>
          <p:cNvSpPr/>
          <p:nvPr/>
        </p:nvSpPr>
        <p:spPr>
          <a:xfrm>
            <a:off x="2171700" y="840575"/>
            <a:ext cx="7668716" cy="5909310"/>
          </a:xfrm>
          <a:prstGeom prst="rect">
            <a:avLst/>
          </a:prstGeom>
          <a:solidFill>
            <a:schemeClr val="bg1">
              <a:lumMod val="8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a:spAutoFit/>
          </a:bodyPr>
          <a:lstStyle/>
          <a:p>
            <a:r>
              <a:rPr lang="en-US" altLang="zh-CN" dirty="0" err="1"/>
              <a:t>int</a:t>
            </a:r>
            <a:r>
              <a:rPr lang="en-US" altLang="zh-CN" dirty="0"/>
              <a:t> main( )</a:t>
            </a:r>
            <a:endParaRPr lang="en-US" altLang="zh-CN" dirty="0"/>
          </a:p>
          <a:p>
            <a:r>
              <a:rPr lang="en-US" altLang="zh-CN" dirty="0"/>
              <a:t>{</a:t>
            </a:r>
            <a:endParaRPr lang="en-US" altLang="zh-CN" dirty="0"/>
          </a:p>
          <a:p>
            <a:r>
              <a:rPr lang="en-US" altLang="zh-CN" dirty="0"/>
              <a:t>    char filename[64], t[81], line[MAXLINE],*s;</a:t>
            </a:r>
            <a:endParaRPr lang="en-US" altLang="zh-CN" dirty="0"/>
          </a:p>
          <a:p>
            <a:r>
              <a:rPr lang="en-US" altLang="zh-CN" dirty="0"/>
              <a:t>    FILE *</a:t>
            </a:r>
            <a:r>
              <a:rPr lang="en-US" altLang="zh-CN" dirty="0" err="1"/>
              <a:t>fp</a:t>
            </a:r>
            <a:r>
              <a:rPr lang="en-US" altLang="zh-CN" dirty="0"/>
              <a:t>;</a:t>
            </a:r>
            <a:endParaRPr lang="en-US" altLang="zh-CN" dirty="0"/>
          </a:p>
          <a:p>
            <a:r>
              <a:rPr lang="en-US" altLang="zh-CN" dirty="0"/>
              <a:t>    </a:t>
            </a:r>
            <a:r>
              <a:rPr lang="en-US" altLang="zh-CN" dirty="0" err="1"/>
              <a:t>int</a:t>
            </a:r>
            <a:r>
              <a:rPr lang="en-US" altLang="zh-CN" dirty="0"/>
              <a:t> </a:t>
            </a:r>
            <a:r>
              <a:rPr lang="en-US" altLang="zh-CN" dirty="0" err="1"/>
              <a:t>n,pos</a:t>
            </a:r>
            <a:r>
              <a:rPr lang="en-US" altLang="zh-CN" dirty="0"/>
              <a:t>=0;</a:t>
            </a:r>
            <a:endParaRPr lang="en-US" altLang="zh-CN" dirty="0"/>
          </a:p>
          <a:p>
            <a:r>
              <a:rPr lang="en-US" altLang="zh-CN" dirty="0"/>
              <a:t>    </a:t>
            </a:r>
            <a:r>
              <a:rPr lang="en-US" altLang="zh-CN" dirty="0" err="1"/>
              <a:t>scanf</a:t>
            </a:r>
            <a:r>
              <a:rPr lang="en-US" altLang="zh-CN" dirty="0"/>
              <a:t>("%s %s", </a:t>
            </a:r>
            <a:r>
              <a:rPr lang="en-US" altLang="zh-CN" dirty="0" err="1"/>
              <a:t>filename,t</a:t>
            </a:r>
            <a:r>
              <a:rPr lang="en-US" altLang="zh-CN" dirty="0"/>
              <a:t>);</a:t>
            </a:r>
            <a:endParaRPr lang="en-US" altLang="zh-CN" dirty="0"/>
          </a:p>
          <a:p>
            <a:r>
              <a:rPr lang="en-US" altLang="zh-CN" dirty="0"/>
              <a:t>    if((</a:t>
            </a:r>
            <a:r>
              <a:rPr lang="en-US" altLang="zh-CN" dirty="0" err="1"/>
              <a:t>fp</a:t>
            </a:r>
            <a:r>
              <a:rPr lang="en-US" altLang="zh-CN" dirty="0"/>
              <a:t> = </a:t>
            </a:r>
            <a:r>
              <a:rPr lang="en-US" altLang="zh-CN" dirty="0" err="1"/>
              <a:t>fopen</a:t>
            </a:r>
            <a:r>
              <a:rPr lang="en-US" altLang="zh-CN" dirty="0"/>
              <a:t>(filename, "r")) == NULL){</a:t>
            </a:r>
            <a:endParaRPr lang="en-US" altLang="zh-CN" dirty="0"/>
          </a:p>
          <a:p>
            <a:r>
              <a:rPr lang="en-US" altLang="zh-CN" dirty="0"/>
              <a:t>        </a:t>
            </a:r>
            <a:r>
              <a:rPr lang="en-US" altLang="zh-CN" dirty="0" err="1"/>
              <a:t>printf</a:t>
            </a:r>
            <a:r>
              <a:rPr lang="en-US" altLang="zh-CN" dirty="0"/>
              <a:t>("Can't open file %s!\n", filename);</a:t>
            </a:r>
            <a:endParaRPr lang="en-US" altLang="zh-CN" dirty="0"/>
          </a:p>
          <a:p>
            <a:r>
              <a:rPr lang="en-US" altLang="zh-CN" dirty="0"/>
              <a:t>        return 1;</a:t>
            </a:r>
            <a:endParaRPr lang="en-US" altLang="zh-CN" dirty="0"/>
          </a:p>
          <a:p>
            <a:r>
              <a:rPr lang="en-US" altLang="zh-CN" dirty="0"/>
              <a:t>    }</a:t>
            </a:r>
            <a:endParaRPr lang="en-US" altLang="zh-CN" dirty="0"/>
          </a:p>
          <a:p>
            <a:r>
              <a:rPr lang="en-US" altLang="zh-CN" dirty="0"/>
              <a:t>    while(</a:t>
            </a:r>
            <a:r>
              <a:rPr lang="en-US" altLang="zh-CN" dirty="0" err="1"/>
              <a:t>fgets</a:t>
            </a:r>
            <a:r>
              <a:rPr lang="en-US" altLang="zh-CN" dirty="0"/>
              <a:t>(line, MAXLINE-1, </a:t>
            </a:r>
            <a:r>
              <a:rPr lang="en-US" altLang="zh-CN" dirty="0" err="1"/>
              <a:t>fp</a:t>
            </a:r>
            <a:r>
              <a:rPr lang="en-US" altLang="zh-CN" dirty="0"/>
              <a:t>) != NULL){</a:t>
            </a:r>
            <a:endParaRPr lang="en-US" altLang="zh-CN" dirty="0"/>
          </a:p>
          <a:p>
            <a:r>
              <a:rPr lang="en-US" altLang="zh-CN" dirty="0"/>
              <a:t>        s = line;</a:t>
            </a:r>
            <a:endParaRPr lang="en-US" altLang="zh-CN" dirty="0"/>
          </a:p>
          <a:p>
            <a:r>
              <a:rPr lang="en-US" altLang="zh-CN" dirty="0"/>
              <a:t>        while((n=</a:t>
            </a:r>
            <a:r>
              <a:rPr lang="en-US" altLang="zh-CN" dirty="0" err="1"/>
              <a:t>KMPindex</a:t>
            </a:r>
            <a:r>
              <a:rPr lang="en-US" altLang="zh-CN" dirty="0"/>
              <a:t>(s, t)) &gt;= 0){</a:t>
            </a:r>
            <a:endParaRPr lang="en-US" altLang="zh-CN" dirty="0"/>
          </a:p>
          <a:p>
            <a:r>
              <a:rPr lang="en-US" altLang="zh-CN" dirty="0"/>
              <a:t>            </a:t>
            </a:r>
            <a:r>
              <a:rPr lang="en-US" altLang="zh-CN" dirty="0" err="1"/>
              <a:t>pos</a:t>
            </a:r>
            <a:r>
              <a:rPr lang="en-US" altLang="zh-CN" dirty="0"/>
              <a:t> += n;</a:t>
            </a:r>
            <a:endParaRPr lang="en-US" altLang="zh-CN" dirty="0"/>
          </a:p>
          <a:p>
            <a:r>
              <a:rPr lang="en-US" altLang="zh-CN" dirty="0"/>
              <a:t>            </a:t>
            </a:r>
            <a:r>
              <a:rPr lang="en-US" altLang="zh-CN" dirty="0" err="1"/>
              <a:t>printf</a:t>
            </a:r>
            <a:r>
              <a:rPr lang="en-US" altLang="zh-CN" dirty="0"/>
              <a:t>("%d\n", </a:t>
            </a:r>
            <a:r>
              <a:rPr lang="en-US" altLang="zh-CN" dirty="0" err="1"/>
              <a:t>pos</a:t>
            </a:r>
            <a:r>
              <a:rPr lang="en-US" altLang="zh-CN" dirty="0"/>
              <a:t>);</a:t>
            </a:r>
            <a:endParaRPr lang="en-US" altLang="zh-CN" dirty="0"/>
          </a:p>
          <a:p>
            <a:r>
              <a:rPr lang="en-US" altLang="zh-CN" dirty="0"/>
              <a:t>            s = s+(n+1);</a:t>
            </a:r>
            <a:endParaRPr lang="en-US" altLang="zh-CN" dirty="0"/>
          </a:p>
          <a:p>
            <a:r>
              <a:rPr lang="en-US" altLang="zh-CN" dirty="0"/>
              <a:t>            </a:t>
            </a:r>
            <a:r>
              <a:rPr lang="en-US" altLang="zh-CN" dirty="0" err="1"/>
              <a:t>pos</a:t>
            </a:r>
            <a:r>
              <a:rPr lang="en-US" altLang="zh-CN" dirty="0"/>
              <a:t>++;</a:t>
            </a:r>
            <a:endParaRPr lang="en-US" altLang="zh-CN" dirty="0"/>
          </a:p>
          <a:p>
            <a:r>
              <a:rPr lang="en-US" altLang="zh-CN" dirty="0"/>
              <a:t>        }</a:t>
            </a:r>
            <a:endParaRPr lang="en-US" altLang="zh-CN" dirty="0"/>
          </a:p>
          <a:p>
            <a:r>
              <a:rPr lang="en-US" altLang="zh-CN"/>
              <a:t>    }</a:t>
            </a:r>
            <a:endParaRPr lang="en-US" altLang="zh-CN" dirty="0"/>
          </a:p>
          <a:p>
            <a:r>
              <a:rPr lang="en-US" altLang="zh-CN" dirty="0"/>
              <a:t>    return 0;</a:t>
            </a:r>
            <a:endParaRPr lang="en-US" altLang="zh-CN" dirty="0"/>
          </a:p>
          <a:p>
            <a:r>
              <a:rPr lang="en-US" altLang="zh-CN" dirty="0"/>
              <a:t>}</a:t>
            </a:r>
            <a:endParaRPr lang="zh-CN" altLang="en-US" dirty="0"/>
          </a:p>
        </p:txBody>
      </p:sp>
    </p:spTree>
  </p:cSld>
  <p:clrMapOvr>
    <a:masterClrMapping/>
  </p:clrMapOvr>
  <p:transition>
    <p:fade/>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11424" y="163502"/>
            <a:ext cx="10515600" cy="615603"/>
          </a:xfrm>
        </p:spPr>
        <p:txBody>
          <a:bodyPr>
            <a:normAutofit fontScale="90000"/>
          </a:bodyPr>
          <a:lstStyle/>
          <a:p>
            <a:r>
              <a:rPr lang="zh-CN" altLang="en-US" dirty="0"/>
              <a:t>关于字符串匹配还有</a:t>
            </a:r>
            <a:r>
              <a:rPr lang="en-US" altLang="zh-CN" dirty="0"/>
              <a:t>……*</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grpSp>
        <p:nvGrpSpPr>
          <p:cNvPr id="4" name="Group 123"/>
          <p:cNvGrpSpPr/>
          <p:nvPr/>
        </p:nvGrpSpPr>
        <p:grpSpPr bwMode="auto">
          <a:xfrm>
            <a:off x="2351584" y="1556792"/>
            <a:ext cx="7416824" cy="3024336"/>
            <a:chOff x="1128" y="3475"/>
            <a:chExt cx="3357" cy="754"/>
          </a:xfrm>
        </p:grpSpPr>
        <p:sp>
          <p:nvSpPr>
            <p:cNvPr id="5" name="Freeform 124"/>
            <p:cNvSpPr/>
            <p:nvPr/>
          </p:nvSpPr>
          <p:spPr bwMode="auto">
            <a:xfrm>
              <a:off x="1133" y="3475"/>
              <a:ext cx="3352" cy="754"/>
            </a:xfrm>
            <a:custGeom>
              <a:avLst/>
              <a:gdLst/>
              <a:ahLst/>
              <a:cxnLst>
                <a:cxn ang="0">
                  <a:pos x="113" y="69"/>
                </a:cxn>
                <a:cxn ang="0">
                  <a:pos x="146" y="58"/>
                </a:cxn>
                <a:cxn ang="0">
                  <a:pos x="214" y="80"/>
                </a:cxn>
                <a:cxn ang="0">
                  <a:pos x="1750" y="35"/>
                </a:cxn>
                <a:cxn ang="0">
                  <a:pos x="3286" y="46"/>
                </a:cxn>
                <a:cxn ang="0">
                  <a:pos x="3930" y="103"/>
                </a:cxn>
                <a:cxn ang="0">
                  <a:pos x="3953" y="216"/>
                </a:cxn>
                <a:cxn ang="0">
                  <a:pos x="3670" y="487"/>
                </a:cxn>
                <a:cxn ang="0">
                  <a:pos x="2959" y="498"/>
                </a:cxn>
                <a:cxn ang="0">
                  <a:pos x="2620" y="532"/>
                </a:cxn>
                <a:cxn ang="0">
                  <a:pos x="790" y="543"/>
                </a:cxn>
                <a:cxn ang="0">
                  <a:pos x="372" y="577"/>
                </a:cxn>
                <a:cxn ang="0">
                  <a:pos x="67" y="543"/>
                </a:cxn>
                <a:cxn ang="0">
                  <a:pos x="22" y="408"/>
                </a:cxn>
                <a:cxn ang="0">
                  <a:pos x="0" y="340"/>
                </a:cxn>
                <a:cxn ang="0">
                  <a:pos x="11" y="250"/>
                </a:cxn>
                <a:cxn ang="0">
                  <a:pos x="33" y="216"/>
                </a:cxn>
                <a:cxn ang="0">
                  <a:pos x="56" y="114"/>
                </a:cxn>
                <a:cxn ang="0">
                  <a:pos x="113" y="69"/>
                </a:cxn>
              </a:cxnLst>
              <a:rect l="0" t="0" r="r" b="b"/>
              <a:pathLst>
                <a:path w="3964" h="577">
                  <a:moveTo>
                    <a:pt x="113" y="69"/>
                  </a:moveTo>
                  <a:cubicBezTo>
                    <a:pt x="124" y="65"/>
                    <a:pt x="134" y="57"/>
                    <a:pt x="146" y="58"/>
                  </a:cubicBezTo>
                  <a:cubicBezTo>
                    <a:pt x="170" y="61"/>
                    <a:pt x="214" y="80"/>
                    <a:pt x="214" y="80"/>
                  </a:cubicBezTo>
                  <a:cubicBezTo>
                    <a:pt x="732" y="62"/>
                    <a:pt x="1221" y="41"/>
                    <a:pt x="1750" y="35"/>
                  </a:cubicBezTo>
                  <a:cubicBezTo>
                    <a:pt x="2250" y="0"/>
                    <a:pt x="2794" y="40"/>
                    <a:pt x="3286" y="46"/>
                  </a:cubicBezTo>
                  <a:cubicBezTo>
                    <a:pt x="3495" y="54"/>
                    <a:pt x="3727" y="37"/>
                    <a:pt x="3930" y="103"/>
                  </a:cubicBezTo>
                  <a:cubicBezTo>
                    <a:pt x="3943" y="143"/>
                    <a:pt x="3953" y="168"/>
                    <a:pt x="3953" y="216"/>
                  </a:cubicBezTo>
                  <a:cubicBezTo>
                    <a:pt x="3953" y="509"/>
                    <a:pt x="3964" y="480"/>
                    <a:pt x="3670" y="487"/>
                  </a:cubicBezTo>
                  <a:cubicBezTo>
                    <a:pt x="3433" y="493"/>
                    <a:pt x="3196" y="494"/>
                    <a:pt x="2959" y="498"/>
                  </a:cubicBezTo>
                  <a:cubicBezTo>
                    <a:pt x="2665" y="523"/>
                    <a:pt x="2777" y="507"/>
                    <a:pt x="2620" y="532"/>
                  </a:cubicBezTo>
                  <a:cubicBezTo>
                    <a:pt x="2009" y="518"/>
                    <a:pt x="1401" y="536"/>
                    <a:pt x="790" y="543"/>
                  </a:cubicBezTo>
                  <a:cubicBezTo>
                    <a:pt x="675" y="549"/>
                    <a:pt x="490" y="539"/>
                    <a:pt x="372" y="577"/>
                  </a:cubicBezTo>
                  <a:cubicBezTo>
                    <a:pt x="201" y="569"/>
                    <a:pt x="187" y="574"/>
                    <a:pt x="67" y="543"/>
                  </a:cubicBezTo>
                  <a:cubicBezTo>
                    <a:pt x="39" y="499"/>
                    <a:pt x="36" y="457"/>
                    <a:pt x="22" y="408"/>
                  </a:cubicBezTo>
                  <a:cubicBezTo>
                    <a:pt x="15" y="385"/>
                    <a:pt x="0" y="340"/>
                    <a:pt x="0" y="340"/>
                  </a:cubicBezTo>
                  <a:cubicBezTo>
                    <a:pt x="4" y="310"/>
                    <a:pt x="3" y="279"/>
                    <a:pt x="11" y="250"/>
                  </a:cubicBezTo>
                  <a:cubicBezTo>
                    <a:pt x="14" y="237"/>
                    <a:pt x="28" y="229"/>
                    <a:pt x="33" y="216"/>
                  </a:cubicBezTo>
                  <a:cubicBezTo>
                    <a:pt x="45" y="183"/>
                    <a:pt x="35" y="142"/>
                    <a:pt x="56" y="114"/>
                  </a:cubicBezTo>
                  <a:cubicBezTo>
                    <a:pt x="71" y="95"/>
                    <a:pt x="94" y="84"/>
                    <a:pt x="113" y="69"/>
                  </a:cubicBezTo>
                  <a:close/>
                </a:path>
              </a:pathLst>
            </a:custGeom>
            <a:solidFill>
              <a:srgbClr val="FFD88B"/>
            </a:solidFill>
            <a:ln w="66675" cap="flat" cmpd="sng">
              <a:noFill/>
              <a:prstDash val="solid"/>
              <a:round/>
            </a:ln>
            <a:effectLst>
              <a:outerShdw dist="81320" dir="2319588" algn="ctr" rotWithShape="0">
                <a:srgbClr val="B2B2B2"/>
              </a:outerShdw>
            </a:effectLst>
          </p:spPr>
          <p:txBody>
            <a:bodyPr wrap="none" anchor="ctr"/>
            <a:lstStyle/>
            <a:p>
              <a:pPr>
                <a:defRPr/>
              </a:pPr>
              <a:endParaRPr lang="zh-CN" altLang="en-US"/>
            </a:p>
          </p:txBody>
        </p:sp>
        <p:sp>
          <p:nvSpPr>
            <p:cNvPr id="6" name="Rectangle 125"/>
            <p:cNvSpPr>
              <a:spLocks noChangeArrowheads="1"/>
            </p:cNvSpPr>
            <p:nvPr/>
          </p:nvSpPr>
          <p:spPr bwMode="auto">
            <a:xfrm>
              <a:off x="1128" y="3619"/>
              <a:ext cx="3294" cy="599"/>
            </a:xfrm>
            <a:prstGeom prst="rect">
              <a:avLst/>
            </a:prstGeom>
            <a:noFill/>
            <a:ln w="12700">
              <a:noFill/>
              <a:miter lim="800000"/>
            </a:ln>
            <a:effectLst>
              <a:outerShdw dist="12700" dir="5400000" algn="ctr" rotWithShape="0">
                <a:srgbClr val="000000"/>
              </a:outerShdw>
            </a:effectLst>
          </p:spPr>
          <p:txBody>
            <a:bodyPr>
              <a:spAutoFit/>
            </a:bodyPr>
            <a:lstStyle/>
            <a:p>
              <a:pPr>
                <a:defRPr/>
              </a:pPr>
              <a:r>
                <a:rPr lang="zh-CN" altLang="en-US" sz="2500" dirty="0">
                  <a:solidFill>
                    <a:srgbClr val="FF0000"/>
                  </a:solidFill>
                  <a:latin typeface="黑体" panose="02010609060101010101" pitchFamily="2" charset="-122"/>
                  <a:ea typeface="黑体" panose="02010609060101010101" pitchFamily="2" charset="-122"/>
                </a:rPr>
                <a:t>延伸阅读</a:t>
              </a:r>
              <a:r>
                <a:rPr lang="en-US" altLang="zh-CN" sz="2500" baseline="30000" dirty="0">
                  <a:solidFill>
                    <a:srgbClr val="FF0000"/>
                  </a:solidFill>
                  <a:latin typeface="黑体" panose="02010609060101010101" pitchFamily="2" charset="-122"/>
                  <a:ea typeface="黑体" panose="02010609060101010101" pitchFamily="2" charset="-122"/>
                </a:rPr>
                <a:t>*</a:t>
              </a:r>
              <a:r>
                <a:rPr lang="zh-CN" altLang="en-US" sz="2500" dirty="0">
                  <a:solidFill>
                    <a:srgbClr val="FF0000"/>
                  </a:solidFill>
                  <a:latin typeface="黑体" panose="02010609060101010101" pitchFamily="2" charset="-122"/>
                  <a:ea typeface="黑体" panose="02010609060101010101" pitchFamily="2" charset="-122"/>
                </a:rPr>
                <a:t>：</a:t>
              </a:r>
              <a:endParaRPr lang="en-US" altLang="zh-CN" sz="2500" dirty="0">
                <a:solidFill>
                  <a:srgbClr val="FF0000"/>
                </a:solidFill>
                <a:latin typeface="黑体" panose="02010609060101010101" pitchFamily="2" charset="-122"/>
                <a:ea typeface="黑体" panose="02010609060101010101" pitchFamily="2" charset="-122"/>
              </a:endParaRPr>
            </a:p>
            <a:p>
              <a:pPr>
                <a:defRPr/>
              </a:pPr>
              <a:endParaRPr lang="en-US" altLang="zh-CN" sz="2500" dirty="0">
                <a:solidFill>
                  <a:srgbClr val="FF0000"/>
                </a:solidFill>
                <a:latin typeface="黑体" panose="02010609060101010101" pitchFamily="2" charset="-122"/>
                <a:ea typeface="黑体" panose="02010609060101010101" pitchFamily="2" charset="-122"/>
              </a:endParaRPr>
            </a:p>
            <a:p>
              <a:pPr marL="914400" lvl="1" indent="-457200">
                <a:buAutoNum type="arabicPeriod"/>
                <a:defRPr/>
              </a:pPr>
              <a:r>
                <a:rPr lang="zh-CN" altLang="en-US" sz="2500" dirty="0">
                  <a:solidFill>
                    <a:srgbClr val="7030A0"/>
                  </a:solidFill>
                  <a:latin typeface="黑体" panose="02010609060101010101" pitchFamily="2" charset="-122"/>
                  <a:ea typeface="黑体" panose="02010609060101010101" pitchFamily="2" charset="-122"/>
                </a:rPr>
                <a:t>正则表达式匹配</a:t>
              </a:r>
              <a:endParaRPr lang="en-US" altLang="zh-CN" sz="2500" dirty="0">
                <a:solidFill>
                  <a:srgbClr val="7030A0"/>
                </a:solidFill>
                <a:latin typeface="黑体" panose="02010609060101010101" pitchFamily="2" charset="-122"/>
                <a:ea typeface="黑体" panose="02010609060101010101" pitchFamily="2" charset="-122"/>
              </a:endParaRPr>
            </a:p>
            <a:p>
              <a:pPr marL="914400" lvl="1" indent="-457200">
                <a:buAutoNum type="arabicPeriod"/>
                <a:defRPr/>
              </a:pPr>
              <a:r>
                <a:rPr lang="zh-CN" altLang="en-US" sz="2500" dirty="0">
                  <a:solidFill>
                    <a:srgbClr val="7030A0"/>
                  </a:solidFill>
                  <a:latin typeface="黑体" panose="02010609060101010101" pitchFamily="2" charset="-122"/>
                  <a:ea typeface="黑体" panose="02010609060101010101" pitchFamily="2" charset="-122"/>
                </a:rPr>
                <a:t>模糊匹配</a:t>
              </a:r>
              <a:endParaRPr lang="en-US" altLang="zh-CN" sz="2500" dirty="0">
                <a:solidFill>
                  <a:srgbClr val="7030A0"/>
                </a:solidFill>
                <a:latin typeface="黑体" panose="02010609060101010101" pitchFamily="2" charset="-122"/>
                <a:ea typeface="黑体" panose="02010609060101010101" pitchFamily="2" charset="-122"/>
              </a:endParaRPr>
            </a:p>
            <a:p>
              <a:pPr marL="914400" lvl="1" indent="-457200">
                <a:buAutoNum type="arabicPeriod"/>
                <a:defRPr/>
              </a:pPr>
              <a:r>
                <a:rPr lang="zh-CN" altLang="en-US" sz="2500" dirty="0">
                  <a:solidFill>
                    <a:srgbClr val="7030A0"/>
                  </a:solidFill>
                  <a:latin typeface="黑体" panose="02010609060101010101" pitchFamily="2" charset="-122"/>
                  <a:ea typeface="黑体" panose="02010609060101010101" pitchFamily="2" charset="-122"/>
                </a:rPr>
                <a:t>最长共有字符串匹配</a:t>
              </a:r>
              <a:endParaRPr lang="en-US" altLang="zh-CN" sz="2500" dirty="0">
                <a:solidFill>
                  <a:srgbClr val="7030A0"/>
                </a:solidFill>
                <a:latin typeface="黑体" panose="02010609060101010101" pitchFamily="2" charset="-122"/>
                <a:ea typeface="黑体" panose="02010609060101010101" pitchFamily="2" charset="-122"/>
              </a:endParaRPr>
            </a:p>
            <a:p>
              <a:pPr marL="457200" indent="-457200">
                <a:buAutoNum type="arabicPeriod"/>
                <a:defRPr/>
              </a:pPr>
              <a:endParaRPr lang="zh-CN" altLang="en-US" sz="2500" dirty="0">
                <a:solidFill>
                  <a:srgbClr val="7030A0"/>
                </a:solidFill>
                <a:latin typeface="黑体" panose="02010609060101010101" pitchFamily="2" charset="-122"/>
                <a:ea typeface="黑体" panose="02010609060101010101" pitchFamily="2" charset="-122"/>
              </a:endParaRP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ext Box 2"/>
          <p:cNvSpPr txBox="1">
            <a:spLocks noChangeArrowheads="1"/>
          </p:cNvSpPr>
          <p:nvPr/>
        </p:nvSpPr>
        <p:spPr bwMode="auto">
          <a:xfrm rot="20778706">
            <a:off x="3468688" y="2466976"/>
            <a:ext cx="4775200" cy="1006475"/>
          </a:xfrm>
          <a:prstGeom prst="rect">
            <a:avLst/>
          </a:prstGeom>
          <a:noFill/>
          <a:ln w="9525">
            <a:noFill/>
            <a:miter lim="800000"/>
          </a:ln>
        </p:spPr>
        <p:txBody>
          <a:bodyPr wrap="none">
            <a:spAutoFit/>
          </a:bodyPr>
          <a:lstStyle/>
          <a:p>
            <a:r>
              <a:rPr lang="zh-CN" altLang="en-US" sz="6000">
                <a:ea typeface="黑体" panose="02010609060101010101" pitchFamily="2" charset="-122"/>
              </a:rPr>
              <a:t>本章内容小结</a:t>
            </a:r>
            <a:endParaRPr lang="zh-CN" altLang="en-US" sz="6000">
              <a:ea typeface="黑体" panose="02010609060101010101" pitchFamily="2" charset="-122"/>
            </a:endParaRPr>
          </a:p>
        </p:txBody>
      </p:sp>
      <p:sp>
        <p:nvSpPr>
          <p:cNvPr id="61443" name="Freeform 3"/>
          <p:cNvSpPr/>
          <p:nvPr/>
        </p:nvSpPr>
        <p:spPr bwMode="auto">
          <a:xfrm rot="20090327">
            <a:off x="2286000" y="2773364"/>
            <a:ext cx="5607050" cy="1798637"/>
          </a:xfrm>
          <a:custGeom>
            <a:avLst/>
            <a:gdLst>
              <a:gd name="T0" fmla="*/ 2147483647 w 3784"/>
              <a:gd name="T1" fmla="*/ 2147483647 h 1277"/>
              <a:gd name="T2" fmla="*/ 2147483647 w 3784"/>
              <a:gd name="T3" fmla="*/ 2147483647 h 1277"/>
              <a:gd name="T4" fmla="*/ 2147483647 w 3784"/>
              <a:gd name="T5" fmla="*/ 2147483647 h 1277"/>
              <a:gd name="T6" fmla="*/ 2147483647 w 3784"/>
              <a:gd name="T7" fmla="*/ 0 h 1277"/>
              <a:gd name="T8" fmla="*/ 2147483647 w 3784"/>
              <a:gd name="T9" fmla="*/ 2147483647 h 1277"/>
              <a:gd name="T10" fmla="*/ 2147483647 w 3784"/>
              <a:gd name="T11" fmla="*/ 2147483647 h 1277"/>
              <a:gd name="T12" fmla="*/ 2147483647 w 3784"/>
              <a:gd name="T13" fmla="*/ 2147483647 h 1277"/>
              <a:gd name="T14" fmla="*/ 2147483647 w 3784"/>
              <a:gd name="T15" fmla="*/ 2147483647 h 1277"/>
              <a:gd name="T16" fmla="*/ 2147483647 w 3784"/>
              <a:gd name="T17" fmla="*/ 2147483647 h 1277"/>
              <a:gd name="T18" fmla="*/ 2147483647 w 3784"/>
              <a:gd name="T19" fmla="*/ 2147483647 h 1277"/>
              <a:gd name="T20" fmla="*/ 2147483647 w 3784"/>
              <a:gd name="T21" fmla="*/ 2147483647 h 1277"/>
              <a:gd name="T22" fmla="*/ 2147483647 w 3784"/>
              <a:gd name="T23" fmla="*/ 2147483647 h 1277"/>
              <a:gd name="T24" fmla="*/ 2147483647 w 3784"/>
              <a:gd name="T25" fmla="*/ 2147483647 h 1277"/>
              <a:gd name="T26" fmla="*/ 2147483647 w 3784"/>
              <a:gd name="T27" fmla="*/ 2147483647 h 1277"/>
              <a:gd name="T28" fmla="*/ 2147483647 w 3784"/>
              <a:gd name="T29" fmla="*/ 2147483647 h 1277"/>
              <a:gd name="T30" fmla="*/ 2147483647 w 3784"/>
              <a:gd name="T31" fmla="*/ 2147483647 h 1277"/>
              <a:gd name="T32" fmla="*/ 2147483647 w 3784"/>
              <a:gd name="T33" fmla="*/ 2147483647 h 1277"/>
              <a:gd name="T34" fmla="*/ 2147483647 w 3784"/>
              <a:gd name="T35" fmla="*/ 2147483647 h 1277"/>
              <a:gd name="T36" fmla="*/ 2147483647 w 3784"/>
              <a:gd name="T37" fmla="*/ 2147483647 h 1277"/>
              <a:gd name="T38" fmla="*/ 2147483647 w 3784"/>
              <a:gd name="T39" fmla="*/ 2147483647 h 1277"/>
              <a:gd name="T40" fmla="*/ 2147483647 w 3784"/>
              <a:gd name="T41" fmla="*/ 2147483647 h 1277"/>
              <a:gd name="T42" fmla="*/ 2147483647 w 3784"/>
              <a:gd name="T43" fmla="*/ 2147483647 h 1277"/>
              <a:gd name="T44" fmla="*/ 2147483647 w 3784"/>
              <a:gd name="T45" fmla="*/ 2147483647 h 1277"/>
              <a:gd name="T46" fmla="*/ 2147483647 w 3784"/>
              <a:gd name="T47" fmla="*/ 2147483647 h 1277"/>
              <a:gd name="T48" fmla="*/ 2147483647 w 3784"/>
              <a:gd name="T49" fmla="*/ 2147483647 h 1277"/>
              <a:gd name="T50" fmla="*/ 2147483647 w 3784"/>
              <a:gd name="T51" fmla="*/ 2147483647 h 1277"/>
              <a:gd name="T52" fmla="*/ 2147483647 w 3784"/>
              <a:gd name="T53" fmla="*/ 2147483647 h 1277"/>
              <a:gd name="T54" fmla="*/ 2147483647 w 3784"/>
              <a:gd name="T55" fmla="*/ 2147483647 h 1277"/>
              <a:gd name="T56" fmla="*/ 2147483647 w 3784"/>
              <a:gd name="T57" fmla="*/ 2147483647 h 1277"/>
              <a:gd name="T58" fmla="*/ 2147483647 w 3784"/>
              <a:gd name="T59" fmla="*/ 2147483647 h 1277"/>
              <a:gd name="T60" fmla="*/ 2147483647 w 3784"/>
              <a:gd name="T61" fmla="*/ 2147483647 h 1277"/>
              <a:gd name="T62" fmla="*/ 2147483647 w 3784"/>
              <a:gd name="T63" fmla="*/ 2147483647 h 1277"/>
              <a:gd name="T64" fmla="*/ 2147483647 w 3784"/>
              <a:gd name="T65" fmla="*/ 2147483647 h 1277"/>
              <a:gd name="T66" fmla="*/ 2147483647 w 3784"/>
              <a:gd name="T67" fmla="*/ 2147483647 h 1277"/>
              <a:gd name="T68" fmla="*/ 2147483647 w 3784"/>
              <a:gd name="T69" fmla="*/ 2147483647 h 1277"/>
              <a:gd name="T70" fmla="*/ 2147483647 w 3784"/>
              <a:gd name="T71" fmla="*/ 2147483647 h 1277"/>
              <a:gd name="T72" fmla="*/ 2147483647 w 3784"/>
              <a:gd name="T73" fmla="*/ 2147483647 h 1277"/>
              <a:gd name="T74" fmla="*/ 2147483647 w 3784"/>
              <a:gd name="T75" fmla="*/ 2147483647 h 1277"/>
              <a:gd name="T76" fmla="*/ 2147483647 w 3784"/>
              <a:gd name="T77" fmla="*/ 2147483647 h 1277"/>
              <a:gd name="T78" fmla="*/ 2147483647 w 3784"/>
              <a:gd name="T79" fmla="*/ 2147483647 h 1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784" h="1277">
                <a:moveTo>
                  <a:pt x="103" y="68"/>
                </a:moveTo>
                <a:cubicBezTo>
                  <a:pt x="243" y="78"/>
                  <a:pt x="381" y="93"/>
                  <a:pt x="521" y="102"/>
                </a:cubicBezTo>
                <a:cubicBezTo>
                  <a:pt x="1201" y="86"/>
                  <a:pt x="1871" y="53"/>
                  <a:pt x="2554" y="45"/>
                </a:cubicBezTo>
                <a:cubicBezTo>
                  <a:pt x="2942" y="26"/>
                  <a:pt x="3328" y="8"/>
                  <a:pt x="3717" y="0"/>
                </a:cubicBezTo>
                <a:cubicBezTo>
                  <a:pt x="3710" y="11"/>
                  <a:pt x="3705" y="25"/>
                  <a:pt x="3695" y="34"/>
                </a:cubicBezTo>
                <a:cubicBezTo>
                  <a:pt x="3675" y="52"/>
                  <a:pt x="3627" y="79"/>
                  <a:pt x="3627" y="79"/>
                </a:cubicBezTo>
                <a:cubicBezTo>
                  <a:pt x="3630" y="126"/>
                  <a:pt x="3630" y="309"/>
                  <a:pt x="3672" y="373"/>
                </a:cubicBezTo>
                <a:cubicBezTo>
                  <a:pt x="3681" y="387"/>
                  <a:pt x="3702" y="388"/>
                  <a:pt x="3717" y="396"/>
                </a:cubicBezTo>
                <a:cubicBezTo>
                  <a:pt x="3688" y="514"/>
                  <a:pt x="3687" y="626"/>
                  <a:pt x="3729" y="746"/>
                </a:cubicBezTo>
                <a:cubicBezTo>
                  <a:pt x="3725" y="772"/>
                  <a:pt x="3729" y="801"/>
                  <a:pt x="3717" y="825"/>
                </a:cubicBezTo>
                <a:cubicBezTo>
                  <a:pt x="3712" y="835"/>
                  <a:pt x="3685" y="824"/>
                  <a:pt x="3684" y="836"/>
                </a:cubicBezTo>
                <a:cubicBezTo>
                  <a:pt x="3666" y="986"/>
                  <a:pt x="3690" y="991"/>
                  <a:pt x="3751" y="1085"/>
                </a:cubicBezTo>
                <a:cubicBezTo>
                  <a:pt x="3755" y="1107"/>
                  <a:pt x="3758" y="1130"/>
                  <a:pt x="3763" y="1152"/>
                </a:cubicBezTo>
                <a:cubicBezTo>
                  <a:pt x="3766" y="1164"/>
                  <a:pt x="3784" y="1179"/>
                  <a:pt x="3774" y="1186"/>
                </a:cubicBezTo>
                <a:cubicBezTo>
                  <a:pt x="3752" y="1201"/>
                  <a:pt x="3721" y="1193"/>
                  <a:pt x="3695" y="1197"/>
                </a:cubicBezTo>
                <a:cubicBezTo>
                  <a:pt x="3676" y="1200"/>
                  <a:pt x="3657" y="1208"/>
                  <a:pt x="3638" y="1209"/>
                </a:cubicBezTo>
                <a:cubicBezTo>
                  <a:pt x="3521" y="1216"/>
                  <a:pt x="3405" y="1216"/>
                  <a:pt x="3288" y="1220"/>
                </a:cubicBezTo>
                <a:cubicBezTo>
                  <a:pt x="3224" y="1233"/>
                  <a:pt x="3159" y="1239"/>
                  <a:pt x="3096" y="1254"/>
                </a:cubicBezTo>
                <a:cubicBezTo>
                  <a:pt x="2888" y="1220"/>
                  <a:pt x="2848" y="1235"/>
                  <a:pt x="2554" y="1243"/>
                </a:cubicBezTo>
                <a:cubicBezTo>
                  <a:pt x="2233" y="1263"/>
                  <a:pt x="1917" y="1270"/>
                  <a:pt x="1594" y="1277"/>
                </a:cubicBezTo>
                <a:cubicBezTo>
                  <a:pt x="1372" y="1273"/>
                  <a:pt x="1150" y="1273"/>
                  <a:pt x="928" y="1265"/>
                </a:cubicBezTo>
                <a:cubicBezTo>
                  <a:pt x="916" y="1265"/>
                  <a:pt x="974" y="1254"/>
                  <a:pt x="962" y="1254"/>
                </a:cubicBezTo>
                <a:cubicBezTo>
                  <a:pt x="664" y="1246"/>
                  <a:pt x="367" y="1247"/>
                  <a:pt x="69" y="1243"/>
                </a:cubicBezTo>
                <a:cubicBezTo>
                  <a:pt x="73" y="1220"/>
                  <a:pt x="69" y="1195"/>
                  <a:pt x="81" y="1175"/>
                </a:cubicBezTo>
                <a:cubicBezTo>
                  <a:pt x="87" y="1165"/>
                  <a:pt x="111" y="1175"/>
                  <a:pt x="115" y="1164"/>
                </a:cubicBezTo>
                <a:cubicBezTo>
                  <a:pt x="132" y="1117"/>
                  <a:pt x="122" y="1064"/>
                  <a:pt x="137" y="1017"/>
                </a:cubicBezTo>
                <a:cubicBezTo>
                  <a:pt x="121" y="950"/>
                  <a:pt x="116" y="896"/>
                  <a:pt x="103" y="825"/>
                </a:cubicBezTo>
                <a:cubicBezTo>
                  <a:pt x="99" y="802"/>
                  <a:pt x="81" y="757"/>
                  <a:pt x="81" y="757"/>
                </a:cubicBezTo>
                <a:cubicBezTo>
                  <a:pt x="60" y="615"/>
                  <a:pt x="46" y="600"/>
                  <a:pt x="69" y="463"/>
                </a:cubicBezTo>
                <a:cubicBezTo>
                  <a:pt x="73" y="440"/>
                  <a:pt x="84" y="418"/>
                  <a:pt x="92" y="396"/>
                </a:cubicBezTo>
                <a:cubicBezTo>
                  <a:pt x="96" y="385"/>
                  <a:pt x="103" y="362"/>
                  <a:pt x="103" y="362"/>
                </a:cubicBezTo>
                <a:cubicBezTo>
                  <a:pt x="93" y="342"/>
                  <a:pt x="74" y="307"/>
                  <a:pt x="69" y="283"/>
                </a:cubicBezTo>
                <a:cubicBezTo>
                  <a:pt x="64" y="257"/>
                  <a:pt x="69" y="228"/>
                  <a:pt x="58" y="204"/>
                </a:cubicBezTo>
                <a:cubicBezTo>
                  <a:pt x="52" y="191"/>
                  <a:pt x="35" y="189"/>
                  <a:pt x="24" y="181"/>
                </a:cubicBezTo>
                <a:cubicBezTo>
                  <a:pt x="17" y="170"/>
                  <a:pt x="4" y="160"/>
                  <a:pt x="2" y="147"/>
                </a:cubicBezTo>
                <a:cubicBezTo>
                  <a:pt x="0" y="132"/>
                  <a:pt x="10" y="117"/>
                  <a:pt x="13" y="102"/>
                </a:cubicBezTo>
                <a:cubicBezTo>
                  <a:pt x="18" y="76"/>
                  <a:pt x="20" y="49"/>
                  <a:pt x="24" y="23"/>
                </a:cubicBezTo>
                <a:cubicBezTo>
                  <a:pt x="39" y="27"/>
                  <a:pt x="54" y="31"/>
                  <a:pt x="69" y="34"/>
                </a:cubicBezTo>
                <a:cubicBezTo>
                  <a:pt x="92" y="38"/>
                  <a:pt x="115" y="40"/>
                  <a:pt x="137" y="45"/>
                </a:cubicBezTo>
                <a:cubicBezTo>
                  <a:pt x="149" y="48"/>
                  <a:pt x="171" y="57"/>
                  <a:pt x="171" y="57"/>
                </a:cubicBezTo>
              </a:path>
            </a:pathLst>
          </a:custGeom>
          <a:gradFill rotWithShape="0">
            <a:gsLst>
              <a:gs pos="0">
                <a:srgbClr val="0000FF"/>
              </a:gs>
              <a:gs pos="50000">
                <a:srgbClr val="000076"/>
              </a:gs>
              <a:gs pos="100000">
                <a:srgbClr val="0000FF"/>
              </a:gs>
            </a:gsLst>
            <a:lin ang="5400000" scaled="1"/>
          </a:gradFill>
          <a:ln w="9525" cap="flat" cmpd="sng">
            <a:noFill/>
            <a:prstDash val="solid"/>
            <a:round/>
          </a:ln>
          <a:effectLst>
            <a:outerShdw dist="261509" dir="1743276" algn="ctr" rotWithShape="0">
              <a:srgbClr val="808080"/>
            </a:outerShdw>
          </a:effectLst>
        </p:spPr>
        <p:txBody>
          <a:bodyPr/>
          <a:lstStyle/>
          <a:p>
            <a:endParaRPr lang="zh-CN" altLang="en-US"/>
          </a:p>
        </p:txBody>
      </p:sp>
      <p:sp>
        <p:nvSpPr>
          <p:cNvPr id="61444" name="Text Box 4"/>
          <p:cNvSpPr txBox="1">
            <a:spLocks noChangeArrowheads="1"/>
          </p:cNvSpPr>
          <p:nvPr/>
        </p:nvSpPr>
        <p:spPr bwMode="auto">
          <a:xfrm rot="20122728">
            <a:off x="2667000" y="3184526"/>
            <a:ext cx="4775200" cy="1006475"/>
          </a:xfrm>
          <a:prstGeom prst="rect">
            <a:avLst/>
          </a:prstGeom>
          <a:noFill/>
          <a:ln w="9525">
            <a:noFill/>
            <a:miter lim="800000"/>
          </a:ln>
        </p:spPr>
        <p:txBody>
          <a:bodyPr wrap="none">
            <a:spAutoFit/>
          </a:bodyPr>
          <a:lstStyle/>
          <a:p>
            <a:r>
              <a:rPr lang="zh-CN" altLang="en-US" sz="6000">
                <a:solidFill>
                  <a:schemeClr val="bg1"/>
                </a:solidFill>
                <a:ea typeface="幼圆" pitchFamily="49" charset="-122"/>
              </a:rPr>
              <a:t>本章内容小结</a:t>
            </a:r>
            <a:endParaRPr lang="zh-CN" altLang="en-US" sz="6000">
              <a:solidFill>
                <a:schemeClr val="bg1"/>
              </a:solidFill>
              <a:ea typeface="幼圆" pitchFamily="49" charset="-122"/>
            </a:endParaRPr>
          </a:p>
        </p:txBody>
      </p:sp>
      <p:graphicFrame>
        <p:nvGraphicFramePr>
          <p:cNvPr id="61445" name="Object 19"/>
          <p:cNvGraphicFramePr>
            <a:graphicFrameLocks noChangeAspect="1"/>
          </p:cNvGraphicFramePr>
          <p:nvPr/>
        </p:nvGraphicFramePr>
        <p:xfrm>
          <a:off x="7924800" y="685800"/>
          <a:ext cx="2235200" cy="2667000"/>
        </p:xfrm>
        <a:graphic>
          <a:graphicData uri="http://schemas.openxmlformats.org/presentationml/2006/ole">
            <mc:AlternateContent xmlns:mc="http://schemas.openxmlformats.org/markup-compatibility/2006">
              <mc:Choice xmlns:v="urn:schemas-microsoft-com:vml" Requires="v">
                <p:oleObj spid="_x0000_s7171" name="Photo Editor 照片" r:id="rId1" imgW="790575" imgH="952500" progId="">
                  <p:embed/>
                </p:oleObj>
              </mc:Choice>
              <mc:Fallback>
                <p:oleObj name="Photo Editor 照片" r:id="rId1" imgW="790575" imgH="952500" progId="">
                  <p:embed/>
                  <p:pic>
                    <p:nvPicPr>
                      <p:cNvPr id="0" name="Object 1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24800" y="685800"/>
                        <a:ext cx="2235200"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3" name="Rectangle 5"/>
          <p:cNvSpPr>
            <a:spLocks noChangeArrowheads="1"/>
          </p:cNvSpPr>
          <p:nvPr/>
        </p:nvSpPr>
        <p:spPr bwMode="auto">
          <a:xfrm>
            <a:off x="2399780" y="983386"/>
            <a:ext cx="3698875" cy="493981"/>
          </a:xfrm>
          <a:prstGeom prst="rect">
            <a:avLst/>
          </a:prstGeom>
          <a:noFill/>
          <a:ln w="12700" cap="sq">
            <a:noFill/>
            <a:miter lim="800000"/>
          </a:ln>
        </p:spPr>
        <p:txBody>
          <a:bodyPr>
            <a:spAutoFit/>
          </a:bodyPr>
          <a:lstStyle/>
          <a:p>
            <a:pPr>
              <a:lnSpc>
                <a:spcPct val="90000"/>
              </a:lnSpc>
              <a:spcBef>
                <a:spcPct val="0"/>
              </a:spcBef>
            </a:pPr>
            <a:r>
              <a:rPr kumimoji="1" lang="zh-CN" altLang="en-US" sz="2900">
                <a:solidFill>
                  <a:schemeClr val="accent2"/>
                </a:solidFill>
                <a:ea typeface="黑体" panose="02010609060101010101" pitchFamily="2" charset="-122"/>
              </a:rPr>
              <a:t>线性表的基本概念</a:t>
            </a:r>
            <a:endParaRPr kumimoji="1" lang="zh-CN" altLang="en-US" sz="2900">
              <a:solidFill>
                <a:schemeClr val="accent2"/>
              </a:solidFill>
              <a:ea typeface="黑体" panose="02010609060101010101" pitchFamily="2" charset="-122"/>
            </a:endParaRPr>
          </a:p>
        </p:txBody>
      </p:sp>
      <p:sp>
        <p:nvSpPr>
          <p:cNvPr id="273414" name="Rectangle 6"/>
          <p:cNvSpPr>
            <a:spLocks noChangeArrowheads="1"/>
          </p:cNvSpPr>
          <p:nvPr/>
        </p:nvSpPr>
        <p:spPr bwMode="auto">
          <a:xfrm>
            <a:off x="2423592" y="2907436"/>
            <a:ext cx="4360862" cy="493981"/>
          </a:xfrm>
          <a:prstGeom prst="rect">
            <a:avLst/>
          </a:prstGeom>
          <a:noFill/>
          <a:ln w="12700" cap="sq">
            <a:noFill/>
            <a:miter lim="800000"/>
          </a:ln>
        </p:spPr>
        <p:txBody>
          <a:bodyPr>
            <a:spAutoFit/>
          </a:bodyPr>
          <a:lstStyle/>
          <a:p>
            <a:pPr>
              <a:lnSpc>
                <a:spcPct val="90000"/>
              </a:lnSpc>
              <a:spcBef>
                <a:spcPct val="0"/>
              </a:spcBef>
            </a:pPr>
            <a:r>
              <a:rPr kumimoji="1" lang="zh-CN" altLang="en-US" sz="2900">
                <a:solidFill>
                  <a:schemeClr val="accent2"/>
                </a:solidFill>
                <a:ea typeface="黑体" panose="02010609060101010101" pitchFamily="2" charset="-122"/>
              </a:rPr>
              <a:t>线性表的顺序存储结构</a:t>
            </a:r>
            <a:endParaRPr kumimoji="1" lang="zh-CN" altLang="en-US" sz="2900">
              <a:solidFill>
                <a:schemeClr val="accent2"/>
              </a:solidFill>
              <a:ea typeface="黑体" panose="02010609060101010101" pitchFamily="2" charset="-122"/>
            </a:endParaRPr>
          </a:p>
        </p:txBody>
      </p:sp>
      <p:sp>
        <p:nvSpPr>
          <p:cNvPr id="273415" name="Rectangle 7"/>
          <p:cNvSpPr>
            <a:spLocks noChangeArrowheads="1"/>
          </p:cNvSpPr>
          <p:nvPr/>
        </p:nvSpPr>
        <p:spPr bwMode="auto">
          <a:xfrm>
            <a:off x="2441054" y="4758461"/>
            <a:ext cx="4495800" cy="493981"/>
          </a:xfrm>
          <a:prstGeom prst="rect">
            <a:avLst/>
          </a:prstGeom>
          <a:noFill/>
          <a:ln w="12700" cap="sq">
            <a:noFill/>
            <a:miter lim="800000"/>
          </a:ln>
        </p:spPr>
        <p:txBody>
          <a:bodyPr>
            <a:spAutoFit/>
          </a:bodyPr>
          <a:lstStyle/>
          <a:p>
            <a:pPr>
              <a:lnSpc>
                <a:spcPct val="90000"/>
              </a:lnSpc>
              <a:spcBef>
                <a:spcPct val="0"/>
              </a:spcBef>
            </a:pPr>
            <a:r>
              <a:rPr kumimoji="1" lang="zh-CN" altLang="en-US" sz="2900">
                <a:solidFill>
                  <a:schemeClr val="accent2"/>
                </a:solidFill>
                <a:ea typeface="黑体" panose="02010609060101010101" pitchFamily="2" charset="-122"/>
              </a:rPr>
              <a:t>线性表的链式存储结构</a:t>
            </a:r>
            <a:endParaRPr kumimoji="1" lang="zh-CN" altLang="en-US" sz="2900">
              <a:solidFill>
                <a:schemeClr val="accent2"/>
              </a:solidFill>
              <a:ea typeface="黑体" panose="02010609060101010101" pitchFamily="2" charset="-122"/>
            </a:endParaRPr>
          </a:p>
        </p:txBody>
      </p:sp>
      <p:grpSp>
        <p:nvGrpSpPr>
          <p:cNvPr id="2" name="Group 24"/>
          <p:cNvGrpSpPr/>
          <p:nvPr/>
        </p:nvGrpSpPr>
        <p:grpSpPr bwMode="auto">
          <a:xfrm>
            <a:off x="2471217" y="1459635"/>
            <a:ext cx="3551238" cy="503238"/>
            <a:chOff x="979" y="816"/>
            <a:chExt cx="2237" cy="317"/>
          </a:xfrm>
        </p:grpSpPr>
        <p:sp>
          <p:nvSpPr>
            <p:cNvPr id="62498" name="Rectangle 8"/>
            <p:cNvSpPr>
              <a:spLocks noChangeArrowheads="1"/>
            </p:cNvSpPr>
            <p:nvPr/>
          </p:nvSpPr>
          <p:spPr bwMode="auto">
            <a:xfrm>
              <a:off x="1200" y="816"/>
              <a:ext cx="2016" cy="265"/>
            </a:xfrm>
            <a:prstGeom prst="rect">
              <a:avLst/>
            </a:prstGeom>
            <a:noFill/>
            <a:ln w="12700" cap="sq">
              <a:noFill/>
              <a:miter lim="800000"/>
            </a:ln>
          </p:spPr>
          <p:txBody>
            <a:bodyPr>
              <a:spAutoFit/>
            </a:bodyPr>
            <a:lstStyle/>
            <a:p>
              <a:pPr>
                <a:lnSpc>
                  <a:spcPct val="90000"/>
                </a:lnSpc>
                <a:spcBef>
                  <a:spcPct val="0"/>
                </a:spcBef>
              </a:pPr>
              <a:r>
                <a:rPr kumimoji="1" lang="zh-CN" altLang="en-US" sz="2400">
                  <a:solidFill>
                    <a:srgbClr val="004B96"/>
                  </a:solidFill>
                  <a:ea typeface="幼圆" pitchFamily="49" charset="-122"/>
                </a:rPr>
                <a:t>什么是线性关系</a:t>
              </a:r>
              <a:r>
                <a:rPr kumimoji="1" lang="zh-CN" altLang="en-US" sz="2400">
                  <a:solidFill>
                    <a:srgbClr val="004B96"/>
                  </a:solidFill>
                  <a:ea typeface="宋体" pitchFamily="2" charset="-122"/>
                </a:rPr>
                <a:t>？</a:t>
              </a:r>
              <a:endParaRPr kumimoji="1" lang="zh-CN" altLang="en-US" sz="2400">
                <a:solidFill>
                  <a:srgbClr val="004B96"/>
                </a:solidFill>
                <a:ea typeface="宋体" pitchFamily="2" charset="-122"/>
              </a:endParaRPr>
            </a:p>
          </p:txBody>
        </p:sp>
        <p:sp>
          <p:nvSpPr>
            <p:cNvPr id="62499" name="Text Box 16"/>
            <p:cNvSpPr txBox="1">
              <a:spLocks noChangeArrowheads="1"/>
            </p:cNvSpPr>
            <p:nvPr/>
          </p:nvSpPr>
          <p:spPr bwMode="auto">
            <a:xfrm>
              <a:off x="979" y="842"/>
              <a:ext cx="310" cy="291"/>
            </a:xfrm>
            <a:prstGeom prst="rect">
              <a:avLst/>
            </a:prstGeom>
            <a:noFill/>
            <a:ln w="12700" cap="sq">
              <a:noFill/>
              <a:miter lim="800000"/>
            </a:ln>
          </p:spPr>
          <p:txBody>
            <a:bodyPr wrap="none">
              <a:spAutoFit/>
            </a:bodyPr>
            <a:lstStyle/>
            <a:p>
              <a:pPr algn="ctr"/>
              <a:r>
                <a:rPr lang="zh-CN" altLang="en-US" sz="2400">
                  <a:solidFill>
                    <a:srgbClr val="FD3968"/>
                  </a:solidFill>
                  <a:sym typeface="Marlett" pitchFamily="2" charset="2"/>
                </a:rPr>
                <a:t></a:t>
              </a:r>
              <a:endParaRPr lang="zh-CN" altLang="en-US" sz="2400">
                <a:solidFill>
                  <a:srgbClr val="FD3968"/>
                </a:solidFill>
              </a:endParaRPr>
            </a:p>
          </p:txBody>
        </p:sp>
      </p:grpSp>
      <p:grpSp>
        <p:nvGrpSpPr>
          <p:cNvPr id="3" name="Group 25"/>
          <p:cNvGrpSpPr/>
          <p:nvPr/>
        </p:nvGrpSpPr>
        <p:grpSpPr bwMode="auto">
          <a:xfrm>
            <a:off x="2471217" y="1829523"/>
            <a:ext cx="3544888" cy="527049"/>
            <a:chOff x="979" y="1104"/>
            <a:chExt cx="2233" cy="332"/>
          </a:xfrm>
        </p:grpSpPr>
        <p:sp>
          <p:nvSpPr>
            <p:cNvPr id="62496" name="Rectangle 9"/>
            <p:cNvSpPr>
              <a:spLocks noChangeArrowheads="1"/>
            </p:cNvSpPr>
            <p:nvPr/>
          </p:nvSpPr>
          <p:spPr bwMode="auto">
            <a:xfrm>
              <a:off x="1196" y="1104"/>
              <a:ext cx="2016" cy="265"/>
            </a:xfrm>
            <a:prstGeom prst="rect">
              <a:avLst/>
            </a:prstGeom>
            <a:noFill/>
            <a:ln w="12700" cap="sq">
              <a:noFill/>
              <a:miter lim="800000"/>
            </a:ln>
          </p:spPr>
          <p:txBody>
            <a:bodyPr>
              <a:spAutoFit/>
            </a:bodyPr>
            <a:lstStyle/>
            <a:p>
              <a:pPr>
                <a:lnSpc>
                  <a:spcPct val="90000"/>
                </a:lnSpc>
                <a:spcBef>
                  <a:spcPct val="0"/>
                </a:spcBef>
              </a:pPr>
              <a:r>
                <a:rPr kumimoji="1" lang="zh-CN" altLang="en-US" sz="2400">
                  <a:solidFill>
                    <a:srgbClr val="004B96"/>
                  </a:solidFill>
                  <a:ea typeface="幼圆" pitchFamily="49" charset="-122"/>
                </a:rPr>
                <a:t>什么是线性表</a:t>
              </a:r>
              <a:r>
                <a:rPr kumimoji="1" lang="zh-CN" altLang="en-US" sz="2400">
                  <a:solidFill>
                    <a:srgbClr val="004B96"/>
                  </a:solidFill>
                  <a:ea typeface="宋体" pitchFamily="2" charset="-122"/>
                </a:rPr>
                <a:t>？</a:t>
              </a:r>
              <a:endParaRPr kumimoji="1" lang="zh-CN" altLang="en-US" sz="2400">
                <a:solidFill>
                  <a:srgbClr val="004B96"/>
                </a:solidFill>
                <a:ea typeface="宋体" pitchFamily="2" charset="-122"/>
              </a:endParaRPr>
            </a:p>
          </p:txBody>
        </p:sp>
        <p:sp>
          <p:nvSpPr>
            <p:cNvPr id="62497" name="Text Box 17"/>
            <p:cNvSpPr txBox="1">
              <a:spLocks noChangeArrowheads="1"/>
            </p:cNvSpPr>
            <p:nvPr/>
          </p:nvSpPr>
          <p:spPr bwMode="auto">
            <a:xfrm>
              <a:off x="979" y="1145"/>
              <a:ext cx="310" cy="291"/>
            </a:xfrm>
            <a:prstGeom prst="rect">
              <a:avLst/>
            </a:prstGeom>
            <a:noFill/>
            <a:ln w="12700" cap="sq">
              <a:noFill/>
              <a:miter lim="800000"/>
            </a:ln>
          </p:spPr>
          <p:txBody>
            <a:bodyPr wrap="none">
              <a:spAutoFit/>
            </a:bodyPr>
            <a:lstStyle/>
            <a:p>
              <a:pPr algn="ctr"/>
              <a:r>
                <a:rPr lang="zh-CN" altLang="en-US" sz="2400">
                  <a:solidFill>
                    <a:srgbClr val="FD3968"/>
                  </a:solidFill>
                  <a:sym typeface="Marlett" pitchFamily="2" charset="2"/>
                </a:rPr>
                <a:t></a:t>
              </a:r>
              <a:endParaRPr lang="zh-CN" altLang="en-US" sz="2400">
                <a:solidFill>
                  <a:srgbClr val="FD3968"/>
                </a:solidFill>
              </a:endParaRPr>
            </a:p>
          </p:txBody>
        </p:sp>
      </p:grpSp>
      <p:grpSp>
        <p:nvGrpSpPr>
          <p:cNvPr id="4" name="Group 26"/>
          <p:cNvGrpSpPr/>
          <p:nvPr/>
        </p:nvGrpSpPr>
        <p:grpSpPr bwMode="auto">
          <a:xfrm>
            <a:off x="2471218" y="2204172"/>
            <a:ext cx="7302501" cy="568324"/>
            <a:chOff x="979" y="1392"/>
            <a:chExt cx="4600" cy="358"/>
          </a:xfrm>
        </p:grpSpPr>
        <p:sp>
          <p:nvSpPr>
            <p:cNvPr id="62494" name="Rectangle 10"/>
            <p:cNvSpPr>
              <a:spLocks noChangeArrowheads="1"/>
            </p:cNvSpPr>
            <p:nvPr/>
          </p:nvSpPr>
          <p:spPr bwMode="auto">
            <a:xfrm>
              <a:off x="1211" y="1392"/>
              <a:ext cx="4368" cy="265"/>
            </a:xfrm>
            <a:prstGeom prst="rect">
              <a:avLst/>
            </a:prstGeom>
            <a:noFill/>
            <a:ln w="12700" cap="sq">
              <a:noFill/>
              <a:miter lim="800000"/>
            </a:ln>
          </p:spPr>
          <p:txBody>
            <a:bodyPr>
              <a:spAutoFit/>
            </a:bodyPr>
            <a:lstStyle/>
            <a:p>
              <a:pPr>
                <a:lnSpc>
                  <a:spcPct val="90000"/>
                </a:lnSpc>
                <a:spcBef>
                  <a:spcPct val="0"/>
                </a:spcBef>
              </a:pPr>
              <a:r>
                <a:rPr kumimoji="1" lang="zh-CN" altLang="en-US" sz="2400">
                  <a:solidFill>
                    <a:srgbClr val="004B96"/>
                  </a:solidFill>
                  <a:ea typeface="幼圆" pitchFamily="49" charset="-122"/>
                </a:rPr>
                <a:t>线性表的基本操作有哪些？其中最主要的有哪些</a:t>
              </a:r>
              <a:r>
                <a:rPr kumimoji="1" lang="zh-CN" altLang="en-US" sz="2400">
                  <a:solidFill>
                    <a:srgbClr val="004B96"/>
                  </a:solidFill>
                  <a:ea typeface="宋体" pitchFamily="2" charset="-122"/>
                </a:rPr>
                <a:t>？</a:t>
              </a:r>
              <a:endParaRPr kumimoji="1" lang="zh-CN" altLang="en-US" sz="2400">
                <a:solidFill>
                  <a:srgbClr val="004B96"/>
                </a:solidFill>
                <a:ea typeface="宋体" pitchFamily="2" charset="-122"/>
              </a:endParaRPr>
            </a:p>
          </p:txBody>
        </p:sp>
        <p:sp>
          <p:nvSpPr>
            <p:cNvPr id="62495" name="Text Box 18"/>
            <p:cNvSpPr txBox="1">
              <a:spLocks noChangeArrowheads="1"/>
            </p:cNvSpPr>
            <p:nvPr/>
          </p:nvSpPr>
          <p:spPr bwMode="auto">
            <a:xfrm>
              <a:off x="979" y="1459"/>
              <a:ext cx="310" cy="291"/>
            </a:xfrm>
            <a:prstGeom prst="rect">
              <a:avLst/>
            </a:prstGeom>
            <a:noFill/>
            <a:ln w="12700" cap="sq">
              <a:noFill/>
              <a:miter lim="800000"/>
            </a:ln>
          </p:spPr>
          <p:txBody>
            <a:bodyPr wrap="none">
              <a:spAutoFit/>
            </a:bodyPr>
            <a:lstStyle/>
            <a:p>
              <a:pPr algn="ctr"/>
              <a:r>
                <a:rPr lang="zh-CN" altLang="en-US" sz="2400">
                  <a:solidFill>
                    <a:srgbClr val="FD3968"/>
                  </a:solidFill>
                  <a:sym typeface="Marlett" pitchFamily="2" charset="2"/>
                </a:rPr>
                <a:t></a:t>
              </a:r>
              <a:endParaRPr lang="zh-CN" altLang="en-US" sz="2400">
                <a:solidFill>
                  <a:srgbClr val="FD3968"/>
                </a:solidFill>
              </a:endParaRPr>
            </a:p>
          </p:txBody>
        </p:sp>
      </p:grpSp>
      <p:grpSp>
        <p:nvGrpSpPr>
          <p:cNvPr id="5" name="Group 28"/>
          <p:cNvGrpSpPr/>
          <p:nvPr/>
        </p:nvGrpSpPr>
        <p:grpSpPr bwMode="auto">
          <a:xfrm>
            <a:off x="2495030" y="3364638"/>
            <a:ext cx="3181349" cy="527051"/>
            <a:chOff x="994" y="2197"/>
            <a:chExt cx="2004" cy="332"/>
          </a:xfrm>
        </p:grpSpPr>
        <p:sp>
          <p:nvSpPr>
            <p:cNvPr id="62492" name="Rectangle 11"/>
            <p:cNvSpPr>
              <a:spLocks noChangeArrowheads="1"/>
            </p:cNvSpPr>
            <p:nvPr/>
          </p:nvSpPr>
          <p:spPr bwMode="auto">
            <a:xfrm>
              <a:off x="1222" y="2197"/>
              <a:ext cx="1776" cy="265"/>
            </a:xfrm>
            <a:prstGeom prst="rect">
              <a:avLst/>
            </a:prstGeom>
            <a:noFill/>
            <a:ln w="12700" cap="sq">
              <a:noFill/>
              <a:miter lim="800000"/>
            </a:ln>
          </p:spPr>
          <p:txBody>
            <a:bodyPr>
              <a:spAutoFit/>
            </a:bodyPr>
            <a:lstStyle/>
            <a:p>
              <a:pPr>
                <a:lnSpc>
                  <a:spcPct val="90000"/>
                </a:lnSpc>
                <a:spcBef>
                  <a:spcPct val="0"/>
                </a:spcBef>
              </a:pPr>
              <a:r>
                <a:rPr kumimoji="1" lang="zh-CN" altLang="en-US" sz="2400">
                  <a:solidFill>
                    <a:srgbClr val="004B96"/>
                  </a:solidFill>
                  <a:ea typeface="幼圆" pitchFamily="49" charset="-122"/>
                </a:rPr>
                <a:t>构造原理。</a:t>
              </a:r>
              <a:endParaRPr kumimoji="1" lang="zh-CN" altLang="en-US" sz="2400">
                <a:solidFill>
                  <a:srgbClr val="004B96"/>
                </a:solidFill>
                <a:ea typeface="幼圆" pitchFamily="49" charset="-122"/>
              </a:endParaRPr>
            </a:p>
          </p:txBody>
        </p:sp>
        <p:sp>
          <p:nvSpPr>
            <p:cNvPr id="62493" name="Text Box 19"/>
            <p:cNvSpPr txBox="1">
              <a:spLocks noChangeArrowheads="1"/>
            </p:cNvSpPr>
            <p:nvPr/>
          </p:nvSpPr>
          <p:spPr bwMode="auto">
            <a:xfrm>
              <a:off x="994" y="2238"/>
              <a:ext cx="310" cy="291"/>
            </a:xfrm>
            <a:prstGeom prst="rect">
              <a:avLst/>
            </a:prstGeom>
            <a:noFill/>
            <a:ln w="12700" cap="sq">
              <a:noFill/>
              <a:miter lim="800000"/>
            </a:ln>
          </p:spPr>
          <p:txBody>
            <a:bodyPr wrap="none">
              <a:spAutoFit/>
            </a:bodyPr>
            <a:lstStyle/>
            <a:p>
              <a:pPr algn="ctr"/>
              <a:r>
                <a:rPr lang="zh-CN" altLang="en-US" sz="2400">
                  <a:solidFill>
                    <a:srgbClr val="FD3968"/>
                  </a:solidFill>
                  <a:sym typeface="Marlett" pitchFamily="2" charset="2"/>
                </a:rPr>
                <a:t></a:t>
              </a:r>
              <a:endParaRPr lang="zh-CN" altLang="en-US" sz="2400">
                <a:solidFill>
                  <a:srgbClr val="FD3968"/>
                </a:solidFill>
              </a:endParaRPr>
            </a:p>
          </p:txBody>
        </p:sp>
      </p:grpSp>
      <p:grpSp>
        <p:nvGrpSpPr>
          <p:cNvPr id="6" name="Group 29"/>
          <p:cNvGrpSpPr/>
          <p:nvPr/>
        </p:nvGrpSpPr>
        <p:grpSpPr bwMode="auto">
          <a:xfrm>
            <a:off x="2499792" y="3728174"/>
            <a:ext cx="5614988" cy="538162"/>
            <a:chOff x="997" y="2400"/>
            <a:chExt cx="3537" cy="339"/>
          </a:xfrm>
        </p:grpSpPr>
        <p:sp>
          <p:nvSpPr>
            <p:cNvPr id="62490" name="Rectangle 12"/>
            <p:cNvSpPr>
              <a:spLocks noChangeArrowheads="1"/>
            </p:cNvSpPr>
            <p:nvPr/>
          </p:nvSpPr>
          <p:spPr bwMode="auto">
            <a:xfrm>
              <a:off x="1222" y="2400"/>
              <a:ext cx="3312" cy="265"/>
            </a:xfrm>
            <a:prstGeom prst="rect">
              <a:avLst/>
            </a:prstGeom>
            <a:noFill/>
            <a:ln w="12700" cap="sq">
              <a:noFill/>
              <a:miter lim="800000"/>
            </a:ln>
          </p:spPr>
          <p:txBody>
            <a:bodyPr>
              <a:spAutoFit/>
            </a:bodyPr>
            <a:lstStyle/>
            <a:p>
              <a:pPr>
                <a:lnSpc>
                  <a:spcPct val="90000"/>
                </a:lnSpc>
                <a:spcBef>
                  <a:spcPct val="0"/>
                </a:spcBef>
              </a:pPr>
              <a:r>
                <a:rPr kumimoji="1" lang="zh-CN" altLang="en-US" sz="2400">
                  <a:solidFill>
                    <a:srgbClr val="004B96"/>
                  </a:solidFill>
                  <a:ea typeface="幼圆" pitchFamily="49" charset="-122"/>
                </a:rPr>
                <a:t>插入、删除操作对应的算法设计。</a:t>
              </a:r>
              <a:endParaRPr kumimoji="1" lang="zh-CN" altLang="en-US" sz="2400">
                <a:solidFill>
                  <a:srgbClr val="004B96"/>
                </a:solidFill>
                <a:ea typeface="幼圆" pitchFamily="49" charset="-122"/>
              </a:endParaRPr>
            </a:p>
          </p:txBody>
        </p:sp>
        <p:sp>
          <p:nvSpPr>
            <p:cNvPr id="62491" name="Text Box 20"/>
            <p:cNvSpPr txBox="1">
              <a:spLocks noChangeArrowheads="1"/>
            </p:cNvSpPr>
            <p:nvPr/>
          </p:nvSpPr>
          <p:spPr bwMode="auto">
            <a:xfrm>
              <a:off x="997" y="2448"/>
              <a:ext cx="310" cy="291"/>
            </a:xfrm>
            <a:prstGeom prst="rect">
              <a:avLst/>
            </a:prstGeom>
            <a:noFill/>
            <a:ln w="12700" cap="sq">
              <a:noFill/>
              <a:miter lim="800000"/>
            </a:ln>
          </p:spPr>
          <p:txBody>
            <a:bodyPr wrap="none">
              <a:spAutoFit/>
            </a:bodyPr>
            <a:lstStyle/>
            <a:p>
              <a:pPr algn="ctr"/>
              <a:r>
                <a:rPr lang="zh-CN" altLang="en-US" sz="2400">
                  <a:solidFill>
                    <a:srgbClr val="FD3968"/>
                  </a:solidFill>
                  <a:sym typeface="Marlett" pitchFamily="2" charset="2"/>
                </a:rPr>
                <a:t></a:t>
              </a:r>
              <a:endParaRPr lang="zh-CN" altLang="en-US" sz="2400">
                <a:solidFill>
                  <a:srgbClr val="FD3968"/>
                </a:solidFill>
              </a:endParaRPr>
            </a:p>
          </p:txBody>
        </p:sp>
      </p:grpSp>
      <p:grpSp>
        <p:nvGrpSpPr>
          <p:cNvPr id="7" name="Group 90"/>
          <p:cNvGrpSpPr/>
          <p:nvPr/>
        </p:nvGrpSpPr>
        <p:grpSpPr bwMode="auto">
          <a:xfrm>
            <a:off x="2488679" y="4113936"/>
            <a:ext cx="3565524" cy="530225"/>
            <a:chOff x="990" y="2308"/>
            <a:chExt cx="2246" cy="334"/>
          </a:xfrm>
        </p:grpSpPr>
        <p:sp>
          <p:nvSpPr>
            <p:cNvPr id="62488" name="Rectangle 13"/>
            <p:cNvSpPr>
              <a:spLocks noChangeArrowheads="1"/>
            </p:cNvSpPr>
            <p:nvPr/>
          </p:nvSpPr>
          <p:spPr bwMode="auto">
            <a:xfrm>
              <a:off x="1227" y="2308"/>
              <a:ext cx="2009" cy="288"/>
            </a:xfrm>
            <a:prstGeom prst="rect">
              <a:avLst/>
            </a:prstGeom>
            <a:noFill/>
            <a:ln w="12700" cap="sq">
              <a:noFill/>
              <a:miter lim="800000"/>
            </a:ln>
          </p:spPr>
          <p:txBody>
            <a:bodyPr>
              <a:spAutoFit/>
            </a:bodyPr>
            <a:lstStyle/>
            <a:p>
              <a:r>
                <a:rPr kumimoji="1" lang="zh-CN" altLang="en-US" sz="2400">
                  <a:solidFill>
                    <a:srgbClr val="004B96"/>
                  </a:solidFill>
                  <a:ea typeface="幼圆" pitchFamily="49" charset="-122"/>
                </a:rPr>
                <a:t>特点</a:t>
              </a:r>
              <a:r>
                <a:rPr kumimoji="1" lang="en-US" altLang="zh-CN" sz="2400">
                  <a:solidFill>
                    <a:srgbClr val="004B96"/>
                  </a:solidFill>
                  <a:ea typeface="幼圆" pitchFamily="49" charset="-122"/>
                </a:rPr>
                <a:t>(</a:t>
              </a:r>
              <a:r>
                <a:rPr kumimoji="1" lang="zh-CN" altLang="en-US" sz="2400">
                  <a:solidFill>
                    <a:srgbClr val="004B96"/>
                  </a:solidFill>
                  <a:ea typeface="幼圆" pitchFamily="49" charset="-122"/>
                </a:rPr>
                <a:t>优点、缺点</a:t>
              </a:r>
              <a:r>
                <a:rPr kumimoji="1" lang="en-US" altLang="zh-CN" sz="2400">
                  <a:solidFill>
                    <a:srgbClr val="004B96"/>
                  </a:solidFill>
                  <a:ea typeface="幼圆" pitchFamily="49" charset="-122"/>
                </a:rPr>
                <a:t>)</a:t>
              </a:r>
              <a:r>
                <a:rPr kumimoji="1" lang="zh-CN" altLang="en-US" sz="2400">
                  <a:solidFill>
                    <a:srgbClr val="004B96"/>
                  </a:solidFill>
                  <a:ea typeface="幼圆" pitchFamily="49" charset="-122"/>
                </a:rPr>
                <a:t>。</a:t>
              </a:r>
              <a:endParaRPr kumimoji="1" lang="zh-CN" altLang="en-US" sz="2400">
                <a:solidFill>
                  <a:srgbClr val="004B96"/>
                </a:solidFill>
                <a:ea typeface="幼圆" pitchFamily="49" charset="-122"/>
              </a:endParaRPr>
            </a:p>
          </p:txBody>
        </p:sp>
        <p:sp>
          <p:nvSpPr>
            <p:cNvPr id="62489" name="Text Box 21"/>
            <p:cNvSpPr txBox="1">
              <a:spLocks noChangeArrowheads="1"/>
            </p:cNvSpPr>
            <p:nvPr/>
          </p:nvSpPr>
          <p:spPr bwMode="auto">
            <a:xfrm>
              <a:off x="990" y="2351"/>
              <a:ext cx="310" cy="291"/>
            </a:xfrm>
            <a:prstGeom prst="rect">
              <a:avLst/>
            </a:prstGeom>
            <a:noFill/>
            <a:ln w="12700" cap="sq">
              <a:noFill/>
              <a:miter lim="800000"/>
            </a:ln>
          </p:spPr>
          <p:txBody>
            <a:bodyPr wrap="none">
              <a:spAutoFit/>
            </a:bodyPr>
            <a:lstStyle/>
            <a:p>
              <a:pPr algn="ctr"/>
              <a:r>
                <a:rPr lang="zh-CN" altLang="en-US" sz="2400">
                  <a:solidFill>
                    <a:srgbClr val="FD3968"/>
                  </a:solidFill>
                  <a:sym typeface="Marlett" pitchFamily="2" charset="2"/>
                </a:rPr>
                <a:t></a:t>
              </a:r>
              <a:endParaRPr lang="zh-CN" altLang="en-US" sz="2400">
                <a:solidFill>
                  <a:srgbClr val="FD3968"/>
                </a:solidFill>
              </a:endParaRPr>
            </a:p>
          </p:txBody>
        </p:sp>
      </p:grpSp>
      <p:grpSp>
        <p:nvGrpSpPr>
          <p:cNvPr id="8" name="Group 31"/>
          <p:cNvGrpSpPr/>
          <p:nvPr/>
        </p:nvGrpSpPr>
        <p:grpSpPr bwMode="auto">
          <a:xfrm>
            <a:off x="2488679" y="5187085"/>
            <a:ext cx="7191374" cy="544513"/>
            <a:chOff x="990" y="3216"/>
            <a:chExt cx="4530" cy="343"/>
          </a:xfrm>
        </p:grpSpPr>
        <p:sp>
          <p:nvSpPr>
            <p:cNvPr id="62486" name="Rectangle 14"/>
            <p:cNvSpPr>
              <a:spLocks noChangeArrowheads="1"/>
            </p:cNvSpPr>
            <p:nvPr/>
          </p:nvSpPr>
          <p:spPr bwMode="auto">
            <a:xfrm>
              <a:off x="1248" y="3216"/>
              <a:ext cx="4272" cy="265"/>
            </a:xfrm>
            <a:prstGeom prst="rect">
              <a:avLst/>
            </a:prstGeom>
            <a:noFill/>
            <a:ln w="12700" cap="sq">
              <a:noFill/>
              <a:miter lim="800000"/>
            </a:ln>
          </p:spPr>
          <p:txBody>
            <a:bodyPr>
              <a:spAutoFit/>
            </a:bodyPr>
            <a:lstStyle/>
            <a:p>
              <a:pPr>
                <a:lnSpc>
                  <a:spcPct val="90000"/>
                </a:lnSpc>
                <a:spcBef>
                  <a:spcPct val="0"/>
                </a:spcBef>
              </a:pPr>
              <a:r>
                <a:rPr kumimoji="1" lang="zh-CN" altLang="en-US" sz="2400">
                  <a:solidFill>
                    <a:srgbClr val="004B96"/>
                  </a:solidFill>
                  <a:ea typeface="幼圆" pitchFamily="49" charset="-122"/>
                </a:rPr>
                <a:t>线性链表、循环链表和双向链表的构造原理。</a:t>
              </a:r>
              <a:endParaRPr kumimoji="1" lang="zh-CN" altLang="en-US" sz="2400">
                <a:solidFill>
                  <a:srgbClr val="004B96"/>
                </a:solidFill>
                <a:ea typeface="幼圆" pitchFamily="49" charset="-122"/>
              </a:endParaRPr>
            </a:p>
          </p:txBody>
        </p:sp>
        <p:sp>
          <p:nvSpPr>
            <p:cNvPr id="62487" name="Text Box 22"/>
            <p:cNvSpPr txBox="1">
              <a:spLocks noChangeArrowheads="1"/>
            </p:cNvSpPr>
            <p:nvPr/>
          </p:nvSpPr>
          <p:spPr bwMode="auto">
            <a:xfrm>
              <a:off x="990" y="3268"/>
              <a:ext cx="310" cy="291"/>
            </a:xfrm>
            <a:prstGeom prst="rect">
              <a:avLst/>
            </a:prstGeom>
            <a:noFill/>
            <a:ln w="12700" cap="sq">
              <a:noFill/>
              <a:miter lim="800000"/>
            </a:ln>
          </p:spPr>
          <p:txBody>
            <a:bodyPr wrap="none">
              <a:spAutoFit/>
            </a:bodyPr>
            <a:lstStyle/>
            <a:p>
              <a:pPr algn="ctr"/>
              <a:r>
                <a:rPr lang="zh-CN" altLang="en-US" sz="2400">
                  <a:solidFill>
                    <a:srgbClr val="FD3968"/>
                  </a:solidFill>
                  <a:sym typeface="Marlett" pitchFamily="2" charset="2"/>
                </a:rPr>
                <a:t></a:t>
              </a:r>
              <a:endParaRPr lang="zh-CN" altLang="en-US" sz="2400">
                <a:solidFill>
                  <a:srgbClr val="FD3968"/>
                </a:solidFill>
              </a:endParaRPr>
            </a:p>
          </p:txBody>
        </p:sp>
      </p:grpSp>
      <p:grpSp>
        <p:nvGrpSpPr>
          <p:cNvPr id="9" name="Group 32"/>
          <p:cNvGrpSpPr/>
          <p:nvPr/>
        </p:nvGrpSpPr>
        <p:grpSpPr bwMode="auto">
          <a:xfrm>
            <a:off x="2488679" y="5568089"/>
            <a:ext cx="7572374" cy="530226"/>
            <a:chOff x="990" y="3489"/>
            <a:chExt cx="4770" cy="334"/>
          </a:xfrm>
        </p:grpSpPr>
        <p:sp>
          <p:nvSpPr>
            <p:cNvPr id="62484" name="Rectangle 15"/>
            <p:cNvSpPr>
              <a:spLocks noChangeArrowheads="1"/>
            </p:cNvSpPr>
            <p:nvPr/>
          </p:nvSpPr>
          <p:spPr bwMode="auto">
            <a:xfrm>
              <a:off x="1248" y="3489"/>
              <a:ext cx="4512" cy="265"/>
            </a:xfrm>
            <a:prstGeom prst="rect">
              <a:avLst/>
            </a:prstGeom>
            <a:noFill/>
            <a:ln w="12700" cap="sq">
              <a:noFill/>
              <a:miter lim="800000"/>
            </a:ln>
          </p:spPr>
          <p:txBody>
            <a:bodyPr>
              <a:spAutoFit/>
            </a:bodyPr>
            <a:lstStyle/>
            <a:p>
              <a:pPr>
                <a:lnSpc>
                  <a:spcPct val="90000"/>
                </a:lnSpc>
                <a:spcBef>
                  <a:spcPct val="0"/>
                </a:spcBef>
              </a:pPr>
              <a:r>
                <a:rPr kumimoji="1" lang="zh-CN" altLang="en-US" sz="2400">
                  <a:solidFill>
                    <a:srgbClr val="004B96"/>
                  </a:solidFill>
                  <a:ea typeface="幼圆" pitchFamily="49" charset="-122"/>
                </a:rPr>
                <a:t>各种链表中进行插入、删除操作对应的算法设计。</a:t>
              </a:r>
              <a:endParaRPr kumimoji="1" lang="zh-CN" altLang="en-US" sz="2400">
                <a:solidFill>
                  <a:srgbClr val="004B96"/>
                </a:solidFill>
                <a:ea typeface="幼圆" pitchFamily="49" charset="-122"/>
              </a:endParaRPr>
            </a:p>
          </p:txBody>
        </p:sp>
        <p:sp>
          <p:nvSpPr>
            <p:cNvPr id="62485" name="Text Box 23"/>
            <p:cNvSpPr txBox="1">
              <a:spLocks noChangeArrowheads="1"/>
            </p:cNvSpPr>
            <p:nvPr/>
          </p:nvSpPr>
          <p:spPr bwMode="auto">
            <a:xfrm>
              <a:off x="990" y="3532"/>
              <a:ext cx="310" cy="291"/>
            </a:xfrm>
            <a:prstGeom prst="rect">
              <a:avLst/>
            </a:prstGeom>
            <a:noFill/>
            <a:ln w="12700" cap="sq">
              <a:noFill/>
              <a:miter lim="800000"/>
            </a:ln>
          </p:spPr>
          <p:txBody>
            <a:bodyPr wrap="none">
              <a:spAutoFit/>
            </a:bodyPr>
            <a:lstStyle/>
            <a:p>
              <a:pPr algn="ctr"/>
              <a:r>
                <a:rPr lang="zh-CN" altLang="en-US" sz="2400">
                  <a:solidFill>
                    <a:srgbClr val="FD3968"/>
                  </a:solidFill>
                  <a:sym typeface="Marlett" pitchFamily="2" charset="2"/>
                </a:rPr>
                <a:t></a:t>
              </a:r>
              <a:endParaRPr lang="zh-CN" altLang="en-US" sz="2400">
                <a:solidFill>
                  <a:srgbClr val="FD3968"/>
                </a:solidFill>
              </a:endParaRPr>
            </a:p>
          </p:txBody>
        </p:sp>
      </p:grpSp>
      <p:sp>
        <p:nvSpPr>
          <p:cNvPr id="273441" name="AutoShape 33"/>
          <p:cNvSpPr/>
          <p:nvPr/>
        </p:nvSpPr>
        <p:spPr bwMode="auto">
          <a:xfrm>
            <a:off x="2060054" y="1231035"/>
            <a:ext cx="304800" cy="3810000"/>
          </a:xfrm>
          <a:prstGeom prst="leftBrace">
            <a:avLst>
              <a:gd name="adj1" fmla="val 104167"/>
              <a:gd name="adj2" fmla="val 50000"/>
            </a:avLst>
          </a:prstGeom>
          <a:noFill/>
          <a:ln w="44450" cap="sq">
            <a:solidFill>
              <a:srgbClr val="008000"/>
            </a:solidFill>
            <a:round/>
          </a:ln>
        </p:spPr>
        <p:txBody>
          <a:bodyPr wrap="none" anchor="ctr"/>
          <a:lstStyle/>
          <a:p>
            <a:endParaRPr lang="zh-CN" altLang="en-US"/>
          </a:p>
        </p:txBody>
      </p:sp>
      <p:grpSp>
        <p:nvGrpSpPr>
          <p:cNvPr id="10" name="Group 51"/>
          <p:cNvGrpSpPr/>
          <p:nvPr/>
        </p:nvGrpSpPr>
        <p:grpSpPr bwMode="auto">
          <a:xfrm>
            <a:off x="2495030" y="5931620"/>
            <a:ext cx="2419349" cy="593724"/>
            <a:chOff x="990" y="2596"/>
            <a:chExt cx="1524" cy="374"/>
          </a:xfrm>
        </p:grpSpPr>
        <p:sp>
          <p:nvSpPr>
            <p:cNvPr id="62482" name="Rectangle 52"/>
            <p:cNvSpPr>
              <a:spLocks noChangeArrowheads="1"/>
            </p:cNvSpPr>
            <p:nvPr/>
          </p:nvSpPr>
          <p:spPr bwMode="auto">
            <a:xfrm>
              <a:off x="1234" y="2596"/>
              <a:ext cx="1280" cy="291"/>
            </a:xfrm>
            <a:prstGeom prst="rect">
              <a:avLst/>
            </a:prstGeom>
            <a:noFill/>
            <a:ln w="12700" cap="sq">
              <a:noFill/>
              <a:miter lim="800000"/>
            </a:ln>
          </p:spPr>
          <p:txBody>
            <a:bodyPr wrap="none">
              <a:spAutoFit/>
            </a:bodyPr>
            <a:lstStyle/>
            <a:p>
              <a:r>
                <a:rPr kumimoji="1" lang="zh-CN" altLang="en-US" sz="2400" dirty="0">
                  <a:solidFill>
                    <a:srgbClr val="004B96"/>
                  </a:solidFill>
                  <a:ea typeface="幼圆" pitchFamily="49" charset="-122"/>
                </a:rPr>
                <a:t>头结点问题。</a:t>
              </a:r>
              <a:endParaRPr kumimoji="1" lang="zh-CN" altLang="en-US" sz="2400" dirty="0">
                <a:solidFill>
                  <a:srgbClr val="004B96"/>
                </a:solidFill>
                <a:ea typeface="幼圆" pitchFamily="49" charset="-122"/>
              </a:endParaRPr>
            </a:p>
          </p:txBody>
        </p:sp>
        <p:sp>
          <p:nvSpPr>
            <p:cNvPr id="62483" name="Text Box 53"/>
            <p:cNvSpPr txBox="1">
              <a:spLocks noChangeArrowheads="1"/>
            </p:cNvSpPr>
            <p:nvPr/>
          </p:nvSpPr>
          <p:spPr bwMode="auto">
            <a:xfrm>
              <a:off x="990" y="2679"/>
              <a:ext cx="310" cy="291"/>
            </a:xfrm>
            <a:prstGeom prst="rect">
              <a:avLst/>
            </a:prstGeom>
            <a:noFill/>
            <a:ln w="12700" cap="sq">
              <a:noFill/>
              <a:miter lim="800000"/>
            </a:ln>
          </p:spPr>
          <p:txBody>
            <a:bodyPr wrap="none">
              <a:spAutoFit/>
            </a:bodyPr>
            <a:lstStyle/>
            <a:p>
              <a:pPr algn="ctr"/>
              <a:r>
                <a:rPr lang="zh-CN" altLang="en-US" sz="2400">
                  <a:solidFill>
                    <a:srgbClr val="FD3968"/>
                  </a:solidFill>
                  <a:sym typeface="Marlett" pitchFamily="2" charset="2"/>
                </a:rPr>
                <a:t></a:t>
              </a:r>
              <a:endParaRPr lang="zh-CN" altLang="en-US" sz="2400">
                <a:solidFill>
                  <a:srgbClr val="FD3968"/>
                </a:solidFill>
              </a:endParaRPr>
            </a:p>
          </p:txBody>
        </p:sp>
      </p:grpSp>
      <p:grpSp>
        <p:nvGrpSpPr>
          <p:cNvPr id="11" name="Group 89"/>
          <p:cNvGrpSpPr/>
          <p:nvPr/>
        </p:nvGrpSpPr>
        <p:grpSpPr bwMode="auto">
          <a:xfrm>
            <a:off x="1298054" y="2583585"/>
            <a:ext cx="609600" cy="1371600"/>
            <a:chOff x="384" y="2832"/>
            <a:chExt cx="384" cy="864"/>
          </a:xfrm>
        </p:grpSpPr>
        <p:sp>
          <p:nvSpPr>
            <p:cNvPr id="62480" name="Oval 87"/>
            <p:cNvSpPr>
              <a:spLocks noChangeArrowheads="1"/>
            </p:cNvSpPr>
            <p:nvPr/>
          </p:nvSpPr>
          <p:spPr bwMode="auto">
            <a:xfrm>
              <a:off x="384" y="2832"/>
              <a:ext cx="384" cy="864"/>
            </a:xfrm>
            <a:prstGeom prst="ellipse">
              <a:avLst/>
            </a:prstGeom>
            <a:solidFill>
              <a:srgbClr val="CCFFCC"/>
            </a:solidFill>
            <a:ln w="12700" cap="sq">
              <a:noFill/>
              <a:round/>
            </a:ln>
            <a:effectLst>
              <a:outerShdw dist="63500" dir="2212194" algn="ctr" rotWithShape="0">
                <a:srgbClr val="B2B2B2"/>
              </a:outerShdw>
            </a:effectLst>
          </p:spPr>
          <p:txBody>
            <a:bodyPr wrap="none" anchor="ctr"/>
            <a:lstStyle/>
            <a:p>
              <a:endParaRPr lang="zh-CN" altLang="en-US"/>
            </a:p>
          </p:txBody>
        </p:sp>
        <p:sp>
          <p:nvSpPr>
            <p:cNvPr id="62481" name="Rectangle 88"/>
            <p:cNvSpPr>
              <a:spLocks noChangeArrowheads="1"/>
            </p:cNvSpPr>
            <p:nvPr/>
          </p:nvSpPr>
          <p:spPr bwMode="auto">
            <a:xfrm>
              <a:off x="388" y="2877"/>
              <a:ext cx="365" cy="772"/>
            </a:xfrm>
            <a:prstGeom prst="rect">
              <a:avLst/>
            </a:prstGeom>
            <a:noFill/>
            <a:ln w="12700" cap="sq">
              <a:noFill/>
              <a:miter lim="800000"/>
            </a:ln>
            <a:effectLst>
              <a:outerShdw dist="12700" algn="ctr" rotWithShape="0">
                <a:schemeClr val="bg1"/>
              </a:outerShdw>
            </a:effectLst>
          </p:spPr>
          <p:txBody>
            <a:bodyPr wrap="none">
              <a:spAutoFit/>
            </a:bodyPr>
            <a:lstStyle/>
            <a:p>
              <a:pPr algn="ctr">
                <a:lnSpc>
                  <a:spcPct val="80000"/>
                </a:lnSpc>
                <a:spcBef>
                  <a:spcPct val="0"/>
                </a:spcBef>
              </a:pPr>
              <a:r>
                <a:rPr kumimoji="1" lang="zh-CN" altLang="en-US" sz="3100">
                  <a:solidFill>
                    <a:srgbClr val="FF0066"/>
                  </a:solidFill>
                  <a:ea typeface="黑体" panose="02010609060101010101" pitchFamily="2" charset="-122"/>
                </a:rPr>
                <a:t>线</a:t>
              </a:r>
              <a:endParaRPr kumimoji="1" lang="zh-CN" altLang="en-US" sz="3100">
                <a:solidFill>
                  <a:srgbClr val="FF0066"/>
                </a:solidFill>
                <a:ea typeface="黑体" panose="02010609060101010101" pitchFamily="2" charset="-122"/>
              </a:endParaRPr>
            </a:p>
            <a:p>
              <a:pPr algn="ctr">
                <a:lnSpc>
                  <a:spcPct val="80000"/>
                </a:lnSpc>
                <a:spcBef>
                  <a:spcPct val="0"/>
                </a:spcBef>
              </a:pPr>
              <a:r>
                <a:rPr kumimoji="1" lang="zh-CN" altLang="en-US" sz="3100">
                  <a:solidFill>
                    <a:srgbClr val="FF0066"/>
                  </a:solidFill>
                  <a:ea typeface="黑体" panose="02010609060101010101" pitchFamily="2" charset="-122"/>
                </a:rPr>
                <a:t>性</a:t>
              </a:r>
              <a:endParaRPr kumimoji="1" lang="zh-CN" altLang="en-US" sz="3100">
                <a:solidFill>
                  <a:srgbClr val="FF0066"/>
                </a:solidFill>
                <a:ea typeface="黑体" panose="02010609060101010101" pitchFamily="2" charset="-122"/>
              </a:endParaRPr>
            </a:p>
            <a:p>
              <a:pPr algn="ctr">
                <a:lnSpc>
                  <a:spcPct val="80000"/>
                </a:lnSpc>
                <a:spcBef>
                  <a:spcPct val="0"/>
                </a:spcBef>
              </a:pPr>
              <a:r>
                <a:rPr kumimoji="1" lang="zh-CN" altLang="en-US" sz="3100">
                  <a:solidFill>
                    <a:srgbClr val="FF0066"/>
                  </a:solidFill>
                  <a:ea typeface="黑体" panose="02010609060101010101" pitchFamily="2" charset="-122"/>
                </a:rPr>
                <a:t>表</a:t>
              </a:r>
              <a:endParaRPr kumimoji="1" lang="zh-CN" altLang="en-US" sz="3100">
                <a:solidFill>
                  <a:srgbClr val="FF0066"/>
                </a:solidFill>
                <a:ea typeface="黑体" panose="02010609060101010101" pitchFamily="2" charset="-122"/>
              </a:endParaRPr>
            </a:p>
          </p:txBody>
        </p:sp>
      </p:grpSp>
      <p:sp>
        <p:nvSpPr>
          <p:cNvPr id="12" name="矩形 11"/>
          <p:cNvSpPr/>
          <p:nvPr/>
        </p:nvSpPr>
        <p:spPr>
          <a:xfrm>
            <a:off x="2423592" y="6436328"/>
            <a:ext cx="4503156" cy="369332"/>
          </a:xfrm>
          <a:prstGeom prst="rect">
            <a:avLst/>
          </a:prstGeom>
        </p:spPr>
        <p:txBody>
          <a:bodyPr wrap="none">
            <a:spAutoFit/>
          </a:bodyPr>
          <a:lstStyle/>
          <a:p>
            <a:r>
              <a:rPr kumimoji="1" lang="zh-CN" altLang="en-US" b="1" dirty="0">
                <a:solidFill>
                  <a:srgbClr val="FF3300"/>
                </a:solidFill>
                <a:latin typeface="黑体" panose="02010609060101010101" pitchFamily="2" charset="-122"/>
                <a:ea typeface="黑体" panose="02010609060101010101" pitchFamily="2" charset="-122"/>
              </a:rPr>
              <a:t>模式匹配的</a:t>
            </a:r>
            <a:r>
              <a:rPr kumimoji="1" lang="en-US" altLang="zh-CN" b="1" dirty="0">
                <a:solidFill>
                  <a:srgbClr val="FF3300"/>
                </a:solidFill>
                <a:latin typeface="黑体" panose="02010609060101010101" pitchFamily="2" charset="-122"/>
                <a:ea typeface="黑体" panose="02010609060101010101" pitchFamily="2" charset="-122"/>
              </a:rPr>
              <a:t>KMP(Knuth-Morris-Pratt)</a:t>
            </a:r>
            <a:r>
              <a:rPr kumimoji="1" lang="zh-CN" altLang="en-US" b="1" dirty="0">
                <a:solidFill>
                  <a:srgbClr val="FF3300"/>
                </a:solidFill>
                <a:latin typeface="黑体" panose="02010609060101010101" pitchFamily="2" charset="-122"/>
                <a:ea typeface="黑体" panose="02010609060101010101" pitchFamily="2" charset="-122"/>
              </a:rPr>
              <a:t>算法</a:t>
            </a:r>
            <a:endParaRPr kumimoji="1" lang="zh-CN" altLang="en-US" b="1" dirty="0">
              <a:solidFill>
                <a:srgbClr val="FF3300"/>
              </a:solidFill>
              <a:latin typeface="黑体" panose="02010609060101010101" pitchFamily="2" charset="-122"/>
              <a:ea typeface="黑体" panose="0201060906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73413"/>
                                        </p:tgtEl>
                                        <p:attrNameLst>
                                          <p:attrName>style.visibility</p:attrName>
                                        </p:attrNameLst>
                                      </p:cBhvr>
                                      <p:to>
                                        <p:strVal val="visible"/>
                                      </p:to>
                                    </p:set>
                                    <p:animEffect transition="in" filter="dissolve">
                                      <p:cBhvr>
                                        <p:cTn id="7" dur="500"/>
                                        <p:tgtEl>
                                          <p:spTgt spid="27341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73414"/>
                                        </p:tgtEl>
                                        <p:attrNameLst>
                                          <p:attrName>style.visibility</p:attrName>
                                        </p:attrNameLst>
                                      </p:cBhvr>
                                      <p:to>
                                        <p:strVal val="visible"/>
                                      </p:to>
                                    </p:set>
                                    <p:animEffect transition="in" filter="dissolve">
                                      <p:cBhvr>
                                        <p:cTn id="12" dur="500"/>
                                        <p:tgtEl>
                                          <p:spTgt spid="27341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73415"/>
                                        </p:tgtEl>
                                        <p:attrNameLst>
                                          <p:attrName>style.visibility</p:attrName>
                                        </p:attrNameLst>
                                      </p:cBhvr>
                                      <p:to>
                                        <p:strVal val="visible"/>
                                      </p:to>
                                    </p:set>
                                    <p:animEffect transition="in" filter="dissolve">
                                      <p:cBhvr>
                                        <p:cTn id="17" dur="500"/>
                                        <p:tgtEl>
                                          <p:spTgt spid="273415"/>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grpId="0" nodeType="clickEffect">
                                  <p:stCondLst>
                                    <p:cond delay="0"/>
                                  </p:stCondLst>
                                  <p:childTnLst>
                                    <p:set>
                                      <p:cBhvr>
                                        <p:cTn id="21" dur="1" fill="hold">
                                          <p:stCondLst>
                                            <p:cond delay="0"/>
                                          </p:stCondLst>
                                        </p:cTn>
                                        <p:tgtEl>
                                          <p:spTgt spid="273441"/>
                                        </p:tgtEl>
                                        <p:attrNameLst>
                                          <p:attrName>style.visibility</p:attrName>
                                        </p:attrNameLst>
                                      </p:cBhvr>
                                      <p:to>
                                        <p:strVal val="visible"/>
                                      </p:to>
                                    </p:set>
                                    <p:animEffect transition="in" filter="barn(outHorizontal)">
                                      <p:cBhvr>
                                        <p:cTn id="22" dur="500"/>
                                        <p:tgtEl>
                                          <p:spTgt spid="27344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right)">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wipe(left)">
                                      <p:cBhvr>
                                        <p:cTn id="37" dur="500"/>
                                        <p:tgtEl>
                                          <p:spTgt spid="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wipe(left)">
                                      <p:cBhvr>
                                        <p:cTn id="42" dur="500"/>
                                        <p:tgtEl>
                                          <p:spTgt spid="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2" fill="hold" nodeType="click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wipe(right)">
                                      <p:cBhvr>
                                        <p:cTn id="47" dur="500"/>
                                        <p:tgtEl>
                                          <p:spTgt spid="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7"/>
                                        </p:tgtEl>
                                        <p:attrNameLst>
                                          <p:attrName>style.visibility</p:attrName>
                                        </p:attrNameLst>
                                      </p:cBhvr>
                                      <p:to>
                                        <p:strVal val="visible"/>
                                      </p:to>
                                    </p:set>
                                    <p:animEffect transition="in" filter="wipe(left)">
                                      <p:cBhvr>
                                        <p:cTn id="52" dur="500"/>
                                        <p:tgtEl>
                                          <p:spTgt spid="7"/>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8"/>
                                        </p:tgtEl>
                                        <p:attrNameLst>
                                          <p:attrName>style.visibility</p:attrName>
                                        </p:attrNameLst>
                                      </p:cBhvr>
                                      <p:to>
                                        <p:strVal val="visible"/>
                                      </p:to>
                                    </p:set>
                                    <p:animEffect transition="in" filter="wipe(left)">
                                      <p:cBhvr>
                                        <p:cTn id="57" dur="500"/>
                                        <p:tgtEl>
                                          <p:spTgt spid="8"/>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2" fill="hold" nodeType="clickEffect">
                                  <p:stCondLst>
                                    <p:cond delay="0"/>
                                  </p:stCondLst>
                                  <p:childTnLst>
                                    <p:set>
                                      <p:cBhvr>
                                        <p:cTn id="61" dur="1" fill="hold">
                                          <p:stCondLst>
                                            <p:cond delay="0"/>
                                          </p:stCondLst>
                                        </p:cTn>
                                        <p:tgtEl>
                                          <p:spTgt spid="9"/>
                                        </p:tgtEl>
                                        <p:attrNameLst>
                                          <p:attrName>style.visibility</p:attrName>
                                        </p:attrNameLst>
                                      </p:cBhvr>
                                      <p:to>
                                        <p:strVal val="visible"/>
                                      </p:to>
                                    </p:set>
                                    <p:animEffect transition="in" filter="wipe(right)">
                                      <p:cBhvr>
                                        <p:cTn id="62" dur="500"/>
                                        <p:tgtEl>
                                          <p:spTgt spid="9"/>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10"/>
                                        </p:tgtEl>
                                        <p:attrNameLst>
                                          <p:attrName>style.visibility</p:attrName>
                                        </p:attrNameLst>
                                      </p:cBhvr>
                                      <p:to>
                                        <p:strVal val="visible"/>
                                      </p:to>
                                    </p:set>
                                    <p:animEffect transition="in" filter="wipe(left)">
                                      <p:cBhvr>
                                        <p:cTn id="67" dur="500"/>
                                        <p:tgtEl>
                                          <p:spTgt spid="10"/>
                                        </p:tgtEl>
                                      </p:cBhvr>
                                    </p:animEffect>
                                  </p:childTnLst>
                                </p:cTn>
                              </p:par>
                            </p:childTnLst>
                          </p:cTn>
                        </p:par>
                      </p:childTnLst>
                    </p:cTn>
                  </p:par>
                  <p:par>
                    <p:cTn id="68" fill="hold">
                      <p:stCondLst>
                        <p:cond delay="indefinite"/>
                      </p:stCondLst>
                      <p:childTnLst>
                        <p:par>
                          <p:cTn id="69" fill="hold">
                            <p:stCondLst>
                              <p:cond delay="0"/>
                            </p:stCondLst>
                            <p:childTnLst>
                              <p:par>
                                <p:cTn id="70" presetID="2" presetClass="entr" presetSubtype="4" fill="hold" grpId="0" nodeType="clickEffect">
                                  <p:stCondLst>
                                    <p:cond delay="0"/>
                                  </p:stCondLst>
                                  <p:childTnLst>
                                    <p:set>
                                      <p:cBhvr>
                                        <p:cTn id="71" dur="1" fill="hold">
                                          <p:stCondLst>
                                            <p:cond delay="0"/>
                                          </p:stCondLst>
                                        </p:cTn>
                                        <p:tgtEl>
                                          <p:spTgt spid="12"/>
                                        </p:tgtEl>
                                        <p:attrNameLst>
                                          <p:attrName>style.visibility</p:attrName>
                                        </p:attrNameLst>
                                      </p:cBhvr>
                                      <p:to>
                                        <p:strVal val="visible"/>
                                      </p:to>
                                    </p:set>
                                    <p:anim calcmode="lin" valueType="num">
                                      <p:cBhvr additive="base">
                                        <p:cTn id="72" dur="500" fill="hold"/>
                                        <p:tgtEl>
                                          <p:spTgt spid="12"/>
                                        </p:tgtEl>
                                        <p:attrNameLst>
                                          <p:attrName>ppt_x</p:attrName>
                                        </p:attrNameLst>
                                      </p:cBhvr>
                                      <p:tavLst>
                                        <p:tav tm="0">
                                          <p:val>
                                            <p:strVal val="#ppt_x"/>
                                          </p:val>
                                        </p:tav>
                                        <p:tav tm="100000">
                                          <p:val>
                                            <p:strVal val="#ppt_x"/>
                                          </p:val>
                                        </p:tav>
                                      </p:tavLst>
                                    </p:anim>
                                    <p:anim calcmode="lin" valueType="num">
                                      <p:cBhvr additive="base">
                                        <p:cTn id="73"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3413" grpId="0" autoUpdateAnimBg="0"/>
      <p:bldP spid="273414" grpId="0" autoUpdateAnimBg="0"/>
      <p:bldP spid="273415" grpId="0" autoUpdateAnimBg="0"/>
      <p:bldP spid="273441" grpId="0" animBg="1"/>
      <p:bldP spid="12" grpId="0"/>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a:p>
        </p:txBody>
      </p:sp>
      <p:grpSp>
        <p:nvGrpSpPr>
          <p:cNvPr id="3" name="Group 38"/>
          <p:cNvGrpSpPr/>
          <p:nvPr/>
        </p:nvGrpSpPr>
        <p:grpSpPr bwMode="auto">
          <a:xfrm>
            <a:off x="3575720" y="2348880"/>
            <a:ext cx="5049316" cy="2629396"/>
            <a:chOff x="289" y="1200"/>
            <a:chExt cx="5136" cy="2352"/>
          </a:xfrm>
        </p:grpSpPr>
        <p:sp>
          <p:nvSpPr>
            <p:cNvPr id="4" name="Freeform 9"/>
            <p:cNvSpPr/>
            <p:nvPr/>
          </p:nvSpPr>
          <p:spPr bwMode="auto">
            <a:xfrm>
              <a:off x="289" y="1200"/>
              <a:ext cx="5136" cy="2352"/>
            </a:xfrm>
            <a:custGeom>
              <a:avLst/>
              <a:gdLst>
                <a:gd name="T0" fmla="*/ 517 w 4969"/>
                <a:gd name="T1" fmla="*/ 63 h 2578"/>
                <a:gd name="T2" fmla="*/ 1684 w 4969"/>
                <a:gd name="T3" fmla="*/ 68 h 2578"/>
                <a:gd name="T4" fmla="*/ 2638 w 4969"/>
                <a:gd name="T5" fmla="*/ 39 h 2578"/>
                <a:gd name="T6" fmla="*/ 3377 w 4969"/>
                <a:gd name="T7" fmla="*/ 63 h 2578"/>
                <a:gd name="T8" fmla="*/ 4047 w 4969"/>
                <a:gd name="T9" fmla="*/ 99 h 2578"/>
                <a:gd name="T10" fmla="*/ 5455 w 4969"/>
                <a:gd name="T11" fmla="*/ 93 h 2578"/>
                <a:gd name="T12" fmla="*/ 6011 w 4969"/>
                <a:gd name="T13" fmla="*/ 63 h 2578"/>
                <a:gd name="T14" fmla="*/ 6211 w 4969"/>
                <a:gd name="T15" fmla="*/ 111 h 2578"/>
                <a:gd name="T16" fmla="*/ 6181 w 4969"/>
                <a:gd name="T17" fmla="*/ 129 h 2578"/>
                <a:gd name="T18" fmla="*/ 6154 w 4969"/>
                <a:gd name="T19" fmla="*/ 349 h 2578"/>
                <a:gd name="T20" fmla="*/ 6124 w 4969"/>
                <a:gd name="T21" fmla="*/ 539 h 2578"/>
                <a:gd name="T22" fmla="*/ 6099 w 4969"/>
                <a:gd name="T23" fmla="*/ 884 h 2578"/>
                <a:gd name="T24" fmla="*/ 6111 w 4969"/>
                <a:gd name="T25" fmla="*/ 826 h 2578"/>
                <a:gd name="T26" fmla="*/ 6124 w 4969"/>
                <a:gd name="T27" fmla="*/ 794 h 2578"/>
                <a:gd name="T28" fmla="*/ 6140 w 4969"/>
                <a:gd name="T29" fmla="*/ 826 h 2578"/>
                <a:gd name="T30" fmla="*/ 6169 w 4969"/>
                <a:gd name="T31" fmla="*/ 842 h 2578"/>
                <a:gd name="T32" fmla="*/ 6140 w 4969"/>
                <a:gd name="T33" fmla="*/ 1336 h 2578"/>
                <a:gd name="T34" fmla="*/ 4789 w 4969"/>
                <a:gd name="T35" fmla="*/ 1329 h 2578"/>
                <a:gd name="T36" fmla="*/ 4871 w 4969"/>
                <a:gd name="T37" fmla="*/ 1324 h 2578"/>
                <a:gd name="T38" fmla="*/ 3535 w 4969"/>
                <a:gd name="T39" fmla="*/ 1316 h 2578"/>
                <a:gd name="T40" fmla="*/ 2083 w 4969"/>
                <a:gd name="T41" fmla="*/ 1299 h 2578"/>
                <a:gd name="T42" fmla="*/ 1242 w 4969"/>
                <a:gd name="T43" fmla="*/ 1299 h 2578"/>
                <a:gd name="T44" fmla="*/ 161 w 4969"/>
                <a:gd name="T45" fmla="*/ 1353 h 2578"/>
                <a:gd name="T46" fmla="*/ 90 w 4969"/>
                <a:gd name="T47" fmla="*/ 663 h 2578"/>
                <a:gd name="T48" fmla="*/ 133 w 4969"/>
                <a:gd name="T49" fmla="*/ 82 h 2578"/>
                <a:gd name="T50" fmla="*/ 190 w 4969"/>
                <a:gd name="T51" fmla="*/ 88 h 2578"/>
                <a:gd name="T52" fmla="*/ 275 w 4969"/>
                <a:gd name="T53" fmla="*/ 99 h 2578"/>
                <a:gd name="T54" fmla="*/ 389 w 4969"/>
                <a:gd name="T55" fmla="*/ 52 h 2578"/>
                <a:gd name="T56" fmla="*/ 517 w 4969"/>
                <a:gd name="T57" fmla="*/ 63 h 2578"/>
                <a:gd name="T58" fmla="*/ 517 w 4969"/>
                <a:gd name="T59" fmla="*/ 63 h 257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4969" h="2578">
                  <a:moveTo>
                    <a:pt x="410" y="121"/>
                  </a:moveTo>
                  <a:cubicBezTo>
                    <a:pt x="749" y="132"/>
                    <a:pt x="984" y="140"/>
                    <a:pt x="1336" y="132"/>
                  </a:cubicBezTo>
                  <a:cubicBezTo>
                    <a:pt x="1588" y="105"/>
                    <a:pt x="1841" y="98"/>
                    <a:pt x="2093" y="76"/>
                  </a:cubicBezTo>
                  <a:cubicBezTo>
                    <a:pt x="1871" y="226"/>
                    <a:pt x="2499" y="91"/>
                    <a:pt x="2680" y="121"/>
                  </a:cubicBezTo>
                  <a:cubicBezTo>
                    <a:pt x="3241" y="111"/>
                    <a:pt x="3496" y="0"/>
                    <a:pt x="3211" y="189"/>
                  </a:cubicBezTo>
                  <a:cubicBezTo>
                    <a:pt x="2900" y="395"/>
                    <a:pt x="3956" y="182"/>
                    <a:pt x="4329" y="178"/>
                  </a:cubicBezTo>
                  <a:cubicBezTo>
                    <a:pt x="4474" y="140"/>
                    <a:pt x="4621" y="130"/>
                    <a:pt x="4770" y="121"/>
                  </a:cubicBezTo>
                  <a:cubicBezTo>
                    <a:pt x="4910" y="140"/>
                    <a:pt x="4969" y="91"/>
                    <a:pt x="4928" y="212"/>
                  </a:cubicBezTo>
                  <a:cubicBezTo>
                    <a:pt x="4924" y="225"/>
                    <a:pt x="4913" y="234"/>
                    <a:pt x="4905" y="245"/>
                  </a:cubicBezTo>
                  <a:cubicBezTo>
                    <a:pt x="4854" y="402"/>
                    <a:pt x="4898" y="255"/>
                    <a:pt x="4883" y="663"/>
                  </a:cubicBezTo>
                  <a:cubicBezTo>
                    <a:pt x="4875" y="867"/>
                    <a:pt x="4874" y="861"/>
                    <a:pt x="4860" y="1025"/>
                  </a:cubicBezTo>
                  <a:cubicBezTo>
                    <a:pt x="4855" y="1243"/>
                    <a:pt x="4838" y="1462"/>
                    <a:pt x="4838" y="1680"/>
                  </a:cubicBezTo>
                  <a:cubicBezTo>
                    <a:pt x="4838" y="1718"/>
                    <a:pt x="4844" y="1605"/>
                    <a:pt x="4849" y="1567"/>
                  </a:cubicBezTo>
                  <a:cubicBezTo>
                    <a:pt x="4851" y="1548"/>
                    <a:pt x="4856" y="1529"/>
                    <a:pt x="4860" y="1510"/>
                  </a:cubicBezTo>
                  <a:cubicBezTo>
                    <a:pt x="4864" y="1529"/>
                    <a:pt x="4864" y="1549"/>
                    <a:pt x="4871" y="1567"/>
                  </a:cubicBezTo>
                  <a:cubicBezTo>
                    <a:pt x="4876" y="1580"/>
                    <a:pt x="4894" y="1587"/>
                    <a:pt x="4894" y="1601"/>
                  </a:cubicBezTo>
                  <a:cubicBezTo>
                    <a:pt x="4894" y="1913"/>
                    <a:pt x="4879" y="2226"/>
                    <a:pt x="4871" y="2538"/>
                  </a:cubicBezTo>
                  <a:cubicBezTo>
                    <a:pt x="4514" y="2534"/>
                    <a:pt x="4156" y="2535"/>
                    <a:pt x="3799" y="2527"/>
                  </a:cubicBezTo>
                  <a:cubicBezTo>
                    <a:pt x="3776" y="2527"/>
                    <a:pt x="3889" y="2517"/>
                    <a:pt x="3866" y="2516"/>
                  </a:cubicBezTo>
                  <a:cubicBezTo>
                    <a:pt x="3512" y="2508"/>
                    <a:pt x="3159" y="2508"/>
                    <a:pt x="2805" y="2504"/>
                  </a:cubicBezTo>
                  <a:cubicBezTo>
                    <a:pt x="2734" y="2506"/>
                    <a:pt x="1040" y="2578"/>
                    <a:pt x="1653" y="2470"/>
                  </a:cubicBezTo>
                  <a:cubicBezTo>
                    <a:pt x="1450" y="2572"/>
                    <a:pt x="1204" y="2516"/>
                    <a:pt x="986" y="2470"/>
                  </a:cubicBezTo>
                  <a:cubicBezTo>
                    <a:pt x="872" y="2472"/>
                    <a:pt x="318" y="2382"/>
                    <a:pt x="128" y="2572"/>
                  </a:cubicBezTo>
                  <a:cubicBezTo>
                    <a:pt x="0" y="2261"/>
                    <a:pt x="85" y="1659"/>
                    <a:pt x="71" y="1262"/>
                  </a:cubicBezTo>
                  <a:cubicBezTo>
                    <a:pt x="81" y="466"/>
                    <a:pt x="28" y="556"/>
                    <a:pt x="105" y="155"/>
                  </a:cubicBezTo>
                  <a:cubicBezTo>
                    <a:pt x="120" y="159"/>
                    <a:pt x="138" y="157"/>
                    <a:pt x="151" y="166"/>
                  </a:cubicBezTo>
                  <a:cubicBezTo>
                    <a:pt x="211" y="206"/>
                    <a:pt x="126" y="211"/>
                    <a:pt x="218" y="189"/>
                  </a:cubicBezTo>
                  <a:cubicBezTo>
                    <a:pt x="244" y="150"/>
                    <a:pt x="269" y="125"/>
                    <a:pt x="309" y="99"/>
                  </a:cubicBezTo>
                  <a:cubicBezTo>
                    <a:pt x="348" y="107"/>
                    <a:pt x="373" y="111"/>
                    <a:pt x="410" y="121"/>
                  </a:cubicBezTo>
                  <a:cubicBezTo>
                    <a:pt x="410" y="121"/>
                    <a:pt x="501" y="150"/>
                    <a:pt x="410" y="121"/>
                  </a:cubicBezTo>
                  <a:close/>
                </a:path>
              </a:pathLst>
            </a:custGeom>
            <a:solidFill>
              <a:srgbClr val="C9E4FF"/>
            </a:solidFill>
            <a:ln w="31750" cap="sq" cmpd="sng">
              <a:noFill/>
              <a:prstDash val="solid"/>
              <a:round/>
            </a:ln>
            <a:effectLst>
              <a:outerShdw dist="224686" dir="2837437" algn="ctr" rotWithShape="0">
                <a:srgbClr val="B9B9B9"/>
              </a:outerShdw>
            </a:effectLst>
          </p:spPr>
          <p:txBody>
            <a:bodyPr wrap="none" anchor="ctr"/>
            <a:lstStyle/>
            <a:p>
              <a:endParaRPr lang="zh-CN" altLang="en-US"/>
            </a:p>
          </p:txBody>
        </p:sp>
        <p:sp>
          <p:nvSpPr>
            <p:cNvPr id="5" name="Text Box 10"/>
            <p:cNvSpPr txBox="1">
              <a:spLocks noChangeArrowheads="1"/>
            </p:cNvSpPr>
            <p:nvPr/>
          </p:nvSpPr>
          <p:spPr bwMode="auto">
            <a:xfrm>
              <a:off x="1388" y="1780"/>
              <a:ext cx="3027" cy="909"/>
            </a:xfrm>
            <a:prstGeom prst="rect">
              <a:avLst/>
            </a:prstGeom>
            <a:noFill/>
            <a:ln w="9525">
              <a:noFill/>
              <a:miter lim="800000"/>
            </a:ln>
          </p:spPr>
          <p:txBody>
            <a:bodyPr wrap="square">
              <a:spAutoFit/>
            </a:bodyPr>
            <a:lstStyle/>
            <a:p>
              <a:pPr fontAlgn="base">
                <a:spcBef>
                  <a:spcPct val="0"/>
                </a:spcBef>
              </a:pPr>
              <a:r>
                <a:rPr lang="zh-CN" altLang="en-US" sz="6000" b="1" dirty="0">
                  <a:solidFill>
                    <a:srgbClr val="FF0000"/>
                  </a:solidFill>
                  <a:latin typeface="隶书" panose="02010509060101010101" pitchFamily="49" charset="-122"/>
                  <a:ea typeface="隶书" panose="02010509060101010101" pitchFamily="49" charset="-122"/>
                </a:rPr>
                <a:t>结束！</a:t>
              </a:r>
              <a:endParaRPr lang="zh-CN" altLang="en-US" sz="6000" b="1" dirty="0">
                <a:solidFill>
                  <a:srgbClr val="FF0000"/>
                </a:solidFill>
                <a:latin typeface="隶书" panose="02010509060101010101" pitchFamily="49" charset="-122"/>
                <a:ea typeface="隶书" panose="02010509060101010101" pitchFamily="49" charset="-122"/>
              </a:endParaRP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righ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默认设计模板">
  <a:themeElements>
    <a:clrScheme name="3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默认设计模板">
      <a:majorFont>
        <a:latin typeface="Arial"/>
        <a:ea typeface="黑体"/>
        <a:cs typeface=""/>
      </a:majorFont>
      <a:minorFont>
        <a:latin typeface="Arial"/>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3175" cap="flat" cmpd="sng" algn="ctr">
          <a:solidFill>
            <a:schemeClr val="tx1"/>
          </a:solidFill>
          <a:prstDash val="solid"/>
          <a:round/>
          <a:headEnd type="none" w="med" len="med"/>
          <a:tailEnd type="none" w="med" len="med"/>
        </a:ln>
      </a:spPr>
      <a:bodyPr vert="horz" wrap="none" lIns="90000" tIns="46800" rIns="90000" bIns="46800" numCol="1" anchor="t" anchorCtr="1" compatLnSpc="1">
        <a:spAutoFit/>
      </a:bodyPr>
      <a:lstStyle>
        <a:defPPr marL="0" marR="0" indent="0" algn="ctr" defTabSz="914400" rtl="0" eaLnBrk="1" fontAlgn="base" latinLnBrk="0" hangingPunct="1">
          <a:lnSpc>
            <a:spcPct val="100000"/>
          </a:lnSpc>
          <a:spcBef>
            <a:spcPct val="0"/>
          </a:spcBef>
          <a:spcAft>
            <a:spcPct val="0"/>
          </a:spcAft>
          <a:buClrTx/>
          <a:buSzTx/>
          <a:buFontTx/>
          <a:buNone/>
          <a:defRPr kumimoji="0" lang="zh-CN" sz="2800" b="0" i="0" u="none" strike="noStrike" cap="none" normalizeH="0" baseline="0" smtClean="0">
            <a:ln>
              <a:noFill/>
            </a:ln>
            <a:solidFill>
              <a:schemeClr val="tx1"/>
            </a:solidFill>
            <a:effectLst/>
            <a:latin typeface="Arial" panose="020B0604020202090204" pitchFamily="34" charset="0"/>
            <a:ea typeface="黑体" panose="02010609060101010101" pitchFamily="2" charset="-122"/>
          </a:defRPr>
        </a:defPPr>
      </a:lstStyle>
    </a:spDef>
    <a:lnDef>
      <a:spPr bwMode="auto">
        <a:xfrm>
          <a:off x="0" y="0"/>
          <a:ext cx="1" cy="1"/>
        </a:xfrm>
        <a:custGeom>
          <a:avLst/>
          <a:gdLst/>
          <a:ahLst/>
          <a:cxnLst/>
          <a:rect l="0" t="0" r="0" b="0"/>
          <a:pathLst/>
        </a:custGeom>
        <a:noFill/>
        <a:ln w="3175" cap="flat" cmpd="sng" algn="ctr">
          <a:solidFill>
            <a:schemeClr val="tx1"/>
          </a:solidFill>
          <a:prstDash val="solid"/>
          <a:round/>
          <a:headEnd type="none" w="med" len="med"/>
          <a:tailEnd type="none" w="med" len="med"/>
        </a:ln>
      </a:spPr>
      <a:bodyPr vert="horz" wrap="none" lIns="90000" tIns="46800" rIns="90000" bIns="46800" numCol="1" anchor="t" anchorCtr="1" compatLnSpc="1">
        <a:spAutoFit/>
      </a:bodyPr>
      <a:lstStyle>
        <a:defPPr marL="0" marR="0" indent="0" algn="ctr" defTabSz="914400" rtl="0" eaLnBrk="1" fontAlgn="base" latinLnBrk="0" hangingPunct="1">
          <a:lnSpc>
            <a:spcPct val="100000"/>
          </a:lnSpc>
          <a:spcBef>
            <a:spcPct val="0"/>
          </a:spcBef>
          <a:spcAft>
            <a:spcPct val="0"/>
          </a:spcAft>
          <a:buClrTx/>
          <a:buSzTx/>
          <a:buFontTx/>
          <a:buNone/>
          <a:defRPr kumimoji="0" lang="zh-CN" sz="2800" b="0" i="0" u="none" strike="noStrike" cap="none" normalizeH="0" baseline="0" smtClean="0">
            <a:ln>
              <a:noFill/>
            </a:ln>
            <a:solidFill>
              <a:schemeClr val="tx1"/>
            </a:solidFill>
            <a:effectLst/>
            <a:latin typeface="Arial" panose="020B0604020202090204" pitchFamily="34" charset="0"/>
            <a:ea typeface="黑体" panose="02010609060101010101" pitchFamily="2" charset="-122"/>
          </a:defRPr>
        </a:defPPr>
      </a:lstStyle>
    </a:lnDef>
  </a:objectDefaults>
  <a:extraClrSchemeLst>
    <a:extraClrScheme>
      <a:clrScheme name="3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北航模板new</Template>
  <TotalTime>0</TotalTime>
  <Words>36513</Words>
  <Application>WPS 演示</Application>
  <PresentationFormat>宽屏</PresentationFormat>
  <Paragraphs>3822</Paragraphs>
  <Slides>141</Slides>
  <Notes>21</Notes>
  <HiddenSlides>0</HiddenSlides>
  <MMClips>0</MMClips>
  <ScaleCrop>false</ScaleCrop>
  <HeadingPairs>
    <vt:vector size="8" baseType="variant">
      <vt:variant>
        <vt:lpstr>已用的字体</vt:lpstr>
      </vt:variant>
      <vt:variant>
        <vt:i4>49</vt:i4>
      </vt:variant>
      <vt:variant>
        <vt:lpstr>主题</vt:lpstr>
      </vt:variant>
      <vt:variant>
        <vt:i4>2</vt:i4>
      </vt:variant>
      <vt:variant>
        <vt:lpstr>嵌入 OLE 服务器</vt:lpstr>
      </vt:variant>
      <vt:variant>
        <vt:i4>0</vt:i4>
      </vt:variant>
      <vt:variant>
        <vt:lpstr>幻灯片标题</vt:lpstr>
      </vt:variant>
      <vt:variant>
        <vt:i4>141</vt:i4>
      </vt:variant>
    </vt:vector>
  </HeadingPairs>
  <TitlesOfParts>
    <vt:vector size="192" baseType="lpstr">
      <vt:lpstr>Arial</vt:lpstr>
      <vt:lpstr>宋体</vt:lpstr>
      <vt:lpstr>Wingdings</vt:lpstr>
      <vt:lpstr>微软雅黑</vt:lpstr>
      <vt:lpstr>汉仪旗黑</vt:lpstr>
      <vt:lpstr>黑体</vt:lpstr>
      <vt:lpstr>汉仪中黑KW</vt:lpstr>
      <vt:lpstr>楷体_GB2312</vt:lpstr>
      <vt:lpstr>汉仪楷体简</vt:lpstr>
      <vt:lpstr>汉仪书宋二KW</vt:lpstr>
      <vt:lpstr>隶书</vt:lpstr>
      <vt:lpstr>楷体</vt:lpstr>
      <vt:lpstr>Times New Roman</vt:lpstr>
      <vt:lpstr>幼圆</vt:lpstr>
      <vt:lpstr>华文彩云</vt:lpstr>
      <vt:lpstr>汉仪楷体KW</vt:lpstr>
      <vt:lpstr>苹方-简</vt:lpstr>
      <vt:lpstr>Symbol</vt:lpstr>
      <vt:lpstr>Dotum</vt:lpstr>
      <vt:lpstr>Calibri Light</vt:lpstr>
      <vt:lpstr>Helvetica Neue</vt:lpstr>
      <vt:lpstr>报隶-简</vt:lpstr>
      <vt:lpstr>Calibri</vt:lpstr>
      <vt:lpstr>宋体</vt:lpstr>
      <vt:lpstr>Arial Unicode MS</vt:lpstr>
      <vt:lpstr>方正舒体</vt:lpstr>
      <vt:lpstr>华文新魏</vt:lpstr>
      <vt:lpstr>华文行楷</vt:lpstr>
      <vt:lpstr>行楷-简</vt:lpstr>
      <vt:lpstr>Arial Narrow</vt:lpstr>
      <vt:lpstr>Marlett</vt:lpstr>
      <vt:lpstr>Kingsoft Sign</vt:lpstr>
      <vt:lpstr>Apple SD Gothic Neo</vt:lpstr>
      <vt:lpstr>Thonburi</vt:lpstr>
      <vt:lpstr>Dotum</vt:lpstr>
      <vt:lpstr>Marlett</vt:lpstr>
      <vt:lpstr>Symbol</vt:lpstr>
      <vt:lpstr>Wingdings</vt:lpstr>
      <vt:lpstr>华文彩云</vt:lpstr>
      <vt:lpstr>华文新魏</vt:lpstr>
      <vt:lpstr>华文行楷</vt:lpstr>
      <vt:lpstr>幼圆</vt:lpstr>
      <vt:lpstr>微软雅黑</vt:lpstr>
      <vt:lpstr>方正舒体</vt:lpstr>
      <vt:lpstr>楷体</vt:lpstr>
      <vt:lpstr>楷体_GB2312</vt:lpstr>
      <vt:lpstr>隶书</vt:lpstr>
      <vt:lpstr>黑体</vt:lpstr>
      <vt:lpstr>宋体-简</vt:lpstr>
      <vt:lpstr>Office 主题</vt:lpstr>
      <vt:lpstr>3_默认设计模板</vt:lpstr>
      <vt:lpstr>数据结构与程序设计 (Data Structure and Programming)</vt:lpstr>
      <vt:lpstr>PowerPoint 演示文稿</vt:lpstr>
      <vt:lpstr>问题2.1：词频统计</vt:lpstr>
      <vt:lpstr>问题2.1：词频统计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折半查找算法（binary search）</vt:lpstr>
      <vt:lpstr>折半查找算法（续）</vt:lpstr>
      <vt:lpstr>折半查找算法（续）</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问题2.1：词频统计 – 顺序表</vt:lpstr>
      <vt:lpstr>问题2.1：词频统计 – 顺序表</vt:lpstr>
      <vt:lpstr>外部（全局）变量</vt:lpstr>
      <vt:lpstr>外部变量说明（extern）</vt:lpstr>
      <vt:lpstr>外部变量说明（extern）（续）</vt:lpstr>
      <vt:lpstr>外部变量说明（extern）（续）*</vt:lpstr>
      <vt:lpstr>问题2.1：词频统计 – 代码实现</vt:lpstr>
      <vt:lpstr>问题2.1：词频统计</vt:lpstr>
      <vt:lpstr>问题2.1：词频统计</vt:lpstr>
      <vt:lpstr>PowerPoint 演示文稿</vt:lpstr>
      <vt:lpstr>线性表顺序存储结构的优缺点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问题2.1：词频统计 – 链表</vt:lpstr>
      <vt:lpstr>问题2.1：词频统计 – 链表</vt:lpstr>
      <vt:lpstr>问题2.1：词频统计 – 链表（代码实现）</vt:lpstr>
      <vt:lpstr>问题2.1：词频统计 – 链表（代码实现）*</vt:lpstr>
      <vt:lpstr>问题2.1：词频统计 – 链表</vt:lpstr>
      <vt:lpstr>问题2.2：多项式相加（链表实现）*</vt:lpstr>
      <vt:lpstr>问题2.2：算法设计*</vt:lpstr>
      <vt:lpstr>问题2.2：算法设计*</vt:lpstr>
      <vt:lpstr>问题2.2：多项式相加*</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问题2.3：显示文件最后n行</vt:lpstr>
      <vt:lpstr>问题2.3：问题分析</vt:lpstr>
      <vt:lpstr>问题2.3：算法设计</vt:lpstr>
      <vt:lpstr>问题2.3：代码实现（循环链表）</vt:lpstr>
      <vt:lpstr>问题2.3：代码实现</vt:lpstr>
      <vt:lpstr>问题2.3：代码实现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算法设计</vt:lpstr>
      <vt:lpstr>PowerPoint 演示文稿</vt:lpstr>
      <vt:lpstr>PowerPoint 演示文稿</vt:lpstr>
      <vt:lpstr>PowerPoint 演示文稿</vt:lpstr>
      <vt:lpstr>朴素(Brute-Force)字符串匹配算法C实现</vt:lpstr>
      <vt:lpstr>朴素字符串匹配算法存在的问题</vt:lpstr>
      <vt:lpstr>KMP算法核心思想</vt:lpstr>
      <vt:lpstr>KMP算法核心思想 – 计算子串回溯位置</vt:lpstr>
      <vt:lpstr>KMP算法核心思想</vt:lpstr>
      <vt:lpstr>KMP算法核心思想</vt:lpstr>
      <vt:lpstr>KMP算法C代码实现</vt:lpstr>
      <vt:lpstr>KMP算法C代码实现-计算next</vt:lpstr>
      <vt:lpstr>KMP算法C代码实现 – 示例</vt:lpstr>
      <vt:lpstr>关于字符串匹配还有……*</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YHH</dc:creator>
  <cp:lastModifiedBy>杨焘溟</cp:lastModifiedBy>
  <cp:revision>133</cp:revision>
  <dcterms:created xsi:type="dcterms:W3CDTF">2026-04-14T14:01:00Z</dcterms:created>
  <dcterms:modified xsi:type="dcterms:W3CDTF">2026-04-14T14:01:00Z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2052-12.1.25205.25205</vt:lpwstr>
  </property>
  <property fmtid="{D5CDD505-2E9C-101B-9397-08002B2CF9AE}" pid="3" name="ICV">
    <vt:lpwstr>9A2C6D27B285B5D89C48DE69BE18880F_42</vt:lpwstr>
  </property>
</Properties>
</file>